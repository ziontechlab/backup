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1487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3598940" y="10972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R P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1828800" cy="54864"/>
          </a:xfrm>
          <a:prstGeom prst="rect">
            <a:avLst/>
          </a:prstGeom>
          <a:solidFill>
            <a:srgbClr val="F04E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 for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 Packaging Services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5029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M.A. Anoj Thilina Perera  |  July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"Build. Deploy. Transform."</a:t>
            </a:r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68576A-FDED-9FAA-F5DA-A84FFB805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1985" y="783538"/>
            <a:ext cx="3194194" cy="31878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PPS Is Today 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problem)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731520" cy="45720"/>
          </a:xfrm>
          <a:prstGeom prst="rect">
            <a:avLst/>
          </a:prstGeom>
          <a:solidFill>
            <a:srgbClr val="F04E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312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6642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Everywhere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99339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Invoices, IOUs, stock records — all on paper. Slow to find. Easy to lose.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312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28529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in the Dark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31821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see real-time stock levels. Raw material. Finished goods. No visibility.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312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4023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40416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Without a Trail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43708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Petty cash tracked in notebooks. No audit. No reconciliation. Just hope.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52120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312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5212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54480" y="52303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That Take Hours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55595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P&amp;L? Balance sheet? Export from Excel. Manually. Every. Single. Time.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6217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growing pains. Every successful company faces them.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is: what comes next?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31520" y="2377440"/>
            <a:ext cx="1371600" cy="54864"/>
          </a:xfrm>
          <a:prstGeom prst="rect">
            <a:avLst/>
          </a:prstGeom>
          <a:solidFill>
            <a:srgbClr val="F04E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Sales. Inventory. Accounts. Petty Cash. Production.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 one place. All talking to each other.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copy-paste. No more Excel gymnastics.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Sri Lankan manufacturers who are ready to grow.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5303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Galaxy ERP.</a:t>
            </a:r>
            <a:endParaRPr lang="en-US" sz="1400" dirty="0"/>
          </a:p>
        </p:txBody>
      </p:sp>
      <p:sp>
        <p:nvSpPr>
          <p:cNvPr id="2" name="Text 0"/>
          <p:cNvSpPr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System.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Connected.</a:t>
            </a:r>
            <a:endParaRPr lang="en-US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Data. Your Rules.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731520" cy="45720"/>
          </a:xfrm>
          <a:prstGeom prst="rect">
            <a:avLst/>
          </a:prstGeom>
          <a:solidFill>
            <a:srgbClr val="F04E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029200" cy="2011680"/>
          </a:xfrm>
          <a:prstGeom prst="roundRect">
            <a:avLst>
              <a:gd name="adj" fmla="val 3636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8288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Sees What They Shouldn't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screen, every button, every report — permission-controlled. Managers see everything. Clerks see their work. That's 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0" y="1645920"/>
            <a:ext cx="5029200" cy="2011680"/>
          </a:xfrm>
          <a:prstGeom prst="roundRect">
            <a:avLst>
              <a:gd name="adj" fmla="val 3636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0" y="18288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Action. Logged.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17920" y="237744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created that invoice? Who approved that IOU? When? Full audit trail. No more 'I don't know who did that.'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4023360"/>
            <a:ext cx="5029200" cy="2011680"/>
          </a:xfrm>
          <a:prstGeom prst="roundRect">
            <a:avLst>
              <a:gd name="adj" fmla="val 3636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42062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Bank-Grade Security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475488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login security banks use. Brute-force protection. Encrypted passwords. Your data never leaves your control.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0" y="4023360"/>
            <a:ext cx="5029200" cy="2011680"/>
          </a:xfrm>
          <a:prstGeom prst="roundRect">
            <a:avLst>
              <a:gd name="adj" fmla="val 3636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0" y="42062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Is Yours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7920" y="475488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 our servers. Not shared. Not sold. PPS data = PPS property. Always.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Servers. No Headaches.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731520" cy="45720"/>
          </a:xfrm>
          <a:prstGeom prst="rect">
            <a:avLst/>
          </a:prstGeom>
          <a:solidFill>
            <a:srgbClr val="F04E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029200" cy="2011680"/>
          </a:xfrm>
          <a:prstGeom prst="roundRect">
            <a:avLst>
              <a:gd name="adj" fmla="val 3636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8288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Browser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Chrome. Edge. Safari. Any browser. That's it. No software to install. No IT team needed.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0" y="1645920"/>
            <a:ext cx="5029200" cy="2011680"/>
          </a:xfrm>
          <a:prstGeom prst="roundRect">
            <a:avLst>
              <a:gd name="adj" fmla="val 3636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0" y="18288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From Anywhere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17920" y="237744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in the office. Tablet on the factory floor. Phone at home. Same system. Same data.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4023360"/>
            <a:ext cx="5029200" cy="2011680"/>
          </a:xfrm>
          <a:prstGeom prst="roundRect">
            <a:avLst>
              <a:gd name="adj" fmla="val 3636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42062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Handle the Rest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475488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to buy. No maintenance contracts. No surprise bills. We run the infrastructure. You run the business.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0" y="4023360"/>
            <a:ext cx="5029200" cy="2011680"/>
          </a:xfrm>
          <a:prstGeom prst="roundRect">
            <a:avLst>
              <a:gd name="adj" fmla="val 3636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0" y="42062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Without Interruption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7920" y="475488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 appear automatically. No downtime. No disruption. Your team just keeps working.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Your Business Needs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731520" cy="45720"/>
          </a:xfrm>
          <a:prstGeom prst="rect">
            <a:avLst/>
          </a:prstGeom>
          <a:solidFill>
            <a:srgbClr val="F04E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108960" cy="2011680"/>
          </a:xfrm>
          <a:prstGeom prst="roundRect">
            <a:avLst>
              <a:gd name="adj" fmla="val 4545"/>
            </a:avLst>
          </a:prstGeom>
          <a:solidFill>
            <a:srgbClr val="0A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783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Invoicing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IRD-compliant tax invoices.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format switching.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108960" cy="2011680"/>
          </a:xfrm>
          <a:prstGeom prst="roundRect">
            <a:avLst>
              <a:gd name="adj" fmla="val 4545"/>
            </a:avLst>
          </a:prstGeom>
          <a:solidFill>
            <a:srgbClr val="0A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480560" y="1783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1783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2860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stock across all stores.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selling prices tracked.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1645920"/>
            <a:ext cx="3108960" cy="2011680"/>
          </a:xfrm>
          <a:prstGeom prst="roundRect">
            <a:avLst>
              <a:gd name="adj" fmla="val 4545"/>
            </a:avLst>
          </a:prstGeom>
          <a:solidFill>
            <a:srgbClr val="0A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46720" y="1783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595360" y="1783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Ledger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38160" y="22860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accounting. P&amp;L.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Sheet. Multi-currency.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023360"/>
            <a:ext cx="3108960" cy="2011680"/>
          </a:xfrm>
          <a:prstGeom prst="roundRect">
            <a:avLst>
              <a:gd name="adj" fmla="val 4545"/>
            </a:avLst>
          </a:prstGeom>
          <a:solidFill>
            <a:srgbClr val="0A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4160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4160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Petty Cash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46634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→ Issue → Settlement.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digital flow with audit.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4023360"/>
            <a:ext cx="3108960" cy="2011680"/>
          </a:xfrm>
          <a:prstGeom prst="roundRect">
            <a:avLst>
              <a:gd name="adj" fmla="val 4545"/>
            </a:avLst>
          </a:prstGeom>
          <a:solidFill>
            <a:srgbClr val="0A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480560" y="4160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🔜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029200" y="4160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Tracking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0" y="46634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cards. Activity logs.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 to finished goods.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63840" y="4023360"/>
            <a:ext cx="3108960" cy="2011680"/>
          </a:xfrm>
          <a:prstGeom prst="roundRect">
            <a:avLst>
              <a:gd name="adj" fmla="val 4545"/>
            </a:avLst>
          </a:prstGeom>
          <a:solidFill>
            <a:srgbClr val="0A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046720" y="4160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🔜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595360" y="4160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/ Employees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138160" y="46634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profiles. Payroll ready.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Qualifications. Emergency contacts.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module can be added as PPS grows. This is just the start.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Petty Cash — Transformed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731520" cy="45720"/>
          </a:xfrm>
          <a:prstGeom prst="rect">
            <a:avLst/>
          </a:prstGeom>
          <a:solidFill>
            <a:srgbClr val="F04E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4754880" cy="36576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20116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560320"/>
            <a:ext cx="4206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Paper IOUs in a folder</a:t>
            </a:r>
            <a:endParaRPr lang="en-US" sz="1300" dirty="0"/>
          </a:p>
          <a:p>
            <a:pPr marL="0" indent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Manual reconciliation takes days</a:t>
            </a:r>
            <a:endParaRPr lang="en-US" sz="1300" dirty="0"/>
          </a:p>
          <a:p>
            <a:pPr marL="0" indent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Who has what cash? Nobody knows</a:t>
            </a:r>
            <a:endParaRPr lang="en-US" sz="1300" dirty="0"/>
          </a:p>
          <a:p>
            <a:pPr marL="0" indent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😰 Audits are panic attacks</a:t>
            </a:r>
            <a:endParaRPr lang="en-US" sz="1300" dirty="0"/>
          </a:p>
          <a:p>
            <a:pPr marL="0" indent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Reports? Start a new Excel sheet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4754880" cy="3657600"/>
          </a:xfrm>
          <a:prstGeom prst="roundRect">
            <a:avLst>
              <a:gd name="adj" fmla="val 2500"/>
            </a:avLst>
          </a:prstGeom>
          <a:solidFill>
            <a:srgbClr val="0312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0" y="20116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560320"/>
            <a:ext cx="4206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Request → Approve → Issue → Settle → Count</a:t>
            </a:r>
            <a:endParaRPr lang="en-US" sz="1300" dirty="0"/>
          </a:p>
          <a:p>
            <a:pPr marL="0" indent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Cash book balances — one glance</a:t>
            </a:r>
            <a:endParaRPr lang="en-US" sz="1300" dirty="0"/>
          </a:p>
          <a:p>
            <a:pPr marL="0" indent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Who took what, when, why — full trail</a:t>
            </a:r>
            <a:endParaRPr lang="en-US" sz="1300" dirty="0"/>
          </a:p>
          <a:p>
            <a:pPr marL="0" indent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Audits? Bring them on</a:t>
            </a:r>
            <a:endParaRPr lang="en-US" sz="1300" dirty="0"/>
          </a:p>
          <a:p>
            <a:pPr marL="0" indent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Reports? One click. Done.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5943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chaos to clarity. That's the difference.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Delivered.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731520" cy="45720"/>
          </a:xfrm>
          <a:prstGeom prst="rect">
            <a:avLst/>
          </a:prstGeom>
          <a:solidFill>
            <a:srgbClr val="F04E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058400" cy="1371600"/>
          </a:xfrm>
          <a:prstGeom prst="roundRect">
            <a:avLst>
              <a:gd name="adj" fmla="val 6667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828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IRD-COMPLIANT INVOICE MODULE — LIVE AT PPS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headache in your finance department — solved. Done. Working.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3291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One click to switch between invoice types — IRD or standard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749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 format IRD requires. Every field where it belongs.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4206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Training completed. Your team already uses it every day.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4663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40 hours warranty support — any issues, we fix them.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5943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partnership looks like. Real problems. Real solutions. Delivered.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Petty Cash — Smarter, Tighter, Safer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731520" cy="45720"/>
          </a:xfrm>
          <a:prstGeom prst="rect">
            <a:avLst/>
          </a:prstGeom>
          <a:solidFill>
            <a:srgbClr val="F04E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0058400" cy="1463040"/>
          </a:xfrm>
          <a:prstGeom prst="roundRect">
            <a:avLst>
              <a:gd name="adj" fmla="val 6250"/>
            </a:avLst>
          </a:prstGeom>
          <a:solidFill>
            <a:srgbClr val="F04E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IN DEVELOPMENT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 infrastructure is ready. The petty cash module is being built now.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0" y="365760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how leading companies manage cash — not how PPS has always done it. Better processes. Better outcomes.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617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Gaps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0" y="46177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IOUs. Missing receipts. Untracked advances. Every cash blind spot in your current system — closed.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5577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More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0" y="557784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balances. Automatic reconciliation. Who has what, when, why — visible to every authorised eye.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Reseller.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Middleman.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Who Builds It.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2715768"/>
            <a:ext cx="1371600" cy="54864"/>
          </a:xfrm>
          <a:prstGeom prst="rect">
            <a:avLst/>
          </a:prstGeom>
          <a:solidFill>
            <a:srgbClr val="F04E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3033393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M.A. Anoj Thilina Perera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 . CSSL Professional Member.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person who walked into PPS and delivered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IRD invoice module — working, tested, live.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call, you talk to the builder.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 needs changing, the builder changes it.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vendor. No subcontractor. No runaround.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person. One system. One commitment.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558215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Galaxy ERP. This is personal.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3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Partnership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Last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731520" cy="45720"/>
          </a:xfrm>
          <a:prstGeom prst="rect">
            <a:avLst/>
          </a:prstGeom>
          <a:solidFill>
            <a:srgbClr val="F04E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108960" cy="2011680"/>
          </a:xfrm>
          <a:prstGeom prst="roundRect">
            <a:avLst>
              <a:gd name="adj" fmla="val 4545"/>
            </a:avLst>
          </a:prstGeom>
          <a:solidFill>
            <a:srgbClr val="0A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Years. Exclusive.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5603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to 2030. PPS is our first partner. Our only partner in your space.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828800"/>
            <a:ext cx="3108960" cy="2011680"/>
          </a:xfrm>
          <a:prstGeom prst="roundRect">
            <a:avLst>
              <a:gd name="adj" fmla="val 4545"/>
            </a:avLst>
          </a:prstGeom>
          <a:solidFill>
            <a:srgbClr val="0A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First-Client Pricing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0" y="25603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to 50% below what the market charges. Because you believed in us first.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63840" y="1828800"/>
            <a:ext cx="3108960" cy="2011680"/>
          </a:xfrm>
          <a:prstGeom prst="roundRect">
            <a:avLst>
              <a:gd name="adj" fmla="val 4545"/>
            </a:avLst>
          </a:prstGeom>
          <a:solidFill>
            <a:srgbClr val="0A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13816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 Results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38160" y="25603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tied to delivery milestones. Not before. Not on promises. On working software.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206240"/>
            <a:ext cx="3108960" cy="2011680"/>
          </a:xfrm>
          <a:prstGeom prst="roundRect">
            <a:avLst>
              <a:gd name="adj" fmla="val 4545"/>
            </a:avLst>
          </a:prstGeom>
          <a:solidFill>
            <a:srgbClr val="0A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4389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Is Sacred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49377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PPS property. Never shared. Never sold. Never used without permission.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0" y="4206240"/>
            <a:ext cx="3108960" cy="2011680"/>
          </a:xfrm>
          <a:prstGeom prst="roundRect">
            <a:avLst>
              <a:gd name="adj" fmla="val 4545"/>
            </a:avLst>
          </a:prstGeom>
          <a:solidFill>
            <a:srgbClr val="0A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0" y="4389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the License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0" y="49377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right to use the software. Galaxy owns the code. You own the benefit.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63840" y="4206240"/>
            <a:ext cx="3108960" cy="2011680"/>
          </a:xfrm>
          <a:prstGeom prst="roundRect">
            <a:avLst>
              <a:gd name="adj" fmla="val 4545"/>
            </a:avLst>
          </a:prstGeom>
          <a:solidFill>
            <a:srgbClr val="0A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138160" y="4389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Build. You Grow.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38160" y="49377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PPS needs — we develop it. Your business evolves. Galaxy evolves with it.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3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This.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731520" cy="45720"/>
          </a:xfrm>
          <a:prstGeom prst="rect">
            <a:avLst/>
          </a:prstGeom>
          <a:solidFill>
            <a:srgbClr val="F04E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supplier sends you an invoice.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 on WhatsApp. A PDF in email.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format. Any layout.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0" y="1554480"/>
            <a:ext cx="4114800" cy="2926080"/>
          </a:xfrm>
          <a:prstGeom prst="roundRect">
            <a:avLst>
              <a:gd name="adj" fmla="val 3125"/>
            </a:avLst>
          </a:prstGeom>
          <a:solidFill>
            <a:srgbClr val="0A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0" y="18288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📄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132320" y="24688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document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JPG, PNG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Email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5486400" cy="2560320"/>
          </a:xfrm>
          <a:prstGeom prst="roundRect">
            <a:avLst>
              <a:gd name="adj" fmla="val 3571"/>
            </a:avLst>
          </a:prstGeom>
          <a:solidFill>
            <a:srgbClr val="F04E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320040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it.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every field.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it straight into Galaxy ERP.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typing. No errors. No delays.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Google Gemini &amp; GPT. The same AI that powers the world's smartest tools.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working for your accounts department.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Material to Finished Goods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731520" cy="45720"/>
          </a:xfrm>
          <a:prstGeom prst="rect">
            <a:avLst/>
          </a:prstGeom>
          <a:solidFill>
            <a:srgbClr val="F04E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0058400" cy="164592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Production. Connected.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651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stage — raw material → WIP → finished goods → dispatch.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 a trusted third-party production specialist.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 links to it seamlessly. One screen. One truth. No double entry.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walking to the factory floor to ask "how many are done?"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factory floor and your finance system — finally speaking the same language.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3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ERP.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WhatsApp.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1371600" cy="45720"/>
          </a:xfrm>
          <a:prstGeom prst="rect">
            <a:avLst/>
          </a:prstGeom>
          <a:solidFill>
            <a:srgbClr val="F04E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6858000" cy="2286000"/>
          </a:xfrm>
          <a:prstGeom prst="roundRect">
            <a:avLst>
              <a:gd name="adj" fmla="val 4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21945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"Show today's sales"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5943600" cy="1280160"/>
          </a:xfrm>
          <a:prstGeom prst="roundRect">
            <a:avLst>
              <a:gd name="adj" fmla="val 5714"/>
            </a:avLst>
          </a:prstGeom>
          <a:solidFill>
            <a:srgbClr val="1665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0" y="292608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Sales: LKR 245,000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Invoice: Supermarket Ltd — LKR 87,500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IOUs: 3 requests waiting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Balance: LKR 32,450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046720" y="201168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0A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0" y="228600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Dialog's AI.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for your ERP.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anything.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answers.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24/7. No training.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WhatsApp.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8463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the stock level for Item X?"  "Who still has open IOUs?"  "Show me this month's P&amp;L."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managers already know how to use WhatsApp. Now WhatsApp knows your business.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Miss a Thing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731520" cy="45720"/>
          </a:xfrm>
          <a:prstGeom prst="rect">
            <a:avLst/>
          </a:prstGeom>
          <a:solidFill>
            <a:srgbClr val="F04E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 needs your attention, Galaxy finds you.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04E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22128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542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stock alert hits your phone as a text. No app needed.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3375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04E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3337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33558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3685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request. Payment confirmation. One message. One tap.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4805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04E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4480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📩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54480" y="44988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4828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sales summary. End of day. Automatic. Every day.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56235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04E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623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54480" y="56418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54480" y="5971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reports. Monthly statements. Delivered to your inbox.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6400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business doesn't sleep. Neither should your information.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3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Just the Beginning.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2377440"/>
            <a:ext cx="1371600" cy="54864"/>
          </a:xfrm>
          <a:prstGeom prst="rect">
            <a:avLst/>
          </a:prstGeom>
          <a:solidFill>
            <a:srgbClr val="F04E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your invoices.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ERP answers you on WhatsApp.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factory floor talks to your finance system.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find you wherever you are.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science fiction. This is what we're building.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PPS is the first company in Sri Lanka to get it.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future. We're already on the track.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coming with us?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5303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 grows with your business. Always.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3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Together.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731520" y="2926080"/>
            <a:ext cx="1371600" cy="54864"/>
          </a:xfrm>
          <a:prstGeom prst="rect">
            <a:avLst/>
          </a:prstGeom>
          <a:solidFill>
            <a:srgbClr val="F04E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0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M.A. Anoj Thilina Perera  |  Galaxy ERP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anoj.thilina.perera@gmail.com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070 600 7020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60/1, Jusse Vaz Mawatha, Katuwapitiya, Negombo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"Build. Deploy. Transform."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f4ba6ac-c9c0-4c5e-a531-736e3faaed7d}" enabled="1" method="Privileged" siteId="{2081ade3-b577-421e-9935-31961e4ff17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1500</Words>
  <Application>Microsoft Office PowerPoint</Application>
  <PresentationFormat>Widescreen</PresentationFormat>
  <Paragraphs>223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Galaxy ERP — PPS Digital Transformation</dc:title>
  <dc:subject>PptxGenJS Presentation</dc:subject>
  <dc:creator>M.A. Anoj Thilina Perera</dc:creator>
  <cp:lastModifiedBy>Thilina Perera</cp:lastModifiedBy>
  <cp:revision>3</cp:revision>
  <dcterms:created xsi:type="dcterms:W3CDTF">2026-07-25T02:54:12Z</dcterms:created>
  <dcterms:modified xsi:type="dcterms:W3CDTF">2026-07-25T05:25:12Z</dcterms:modified>
</cp:coreProperties>
</file>