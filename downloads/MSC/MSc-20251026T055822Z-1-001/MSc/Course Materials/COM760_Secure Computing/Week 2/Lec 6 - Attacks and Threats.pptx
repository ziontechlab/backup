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9"/>
  </p:notesMasterIdLst>
  <p:sldIdLst>
    <p:sldId id="257" r:id="rId2"/>
    <p:sldId id="259" r:id="rId3"/>
    <p:sldId id="260" r:id="rId4"/>
    <p:sldId id="292" r:id="rId5"/>
    <p:sldId id="293" r:id="rId6"/>
    <p:sldId id="294" r:id="rId7"/>
    <p:sldId id="295" r:id="rId8"/>
    <p:sldId id="296" r:id="rId9"/>
    <p:sldId id="297" r:id="rId10"/>
    <p:sldId id="298" r:id="rId11"/>
    <p:sldId id="299" r:id="rId12"/>
    <p:sldId id="300" r:id="rId13"/>
    <p:sldId id="301" r:id="rId14"/>
    <p:sldId id="302" r:id="rId15"/>
    <p:sldId id="303" r:id="rId16"/>
    <p:sldId id="304" r:id="rId17"/>
    <p:sldId id="305" r:id="rId18"/>
    <p:sldId id="306" r:id="rId19"/>
    <p:sldId id="261" r:id="rId20"/>
    <p:sldId id="262" r:id="rId21"/>
    <p:sldId id="263" r:id="rId22"/>
    <p:sldId id="265" r:id="rId23"/>
    <p:sldId id="266" r:id="rId24"/>
    <p:sldId id="267" r:id="rId25"/>
    <p:sldId id="268"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307" r:id="rId43"/>
    <p:sldId id="286" r:id="rId44"/>
    <p:sldId id="287" r:id="rId45"/>
    <p:sldId id="288" r:id="rId46"/>
    <p:sldId id="289" r:id="rId47"/>
    <p:sldId id="290"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16" d="100"/>
          <a:sy n="116" d="100"/>
        </p:scale>
        <p:origin x="39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C371172-F3D2-4A4B-9BEF-D3215B49ABA9}" type="doc">
      <dgm:prSet loTypeId="urn:microsoft.com/office/officeart/2005/8/layout/chevron1" loCatId="process" qsTypeId="urn:microsoft.com/office/officeart/2005/8/quickstyle/simple4" qsCatId="simple" csTypeId="urn:microsoft.com/office/officeart/2005/8/colors/accent2_3" csCatId="accent2" phldr="1"/>
      <dgm:spPr/>
      <dgm:t>
        <a:bodyPr/>
        <a:lstStyle/>
        <a:p>
          <a:endParaRPr lang="en-US"/>
        </a:p>
      </dgm:t>
    </dgm:pt>
    <dgm:pt modelId="{CC2952DF-AC03-534F-B405-EB5CAF5DE705}">
      <dgm:prSet custT="1"/>
      <dgm:spPr/>
      <dgm:t>
        <a:bodyPr/>
        <a:lstStyle/>
        <a:p>
          <a:pPr rtl="0"/>
          <a:r>
            <a:rPr lang="en-US" sz="2300" b="1" smtClean="0">
              <a:latin typeface="+mj-lt"/>
            </a:rPr>
            <a:t>Confidentiality</a:t>
          </a:r>
          <a:endParaRPr lang="en-US" sz="2300" dirty="0">
            <a:latin typeface="+mj-lt"/>
          </a:endParaRPr>
        </a:p>
      </dgm:t>
    </dgm:pt>
    <dgm:pt modelId="{40888F45-DB02-4E44-9784-95FA75AFD454}" type="parTrans" cxnId="{B4587728-C9A1-FA4E-82A9-D7B261438D1E}">
      <dgm:prSet/>
      <dgm:spPr/>
      <dgm:t>
        <a:bodyPr/>
        <a:lstStyle/>
        <a:p>
          <a:endParaRPr lang="en-US"/>
        </a:p>
      </dgm:t>
    </dgm:pt>
    <dgm:pt modelId="{9EB32828-026E-2046-BFE2-239970B8AE6B}" type="sibTrans" cxnId="{B4587728-C9A1-FA4E-82A9-D7B261438D1E}">
      <dgm:prSet/>
      <dgm:spPr/>
      <dgm:t>
        <a:bodyPr/>
        <a:lstStyle/>
        <a:p>
          <a:endParaRPr lang="en-US"/>
        </a:p>
      </dgm:t>
    </dgm:pt>
    <dgm:pt modelId="{09385EB0-9460-1347-8FDD-55234D987950}">
      <dgm:prSet custT="1"/>
      <dgm:spPr/>
      <dgm:t>
        <a:bodyPr/>
        <a:lstStyle/>
        <a:p>
          <a:pPr rtl="0"/>
          <a:r>
            <a:rPr lang="en-US" sz="1800" b="1" dirty="0" smtClean="0">
              <a:latin typeface="Georgia" panose="02040502050405020303" pitchFamily="18" charset="0"/>
            </a:rPr>
            <a:t>Preserving authorised restrictions on information access and disclosure, including means for protecting personal privacy and proprietary information</a:t>
          </a:r>
          <a:endParaRPr lang="en-US" sz="1800" dirty="0">
            <a:latin typeface="Georgia" panose="02040502050405020303" pitchFamily="18" charset="0"/>
          </a:endParaRPr>
        </a:p>
      </dgm:t>
    </dgm:pt>
    <dgm:pt modelId="{F26493AF-F02E-8446-A9F1-A3B7F982E61B}" type="parTrans" cxnId="{7E42F8D5-6F18-5749-8B3D-A47D284552A5}">
      <dgm:prSet/>
      <dgm:spPr/>
      <dgm:t>
        <a:bodyPr/>
        <a:lstStyle/>
        <a:p>
          <a:endParaRPr lang="en-US"/>
        </a:p>
      </dgm:t>
    </dgm:pt>
    <dgm:pt modelId="{EEE25363-96A6-D04E-87EE-E3BEB479E232}" type="sibTrans" cxnId="{7E42F8D5-6F18-5749-8B3D-A47D284552A5}">
      <dgm:prSet/>
      <dgm:spPr/>
      <dgm:t>
        <a:bodyPr/>
        <a:lstStyle/>
        <a:p>
          <a:endParaRPr lang="en-US"/>
        </a:p>
      </dgm:t>
    </dgm:pt>
    <dgm:pt modelId="{40063ED1-409C-FC44-A2F5-9C91C751F2EE}">
      <dgm:prSet custT="1"/>
      <dgm:spPr/>
      <dgm:t>
        <a:bodyPr/>
        <a:lstStyle/>
        <a:p>
          <a:pPr rtl="0"/>
          <a:r>
            <a:rPr lang="en-US" sz="2400" b="1" smtClean="0">
              <a:latin typeface="+mj-lt"/>
            </a:rPr>
            <a:t>Integrity</a:t>
          </a:r>
          <a:endParaRPr lang="en-US" sz="2400" dirty="0">
            <a:latin typeface="+mj-lt"/>
          </a:endParaRPr>
        </a:p>
      </dgm:t>
    </dgm:pt>
    <dgm:pt modelId="{63E50B16-A73A-4849-8B35-5EA33FEA9FF4}" type="parTrans" cxnId="{69B92DBC-A1A9-C44F-A377-1EE237E81319}">
      <dgm:prSet/>
      <dgm:spPr/>
      <dgm:t>
        <a:bodyPr/>
        <a:lstStyle/>
        <a:p>
          <a:endParaRPr lang="en-US"/>
        </a:p>
      </dgm:t>
    </dgm:pt>
    <dgm:pt modelId="{ABE2992F-EC88-5142-A882-07293919F130}" type="sibTrans" cxnId="{69B92DBC-A1A9-C44F-A377-1EE237E81319}">
      <dgm:prSet/>
      <dgm:spPr/>
      <dgm:t>
        <a:bodyPr/>
        <a:lstStyle/>
        <a:p>
          <a:endParaRPr lang="en-US"/>
        </a:p>
      </dgm:t>
    </dgm:pt>
    <dgm:pt modelId="{5978D22D-D756-1D49-B818-48A1EE68D56D}">
      <dgm:prSet/>
      <dgm:spPr/>
      <dgm:t>
        <a:bodyPr/>
        <a:lstStyle/>
        <a:p>
          <a:pPr rtl="0"/>
          <a:r>
            <a:rPr lang="en-US" b="1" dirty="0" smtClean="0">
              <a:latin typeface="Georgia" panose="02040502050405020303" pitchFamily="18" charset="0"/>
            </a:rPr>
            <a:t>Guarding against improper information modification or destruction, including ensuring information nonrepudiation and authenticity</a:t>
          </a:r>
          <a:endParaRPr lang="en-US" b="1" dirty="0">
            <a:latin typeface="Georgia" panose="02040502050405020303" pitchFamily="18" charset="0"/>
          </a:endParaRPr>
        </a:p>
      </dgm:t>
    </dgm:pt>
    <dgm:pt modelId="{D2589990-8548-C94F-98F7-890448CBA79D}" type="parTrans" cxnId="{6FDC73AF-FBF6-2548-ABBB-22743AD94915}">
      <dgm:prSet/>
      <dgm:spPr/>
      <dgm:t>
        <a:bodyPr/>
        <a:lstStyle/>
        <a:p>
          <a:endParaRPr lang="en-US"/>
        </a:p>
      </dgm:t>
    </dgm:pt>
    <dgm:pt modelId="{474EE7B6-01C7-E643-BAED-BED2D46F783F}" type="sibTrans" cxnId="{6FDC73AF-FBF6-2548-ABBB-22743AD94915}">
      <dgm:prSet/>
      <dgm:spPr/>
      <dgm:t>
        <a:bodyPr/>
        <a:lstStyle/>
        <a:p>
          <a:endParaRPr lang="en-US"/>
        </a:p>
      </dgm:t>
    </dgm:pt>
    <dgm:pt modelId="{EADF74B9-168E-944C-B968-82B720F1C125}">
      <dgm:prSet custT="1"/>
      <dgm:spPr/>
      <dgm:t>
        <a:bodyPr/>
        <a:lstStyle/>
        <a:p>
          <a:pPr rtl="0"/>
          <a:r>
            <a:rPr lang="en-US" sz="2400" b="1" smtClean="0">
              <a:latin typeface="+mj-lt"/>
            </a:rPr>
            <a:t>Availability</a:t>
          </a:r>
          <a:endParaRPr lang="en-US" sz="2400" dirty="0">
            <a:latin typeface="+mj-lt"/>
          </a:endParaRPr>
        </a:p>
      </dgm:t>
    </dgm:pt>
    <dgm:pt modelId="{F74FE56B-E426-A745-85F1-83912FDA8101}" type="parTrans" cxnId="{D4CB0DBA-23FB-B447-B9A7-94713C18E119}">
      <dgm:prSet/>
      <dgm:spPr/>
      <dgm:t>
        <a:bodyPr/>
        <a:lstStyle/>
        <a:p>
          <a:endParaRPr lang="en-US"/>
        </a:p>
      </dgm:t>
    </dgm:pt>
    <dgm:pt modelId="{72BFDC2A-6676-644B-B953-978D0B972DF9}" type="sibTrans" cxnId="{D4CB0DBA-23FB-B447-B9A7-94713C18E119}">
      <dgm:prSet/>
      <dgm:spPr/>
      <dgm:t>
        <a:bodyPr/>
        <a:lstStyle/>
        <a:p>
          <a:endParaRPr lang="en-US"/>
        </a:p>
      </dgm:t>
    </dgm:pt>
    <dgm:pt modelId="{6B57FDDA-8F0C-8B42-BABC-39C99BE7864F}">
      <dgm:prSet/>
      <dgm:spPr/>
      <dgm:t>
        <a:bodyPr/>
        <a:lstStyle/>
        <a:p>
          <a:pPr rtl="0"/>
          <a:r>
            <a:rPr lang="en-US" b="1" dirty="0" smtClean="0">
              <a:latin typeface="Georgia" panose="02040502050405020303" pitchFamily="18" charset="0"/>
            </a:rPr>
            <a:t>Ensuring timely and reliable access to and use of information</a:t>
          </a:r>
          <a:endParaRPr lang="en-US" b="1" dirty="0">
            <a:latin typeface="Georgia" panose="02040502050405020303" pitchFamily="18" charset="0"/>
          </a:endParaRPr>
        </a:p>
      </dgm:t>
    </dgm:pt>
    <dgm:pt modelId="{B257E21D-7B0C-6A48-8CE5-DCA7C0C78347}" type="parTrans" cxnId="{43EDDF10-11C3-9542-93EF-D6E1EDFCB4D6}">
      <dgm:prSet/>
      <dgm:spPr/>
      <dgm:t>
        <a:bodyPr/>
        <a:lstStyle/>
        <a:p>
          <a:endParaRPr lang="en-US"/>
        </a:p>
      </dgm:t>
    </dgm:pt>
    <dgm:pt modelId="{D23D747C-9A87-3F48-B657-3DDC226BD5F6}" type="sibTrans" cxnId="{43EDDF10-11C3-9542-93EF-D6E1EDFCB4D6}">
      <dgm:prSet/>
      <dgm:spPr/>
      <dgm:t>
        <a:bodyPr/>
        <a:lstStyle/>
        <a:p>
          <a:endParaRPr lang="en-US"/>
        </a:p>
      </dgm:t>
    </dgm:pt>
    <dgm:pt modelId="{4FE5D1E9-ED82-0F45-86A4-7E3F6D691E65}" type="pres">
      <dgm:prSet presAssocID="{3C371172-F3D2-4A4B-9BEF-D3215B49ABA9}" presName="Name0" presStyleCnt="0">
        <dgm:presLayoutVars>
          <dgm:dir/>
          <dgm:animLvl val="lvl"/>
          <dgm:resizeHandles val="exact"/>
        </dgm:presLayoutVars>
      </dgm:prSet>
      <dgm:spPr/>
      <dgm:t>
        <a:bodyPr/>
        <a:lstStyle/>
        <a:p>
          <a:endParaRPr lang="en-US"/>
        </a:p>
      </dgm:t>
    </dgm:pt>
    <dgm:pt modelId="{E3E77CF0-4539-1549-8A27-6B602C871039}" type="pres">
      <dgm:prSet presAssocID="{CC2952DF-AC03-534F-B405-EB5CAF5DE705}" presName="composite" presStyleCnt="0"/>
      <dgm:spPr/>
      <dgm:t>
        <a:bodyPr/>
        <a:lstStyle/>
        <a:p>
          <a:endParaRPr lang="en-GB"/>
        </a:p>
      </dgm:t>
    </dgm:pt>
    <dgm:pt modelId="{2669473D-5311-9F43-858A-DA4F11AAF30A}" type="pres">
      <dgm:prSet presAssocID="{CC2952DF-AC03-534F-B405-EB5CAF5DE705}" presName="parTx" presStyleLbl="node1" presStyleIdx="0" presStyleCnt="3" custScaleX="111077">
        <dgm:presLayoutVars>
          <dgm:chMax val="0"/>
          <dgm:chPref val="0"/>
          <dgm:bulletEnabled val="1"/>
        </dgm:presLayoutVars>
      </dgm:prSet>
      <dgm:spPr/>
      <dgm:t>
        <a:bodyPr/>
        <a:lstStyle/>
        <a:p>
          <a:endParaRPr lang="en-US"/>
        </a:p>
      </dgm:t>
    </dgm:pt>
    <dgm:pt modelId="{C5173CA9-CAEE-B642-8B8F-CD4B816E3BFB}" type="pres">
      <dgm:prSet presAssocID="{CC2952DF-AC03-534F-B405-EB5CAF5DE705}" presName="desTx" presStyleLbl="revTx" presStyleIdx="0" presStyleCnt="3" custScaleY="118826" custLinFactNeighborX="5402" custLinFactNeighborY="12065">
        <dgm:presLayoutVars>
          <dgm:bulletEnabled val="1"/>
        </dgm:presLayoutVars>
      </dgm:prSet>
      <dgm:spPr/>
      <dgm:t>
        <a:bodyPr/>
        <a:lstStyle/>
        <a:p>
          <a:endParaRPr lang="en-US"/>
        </a:p>
      </dgm:t>
    </dgm:pt>
    <dgm:pt modelId="{8D6DA9DC-68B9-3346-8820-35A9B4A9FB2F}" type="pres">
      <dgm:prSet presAssocID="{9EB32828-026E-2046-BFE2-239970B8AE6B}" presName="space" presStyleCnt="0"/>
      <dgm:spPr/>
      <dgm:t>
        <a:bodyPr/>
        <a:lstStyle/>
        <a:p>
          <a:endParaRPr lang="en-GB"/>
        </a:p>
      </dgm:t>
    </dgm:pt>
    <dgm:pt modelId="{6EDEFE10-E2C8-1448-8A31-9FAB252E7F00}" type="pres">
      <dgm:prSet presAssocID="{40063ED1-409C-FC44-A2F5-9C91C751F2EE}" presName="composite" presStyleCnt="0"/>
      <dgm:spPr/>
      <dgm:t>
        <a:bodyPr/>
        <a:lstStyle/>
        <a:p>
          <a:endParaRPr lang="en-GB"/>
        </a:p>
      </dgm:t>
    </dgm:pt>
    <dgm:pt modelId="{EC783FE8-0006-004E-9EC5-CCA2F7583147}" type="pres">
      <dgm:prSet presAssocID="{40063ED1-409C-FC44-A2F5-9C91C751F2EE}" presName="parTx" presStyleLbl="node1" presStyleIdx="1" presStyleCnt="3">
        <dgm:presLayoutVars>
          <dgm:chMax val="0"/>
          <dgm:chPref val="0"/>
          <dgm:bulletEnabled val="1"/>
        </dgm:presLayoutVars>
      </dgm:prSet>
      <dgm:spPr/>
      <dgm:t>
        <a:bodyPr/>
        <a:lstStyle/>
        <a:p>
          <a:endParaRPr lang="en-US"/>
        </a:p>
      </dgm:t>
    </dgm:pt>
    <dgm:pt modelId="{92F85E19-9F62-2146-BBFE-59F35C65EE0E}" type="pres">
      <dgm:prSet presAssocID="{40063ED1-409C-FC44-A2F5-9C91C751F2EE}" presName="desTx" presStyleLbl="revTx" presStyleIdx="1" presStyleCnt="3" custScaleY="113872" custLinFactNeighborX="5343" custLinFactNeighborY="5872">
        <dgm:presLayoutVars>
          <dgm:bulletEnabled val="1"/>
        </dgm:presLayoutVars>
      </dgm:prSet>
      <dgm:spPr/>
      <dgm:t>
        <a:bodyPr/>
        <a:lstStyle/>
        <a:p>
          <a:endParaRPr lang="en-US"/>
        </a:p>
      </dgm:t>
    </dgm:pt>
    <dgm:pt modelId="{3955E22D-6180-2644-BF8C-CF6687C98768}" type="pres">
      <dgm:prSet presAssocID="{ABE2992F-EC88-5142-A882-07293919F130}" presName="space" presStyleCnt="0"/>
      <dgm:spPr/>
      <dgm:t>
        <a:bodyPr/>
        <a:lstStyle/>
        <a:p>
          <a:endParaRPr lang="en-GB"/>
        </a:p>
      </dgm:t>
    </dgm:pt>
    <dgm:pt modelId="{08E3F871-3101-EE48-8D9C-C734641FA3CF}" type="pres">
      <dgm:prSet presAssocID="{EADF74B9-168E-944C-B968-82B720F1C125}" presName="composite" presStyleCnt="0"/>
      <dgm:spPr/>
      <dgm:t>
        <a:bodyPr/>
        <a:lstStyle/>
        <a:p>
          <a:endParaRPr lang="en-GB"/>
        </a:p>
      </dgm:t>
    </dgm:pt>
    <dgm:pt modelId="{FAB70A0B-6355-A049-80C7-D281E9662899}" type="pres">
      <dgm:prSet presAssocID="{EADF74B9-168E-944C-B968-82B720F1C125}" presName="parTx" presStyleLbl="node1" presStyleIdx="2" presStyleCnt="3">
        <dgm:presLayoutVars>
          <dgm:chMax val="0"/>
          <dgm:chPref val="0"/>
          <dgm:bulletEnabled val="1"/>
        </dgm:presLayoutVars>
      </dgm:prSet>
      <dgm:spPr/>
      <dgm:t>
        <a:bodyPr/>
        <a:lstStyle/>
        <a:p>
          <a:endParaRPr lang="en-US"/>
        </a:p>
      </dgm:t>
    </dgm:pt>
    <dgm:pt modelId="{2A12BD47-4BDB-3343-9554-B0171B10A11F}" type="pres">
      <dgm:prSet presAssocID="{EADF74B9-168E-944C-B968-82B720F1C125}" presName="desTx" presStyleLbl="revTx" presStyleIdx="2" presStyleCnt="3" custScaleY="113872" custLinFactNeighborX="9067" custLinFactNeighborY="8349">
        <dgm:presLayoutVars>
          <dgm:bulletEnabled val="1"/>
        </dgm:presLayoutVars>
      </dgm:prSet>
      <dgm:spPr/>
      <dgm:t>
        <a:bodyPr/>
        <a:lstStyle/>
        <a:p>
          <a:endParaRPr lang="en-US"/>
        </a:p>
      </dgm:t>
    </dgm:pt>
  </dgm:ptLst>
  <dgm:cxnLst>
    <dgm:cxn modelId="{B4587728-C9A1-FA4E-82A9-D7B261438D1E}" srcId="{3C371172-F3D2-4A4B-9BEF-D3215B49ABA9}" destId="{CC2952DF-AC03-534F-B405-EB5CAF5DE705}" srcOrd="0" destOrd="0" parTransId="{40888F45-DB02-4E44-9784-95FA75AFD454}" sibTransId="{9EB32828-026E-2046-BFE2-239970B8AE6B}"/>
    <dgm:cxn modelId="{7E42F8D5-6F18-5749-8B3D-A47D284552A5}" srcId="{CC2952DF-AC03-534F-B405-EB5CAF5DE705}" destId="{09385EB0-9460-1347-8FDD-55234D987950}" srcOrd="0" destOrd="0" parTransId="{F26493AF-F02E-8446-A9F1-A3B7F982E61B}" sibTransId="{EEE25363-96A6-D04E-87EE-E3BEB479E232}"/>
    <dgm:cxn modelId="{D4CB0DBA-23FB-B447-B9A7-94713C18E119}" srcId="{3C371172-F3D2-4A4B-9BEF-D3215B49ABA9}" destId="{EADF74B9-168E-944C-B968-82B720F1C125}" srcOrd="2" destOrd="0" parTransId="{F74FE56B-E426-A745-85F1-83912FDA8101}" sibTransId="{72BFDC2A-6676-644B-B953-978D0B972DF9}"/>
    <dgm:cxn modelId="{79B9B654-2810-4D7F-A061-FE5B9C583E76}" type="presOf" srcId="{EADF74B9-168E-944C-B968-82B720F1C125}" destId="{FAB70A0B-6355-A049-80C7-D281E9662899}" srcOrd="0" destOrd="0" presId="urn:microsoft.com/office/officeart/2005/8/layout/chevron1"/>
    <dgm:cxn modelId="{ACADBFB3-142E-4FFB-8186-33C4965425A7}" type="presOf" srcId="{09385EB0-9460-1347-8FDD-55234D987950}" destId="{C5173CA9-CAEE-B642-8B8F-CD4B816E3BFB}" srcOrd="0" destOrd="0" presId="urn:microsoft.com/office/officeart/2005/8/layout/chevron1"/>
    <dgm:cxn modelId="{6FDC73AF-FBF6-2548-ABBB-22743AD94915}" srcId="{40063ED1-409C-FC44-A2F5-9C91C751F2EE}" destId="{5978D22D-D756-1D49-B818-48A1EE68D56D}" srcOrd="0" destOrd="0" parTransId="{D2589990-8548-C94F-98F7-890448CBA79D}" sibTransId="{474EE7B6-01C7-E643-BAED-BED2D46F783F}"/>
    <dgm:cxn modelId="{4D393456-5AD2-4690-8125-ED8919315BD2}" type="presOf" srcId="{3C371172-F3D2-4A4B-9BEF-D3215B49ABA9}" destId="{4FE5D1E9-ED82-0F45-86A4-7E3F6D691E65}" srcOrd="0" destOrd="0" presId="urn:microsoft.com/office/officeart/2005/8/layout/chevron1"/>
    <dgm:cxn modelId="{3C4DB6AD-3504-4C9F-9226-EF15023D9A93}" type="presOf" srcId="{5978D22D-D756-1D49-B818-48A1EE68D56D}" destId="{92F85E19-9F62-2146-BBFE-59F35C65EE0E}" srcOrd="0" destOrd="0" presId="urn:microsoft.com/office/officeart/2005/8/layout/chevron1"/>
    <dgm:cxn modelId="{6C7E2242-522D-4092-8D11-8875DEE2FF2E}" type="presOf" srcId="{6B57FDDA-8F0C-8B42-BABC-39C99BE7864F}" destId="{2A12BD47-4BDB-3343-9554-B0171B10A11F}" srcOrd="0" destOrd="0" presId="urn:microsoft.com/office/officeart/2005/8/layout/chevron1"/>
    <dgm:cxn modelId="{43EDDF10-11C3-9542-93EF-D6E1EDFCB4D6}" srcId="{EADF74B9-168E-944C-B968-82B720F1C125}" destId="{6B57FDDA-8F0C-8B42-BABC-39C99BE7864F}" srcOrd="0" destOrd="0" parTransId="{B257E21D-7B0C-6A48-8CE5-DCA7C0C78347}" sibTransId="{D23D747C-9A87-3F48-B657-3DDC226BD5F6}"/>
    <dgm:cxn modelId="{20E247A5-3850-4100-9419-BE0685E9B1C8}" type="presOf" srcId="{40063ED1-409C-FC44-A2F5-9C91C751F2EE}" destId="{EC783FE8-0006-004E-9EC5-CCA2F7583147}" srcOrd="0" destOrd="0" presId="urn:microsoft.com/office/officeart/2005/8/layout/chevron1"/>
    <dgm:cxn modelId="{4A4FA82D-7DC8-496A-A684-6925FC5869E3}" type="presOf" srcId="{CC2952DF-AC03-534F-B405-EB5CAF5DE705}" destId="{2669473D-5311-9F43-858A-DA4F11AAF30A}" srcOrd="0" destOrd="0" presId="urn:microsoft.com/office/officeart/2005/8/layout/chevron1"/>
    <dgm:cxn modelId="{69B92DBC-A1A9-C44F-A377-1EE237E81319}" srcId="{3C371172-F3D2-4A4B-9BEF-D3215B49ABA9}" destId="{40063ED1-409C-FC44-A2F5-9C91C751F2EE}" srcOrd="1" destOrd="0" parTransId="{63E50B16-A73A-4849-8B35-5EA33FEA9FF4}" sibTransId="{ABE2992F-EC88-5142-A882-07293919F130}"/>
    <dgm:cxn modelId="{1BF58DB7-CFA8-4318-AC30-C5880062042D}" type="presParOf" srcId="{4FE5D1E9-ED82-0F45-86A4-7E3F6D691E65}" destId="{E3E77CF0-4539-1549-8A27-6B602C871039}" srcOrd="0" destOrd="0" presId="urn:microsoft.com/office/officeart/2005/8/layout/chevron1"/>
    <dgm:cxn modelId="{65827D9C-82F2-4FD6-8E1F-8F5E9A08CA4C}" type="presParOf" srcId="{E3E77CF0-4539-1549-8A27-6B602C871039}" destId="{2669473D-5311-9F43-858A-DA4F11AAF30A}" srcOrd="0" destOrd="0" presId="urn:microsoft.com/office/officeart/2005/8/layout/chevron1"/>
    <dgm:cxn modelId="{7CC1EC8C-D0AB-495F-A699-9B7AF724951A}" type="presParOf" srcId="{E3E77CF0-4539-1549-8A27-6B602C871039}" destId="{C5173CA9-CAEE-B642-8B8F-CD4B816E3BFB}" srcOrd="1" destOrd="0" presId="urn:microsoft.com/office/officeart/2005/8/layout/chevron1"/>
    <dgm:cxn modelId="{18463B76-597D-481A-A777-1FA7561EFC0F}" type="presParOf" srcId="{4FE5D1E9-ED82-0F45-86A4-7E3F6D691E65}" destId="{8D6DA9DC-68B9-3346-8820-35A9B4A9FB2F}" srcOrd="1" destOrd="0" presId="urn:microsoft.com/office/officeart/2005/8/layout/chevron1"/>
    <dgm:cxn modelId="{2C1C0F02-39AD-40D9-90D2-4AAC59404AC5}" type="presParOf" srcId="{4FE5D1E9-ED82-0F45-86A4-7E3F6D691E65}" destId="{6EDEFE10-E2C8-1448-8A31-9FAB252E7F00}" srcOrd="2" destOrd="0" presId="urn:microsoft.com/office/officeart/2005/8/layout/chevron1"/>
    <dgm:cxn modelId="{222ACA91-7359-458C-A8F1-76A4A05F483E}" type="presParOf" srcId="{6EDEFE10-E2C8-1448-8A31-9FAB252E7F00}" destId="{EC783FE8-0006-004E-9EC5-CCA2F7583147}" srcOrd="0" destOrd="0" presId="urn:microsoft.com/office/officeart/2005/8/layout/chevron1"/>
    <dgm:cxn modelId="{C0E0B2C7-8B78-43FF-836A-0B0216D351B1}" type="presParOf" srcId="{6EDEFE10-E2C8-1448-8A31-9FAB252E7F00}" destId="{92F85E19-9F62-2146-BBFE-59F35C65EE0E}" srcOrd="1" destOrd="0" presId="urn:microsoft.com/office/officeart/2005/8/layout/chevron1"/>
    <dgm:cxn modelId="{D8EE6299-D5EA-4CC7-AE3A-5DE92EEA7F5A}" type="presParOf" srcId="{4FE5D1E9-ED82-0F45-86A4-7E3F6D691E65}" destId="{3955E22D-6180-2644-BF8C-CF6687C98768}" srcOrd="3" destOrd="0" presId="urn:microsoft.com/office/officeart/2005/8/layout/chevron1"/>
    <dgm:cxn modelId="{1A516DB5-089E-47A1-8C86-693739885E0B}" type="presParOf" srcId="{4FE5D1E9-ED82-0F45-86A4-7E3F6D691E65}" destId="{08E3F871-3101-EE48-8D9C-C734641FA3CF}" srcOrd="4" destOrd="0" presId="urn:microsoft.com/office/officeart/2005/8/layout/chevron1"/>
    <dgm:cxn modelId="{E3C57670-E3DF-48FB-93D9-9E63AE00FBCD}" type="presParOf" srcId="{08E3F871-3101-EE48-8D9C-C734641FA3CF}" destId="{FAB70A0B-6355-A049-80C7-D281E9662899}" srcOrd="0" destOrd="0" presId="urn:microsoft.com/office/officeart/2005/8/layout/chevron1"/>
    <dgm:cxn modelId="{ACEED905-F1E4-4E49-8EF8-6331CF86F1E2}" type="presParOf" srcId="{08E3F871-3101-EE48-8D9C-C734641FA3CF}" destId="{2A12BD47-4BDB-3343-9554-B0171B10A11F}" srcOrd="1"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EF3A288-F1AD-4A49-ACD8-BA9890645C20}" type="doc">
      <dgm:prSet loTypeId="urn:microsoft.com/office/officeart/2005/8/layout/lProcess2" loCatId="" qsTypeId="urn:microsoft.com/office/officeart/2005/8/quickstyle/3D2" qsCatId="3D" csTypeId="urn:microsoft.com/office/officeart/2005/8/colors/accent2_2" csCatId="accent2" phldr="1"/>
      <dgm:spPr/>
      <dgm:t>
        <a:bodyPr/>
        <a:lstStyle/>
        <a:p>
          <a:endParaRPr lang="en-US"/>
        </a:p>
      </dgm:t>
    </dgm:pt>
    <dgm:pt modelId="{89167F91-235A-744D-9245-B6F9D636B5B3}">
      <dgm:prSet/>
      <dgm:spPr/>
      <dgm:t>
        <a:bodyPr/>
        <a:lstStyle/>
        <a:p>
          <a:pPr rtl="0"/>
          <a:r>
            <a:rPr lang="en-US" b="1" dirty="0" smtClean="0"/>
            <a:t>Network Attack Surface</a:t>
          </a:r>
          <a:endParaRPr lang="en-US" dirty="0"/>
        </a:p>
      </dgm:t>
    </dgm:pt>
    <dgm:pt modelId="{8F0AAEB4-EE3D-864C-9368-C9CA75D59B39}" type="parTrans" cxnId="{0CBB8293-D55A-E94F-89D1-4C58FB0D775D}">
      <dgm:prSet/>
      <dgm:spPr/>
      <dgm:t>
        <a:bodyPr/>
        <a:lstStyle/>
        <a:p>
          <a:endParaRPr lang="en-US"/>
        </a:p>
      </dgm:t>
    </dgm:pt>
    <dgm:pt modelId="{1938C481-004A-5441-8A64-53F82A57B059}" type="sibTrans" cxnId="{0CBB8293-D55A-E94F-89D1-4C58FB0D775D}">
      <dgm:prSet/>
      <dgm:spPr/>
      <dgm:t>
        <a:bodyPr/>
        <a:lstStyle/>
        <a:p>
          <a:endParaRPr lang="en-US"/>
        </a:p>
      </dgm:t>
    </dgm:pt>
    <dgm:pt modelId="{37720B62-E9E1-614A-AA3F-7B92EBDFBDE9}">
      <dgm:prSet/>
      <dgm:spPr/>
      <dgm:t>
        <a:bodyPr/>
        <a:lstStyle/>
        <a:p>
          <a:pPr rtl="0"/>
          <a:r>
            <a:rPr lang="en-US" b="1" dirty="0" smtClean="0">
              <a:latin typeface="+mj-lt"/>
            </a:rPr>
            <a:t>Vulnerabilities over an enterprise network, wide-area network, or the Internet</a:t>
          </a:r>
          <a:endParaRPr lang="en-US" dirty="0">
            <a:latin typeface="+mj-lt"/>
          </a:endParaRPr>
        </a:p>
      </dgm:t>
    </dgm:pt>
    <dgm:pt modelId="{F1D6FD18-FEAB-324E-A24B-474B6A7062EA}" type="parTrans" cxnId="{CF79688D-380B-2B48-914A-9984DD61FC29}">
      <dgm:prSet/>
      <dgm:spPr/>
      <dgm:t>
        <a:bodyPr/>
        <a:lstStyle/>
        <a:p>
          <a:endParaRPr lang="en-US"/>
        </a:p>
      </dgm:t>
    </dgm:pt>
    <dgm:pt modelId="{5B9C3552-2395-F94E-8A42-7F0C7772E84F}" type="sibTrans" cxnId="{CF79688D-380B-2B48-914A-9984DD61FC29}">
      <dgm:prSet/>
      <dgm:spPr/>
      <dgm:t>
        <a:bodyPr/>
        <a:lstStyle/>
        <a:p>
          <a:endParaRPr lang="en-US"/>
        </a:p>
      </dgm:t>
    </dgm:pt>
    <dgm:pt modelId="{842FBA2F-4E84-A04C-AF36-955EAC4A4A07}">
      <dgm:prSet/>
      <dgm:spPr/>
      <dgm:t>
        <a:bodyPr/>
        <a:lstStyle/>
        <a:p>
          <a:pPr rtl="0"/>
          <a:r>
            <a:rPr lang="en-US" b="1" dirty="0" smtClean="0">
              <a:latin typeface="+mj-lt"/>
            </a:rPr>
            <a:t>Included in this category are network protocol vulnerabilities, such as those used for a denial-of-service attack, disruption of communications links, and various forms of intruder attacks</a:t>
          </a:r>
          <a:endParaRPr lang="en-US" dirty="0">
            <a:latin typeface="+mj-lt"/>
          </a:endParaRPr>
        </a:p>
      </dgm:t>
    </dgm:pt>
    <dgm:pt modelId="{56E94991-F31F-1043-86DB-B8D898BECF97}" type="parTrans" cxnId="{C42BF721-DD49-8D46-BED4-D3DBCDCE2C4C}">
      <dgm:prSet/>
      <dgm:spPr/>
      <dgm:t>
        <a:bodyPr/>
        <a:lstStyle/>
        <a:p>
          <a:endParaRPr lang="en-US"/>
        </a:p>
      </dgm:t>
    </dgm:pt>
    <dgm:pt modelId="{B45786AD-10B5-A040-ABA1-4BA8652384E2}" type="sibTrans" cxnId="{C42BF721-DD49-8D46-BED4-D3DBCDCE2C4C}">
      <dgm:prSet/>
      <dgm:spPr/>
      <dgm:t>
        <a:bodyPr/>
        <a:lstStyle/>
        <a:p>
          <a:endParaRPr lang="en-US"/>
        </a:p>
      </dgm:t>
    </dgm:pt>
    <dgm:pt modelId="{A3641FEB-1257-3B44-A254-D9D9B8F01C9F}">
      <dgm:prSet/>
      <dgm:spPr/>
      <dgm:t>
        <a:bodyPr/>
        <a:lstStyle/>
        <a:p>
          <a:pPr rtl="0"/>
          <a:r>
            <a:rPr lang="en-US" b="1" dirty="0" smtClean="0"/>
            <a:t>Software Attack Surface</a:t>
          </a:r>
          <a:endParaRPr lang="en-US" dirty="0"/>
        </a:p>
      </dgm:t>
    </dgm:pt>
    <dgm:pt modelId="{D9506F8D-8818-FA40-B3E7-68AE3A9C2763}" type="parTrans" cxnId="{D00C4AA4-FE7E-DF42-BEFB-8A29EE00D2AC}">
      <dgm:prSet/>
      <dgm:spPr/>
      <dgm:t>
        <a:bodyPr/>
        <a:lstStyle/>
        <a:p>
          <a:endParaRPr lang="en-US"/>
        </a:p>
      </dgm:t>
    </dgm:pt>
    <dgm:pt modelId="{34C38A9F-8601-E64D-854D-C3CAA2E65680}" type="sibTrans" cxnId="{D00C4AA4-FE7E-DF42-BEFB-8A29EE00D2AC}">
      <dgm:prSet/>
      <dgm:spPr/>
      <dgm:t>
        <a:bodyPr/>
        <a:lstStyle/>
        <a:p>
          <a:endParaRPr lang="en-US"/>
        </a:p>
      </dgm:t>
    </dgm:pt>
    <dgm:pt modelId="{63C30692-DEEC-F140-BD07-ECDB341176CB}">
      <dgm:prSet/>
      <dgm:spPr/>
      <dgm:t>
        <a:bodyPr/>
        <a:lstStyle/>
        <a:p>
          <a:pPr rtl="0"/>
          <a:r>
            <a:rPr lang="en-US" b="1" dirty="0" smtClean="0">
              <a:latin typeface="+mj-lt"/>
            </a:rPr>
            <a:t>Vulnerabilities in application, utility, or operating system code</a:t>
          </a:r>
          <a:endParaRPr lang="en-US" dirty="0">
            <a:latin typeface="+mj-lt"/>
          </a:endParaRPr>
        </a:p>
      </dgm:t>
    </dgm:pt>
    <dgm:pt modelId="{A06BA696-D45B-0B45-BF04-33301F1030D9}" type="parTrans" cxnId="{9900B440-2A0C-034A-82CC-F67110F08653}">
      <dgm:prSet/>
      <dgm:spPr/>
      <dgm:t>
        <a:bodyPr/>
        <a:lstStyle/>
        <a:p>
          <a:endParaRPr lang="en-US"/>
        </a:p>
      </dgm:t>
    </dgm:pt>
    <dgm:pt modelId="{A1866265-3825-7E41-AE9F-9B29A312824D}" type="sibTrans" cxnId="{9900B440-2A0C-034A-82CC-F67110F08653}">
      <dgm:prSet/>
      <dgm:spPr/>
      <dgm:t>
        <a:bodyPr/>
        <a:lstStyle/>
        <a:p>
          <a:endParaRPr lang="en-US"/>
        </a:p>
      </dgm:t>
    </dgm:pt>
    <dgm:pt modelId="{9DF6E4F5-A23F-C24B-97C3-3EEC41183622}">
      <dgm:prSet/>
      <dgm:spPr/>
      <dgm:t>
        <a:bodyPr/>
        <a:lstStyle/>
        <a:p>
          <a:pPr rtl="0"/>
          <a:r>
            <a:rPr lang="en-US" b="1" dirty="0" smtClean="0">
              <a:latin typeface="+mj-lt"/>
            </a:rPr>
            <a:t>Particular focus is Web server software</a:t>
          </a:r>
          <a:endParaRPr lang="en-US" dirty="0">
            <a:latin typeface="+mj-lt"/>
          </a:endParaRPr>
        </a:p>
      </dgm:t>
    </dgm:pt>
    <dgm:pt modelId="{01FFB757-9087-C544-A9AB-54A2D5456454}" type="parTrans" cxnId="{D8C62CE0-4D9A-ED4B-B273-63C8C152280D}">
      <dgm:prSet/>
      <dgm:spPr/>
      <dgm:t>
        <a:bodyPr/>
        <a:lstStyle/>
        <a:p>
          <a:endParaRPr lang="en-US"/>
        </a:p>
      </dgm:t>
    </dgm:pt>
    <dgm:pt modelId="{FB363B88-5AF7-E04F-BAC5-BF6CFF354A0E}" type="sibTrans" cxnId="{D8C62CE0-4D9A-ED4B-B273-63C8C152280D}">
      <dgm:prSet/>
      <dgm:spPr/>
      <dgm:t>
        <a:bodyPr/>
        <a:lstStyle/>
        <a:p>
          <a:endParaRPr lang="en-US"/>
        </a:p>
      </dgm:t>
    </dgm:pt>
    <dgm:pt modelId="{5933685F-6087-E847-9028-9377B069FCC1}">
      <dgm:prSet/>
      <dgm:spPr/>
      <dgm:t>
        <a:bodyPr/>
        <a:lstStyle/>
        <a:p>
          <a:pPr rtl="0"/>
          <a:r>
            <a:rPr lang="en-US" b="1" dirty="0" smtClean="0"/>
            <a:t>Human Attack Surface</a:t>
          </a:r>
          <a:endParaRPr lang="en-US" dirty="0"/>
        </a:p>
      </dgm:t>
    </dgm:pt>
    <dgm:pt modelId="{024A3A3C-B59B-5749-92C6-C921A70C44AF}" type="parTrans" cxnId="{8876D585-243C-F446-8768-5617F44F43D5}">
      <dgm:prSet/>
      <dgm:spPr/>
      <dgm:t>
        <a:bodyPr/>
        <a:lstStyle/>
        <a:p>
          <a:endParaRPr lang="en-US"/>
        </a:p>
      </dgm:t>
    </dgm:pt>
    <dgm:pt modelId="{28B03AEA-8E8C-8749-956E-A2F27B578BE4}" type="sibTrans" cxnId="{8876D585-243C-F446-8768-5617F44F43D5}">
      <dgm:prSet/>
      <dgm:spPr/>
      <dgm:t>
        <a:bodyPr/>
        <a:lstStyle/>
        <a:p>
          <a:endParaRPr lang="en-US"/>
        </a:p>
      </dgm:t>
    </dgm:pt>
    <dgm:pt modelId="{FCECB32F-7782-A444-A054-13F565B4A20D}">
      <dgm:prSet/>
      <dgm:spPr/>
      <dgm:t>
        <a:bodyPr/>
        <a:lstStyle/>
        <a:p>
          <a:pPr rtl="0"/>
          <a:r>
            <a:rPr lang="en-US" b="1" dirty="0" smtClean="0">
              <a:latin typeface="+mj-lt"/>
            </a:rPr>
            <a:t>Vulnerabilities created by personnel or outsiders, such as social engineering, human error, and trusted insiders</a:t>
          </a:r>
          <a:endParaRPr lang="en-US" dirty="0">
            <a:latin typeface="+mj-lt"/>
          </a:endParaRPr>
        </a:p>
      </dgm:t>
    </dgm:pt>
    <dgm:pt modelId="{ADD5AF9C-2132-224D-9883-66FA78C4EFFC}" type="parTrans" cxnId="{4FB3E80B-0481-0B45-98A8-8D81C5580FBF}">
      <dgm:prSet/>
      <dgm:spPr/>
      <dgm:t>
        <a:bodyPr/>
        <a:lstStyle/>
        <a:p>
          <a:endParaRPr lang="en-US"/>
        </a:p>
      </dgm:t>
    </dgm:pt>
    <dgm:pt modelId="{0DF24165-D425-4D40-8CA4-7FB899782DBD}" type="sibTrans" cxnId="{4FB3E80B-0481-0B45-98A8-8D81C5580FBF}">
      <dgm:prSet/>
      <dgm:spPr/>
      <dgm:t>
        <a:bodyPr/>
        <a:lstStyle/>
        <a:p>
          <a:endParaRPr lang="en-US"/>
        </a:p>
      </dgm:t>
    </dgm:pt>
    <dgm:pt modelId="{5993EB81-EC6C-D148-83DA-556D791E66C2}" type="pres">
      <dgm:prSet presAssocID="{FEF3A288-F1AD-4A49-ACD8-BA9890645C20}" presName="theList" presStyleCnt="0">
        <dgm:presLayoutVars>
          <dgm:dir/>
          <dgm:animLvl val="lvl"/>
          <dgm:resizeHandles val="exact"/>
        </dgm:presLayoutVars>
      </dgm:prSet>
      <dgm:spPr/>
      <dgm:t>
        <a:bodyPr/>
        <a:lstStyle/>
        <a:p>
          <a:endParaRPr lang="en-US"/>
        </a:p>
      </dgm:t>
    </dgm:pt>
    <dgm:pt modelId="{0CA2AB85-0DDC-A04A-AD11-DE65018085FC}" type="pres">
      <dgm:prSet presAssocID="{89167F91-235A-744D-9245-B6F9D636B5B3}" presName="compNode" presStyleCnt="0"/>
      <dgm:spPr/>
      <dgm:t>
        <a:bodyPr/>
        <a:lstStyle/>
        <a:p>
          <a:endParaRPr lang="en-US"/>
        </a:p>
      </dgm:t>
    </dgm:pt>
    <dgm:pt modelId="{E63067EB-4F1D-B448-9A77-0795A8FA027E}" type="pres">
      <dgm:prSet presAssocID="{89167F91-235A-744D-9245-B6F9D636B5B3}" presName="aNode" presStyleLbl="bgShp" presStyleIdx="0" presStyleCnt="3"/>
      <dgm:spPr/>
      <dgm:t>
        <a:bodyPr/>
        <a:lstStyle/>
        <a:p>
          <a:endParaRPr lang="en-US"/>
        </a:p>
      </dgm:t>
    </dgm:pt>
    <dgm:pt modelId="{3BBE7FE7-A0EE-9D40-B729-6BAABD4B097C}" type="pres">
      <dgm:prSet presAssocID="{89167F91-235A-744D-9245-B6F9D636B5B3}" presName="textNode" presStyleLbl="bgShp" presStyleIdx="0" presStyleCnt="3"/>
      <dgm:spPr/>
      <dgm:t>
        <a:bodyPr/>
        <a:lstStyle/>
        <a:p>
          <a:endParaRPr lang="en-US"/>
        </a:p>
      </dgm:t>
    </dgm:pt>
    <dgm:pt modelId="{98BDAFEC-55F5-3541-8E60-8057A01BE74C}" type="pres">
      <dgm:prSet presAssocID="{89167F91-235A-744D-9245-B6F9D636B5B3}" presName="compChildNode" presStyleCnt="0"/>
      <dgm:spPr/>
      <dgm:t>
        <a:bodyPr/>
        <a:lstStyle/>
        <a:p>
          <a:endParaRPr lang="en-US"/>
        </a:p>
      </dgm:t>
    </dgm:pt>
    <dgm:pt modelId="{B6240192-C150-8D42-B729-2EDC6B1D8638}" type="pres">
      <dgm:prSet presAssocID="{89167F91-235A-744D-9245-B6F9D636B5B3}" presName="theInnerList" presStyleCnt="0"/>
      <dgm:spPr/>
      <dgm:t>
        <a:bodyPr/>
        <a:lstStyle/>
        <a:p>
          <a:endParaRPr lang="en-US"/>
        </a:p>
      </dgm:t>
    </dgm:pt>
    <dgm:pt modelId="{7A4BD44D-6CE4-5347-9FEC-1A3685D77B89}" type="pres">
      <dgm:prSet presAssocID="{37720B62-E9E1-614A-AA3F-7B92EBDFBDE9}" presName="childNode" presStyleLbl="node1" presStyleIdx="0" presStyleCnt="5">
        <dgm:presLayoutVars>
          <dgm:bulletEnabled val="1"/>
        </dgm:presLayoutVars>
      </dgm:prSet>
      <dgm:spPr/>
      <dgm:t>
        <a:bodyPr/>
        <a:lstStyle/>
        <a:p>
          <a:endParaRPr lang="en-US"/>
        </a:p>
      </dgm:t>
    </dgm:pt>
    <dgm:pt modelId="{303EA37F-E2A4-E940-BB24-A3C832E7A81A}" type="pres">
      <dgm:prSet presAssocID="{37720B62-E9E1-614A-AA3F-7B92EBDFBDE9}" presName="aSpace2" presStyleCnt="0"/>
      <dgm:spPr/>
      <dgm:t>
        <a:bodyPr/>
        <a:lstStyle/>
        <a:p>
          <a:endParaRPr lang="en-US"/>
        </a:p>
      </dgm:t>
    </dgm:pt>
    <dgm:pt modelId="{8247C684-645B-1644-B256-E95D7D0B78A4}" type="pres">
      <dgm:prSet presAssocID="{842FBA2F-4E84-A04C-AF36-955EAC4A4A07}" presName="childNode" presStyleLbl="node1" presStyleIdx="1" presStyleCnt="5">
        <dgm:presLayoutVars>
          <dgm:bulletEnabled val="1"/>
        </dgm:presLayoutVars>
      </dgm:prSet>
      <dgm:spPr/>
      <dgm:t>
        <a:bodyPr/>
        <a:lstStyle/>
        <a:p>
          <a:endParaRPr lang="en-US"/>
        </a:p>
      </dgm:t>
    </dgm:pt>
    <dgm:pt modelId="{194FA8FB-D3DD-CA43-AB43-0C5E4B0DF63A}" type="pres">
      <dgm:prSet presAssocID="{89167F91-235A-744D-9245-B6F9D636B5B3}" presName="aSpace" presStyleCnt="0"/>
      <dgm:spPr/>
      <dgm:t>
        <a:bodyPr/>
        <a:lstStyle/>
        <a:p>
          <a:endParaRPr lang="en-US"/>
        </a:p>
      </dgm:t>
    </dgm:pt>
    <dgm:pt modelId="{938F4876-B05B-7E47-AA9F-F84483A83CAC}" type="pres">
      <dgm:prSet presAssocID="{A3641FEB-1257-3B44-A254-D9D9B8F01C9F}" presName="compNode" presStyleCnt="0"/>
      <dgm:spPr/>
      <dgm:t>
        <a:bodyPr/>
        <a:lstStyle/>
        <a:p>
          <a:endParaRPr lang="en-US"/>
        </a:p>
      </dgm:t>
    </dgm:pt>
    <dgm:pt modelId="{9C7D5EC8-2DD1-F448-BA8E-DF12CE942EAF}" type="pres">
      <dgm:prSet presAssocID="{A3641FEB-1257-3B44-A254-D9D9B8F01C9F}" presName="aNode" presStyleLbl="bgShp" presStyleIdx="1" presStyleCnt="3"/>
      <dgm:spPr/>
      <dgm:t>
        <a:bodyPr/>
        <a:lstStyle/>
        <a:p>
          <a:endParaRPr lang="en-US"/>
        </a:p>
      </dgm:t>
    </dgm:pt>
    <dgm:pt modelId="{FA920D83-900A-484E-A74A-9A64CD1F5BCC}" type="pres">
      <dgm:prSet presAssocID="{A3641FEB-1257-3B44-A254-D9D9B8F01C9F}" presName="textNode" presStyleLbl="bgShp" presStyleIdx="1" presStyleCnt="3"/>
      <dgm:spPr/>
      <dgm:t>
        <a:bodyPr/>
        <a:lstStyle/>
        <a:p>
          <a:endParaRPr lang="en-US"/>
        </a:p>
      </dgm:t>
    </dgm:pt>
    <dgm:pt modelId="{28D00A57-11CC-CA4C-9590-2A85C5BFE8C3}" type="pres">
      <dgm:prSet presAssocID="{A3641FEB-1257-3B44-A254-D9D9B8F01C9F}" presName="compChildNode" presStyleCnt="0"/>
      <dgm:spPr/>
      <dgm:t>
        <a:bodyPr/>
        <a:lstStyle/>
        <a:p>
          <a:endParaRPr lang="en-US"/>
        </a:p>
      </dgm:t>
    </dgm:pt>
    <dgm:pt modelId="{28CF60C6-29EF-CE4A-9A26-1E7A20B54391}" type="pres">
      <dgm:prSet presAssocID="{A3641FEB-1257-3B44-A254-D9D9B8F01C9F}" presName="theInnerList" presStyleCnt="0"/>
      <dgm:spPr/>
      <dgm:t>
        <a:bodyPr/>
        <a:lstStyle/>
        <a:p>
          <a:endParaRPr lang="en-US"/>
        </a:p>
      </dgm:t>
    </dgm:pt>
    <dgm:pt modelId="{42695345-8D29-D74B-BAC8-002DF12F6166}" type="pres">
      <dgm:prSet presAssocID="{63C30692-DEEC-F140-BD07-ECDB341176CB}" presName="childNode" presStyleLbl="node1" presStyleIdx="2" presStyleCnt="5">
        <dgm:presLayoutVars>
          <dgm:bulletEnabled val="1"/>
        </dgm:presLayoutVars>
      </dgm:prSet>
      <dgm:spPr/>
      <dgm:t>
        <a:bodyPr/>
        <a:lstStyle/>
        <a:p>
          <a:endParaRPr lang="en-US"/>
        </a:p>
      </dgm:t>
    </dgm:pt>
    <dgm:pt modelId="{CA485DB6-D912-B94F-B30C-EBC410733541}" type="pres">
      <dgm:prSet presAssocID="{63C30692-DEEC-F140-BD07-ECDB341176CB}" presName="aSpace2" presStyleCnt="0"/>
      <dgm:spPr/>
      <dgm:t>
        <a:bodyPr/>
        <a:lstStyle/>
        <a:p>
          <a:endParaRPr lang="en-US"/>
        </a:p>
      </dgm:t>
    </dgm:pt>
    <dgm:pt modelId="{011F6C54-FAC5-8946-9EC9-CB597C7FF91F}" type="pres">
      <dgm:prSet presAssocID="{9DF6E4F5-A23F-C24B-97C3-3EEC41183622}" presName="childNode" presStyleLbl="node1" presStyleIdx="3" presStyleCnt="5">
        <dgm:presLayoutVars>
          <dgm:bulletEnabled val="1"/>
        </dgm:presLayoutVars>
      </dgm:prSet>
      <dgm:spPr/>
      <dgm:t>
        <a:bodyPr/>
        <a:lstStyle/>
        <a:p>
          <a:endParaRPr lang="en-US"/>
        </a:p>
      </dgm:t>
    </dgm:pt>
    <dgm:pt modelId="{4F7AC969-A476-DE4D-9280-B1F0622805A3}" type="pres">
      <dgm:prSet presAssocID="{A3641FEB-1257-3B44-A254-D9D9B8F01C9F}" presName="aSpace" presStyleCnt="0"/>
      <dgm:spPr/>
      <dgm:t>
        <a:bodyPr/>
        <a:lstStyle/>
        <a:p>
          <a:endParaRPr lang="en-US"/>
        </a:p>
      </dgm:t>
    </dgm:pt>
    <dgm:pt modelId="{492A0DF8-219B-4049-AC9B-91B780821244}" type="pres">
      <dgm:prSet presAssocID="{5933685F-6087-E847-9028-9377B069FCC1}" presName="compNode" presStyleCnt="0"/>
      <dgm:spPr/>
      <dgm:t>
        <a:bodyPr/>
        <a:lstStyle/>
        <a:p>
          <a:endParaRPr lang="en-US"/>
        </a:p>
      </dgm:t>
    </dgm:pt>
    <dgm:pt modelId="{9BCA6787-FFE4-7C46-8C53-C6D43EFE6024}" type="pres">
      <dgm:prSet presAssocID="{5933685F-6087-E847-9028-9377B069FCC1}" presName="aNode" presStyleLbl="bgShp" presStyleIdx="2" presStyleCnt="3"/>
      <dgm:spPr/>
      <dgm:t>
        <a:bodyPr/>
        <a:lstStyle/>
        <a:p>
          <a:endParaRPr lang="en-US"/>
        </a:p>
      </dgm:t>
    </dgm:pt>
    <dgm:pt modelId="{DACAC101-4F05-B54B-9300-160835F2A243}" type="pres">
      <dgm:prSet presAssocID="{5933685F-6087-E847-9028-9377B069FCC1}" presName="textNode" presStyleLbl="bgShp" presStyleIdx="2" presStyleCnt="3"/>
      <dgm:spPr/>
      <dgm:t>
        <a:bodyPr/>
        <a:lstStyle/>
        <a:p>
          <a:endParaRPr lang="en-US"/>
        </a:p>
      </dgm:t>
    </dgm:pt>
    <dgm:pt modelId="{FA4B6A31-EF27-144F-A3D0-DC376EDC0BF5}" type="pres">
      <dgm:prSet presAssocID="{5933685F-6087-E847-9028-9377B069FCC1}" presName="compChildNode" presStyleCnt="0"/>
      <dgm:spPr/>
      <dgm:t>
        <a:bodyPr/>
        <a:lstStyle/>
        <a:p>
          <a:endParaRPr lang="en-US"/>
        </a:p>
      </dgm:t>
    </dgm:pt>
    <dgm:pt modelId="{D59D8ABA-ABD1-4845-BAE7-F68B568A72D3}" type="pres">
      <dgm:prSet presAssocID="{5933685F-6087-E847-9028-9377B069FCC1}" presName="theInnerList" presStyleCnt="0"/>
      <dgm:spPr/>
      <dgm:t>
        <a:bodyPr/>
        <a:lstStyle/>
        <a:p>
          <a:endParaRPr lang="en-US"/>
        </a:p>
      </dgm:t>
    </dgm:pt>
    <dgm:pt modelId="{A3BBF5FA-65ED-2349-816D-13B311289DA7}" type="pres">
      <dgm:prSet presAssocID="{FCECB32F-7782-A444-A054-13F565B4A20D}" presName="childNode" presStyleLbl="node1" presStyleIdx="4" presStyleCnt="5">
        <dgm:presLayoutVars>
          <dgm:bulletEnabled val="1"/>
        </dgm:presLayoutVars>
      </dgm:prSet>
      <dgm:spPr/>
      <dgm:t>
        <a:bodyPr/>
        <a:lstStyle/>
        <a:p>
          <a:endParaRPr lang="en-US"/>
        </a:p>
      </dgm:t>
    </dgm:pt>
  </dgm:ptLst>
  <dgm:cxnLst>
    <dgm:cxn modelId="{CF79688D-380B-2B48-914A-9984DD61FC29}" srcId="{89167F91-235A-744D-9245-B6F9D636B5B3}" destId="{37720B62-E9E1-614A-AA3F-7B92EBDFBDE9}" srcOrd="0" destOrd="0" parTransId="{F1D6FD18-FEAB-324E-A24B-474B6A7062EA}" sibTransId="{5B9C3552-2395-F94E-8A42-7F0C7772E84F}"/>
    <dgm:cxn modelId="{80A4B7CD-C478-4B19-A731-33A3984BFC77}" type="presOf" srcId="{89167F91-235A-744D-9245-B6F9D636B5B3}" destId="{3BBE7FE7-A0EE-9D40-B729-6BAABD4B097C}" srcOrd="1" destOrd="0" presId="urn:microsoft.com/office/officeart/2005/8/layout/lProcess2"/>
    <dgm:cxn modelId="{10A17905-DD80-4EA3-B0AA-A08554410C5F}" type="presOf" srcId="{A3641FEB-1257-3B44-A254-D9D9B8F01C9F}" destId="{FA920D83-900A-484E-A74A-9A64CD1F5BCC}" srcOrd="1" destOrd="0" presId="urn:microsoft.com/office/officeart/2005/8/layout/lProcess2"/>
    <dgm:cxn modelId="{17C36BAD-2CF3-456E-AC7B-7B638F40D558}" type="presOf" srcId="{37720B62-E9E1-614A-AA3F-7B92EBDFBDE9}" destId="{7A4BD44D-6CE4-5347-9FEC-1A3685D77B89}" srcOrd="0" destOrd="0" presId="urn:microsoft.com/office/officeart/2005/8/layout/lProcess2"/>
    <dgm:cxn modelId="{F1FE1C7C-CD74-4FEF-AEF5-FA647BBF9267}" type="presOf" srcId="{5933685F-6087-E847-9028-9377B069FCC1}" destId="{9BCA6787-FFE4-7C46-8C53-C6D43EFE6024}" srcOrd="0" destOrd="0" presId="urn:microsoft.com/office/officeart/2005/8/layout/lProcess2"/>
    <dgm:cxn modelId="{7F3DC224-326B-421B-856D-4CEFDA7FD2B5}" type="presOf" srcId="{842FBA2F-4E84-A04C-AF36-955EAC4A4A07}" destId="{8247C684-645B-1644-B256-E95D7D0B78A4}" srcOrd="0" destOrd="0" presId="urn:microsoft.com/office/officeart/2005/8/layout/lProcess2"/>
    <dgm:cxn modelId="{02EAB6FF-BA10-4E87-9EEC-21E4FB5B2AC4}" type="presOf" srcId="{A3641FEB-1257-3B44-A254-D9D9B8F01C9F}" destId="{9C7D5EC8-2DD1-F448-BA8E-DF12CE942EAF}" srcOrd="0" destOrd="0" presId="urn:microsoft.com/office/officeart/2005/8/layout/lProcess2"/>
    <dgm:cxn modelId="{7EED1B98-52F7-4AEF-9A84-9325448DA76A}" type="presOf" srcId="{89167F91-235A-744D-9245-B6F9D636B5B3}" destId="{E63067EB-4F1D-B448-9A77-0795A8FA027E}" srcOrd="0" destOrd="0" presId="urn:microsoft.com/office/officeart/2005/8/layout/lProcess2"/>
    <dgm:cxn modelId="{0CBB8293-D55A-E94F-89D1-4C58FB0D775D}" srcId="{FEF3A288-F1AD-4A49-ACD8-BA9890645C20}" destId="{89167F91-235A-744D-9245-B6F9D636B5B3}" srcOrd="0" destOrd="0" parTransId="{8F0AAEB4-EE3D-864C-9368-C9CA75D59B39}" sibTransId="{1938C481-004A-5441-8A64-53F82A57B059}"/>
    <dgm:cxn modelId="{D00C4AA4-FE7E-DF42-BEFB-8A29EE00D2AC}" srcId="{FEF3A288-F1AD-4A49-ACD8-BA9890645C20}" destId="{A3641FEB-1257-3B44-A254-D9D9B8F01C9F}" srcOrd="1" destOrd="0" parTransId="{D9506F8D-8818-FA40-B3E7-68AE3A9C2763}" sibTransId="{34C38A9F-8601-E64D-854D-C3CAA2E65680}"/>
    <dgm:cxn modelId="{A5022D68-3E1B-4B69-B523-A729AF4D13D4}" type="presOf" srcId="{FCECB32F-7782-A444-A054-13F565B4A20D}" destId="{A3BBF5FA-65ED-2349-816D-13B311289DA7}" srcOrd="0" destOrd="0" presId="urn:microsoft.com/office/officeart/2005/8/layout/lProcess2"/>
    <dgm:cxn modelId="{D8C62CE0-4D9A-ED4B-B273-63C8C152280D}" srcId="{A3641FEB-1257-3B44-A254-D9D9B8F01C9F}" destId="{9DF6E4F5-A23F-C24B-97C3-3EEC41183622}" srcOrd="1" destOrd="0" parTransId="{01FFB757-9087-C544-A9AB-54A2D5456454}" sibTransId="{FB363B88-5AF7-E04F-BAC5-BF6CFF354A0E}"/>
    <dgm:cxn modelId="{BBEE0FC4-3F9B-41A0-A892-BA3063E63A1B}" type="presOf" srcId="{63C30692-DEEC-F140-BD07-ECDB341176CB}" destId="{42695345-8D29-D74B-BAC8-002DF12F6166}" srcOrd="0" destOrd="0" presId="urn:microsoft.com/office/officeart/2005/8/layout/lProcess2"/>
    <dgm:cxn modelId="{E112BDBD-A570-4462-9669-60DC4E3B65B7}" type="presOf" srcId="{FEF3A288-F1AD-4A49-ACD8-BA9890645C20}" destId="{5993EB81-EC6C-D148-83DA-556D791E66C2}" srcOrd="0" destOrd="0" presId="urn:microsoft.com/office/officeart/2005/8/layout/lProcess2"/>
    <dgm:cxn modelId="{4FB3E80B-0481-0B45-98A8-8D81C5580FBF}" srcId="{5933685F-6087-E847-9028-9377B069FCC1}" destId="{FCECB32F-7782-A444-A054-13F565B4A20D}" srcOrd="0" destOrd="0" parTransId="{ADD5AF9C-2132-224D-9883-66FA78C4EFFC}" sibTransId="{0DF24165-D425-4D40-8CA4-7FB899782DBD}"/>
    <dgm:cxn modelId="{1BF3DC56-4617-4664-A00E-134D382D0454}" type="presOf" srcId="{9DF6E4F5-A23F-C24B-97C3-3EEC41183622}" destId="{011F6C54-FAC5-8946-9EC9-CB597C7FF91F}" srcOrd="0" destOrd="0" presId="urn:microsoft.com/office/officeart/2005/8/layout/lProcess2"/>
    <dgm:cxn modelId="{9900B440-2A0C-034A-82CC-F67110F08653}" srcId="{A3641FEB-1257-3B44-A254-D9D9B8F01C9F}" destId="{63C30692-DEEC-F140-BD07-ECDB341176CB}" srcOrd="0" destOrd="0" parTransId="{A06BA696-D45B-0B45-BF04-33301F1030D9}" sibTransId="{A1866265-3825-7E41-AE9F-9B29A312824D}"/>
    <dgm:cxn modelId="{8876D585-243C-F446-8768-5617F44F43D5}" srcId="{FEF3A288-F1AD-4A49-ACD8-BA9890645C20}" destId="{5933685F-6087-E847-9028-9377B069FCC1}" srcOrd="2" destOrd="0" parTransId="{024A3A3C-B59B-5749-92C6-C921A70C44AF}" sibTransId="{28B03AEA-8E8C-8749-956E-A2F27B578BE4}"/>
    <dgm:cxn modelId="{3FD27960-97E9-4DCE-AA24-5169B494B301}" type="presOf" srcId="{5933685F-6087-E847-9028-9377B069FCC1}" destId="{DACAC101-4F05-B54B-9300-160835F2A243}" srcOrd="1" destOrd="0" presId="urn:microsoft.com/office/officeart/2005/8/layout/lProcess2"/>
    <dgm:cxn modelId="{C42BF721-DD49-8D46-BED4-D3DBCDCE2C4C}" srcId="{89167F91-235A-744D-9245-B6F9D636B5B3}" destId="{842FBA2F-4E84-A04C-AF36-955EAC4A4A07}" srcOrd="1" destOrd="0" parTransId="{56E94991-F31F-1043-86DB-B8D898BECF97}" sibTransId="{B45786AD-10B5-A040-ABA1-4BA8652384E2}"/>
    <dgm:cxn modelId="{5FA32474-C433-4457-AC9E-297F0AE423FE}" type="presParOf" srcId="{5993EB81-EC6C-D148-83DA-556D791E66C2}" destId="{0CA2AB85-0DDC-A04A-AD11-DE65018085FC}" srcOrd="0" destOrd="0" presId="urn:microsoft.com/office/officeart/2005/8/layout/lProcess2"/>
    <dgm:cxn modelId="{E8314488-3E53-4C23-9BAC-5FB4E63659DC}" type="presParOf" srcId="{0CA2AB85-0DDC-A04A-AD11-DE65018085FC}" destId="{E63067EB-4F1D-B448-9A77-0795A8FA027E}" srcOrd="0" destOrd="0" presId="urn:microsoft.com/office/officeart/2005/8/layout/lProcess2"/>
    <dgm:cxn modelId="{791E3545-61AD-49D3-BB1E-459C481AE51C}" type="presParOf" srcId="{0CA2AB85-0DDC-A04A-AD11-DE65018085FC}" destId="{3BBE7FE7-A0EE-9D40-B729-6BAABD4B097C}" srcOrd="1" destOrd="0" presId="urn:microsoft.com/office/officeart/2005/8/layout/lProcess2"/>
    <dgm:cxn modelId="{42F0A596-BF60-4678-B93E-94932424BCF0}" type="presParOf" srcId="{0CA2AB85-0DDC-A04A-AD11-DE65018085FC}" destId="{98BDAFEC-55F5-3541-8E60-8057A01BE74C}" srcOrd="2" destOrd="0" presId="urn:microsoft.com/office/officeart/2005/8/layout/lProcess2"/>
    <dgm:cxn modelId="{7509AD40-E525-4331-8D78-B326D1F3C5BF}" type="presParOf" srcId="{98BDAFEC-55F5-3541-8E60-8057A01BE74C}" destId="{B6240192-C150-8D42-B729-2EDC6B1D8638}" srcOrd="0" destOrd="0" presId="urn:microsoft.com/office/officeart/2005/8/layout/lProcess2"/>
    <dgm:cxn modelId="{E77C8346-F460-4F53-B8FD-1A7AB7BF5F23}" type="presParOf" srcId="{B6240192-C150-8D42-B729-2EDC6B1D8638}" destId="{7A4BD44D-6CE4-5347-9FEC-1A3685D77B89}" srcOrd="0" destOrd="0" presId="urn:microsoft.com/office/officeart/2005/8/layout/lProcess2"/>
    <dgm:cxn modelId="{FF62A068-B509-4ABF-B972-A0BD2ACA8105}" type="presParOf" srcId="{B6240192-C150-8D42-B729-2EDC6B1D8638}" destId="{303EA37F-E2A4-E940-BB24-A3C832E7A81A}" srcOrd="1" destOrd="0" presId="urn:microsoft.com/office/officeart/2005/8/layout/lProcess2"/>
    <dgm:cxn modelId="{38D539A9-9FB5-4844-96AA-50720C88FA55}" type="presParOf" srcId="{B6240192-C150-8D42-B729-2EDC6B1D8638}" destId="{8247C684-645B-1644-B256-E95D7D0B78A4}" srcOrd="2" destOrd="0" presId="urn:microsoft.com/office/officeart/2005/8/layout/lProcess2"/>
    <dgm:cxn modelId="{6032BA94-4967-4E7B-ABD6-C3559AC42647}" type="presParOf" srcId="{5993EB81-EC6C-D148-83DA-556D791E66C2}" destId="{194FA8FB-D3DD-CA43-AB43-0C5E4B0DF63A}" srcOrd="1" destOrd="0" presId="urn:microsoft.com/office/officeart/2005/8/layout/lProcess2"/>
    <dgm:cxn modelId="{3AC5E9A2-9CAD-497F-923B-19AF8D4E3CEC}" type="presParOf" srcId="{5993EB81-EC6C-D148-83DA-556D791E66C2}" destId="{938F4876-B05B-7E47-AA9F-F84483A83CAC}" srcOrd="2" destOrd="0" presId="urn:microsoft.com/office/officeart/2005/8/layout/lProcess2"/>
    <dgm:cxn modelId="{B3119544-D81D-487C-9BA8-FB9543D144BE}" type="presParOf" srcId="{938F4876-B05B-7E47-AA9F-F84483A83CAC}" destId="{9C7D5EC8-2DD1-F448-BA8E-DF12CE942EAF}" srcOrd="0" destOrd="0" presId="urn:microsoft.com/office/officeart/2005/8/layout/lProcess2"/>
    <dgm:cxn modelId="{9E1C8861-5CE8-4966-8BCF-5F9883EDF712}" type="presParOf" srcId="{938F4876-B05B-7E47-AA9F-F84483A83CAC}" destId="{FA920D83-900A-484E-A74A-9A64CD1F5BCC}" srcOrd="1" destOrd="0" presId="urn:microsoft.com/office/officeart/2005/8/layout/lProcess2"/>
    <dgm:cxn modelId="{4D527607-8E0E-443C-BF50-9AB05E5367CF}" type="presParOf" srcId="{938F4876-B05B-7E47-AA9F-F84483A83CAC}" destId="{28D00A57-11CC-CA4C-9590-2A85C5BFE8C3}" srcOrd="2" destOrd="0" presId="urn:microsoft.com/office/officeart/2005/8/layout/lProcess2"/>
    <dgm:cxn modelId="{7DAAA20B-F62C-4500-8F35-75C3BA8CB706}" type="presParOf" srcId="{28D00A57-11CC-CA4C-9590-2A85C5BFE8C3}" destId="{28CF60C6-29EF-CE4A-9A26-1E7A20B54391}" srcOrd="0" destOrd="0" presId="urn:microsoft.com/office/officeart/2005/8/layout/lProcess2"/>
    <dgm:cxn modelId="{B0517E62-3242-4B10-BF22-E6BFA30415EB}" type="presParOf" srcId="{28CF60C6-29EF-CE4A-9A26-1E7A20B54391}" destId="{42695345-8D29-D74B-BAC8-002DF12F6166}" srcOrd="0" destOrd="0" presId="urn:microsoft.com/office/officeart/2005/8/layout/lProcess2"/>
    <dgm:cxn modelId="{B49027F3-B8DA-4DFC-955E-C835DB3DE157}" type="presParOf" srcId="{28CF60C6-29EF-CE4A-9A26-1E7A20B54391}" destId="{CA485DB6-D912-B94F-B30C-EBC410733541}" srcOrd="1" destOrd="0" presId="urn:microsoft.com/office/officeart/2005/8/layout/lProcess2"/>
    <dgm:cxn modelId="{4300784D-7724-45EC-83EA-7FF2EC120AF3}" type="presParOf" srcId="{28CF60C6-29EF-CE4A-9A26-1E7A20B54391}" destId="{011F6C54-FAC5-8946-9EC9-CB597C7FF91F}" srcOrd="2" destOrd="0" presId="urn:microsoft.com/office/officeart/2005/8/layout/lProcess2"/>
    <dgm:cxn modelId="{5D5A4A69-FD38-4635-B709-942E03A696D1}" type="presParOf" srcId="{5993EB81-EC6C-D148-83DA-556D791E66C2}" destId="{4F7AC969-A476-DE4D-9280-B1F0622805A3}" srcOrd="3" destOrd="0" presId="urn:microsoft.com/office/officeart/2005/8/layout/lProcess2"/>
    <dgm:cxn modelId="{42011C28-BC00-48D5-9152-0B853F8CD375}" type="presParOf" srcId="{5993EB81-EC6C-D148-83DA-556D791E66C2}" destId="{492A0DF8-219B-4049-AC9B-91B780821244}" srcOrd="4" destOrd="0" presId="urn:microsoft.com/office/officeart/2005/8/layout/lProcess2"/>
    <dgm:cxn modelId="{3B5CEBF5-76D5-4976-B626-AB8B0104BF57}" type="presParOf" srcId="{492A0DF8-219B-4049-AC9B-91B780821244}" destId="{9BCA6787-FFE4-7C46-8C53-C6D43EFE6024}" srcOrd="0" destOrd="0" presId="urn:microsoft.com/office/officeart/2005/8/layout/lProcess2"/>
    <dgm:cxn modelId="{2302A5C3-B15B-4547-BD2D-198D02A79874}" type="presParOf" srcId="{492A0DF8-219B-4049-AC9B-91B780821244}" destId="{DACAC101-4F05-B54B-9300-160835F2A243}" srcOrd="1" destOrd="0" presId="urn:microsoft.com/office/officeart/2005/8/layout/lProcess2"/>
    <dgm:cxn modelId="{90159ADA-C441-42BF-B26C-3671C9743A2C}" type="presParOf" srcId="{492A0DF8-219B-4049-AC9B-91B780821244}" destId="{FA4B6A31-EF27-144F-A3D0-DC376EDC0BF5}" srcOrd="2" destOrd="0" presId="urn:microsoft.com/office/officeart/2005/8/layout/lProcess2"/>
    <dgm:cxn modelId="{777DE8AA-ADB2-48B5-B1DA-378D120CBE62}" type="presParOf" srcId="{FA4B6A31-EF27-144F-A3D0-DC376EDC0BF5}" destId="{D59D8ABA-ABD1-4845-BAE7-F68B568A72D3}" srcOrd="0" destOrd="0" presId="urn:microsoft.com/office/officeart/2005/8/layout/lProcess2"/>
    <dgm:cxn modelId="{2CEF41FA-8580-4417-8B0A-1B0E564F1E80}" type="presParOf" srcId="{D59D8ABA-ABD1-4845-BAE7-F68B568A72D3}" destId="{A3BBF5FA-65ED-2349-816D-13B311289DA7}" srcOrd="0"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C1B5F9E-09D5-0448-B1E4-B564B0C4FE53}" type="doc">
      <dgm:prSet loTypeId="urn:microsoft.com/office/officeart/2005/8/layout/target2" loCatId="" qsTypeId="urn:microsoft.com/office/officeart/2005/8/quickstyle/3D4" qsCatId="3D" csTypeId="urn:microsoft.com/office/officeart/2005/8/colors/accent2_2" csCatId="accent2"/>
      <dgm:spPr/>
      <dgm:t>
        <a:bodyPr/>
        <a:lstStyle/>
        <a:p>
          <a:endParaRPr lang="en-US"/>
        </a:p>
      </dgm:t>
    </dgm:pt>
    <dgm:pt modelId="{46A94791-ACA4-B545-8FFC-5AF595C52E55}">
      <dgm:prSet/>
      <dgm:spPr/>
      <dgm:t>
        <a:bodyPr/>
        <a:lstStyle/>
        <a:p>
          <a:pPr rtl="0"/>
          <a:r>
            <a:rPr lang="en-US" dirty="0" smtClean="0"/>
            <a:t>Consist of the reachable and exploitable vulnerabilities in a system</a:t>
          </a:r>
          <a:endParaRPr lang="en-US" dirty="0"/>
        </a:p>
      </dgm:t>
    </dgm:pt>
    <dgm:pt modelId="{6DB1907E-9997-0A4F-AC70-02B59990DF92}" type="parTrans" cxnId="{A45BA65D-CD08-9C4F-93F0-2686C551A261}">
      <dgm:prSet/>
      <dgm:spPr/>
      <dgm:t>
        <a:bodyPr/>
        <a:lstStyle/>
        <a:p>
          <a:endParaRPr lang="en-US"/>
        </a:p>
      </dgm:t>
    </dgm:pt>
    <dgm:pt modelId="{2EAC0D83-46D7-6F40-8FBF-26F22C09DA2D}" type="sibTrans" cxnId="{A45BA65D-CD08-9C4F-93F0-2686C551A261}">
      <dgm:prSet/>
      <dgm:spPr/>
      <dgm:t>
        <a:bodyPr/>
        <a:lstStyle/>
        <a:p>
          <a:endParaRPr lang="en-US"/>
        </a:p>
      </dgm:t>
    </dgm:pt>
    <dgm:pt modelId="{369D9B49-088E-4049-AFE8-BDD9A09712D8}">
      <dgm:prSet/>
      <dgm:spPr/>
      <dgm:t>
        <a:bodyPr/>
        <a:lstStyle/>
        <a:p>
          <a:pPr rtl="0"/>
          <a:r>
            <a:rPr lang="en-US" dirty="0" smtClean="0"/>
            <a:t>Examples:</a:t>
          </a:r>
          <a:endParaRPr lang="en-US" dirty="0"/>
        </a:p>
      </dgm:t>
    </dgm:pt>
    <dgm:pt modelId="{8B8D5C5D-3F61-574E-A0A9-1810937010D4}" type="parTrans" cxnId="{312AD2C9-0F7D-9D46-87EC-2DA25123A90A}">
      <dgm:prSet/>
      <dgm:spPr/>
      <dgm:t>
        <a:bodyPr/>
        <a:lstStyle/>
        <a:p>
          <a:endParaRPr lang="en-US"/>
        </a:p>
      </dgm:t>
    </dgm:pt>
    <dgm:pt modelId="{14BB006C-4692-7443-9698-477F926E6B46}" type="sibTrans" cxnId="{312AD2C9-0F7D-9D46-87EC-2DA25123A90A}">
      <dgm:prSet/>
      <dgm:spPr/>
      <dgm:t>
        <a:bodyPr/>
        <a:lstStyle/>
        <a:p>
          <a:endParaRPr lang="en-US"/>
        </a:p>
      </dgm:t>
    </dgm:pt>
    <dgm:pt modelId="{575760FD-0991-0140-8E0D-1F548EE4C9F0}">
      <dgm:prSet/>
      <dgm:spPr/>
      <dgm:t>
        <a:bodyPr/>
        <a:lstStyle/>
        <a:p>
          <a:pPr rtl="0"/>
          <a:r>
            <a:rPr lang="en-US" smtClean="0"/>
            <a:t>Open ports on outward facing Web and other servers, and code listening on those ports</a:t>
          </a:r>
          <a:endParaRPr lang="en-US"/>
        </a:p>
      </dgm:t>
    </dgm:pt>
    <dgm:pt modelId="{CEF2CB82-8C51-4543-BDBD-3E589E4CB209}" type="parTrans" cxnId="{57A7B46E-7373-4E49-A940-A0EB754ACBE2}">
      <dgm:prSet/>
      <dgm:spPr/>
      <dgm:t>
        <a:bodyPr/>
        <a:lstStyle/>
        <a:p>
          <a:endParaRPr lang="en-US"/>
        </a:p>
      </dgm:t>
    </dgm:pt>
    <dgm:pt modelId="{6A323F0E-4FD3-AA4D-BD94-0C022F8C81A4}" type="sibTrans" cxnId="{57A7B46E-7373-4E49-A940-A0EB754ACBE2}">
      <dgm:prSet/>
      <dgm:spPr/>
      <dgm:t>
        <a:bodyPr/>
        <a:lstStyle/>
        <a:p>
          <a:endParaRPr lang="en-US"/>
        </a:p>
      </dgm:t>
    </dgm:pt>
    <dgm:pt modelId="{8C1529F2-7A60-984C-91D1-FDF1A95DDC5E}">
      <dgm:prSet/>
      <dgm:spPr/>
      <dgm:t>
        <a:bodyPr/>
        <a:lstStyle/>
        <a:p>
          <a:pPr rtl="0"/>
          <a:r>
            <a:rPr lang="en-US" smtClean="0"/>
            <a:t>Services available on the inside of a firewall</a:t>
          </a:r>
          <a:endParaRPr lang="en-US"/>
        </a:p>
      </dgm:t>
    </dgm:pt>
    <dgm:pt modelId="{48FAC081-5237-2848-A905-4C0A938D0FA5}" type="parTrans" cxnId="{D0AC6B5C-CED4-4343-8832-5B3ECBABE9E5}">
      <dgm:prSet/>
      <dgm:spPr/>
      <dgm:t>
        <a:bodyPr/>
        <a:lstStyle/>
        <a:p>
          <a:endParaRPr lang="en-US"/>
        </a:p>
      </dgm:t>
    </dgm:pt>
    <dgm:pt modelId="{72397627-C969-064E-BF21-A224469485C1}" type="sibTrans" cxnId="{D0AC6B5C-CED4-4343-8832-5B3ECBABE9E5}">
      <dgm:prSet/>
      <dgm:spPr/>
      <dgm:t>
        <a:bodyPr/>
        <a:lstStyle/>
        <a:p>
          <a:endParaRPr lang="en-US"/>
        </a:p>
      </dgm:t>
    </dgm:pt>
    <dgm:pt modelId="{2E7A3773-9723-6746-89EE-4BD599F03A66}">
      <dgm:prSet/>
      <dgm:spPr/>
      <dgm:t>
        <a:bodyPr/>
        <a:lstStyle/>
        <a:p>
          <a:pPr rtl="0"/>
          <a:r>
            <a:rPr lang="en-US" smtClean="0"/>
            <a:t>Code that processes incoming data, email, XML, office documents, and industry-specific custom data exchange formats</a:t>
          </a:r>
          <a:endParaRPr lang="en-US"/>
        </a:p>
      </dgm:t>
    </dgm:pt>
    <dgm:pt modelId="{23E5AE05-CA84-DE49-8ED4-EE46582FCBFE}" type="parTrans" cxnId="{D922F51A-6D09-B643-8B3B-1BEDCD0A3368}">
      <dgm:prSet/>
      <dgm:spPr/>
      <dgm:t>
        <a:bodyPr/>
        <a:lstStyle/>
        <a:p>
          <a:endParaRPr lang="en-US"/>
        </a:p>
      </dgm:t>
    </dgm:pt>
    <dgm:pt modelId="{3F272D46-AE1F-E94C-8349-CFC55454D6BE}" type="sibTrans" cxnId="{D922F51A-6D09-B643-8B3B-1BEDCD0A3368}">
      <dgm:prSet/>
      <dgm:spPr/>
      <dgm:t>
        <a:bodyPr/>
        <a:lstStyle/>
        <a:p>
          <a:endParaRPr lang="en-US"/>
        </a:p>
      </dgm:t>
    </dgm:pt>
    <dgm:pt modelId="{CBC9C71D-7CA5-2E4C-B87E-E608D4E93C51}">
      <dgm:prSet/>
      <dgm:spPr/>
      <dgm:t>
        <a:bodyPr/>
        <a:lstStyle/>
        <a:p>
          <a:pPr rtl="0"/>
          <a:r>
            <a:rPr lang="en-US" smtClean="0"/>
            <a:t>Interfaces, SQL, and Web forms</a:t>
          </a:r>
          <a:endParaRPr lang="en-US"/>
        </a:p>
      </dgm:t>
    </dgm:pt>
    <dgm:pt modelId="{5F2E6F7F-9D16-C345-88E0-7DC2F5239A26}" type="parTrans" cxnId="{B6C2DD2C-2FDC-034A-9281-3757A3323AAA}">
      <dgm:prSet/>
      <dgm:spPr/>
      <dgm:t>
        <a:bodyPr/>
        <a:lstStyle/>
        <a:p>
          <a:endParaRPr lang="en-US"/>
        </a:p>
      </dgm:t>
    </dgm:pt>
    <dgm:pt modelId="{175DD8EC-264F-DB4A-8287-9316507991BC}" type="sibTrans" cxnId="{B6C2DD2C-2FDC-034A-9281-3757A3323AAA}">
      <dgm:prSet/>
      <dgm:spPr/>
      <dgm:t>
        <a:bodyPr/>
        <a:lstStyle/>
        <a:p>
          <a:endParaRPr lang="en-US"/>
        </a:p>
      </dgm:t>
    </dgm:pt>
    <dgm:pt modelId="{FF1D8BF0-5C3D-1549-91D1-99CBD35D7090}">
      <dgm:prSet/>
      <dgm:spPr/>
      <dgm:t>
        <a:bodyPr/>
        <a:lstStyle/>
        <a:p>
          <a:pPr rtl="0"/>
          <a:r>
            <a:rPr lang="en-US" smtClean="0"/>
            <a:t>An employee with access to sensitive information vulnerable to a social engineering attack</a:t>
          </a:r>
          <a:endParaRPr lang="en-US"/>
        </a:p>
      </dgm:t>
    </dgm:pt>
    <dgm:pt modelId="{2ACF553A-D933-E542-A11F-BC32B7F85A91}" type="parTrans" cxnId="{CCCE40D0-DC63-0B42-942C-86F501F4CEE4}">
      <dgm:prSet/>
      <dgm:spPr/>
      <dgm:t>
        <a:bodyPr/>
        <a:lstStyle/>
        <a:p>
          <a:endParaRPr lang="en-US"/>
        </a:p>
      </dgm:t>
    </dgm:pt>
    <dgm:pt modelId="{D6C72BDB-CD00-7C47-8969-28EA57CB145C}" type="sibTrans" cxnId="{CCCE40D0-DC63-0B42-942C-86F501F4CEE4}">
      <dgm:prSet/>
      <dgm:spPr/>
      <dgm:t>
        <a:bodyPr/>
        <a:lstStyle/>
        <a:p>
          <a:endParaRPr lang="en-US"/>
        </a:p>
      </dgm:t>
    </dgm:pt>
    <dgm:pt modelId="{2D6E6815-1DB1-7B47-B309-99DA0362CF13}" type="pres">
      <dgm:prSet presAssocID="{8C1B5F9E-09D5-0448-B1E4-B564B0C4FE53}" presName="Name0" presStyleCnt="0">
        <dgm:presLayoutVars>
          <dgm:chMax val="3"/>
          <dgm:chPref val="1"/>
          <dgm:dir/>
          <dgm:animLvl val="lvl"/>
          <dgm:resizeHandles/>
        </dgm:presLayoutVars>
      </dgm:prSet>
      <dgm:spPr/>
      <dgm:t>
        <a:bodyPr/>
        <a:lstStyle/>
        <a:p>
          <a:endParaRPr lang="en-US"/>
        </a:p>
      </dgm:t>
    </dgm:pt>
    <dgm:pt modelId="{CE7EA89C-A0B8-C047-B331-15BA6EB0A0F8}" type="pres">
      <dgm:prSet presAssocID="{8C1B5F9E-09D5-0448-B1E4-B564B0C4FE53}" presName="outerBox" presStyleCnt="0"/>
      <dgm:spPr/>
      <dgm:t>
        <a:bodyPr/>
        <a:lstStyle/>
        <a:p>
          <a:endParaRPr lang="en-GB"/>
        </a:p>
      </dgm:t>
    </dgm:pt>
    <dgm:pt modelId="{E17CFA68-B976-2A49-A3AB-9ABCA1DED13A}" type="pres">
      <dgm:prSet presAssocID="{8C1B5F9E-09D5-0448-B1E4-B564B0C4FE53}" presName="outerBoxParent" presStyleLbl="node1" presStyleIdx="0" presStyleCnt="2" custLinFactNeighborX="3120" custLinFactNeighborY="-3448"/>
      <dgm:spPr/>
      <dgm:t>
        <a:bodyPr/>
        <a:lstStyle/>
        <a:p>
          <a:endParaRPr lang="en-US"/>
        </a:p>
      </dgm:t>
    </dgm:pt>
    <dgm:pt modelId="{8BBA4321-D52A-A84C-9C80-01394C658E60}" type="pres">
      <dgm:prSet presAssocID="{8C1B5F9E-09D5-0448-B1E4-B564B0C4FE53}" presName="outerBoxChildren" presStyleCnt="0"/>
      <dgm:spPr/>
      <dgm:t>
        <a:bodyPr/>
        <a:lstStyle/>
        <a:p>
          <a:endParaRPr lang="en-GB"/>
        </a:p>
      </dgm:t>
    </dgm:pt>
    <dgm:pt modelId="{026D2640-519F-E74A-9DD1-CBF7E3A6CD1B}" type="pres">
      <dgm:prSet presAssocID="{8C1B5F9E-09D5-0448-B1E4-B564B0C4FE53}" presName="middleBox" presStyleCnt="0"/>
      <dgm:spPr/>
      <dgm:t>
        <a:bodyPr/>
        <a:lstStyle/>
        <a:p>
          <a:endParaRPr lang="en-GB"/>
        </a:p>
      </dgm:t>
    </dgm:pt>
    <dgm:pt modelId="{2838DE06-4342-6445-9DD7-7B290D51E361}" type="pres">
      <dgm:prSet presAssocID="{8C1B5F9E-09D5-0448-B1E4-B564B0C4FE53}" presName="middleBoxParent" presStyleLbl="node1" presStyleIdx="1" presStyleCnt="2"/>
      <dgm:spPr/>
      <dgm:t>
        <a:bodyPr/>
        <a:lstStyle/>
        <a:p>
          <a:endParaRPr lang="en-US"/>
        </a:p>
      </dgm:t>
    </dgm:pt>
    <dgm:pt modelId="{3DFDC4D2-5505-DB49-84E8-4E6741116072}" type="pres">
      <dgm:prSet presAssocID="{8C1B5F9E-09D5-0448-B1E4-B564B0C4FE53}" presName="middleBoxChildren" presStyleCnt="0"/>
      <dgm:spPr/>
      <dgm:t>
        <a:bodyPr/>
        <a:lstStyle/>
        <a:p>
          <a:endParaRPr lang="en-GB"/>
        </a:p>
      </dgm:t>
    </dgm:pt>
    <dgm:pt modelId="{36D2E5FA-5779-2546-8D3D-708A30C558F1}" type="pres">
      <dgm:prSet presAssocID="{575760FD-0991-0140-8E0D-1F548EE4C9F0}" presName="mChild" presStyleLbl="fgAcc1" presStyleIdx="0" presStyleCnt="5">
        <dgm:presLayoutVars>
          <dgm:bulletEnabled val="1"/>
        </dgm:presLayoutVars>
      </dgm:prSet>
      <dgm:spPr/>
      <dgm:t>
        <a:bodyPr/>
        <a:lstStyle/>
        <a:p>
          <a:endParaRPr lang="en-US"/>
        </a:p>
      </dgm:t>
    </dgm:pt>
    <dgm:pt modelId="{56EFE68C-95E0-D046-B90E-6536F000F952}" type="pres">
      <dgm:prSet presAssocID="{6A323F0E-4FD3-AA4D-BD94-0C022F8C81A4}" presName="middleSibTrans" presStyleCnt="0"/>
      <dgm:spPr/>
      <dgm:t>
        <a:bodyPr/>
        <a:lstStyle/>
        <a:p>
          <a:endParaRPr lang="en-GB"/>
        </a:p>
      </dgm:t>
    </dgm:pt>
    <dgm:pt modelId="{12DBDAB8-4930-8246-9268-6B6F0F95CC4D}" type="pres">
      <dgm:prSet presAssocID="{8C1529F2-7A60-984C-91D1-FDF1A95DDC5E}" presName="mChild" presStyleLbl="fgAcc1" presStyleIdx="1" presStyleCnt="5">
        <dgm:presLayoutVars>
          <dgm:bulletEnabled val="1"/>
        </dgm:presLayoutVars>
      </dgm:prSet>
      <dgm:spPr/>
      <dgm:t>
        <a:bodyPr/>
        <a:lstStyle/>
        <a:p>
          <a:endParaRPr lang="en-US"/>
        </a:p>
      </dgm:t>
    </dgm:pt>
    <dgm:pt modelId="{C3FAF1FD-D124-9447-B526-A9B8B6667A37}" type="pres">
      <dgm:prSet presAssocID="{72397627-C969-064E-BF21-A224469485C1}" presName="middleSibTrans" presStyleCnt="0"/>
      <dgm:spPr/>
      <dgm:t>
        <a:bodyPr/>
        <a:lstStyle/>
        <a:p>
          <a:endParaRPr lang="en-GB"/>
        </a:p>
      </dgm:t>
    </dgm:pt>
    <dgm:pt modelId="{CA87D319-D7A3-814A-A6CA-4CC6B589B461}" type="pres">
      <dgm:prSet presAssocID="{2E7A3773-9723-6746-89EE-4BD599F03A66}" presName="mChild" presStyleLbl="fgAcc1" presStyleIdx="2" presStyleCnt="5">
        <dgm:presLayoutVars>
          <dgm:bulletEnabled val="1"/>
        </dgm:presLayoutVars>
      </dgm:prSet>
      <dgm:spPr/>
      <dgm:t>
        <a:bodyPr/>
        <a:lstStyle/>
        <a:p>
          <a:endParaRPr lang="en-US"/>
        </a:p>
      </dgm:t>
    </dgm:pt>
    <dgm:pt modelId="{FB80C401-E3F5-9340-926E-2592D562D16A}" type="pres">
      <dgm:prSet presAssocID="{3F272D46-AE1F-E94C-8349-CFC55454D6BE}" presName="middleSibTrans" presStyleCnt="0"/>
      <dgm:spPr/>
      <dgm:t>
        <a:bodyPr/>
        <a:lstStyle/>
        <a:p>
          <a:endParaRPr lang="en-GB"/>
        </a:p>
      </dgm:t>
    </dgm:pt>
    <dgm:pt modelId="{D72EA0FA-53AD-CB47-99CE-3AFD700ACCAF}" type="pres">
      <dgm:prSet presAssocID="{CBC9C71D-7CA5-2E4C-B87E-E608D4E93C51}" presName="mChild" presStyleLbl="fgAcc1" presStyleIdx="3" presStyleCnt="5">
        <dgm:presLayoutVars>
          <dgm:bulletEnabled val="1"/>
        </dgm:presLayoutVars>
      </dgm:prSet>
      <dgm:spPr/>
      <dgm:t>
        <a:bodyPr/>
        <a:lstStyle/>
        <a:p>
          <a:endParaRPr lang="en-US"/>
        </a:p>
      </dgm:t>
    </dgm:pt>
    <dgm:pt modelId="{B64A024A-B99E-B541-8B7A-26B3F239A82E}" type="pres">
      <dgm:prSet presAssocID="{175DD8EC-264F-DB4A-8287-9316507991BC}" presName="middleSibTrans" presStyleCnt="0"/>
      <dgm:spPr/>
      <dgm:t>
        <a:bodyPr/>
        <a:lstStyle/>
        <a:p>
          <a:endParaRPr lang="en-GB"/>
        </a:p>
      </dgm:t>
    </dgm:pt>
    <dgm:pt modelId="{E39960A6-9FDD-B449-80EE-E04874F6DE7F}" type="pres">
      <dgm:prSet presAssocID="{FF1D8BF0-5C3D-1549-91D1-99CBD35D7090}" presName="mChild" presStyleLbl="fgAcc1" presStyleIdx="4" presStyleCnt="5">
        <dgm:presLayoutVars>
          <dgm:bulletEnabled val="1"/>
        </dgm:presLayoutVars>
      </dgm:prSet>
      <dgm:spPr/>
      <dgm:t>
        <a:bodyPr/>
        <a:lstStyle/>
        <a:p>
          <a:endParaRPr lang="en-US"/>
        </a:p>
      </dgm:t>
    </dgm:pt>
  </dgm:ptLst>
  <dgm:cxnLst>
    <dgm:cxn modelId="{D922F51A-6D09-B643-8B3B-1BEDCD0A3368}" srcId="{369D9B49-088E-4049-AFE8-BDD9A09712D8}" destId="{2E7A3773-9723-6746-89EE-4BD599F03A66}" srcOrd="2" destOrd="0" parTransId="{23E5AE05-CA84-DE49-8ED4-EE46582FCBFE}" sibTransId="{3F272D46-AE1F-E94C-8349-CFC55454D6BE}"/>
    <dgm:cxn modelId="{CCCE40D0-DC63-0B42-942C-86F501F4CEE4}" srcId="{369D9B49-088E-4049-AFE8-BDD9A09712D8}" destId="{FF1D8BF0-5C3D-1549-91D1-99CBD35D7090}" srcOrd="4" destOrd="0" parTransId="{2ACF553A-D933-E542-A11F-BC32B7F85A91}" sibTransId="{D6C72BDB-CD00-7C47-8969-28EA57CB145C}"/>
    <dgm:cxn modelId="{4CEB518A-B6ED-406C-8194-85FEA4AFB9B8}" type="presOf" srcId="{8C1529F2-7A60-984C-91D1-FDF1A95DDC5E}" destId="{12DBDAB8-4930-8246-9268-6B6F0F95CC4D}" srcOrd="0" destOrd="0" presId="urn:microsoft.com/office/officeart/2005/8/layout/target2"/>
    <dgm:cxn modelId="{C2412B35-5711-4563-9711-84F5D9425330}" type="presOf" srcId="{FF1D8BF0-5C3D-1549-91D1-99CBD35D7090}" destId="{E39960A6-9FDD-B449-80EE-E04874F6DE7F}" srcOrd="0" destOrd="0" presId="urn:microsoft.com/office/officeart/2005/8/layout/target2"/>
    <dgm:cxn modelId="{0BD5D8F2-8B0F-4F59-B3BA-AE41B413FD4F}" type="presOf" srcId="{CBC9C71D-7CA5-2E4C-B87E-E608D4E93C51}" destId="{D72EA0FA-53AD-CB47-99CE-3AFD700ACCAF}" srcOrd="0" destOrd="0" presId="urn:microsoft.com/office/officeart/2005/8/layout/target2"/>
    <dgm:cxn modelId="{09A3AA22-4FE3-4549-9DE0-230ECC3B3DF6}" type="presOf" srcId="{369D9B49-088E-4049-AFE8-BDD9A09712D8}" destId="{2838DE06-4342-6445-9DD7-7B290D51E361}" srcOrd="0" destOrd="0" presId="urn:microsoft.com/office/officeart/2005/8/layout/target2"/>
    <dgm:cxn modelId="{A45BA65D-CD08-9C4F-93F0-2686C551A261}" srcId="{8C1B5F9E-09D5-0448-B1E4-B564B0C4FE53}" destId="{46A94791-ACA4-B545-8FFC-5AF595C52E55}" srcOrd="0" destOrd="0" parTransId="{6DB1907E-9997-0A4F-AC70-02B59990DF92}" sibTransId="{2EAC0D83-46D7-6F40-8FBF-26F22C09DA2D}"/>
    <dgm:cxn modelId="{2FE48762-79E6-4979-BE8B-FA29FEAF2AD1}" type="presOf" srcId="{2E7A3773-9723-6746-89EE-4BD599F03A66}" destId="{CA87D319-D7A3-814A-A6CA-4CC6B589B461}" srcOrd="0" destOrd="0" presId="urn:microsoft.com/office/officeart/2005/8/layout/target2"/>
    <dgm:cxn modelId="{D0AC6B5C-CED4-4343-8832-5B3ECBABE9E5}" srcId="{369D9B49-088E-4049-AFE8-BDD9A09712D8}" destId="{8C1529F2-7A60-984C-91D1-FDF1A95DDC5E}" srcOrd="1" destOrd="0" parTransId="{48FAC081-5237-2848-A905-4C0A938D0FA5}" sibTransId="{72397627-C969-064E-BF21-A224469485C1}"/>
    <dgm:cxn modelId="{F53236A9-8D6E-4864-B843-4E66CF48078D}" type="presOf" srcId="{46A94791-ACA4-B545-8FFC-5AF595C52E55}" destId="{E17CFA68-B976-2A49-A3AB-9ABCA1DED13A}" srcOrd="0" destOrd="0" presId="urn:microsoft.com/office/officeart/2005/8/layout/target2"/>
    <dgm:cxn modelId="{57A7B46E-7373-4E49-A940-A0EB754ACBE2}" srcId="{369D9B49-088E-4049-AFE8-BDD9A09712D8}" destId="{575760FD-0991-0140-8E0D-1F548EE4C9F0}" srcOrd="0" destOrd="0" parTransId="{CEF2CB82-8C51-4543-BDBD-3E589E4CB209}" sibTransId="{6A323F0E-4FD3-AA4D-BD94-0C022F8C81A4}"/>
    <dgm:cxn modelId="{312AD2C9-0F7D-9D46-87EC-2DA25123A90A}" srcId="{8C1B5F9E-09D5-0448-B1E4-B564B0C4FE53}" destId="{369D9B49-088E-4049-AFE8-BDD9A09712D8}" srcOrd="1" destOrd="0" parTransId="{8B8D5C5D-3F61-574E-A0A9-1810937010D4}" sibTransId="{14BB006C-4692-7443-9698-477F926E6B46}"/>
    <dgm:cxn modelId="{BC420958-9E92-42EF-84CB-EF37D5FB4CD6}" type="presOf" srcId="{575760FD-0991-0140-8E0D-1F548EE4C9F0}" destId="{36D2E5FA-5779-2546-8D3D-708A30C558F1}" srcOrd="0" destOrd="0" presId="urn:microsoft.com/office/officeart/2005/8/layout/target2"/>
    <dgm:cxn modelId="{B6C2DD2C-2FDC-034A-9281-3757A3323AAA}" srcId="{369D9B49-088E-4049-AFE8-BDD9A09712D8}" destId="{CBC9C71D-7CA5-2E4C-B87E-E608D4E93C51}" srcOrd="3" destOrd="0" parTransId="{5F2E6F7F-9D16-C345-88E0-7DC2F5239A26}" sibTransId="{175DD8EC-264F-DB4A-8287-9316507991BC}"/>
    <dgm:cxn modelId="{ADF9C2AC-1F96-4B81-9A7B-8866DEEEABE6}" type="presOf" srcId="{8C1B5F9E-09D5-0448-B1E4-B564B0C4FE53}" destId="{2D6E6815-1DB1-7B47-B309-99DA0362CF13}" srcOrd="0" destOrd="0" presId="urn:microsoft.com/office/officeart/2005/8/layout/target2"/>
    <dgm:cxn modelId="{07B434F0-53D0-42CA-98C9-C125A1C0E324}" type="presParOf" srcId="{2D6E6815-1DB1-7B47-B309-99DA0362CF13}" destId="{CE7EA89C-A0B8-C047-B331-15BA6EB0A0F8}" srcOrd="0" destOrd="0" presId="urn:microsoft.com/office/officeart/2005/8/layout/target2"/>
    <dgm:cxn modelId="{16FCB3D8-C99A-49A7-A4B1-342CE8832A4E}" type="presParOf" srcId="{CE7EA89C-A0B8-C047-B331-15BA6EB0A0F8}" destId="{E17CFA68-B976-2A49-A3AB-9ABCA1DED13A}" srcOrd="0" destOrd="0" presId="urn:microsoft.com/office/officeart/2005/8/layout/target2"/>
    <dgm:cxn modelId="{DC81CCD2-B309-452B-9220-BE00C411C92C}" type="presParOf" srcId="{CE7EA89C-A0B8-C047-B331-15BA6EB0A0F8}" destId="{8BBA4321-D52A-A84C-9C80-01394C658E60}" srcOrd="1" destOrd="0" presId="urn:microsoft.com/office/officeart/2005/8/layout/target2"/>
    <dgm:cxn modelId="{9BD64E89-397F-4A94-9210-C66975D964E8}" type="presParOf" srcId="{2D6E6815-1DB1-7B47-B309-99DA0362CF13}" destId="{026D2640-519F-E74A-9DD1-CBF7E3A6CD1B}" srcOrd="1" destOrd="0" presId="urn:microsoft.com/office/officeart/2005/8/layout/target2"/>
    <dgm:cxn modelId="{EED00DC6-664C-403E-ADAA-1235391A03F6}" type="presParOf" srcId="{026D2640-519F-E74A-9DD1-CBF7E3A6CD1B}" destId="{2838DE06-4342-6445-9DD7-7B290D51E361}" srcOrd="0" destOrd="0" presId="urn:microsoft.com/office/officeart/2005/8/layout/target2"/>
    <dgm:cxn modelId="{24C613AE-B987-4DEA-9B50-94749AB83B98}" type="presParOf" srcId="{026D2640-519F-E74A-9DD1-CBF7E3A6CD1B}" destId="{3DFDC4D2-5505-DB49-84E8-4E6741116072}" srcOrd="1" destOrd="0" presId="urn:microsoft.com/office/officeart/2005/8/layout/target2"/>
    <dgm:cxn modelId="{6064655C-5DCE-4668-BC13-54E372C4A242}" type="presParOf" srcId="{3DFDC4D2-5505-DB49-84E8-4E6741116072}" destId="{36D2E5FA-5779-2546-8D3D-708A30C558F1}" srcOrd="0" destOrd="0" presId="urn:microsoft.com/office/officeart/2005/8/layout/target2"/>
    <dgm:cxn modelId="{6B0CCD95-3E93-4547-A801-A8619B92EC21}" type="presParOf" srcId="{3DFDC4D2-5505-DB49-84E8-4E6741116072}" destId="{56EFE68C-95E0-D046-B90E-6536F000F952}" srcOrd="1" destOrd="0" presId="urn:microsoft.com/office/officeart/2005/8/layout/target2"/>
    <dgm:cxn modelId="{11EA01E4-951D-483B-A254-0A496A25CED9}" type="presParOf" srcId="{3DFDC4D2-5505-DB49-84E8-4E6741116072}" destId="{12DBDAB8-4930-8246-9268-6B6F0F95CC4D}" srcOrd="2" destOrd="0" presId="urn:microsoft.com/office/officeart/2005/8/layout/target2"/>
    <dgm:cxn modelId="{1DCCDC35-1811-4584-BE4E-1DD461723C74}" type="presParOf" srcId="{3DFDC4D2-5505-DB49-84E8-4E6741116072}" destId="{C3FAF1FD-D124-9447-B526-A9B8B6667A37}" srcOrd="3" destOrd="0" presId="urn:microsoft.com/office/officeart/2005/8/layout/target2"/>
    <dgm:cxn modelId="{989FE41C-B63D-4198-8C66-A5FD2AE3D284}" type="presParOf" srcId="{3DFDC4D2-5505-DB49-84E8-4E6741116072}" destId="{CA87D319-D7A3-814A-A6CA-4CC6B589B461}" srcOrd="4" destOrd="0" presId="urn:microsoft.com/office/officeart/2005/8/layout/target2"/>
    <dgm:cxn modelId="{5FF79D10-869F-40C0-A3EC-5DE383CFA5ED}" type="presParOf" srcId="{3DFDC4D2-5505-DB49-84E8-4E6741116072}" destId="{FB80C401-E3F5-9340-926E-2592D562D16A}" srcOrd="5" destOrd="0" presId="urn:microsoft.com/office/officeart/2005/8/layout/target2"/>
    <dgm:cxn modelId="{4D148881-F93F-4E7A-BD6B-93EB1E7D7824}" type="presParOf" srcId="{3DFDC4D2-5505-DB49-84E8-4E6741116072}" destId="{D72EA0FA-53AD-CB47-99CE-3AFD700ACCAF}" srcOrd="6" destOrd="0" presId="urn:microsoft.com/office/officeart/2005/8/layout/target2"/>
    <dgm:cxn modelId="{3A31B0B8-0ACB-443E-9621-43034BF69126}" type="presParOf" srcId="{3DFDC4D2-5505-DB49-84E8-4E6741116072}" destId="{B64A024A-B99E-B541-8B7A-26B3F239A82E}" srcOrd="7" destOrd="0" presId="urn:microsoft.com/office/officeart/2005/8/layout/target2"/>
    <dgm:cxn modelId="{13DDA7E9-075E-40F1-B8CB-BB3FB539C41A}" type="presParOf" srcId="{3DFDC4D2-5505-DB49-84E8-4E6741116072}" destId="{E39960A6-9FDD-B449-80EE-E04874F6DE7F}" srcOrd="8" destOrd="0" presId="urn:microsoft.com/office/officeart/2005/8/layout/targe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E7936A8-7343-9D4C-92EA-663BD30E77C0}" type="doc">
      <dgm:prSet loTypeId="urn:microsoft.com/office/officeart/2005/8/layout/lProcess2" loCatId="" qsTypeId="urn:microsoft.com/office/officeart/2005/8/quickstyle/simple4" qsCatId="simple" csTypeId="urn:microsoft.com/office/officeart/2005/8/colors/accent2_2" csCatId="accent2"/>
      <dgm:spPr/>
      <dgm:t>
        <a:bodyPr/>
        <a:lstStyle/>
        <a:p>
          <a:endParaRPr lang="en-US"/>
        </a:p>
      </dgm:t>
    </dgm:pt>
    <dgm:pt modelId="{8312E624-8105-AB42-B5AB-AC53D8575E71}">
      <dgm:prSet/>
      <dgm:spPr/>
      <dgm:t>
        <a:bodyPr/>
        <a:lstStyle/>
        <a:p>
          <a:pPr rtl="0"/>
          <a:r>
            <a:rPr lang="en-US" dirty="0" smtClean="0">
              <a:latin typeface="Georgia" panose="02040502050405020303" pitchFamily="18" charset="0"/>
            </a:rPr>
            <a:t>Low</a:t>
          </a:r>
          <a:endParaRPr lang="en-US" dirty="0">
            <a:latin typeface="Georgia" panose="02040502050405020303" pitchFamily="18" charset="0"/>
          </a:endParaRPr>
        </a:p>
      </dgm:t>
    </dgm:pt>
    <dgm:pt modelId="{16EFAF7B-6BED-4044-9F37-11A7B6DCCC34}" type="parTrans" cxnId="{7280E591-DBF6-604F-9FC9-90C4E6CD06D0}">
      <dgm:prSet/>
      <dgm:spPr/>
      <dgm:t>
        <a:bodyPr/>
        <a:lstStyle/>
        <a:p>
          <a:endParaRPr lang="en-US"/>
        </a:p>
      </dgm:t>
    </dgm:pt>
    <dgm:pt modelId="{71B1BD2E-0CC4-2346-952F-A90F42DE997C}" type="sibTrans" cxnId="{7280E591-DBF6-604F-9FC9-90C4E6CD06D0}">
      <dgm:prSet/>
      <dgm:spPr/>
      <dgm:t>
        <a:bodyPr/>
        <a:lstStyle/>
        <a:p>
          <a:endParaRPr lang="en-US"/>
        </a:p>
      </dgm:t>
    </dgm:pt>
    <dgm:pt modelId="{A98F2357-88AB-454A-80EA-89460C6FD670}">
      <dgm:prSet/>
      <dgm:spPr/>
      <dgm:t>
        <a:bodyPr/>
        <a:lstStyle/>
        <a:p>
          <a:pPr rtl="0"/>
          <a:r>
            <a:rPr lang="en-US" dirty="0" smtClean="0">
              <a:latin typeface="Georgia" panose="02040502050405020303" pitchFamily="18" charset="0"/>
            </a:rPr>
            <a:t>The loss could be expected to have a limited adverse effect on organizational operations, organizational assets, or individuals</a:t>
          </a:r>
          <a:endParaRPr lang="en-US" dirty="0">
            <a:latin typeface="Georgia" panose="02040502050405020303" pitchFamily="18" charset="0"/>
          </a:endParaRPr>
        </a:p>
      </dgm:t>
    </dgm:pt>
    <dgm:pt modelId="{7F46EEF1-822D-4D40-9AED-50D32223470D}" type="parTrans" cxnId="{75D483A7-1466-904C-8978-45F3CEB4D648}">
      <dgm:prSet/>
      <dgm:spPr/>
      <dgm:t>
        <a:bodyPr/>
        <a:lstStyle/>
        <a:p>
          <a:endParaRPr lang="en-US"/>
        </a:p>
      </dgm:t>
    </dgm:pt>
    <dgm:pt modelId="{9EE85FE2-D4E7-BD4F-89BE-AE3B56109F51}" type="sibTrans" cxnId="{75D483A7-1466-904C-8978-45F3CEB4D648}">
      <dgm:prSet/>
      <dgm:spPr/>
      <dgm:t>
        <a:bodyPr/>
        <a:lstStyle/>
        <a:p>
          <a:endParaRPr lang="en-US"/>
        </a:p>
      </dgm:t>
    </dgm:pt>
    <dgm:pt modelId="{93384590-968B-FE45-9C67-B93868C930D6}">
      <dgm:prSet/>
      <dgm:spPr/>
      <dgm:t>
        <a:bodyPr/>
        <a:lstStyle/>
        <a:p>
          <a:pPr rtl="0"/>
          <a:r>
            <a:rPr lang="en-US" dirty="0" smtClean="0">
              <a:latin typeface="Georgia" panose="02040502050405020303" pitchFamily="18" charset="0"/>
            </a:rPr>
            <a:t>Moderate</a:t>
          </a:r>
          <a:endParaRPr lang="en-US" dirty="0">
            <a:latin typeface="Georgia" panose="02040502050405020303" pitchFamily="18" charset="0"/>
          </a:endParaRPr>
        </a:p>
      </dgm:t>
    </dgm:pt>
    <dgm:pt modelId="{BC435E07-AF29-F648-AAE9-7C124F4C08E8}" type="parTrans" cxnId="{0410967B-DB96-E04A-869F-8C20BF7661E1}">
      <dgm:prSet/>
      <dgm:spPr/>
      <dgm:t>
        <a:bodyPr/>
        <a:lstStyle/>
        <a:p>
          <a:endParaRPr lang="en-US"/>
        </a:p>
      </dgm:t>
    </dgm:pt>
    <dgm:pt modelId="{D386680E-6D62-B04A-B428-64B6CEBD5AB5}" type="sibTrans" cxnId="{0410967B-DB96-E04A-869F-8C20BF7661E1}">
      <dgm:prSet/>
      <dgm:spPr/>
      <dgm:t>
        <a:bodyPr/>
        <a:lstStyle/>
        <a:p>
          <a:endParaRPr lang="en-US"/>
        </a:p>
      </dgm:t>
    </dgm:pt>
    <dgm:pt modelId="{E5A8F5D0-6F1B-D143-A9C2-3ABA5171CECA}">
      <dgm:prSet/>
      <dgm:spPr/>
      <dgm:t>
        <a:bodyPr/>
        <a:lstStyle/>
        <a:p>
          <a:pPr rtl="0"/>
          <a:r>
            <a:rPr lang="en-US" dirty="0" smtClean="0">
              <a:latin typeface="Georgia" panose="02040502050405020303" pitchFamily="18" charset="0"/>
            </a:rPr>
            <a:t>The loss could be expected to have a serious adverse effect on organizational operations, organizational assets, or individuals</a:t>
          </a:r>
          <a:endParaRPr lang="en-US" dirty="0">
            <a:latin typeface="Georgia" panose="02040502050405020303" pitchFamily="18" charset="0"/>
          </a:endParaRPr>
        </a:p>
      </dgm:t>
    </dgm:pt>
    <dgm:pt modelId="{15113425-07C8-6244-8A9A-B3FB52D96842}" type="parTrans" cxnId="{643FBEF9-56C1-9F43-A187-2897A1492918}">
      <dgm:prSet/>
      <dgm:spPr/>
      <dgm:t>
        <a:bodyPr/>
        <a:lstStyle/>
        <a:p>
          <a:endParaRPr lang="en-US"/>
        </a:p>
      </dgm:t>
    </dgm:pt>
    <dgm:pt modelId="{B0B75278-7DFB-A74B-ABBA-2A3EAB5742ED}" type="sibTrans" cxnId="{643FBEF9-56C1-9F43-A187-2897A1492918}">
      <dgm:prSet/>
      <dgm:spPr/>
      <dgm:t>
        <a:bodyPr/>
        <a:lstStyle/>
        <a:p>
          <a:endParaRPr lang="en-US"/>
        </a:p>
      </dgm:t>
    </dgm:pt>
    <dgm:pt modelId="{2C845A89-971C-F545-B8EE-5D6C16A9EBD4}">
      <dgm:prSet/>
      <dgm:spPr/>
      <dgm:t>
        <a:bodyPr/>
        <a:lstStyle/>
        <a:p>
          <a:pPr rtl="0"/>
          <a:r>
            <a:rPr lang="en-US" dirty="0" smtClean="0">
              <a:latin typeface="Georgia" panose="02040502050405020303" pitchFamily="18" charset="0"/>
            </a:rPr>
            <a:t>High</a:t>
          </a:r>
          <a:endParaRPr lang="en-US" dirty="0">
            <a:latin typeface="Georgia" panose="02040502050405020303" pitchFamily="18" charset="0"/>
          </a:endParaRPr>
        </a:p>
      </dgm:t>
    </dgm:pt>
    <dgm:pt modelId="{8F3759B3-6967-E74C-B3B2-24CF005833A4}" type="parTrans" cxnId="{3439F120-299D-5342-B1A8-CA6BC5245E68}">
      <dgm:prSet/>
      <dgm:spPr/>
      <dgm:t>
        <a:bodyPr/>
        <a:lstStyle/>
        <a:p>
          <a:endParaRPr lang="en-US"/>
        </a:p>
      </dgm:t>
    </dgm:pt>
    <dgm:pt modelId="{761BBE1C-05FF-2646-9D16-FF6F3A5DBD90}" type="sibTrans" cxnId="{3439F120-299D-5342-B1A8-CA6BC5245E68}">
      <dgm:prSet/>
      <dgm:spPr/>
      <dgm:t>
        <a:bodyPr/>
        <a:lstStyle/>
        <a:p>
          <a:endParaRPr lang="en-US"/>
        </a:p>
      </dgm:t>
    </dgm:pt>
    <dgm:pt modelId="{5B94EEDE-2C15-1C42-AFB7-441D81661863}">
      <dgm:prSet/>
      <dgm:spPr/>
      <dgm:t>
        <a:bodyPr/>
        <a:lstStyle/>
        <a:p>
          <a:pPr rtl="0"/>
          <a:r>
            <a:rPr lang="en-US" dirty="0" smtClean="0">
              <a:latin typeface="Georgia" panose="02040502050405020303" pitchFamily="18" charset="0"/>
            </a:rPr>
            <a:t>The loss could be expected to have a severe or catastrophic adverse effect on organizational operations, organizational assets, or individuals</a:t>
          </a:r>
          <a:endParaRPr lang="en-US" dirty="0">
            <a:latin typeface="Georgia" panose="02040502050405020303" pitchFamily="18" charset="0"/>
          </a:endParaRPr>
        </a:p>
      </dgm:t>
    </dgm:pt>
    <dgm:pt modelId="{C36712F4-D1B5-F548-893A-014F0808BE7C}" type="parTrans" cxnId="{DB4004D7-1200-0F4F-BCFC-2CA457F4517A}">
      <dgm:prSet/>
      <dgm:spPr/>
      <dgm:t>
        <a:bodyPr/>
        <a:lstStyle/>
        <a:p>
          <a:endParaRPr lang="en-US"/>
        </a:p>
      </dgm:t>
    </dgm:pt>
    <dgm:pt modelId="{3B948A06-5286-1648-ABC1-844260F038A9}" type="sibTrans" cxnId="{DB4004D7-1200-0F4F-BCFC-2CA457F4517A}">
      <dgm:prSet/>
      <dgm:spPr/>
      <dgm:t>
        <a:bodyPr/>
        <a:lstStyle/>
        <a:p>
          <a:endParaRPr lang="en-US"/>
        </a:p>
      </dgm:t>
    </dgm:pt>
    <dgm:pt modelId="{92AF8465-1AE9-4446-96F4-4417503CDA5C}" type="pres">
      <dgm:prSet presAssocID="{9E7936A8-7343-9D4C-92EA-663BD30E77C0}" presName="theList" presStyleCnt="0">
        <dgm:presLayoutVars>
          <dgm:dir/>
          <dgm:animLvl val="lvl"/>
          <dgm:resizeHandles val="exact"/>
        </dgm:presLayoutVars>
      </dgm:prSet>
      <dgm:spPr/>
      <dgm:t>
        <a:bodyPr/>
        <a:lstStyle/>
        <a:p>
          <a:endParaRPr lang="en-US"/>
        </a:p>
      </dgm:t>
    </dgm:pt>
    <dgm:pt modelId="{758F86E0-731D-FF47-9D7D-393E65D6B4A5}" type="pres">
      <dgm:prSet presAssocID="{8312E624-8105-AB42-B5AB-AC53D8575E71}" presName="compNode" presStyleCnt="0"/>
      <dgm:spPr/>
      <dgm:t>
        <a:bodyPr/>
        <a:lstStyle/>
        <a:p>
          <a:endParaRPr lang="en-GB"/>
        </a:p>
      </dgm:t>
    </dgm:pt>
    <dgm:pt modelId="{F93FA195-4327-FC45-98BB-247F95256495}" type="pres">
      <dgm:prSet presAssocID="{8312E624-8105-AB42-B5AB-AC53D8575E71}" presName="aNode" presStyleLbl="bgShp" presStyleIdx="0" presStyleCnt="3"/>
      <dgm:spPr/>
      <dgm:t>
        <a:bodyPr/>
        <a:lstStyle/>
        <a:p>
          <a:endParaRPr lang="en-US"/>
        </a:p>
      </dgm:t>
    </dgm:pt>
    <dgm:pt modelId="{CEEED511-2911-214F-B4F1-EBB78D9D6E69}" type="pres">
      <dgm:prSet presAssocID="{8312E624-8105-AB42-B5AB-AC53D8575E71}" presName="textNode" presStyleLbl="bgShp" presStyleIdx="0" presStyleCnt="3"/>
      <dgm:spPr/>
      <dgm:t>
        <a:bodyPr/>
        <a:lstStyle/>
        <a:p>
          <a:endParaRPr lang="en-US"/>
        </a:p>
      </dgm:t>
    </dgm:pt>
    <dgm:pt modelId="{E88AADE4-C939-854F-8E6B-FBABCD5AC878}" type="pres">
      <dgm:prSet presAssocID="{8312E624-8105-AB42-B5AB-AC53D8575E71}" presName="compChildNode" presStyleCnt="0"/>
      <dgm:spPr/>
      <dgm:t>
        <a:bodyPr/>
        <a:lstStyle/>
        <a:p>
          <a:endParaRPr lang="en-GB"/>
        </a:p>
      </dgm:t>
    </dgm:pt>
    <dgm:pt modelId="{10E685E0-5B9B-7448-B7FE-7118AA573AD0}" type="pres">
      <dgm:prSet presAssocID="{8312E624-8105-AB42-B5AB-AC53D8575E71}" presName="theInnerList" presStyleCnt="0"/>
      <dgm:spPr/>
      <dgm:t>
        <a:bodyPr/>
        <a:lstStyle/>
        <a:p>
          <a:endParaRPr lang="en-GB"/>
        </a:p>
      </dgm:t>
    </dgm:pt>
    <dgm:pt modelId="{D377B63E-0BF1-C641-9393-97FAB2CE8E6C}" type="pres">
      <dgm:prSet presAssocID="{A98F2357-88AB-454A-80EA-89460C6FD670}" presName="childNode" presStyleLbl="node1" presStyleIdx="0" presStyleCnt="3">
        <dgm:presLayoutVars>
          <dgm:bulletEnabled val="1"/>
        </dgm:presLayoutVars>
      </dgm:prSet>
      <dgm:spPr/>
      <dgm:t>
        <a:bodyPr/>
        <a:lstStyle/>
        <a:p>
          <a:endParaRPr lang="en-US"/>
        </a:p>
      </dgm:t>
    </dgm:pt>
    <dgm:pt modelId="{A29D7880-85D7-C840-8E90-7DB3EBDCF1B4}" type="pres">
      <dgm:prSet presAssocID="{8312E624-8105-AB42-B5AB-AC53D8575E71}" presName="aSpace" presStyleCnt="0"/>
      <dgm:spPr/>
      <dgm:t>
        <a:bodyPr/>
        <a:lstStyle/>
        <a:p>
          <a:endParaRPr lang="en-GB"/>
        </a:p>
      </dgm:t>
    </dgm:pt>
    <dgm:pt modelId="{98ADFDF4-CCDA-A94C-9AEC-22FABEDF099C}" type="pres">
      <dgm:prSet presAssocID="{93384590-968B-FE45-9C67-B93868C930D6}" presName="compNode" presStyleCnt="0"/>
      <dgm:spPr/>
      <dgm:t>
        <a:bodyPr/>
        <a:lstStyle/>
        <a:p>
          <a:endParaRPr lang="en-GB"/>
        </a:p>
      </dgm:t>
    </dgm:pt>
    <dgm:pt modelId="{FA9A61D8-5551-574C-B3C6-20BD94D0AF54}" type="pres">
      <dgm:prSet presAssocID="{93384590-968B-FE45-9C67-B93868C930D6}" presName="aNode" presStyleLbl="bgShp" presStyleIdx="1" presStyleCnt="3"/>
      <dgm:spPr/>
      <dgm:t>
        <a:bodyPr/>
        <a:lstStyle/>
        <a:p>
          <a:endParaRPr lang="en-US"/>
        </a:p>
      </dgm:t>
    </dgm:pt>
    <dgm:pt modelId="{61C97487-74BB-7D49-8E56-B463FCAE9E56}" type="pres">
      <dgm:prSet presAssocID="{93384590-968B-FE45-9C67-B93868C930D6}" presName="textNode" presStyleLbl="bgShp" presStyleIdx="1" presStyleCnt="3"/>
      <dgm:spPr/>
      <dgm:t>
        <a:bodyPr/>
        <a:lstStyle/>
        <a:p>
          <a:endParaRPr lang="en-US"/>
        </a:p>
      </dgm:t>
    </dgm:pt>
    <dgm:pt modelId="{398D33EF-0BF0-C348-A7C9-61DC4B497BC9}" type="pres">
      <dgm:prSet presAssocID="{93384590-968B-FE45-9C67-B93868C930D6}" presName="compChildNode" presStyleCnt="0"/>
      <dgm:spPr/>
      <dgm:t>
        <a:bodyPr/>
        <a:lstStyle/>
        <a:p>
          <a:endParaRPr lang="en-GB"/>
        </a:p>
      </dgm:t>
    </dgm:pt>
    <dgm:pt modelId="{A4901B75-7B20-914C-AB32-E5AAC318A3D1}" type="pres">
      <dgm:prSet presAssocID="{93384590-968B-FE45-9C67-B93868C930D6}" presName="theInnerList" presStyleCnt="0"/>
      <dgm:spPr/>
      <dgm:t>
        <a:bodyPr/>
        <a:lstStyle/>
        <a:p>
          <a:endParaRPr lang="en-GB"/>
        </a:p>
      </dgm:t>
    </dgm:pt>
    <dgm:pt modelId="{8B4ACE22-5A1F-4D4E-8F5D-638FCD7D181A}" type="pres">
      <dgm:prSet presAssocID="{E5A8F5D0-6F1B-D143-A9C2-3ABA5171CECA}" presName="childNode" presStyleLbl="node1" presStyleIdx="1" presStyleCnt="3">
        <dgm:presLayoutVars>
          <dgm:bulletEnabled val="1"/>
        </dgm:presLayoutVars>
      </dgm:prSet>
      <dgm:spPr/>
      <dgm:t>
        <a:bodyPr/>
        <a:lstStyle/>
        <a:p>
          <a:endParaRPr lang="en-US"/>
        </a:p>
      </dgm:t>
    </dgm:pt>
    <dgm:pt modelId="{4E4AED6B-CF5B-A94C-9367-3804D2C57FD6}" type="pres">
      <dgm:prSet presAssocID="{93384590-968B-FE45-9C67-B93868C930D6}" presName="aSpace" presStyleCnt="0"/>
      <dgm:spPr/>
      <dgm:t>
        <a:bodyPr/>
        <a:lstStyle/>
        <a:p>
          <a:endParaRPr lang="en-GB"/>
        </a:p>
      </dgm:t>
    </dgm:pt>
    <dgm:pt modelId="{1CEB44D2-37C9-1E42-A79C-A0DA0C70FD48}" type="pres">
      <dgm:prSet presAssocID="{2C845A89-971C-F545-B8EE-5D6C16A9EBD4}" presName="compNode" presStyleCnt="0"/>
      <dgm:spPr/>
      <dgm:t>
        <a:bodyPr/>
        <a:lstStyle/>
        <a:p>
          <a:endParaRPr lang="en-GB"/>
        </a:p>
      </dgm:t>
    </dgm:pt>
    <dgm:pt modelId="{E3CE9194-5F75-0B43-B7E7-D9FAA7178543}" type="pres">
      <dgm:prSet presAssocID="{2C845A89-971C-F545-B8EE-5D6C16A9EBD4}" presName="aNode" presStyleLbl="bgShp" presStyleIdx="2" presStyleCnt="3"/>
      <dgm:spPr/>
      <dgm:t>
        <a:bodyPr/>
        <a:lstStyle/>
        <a:p>
          <a:endParaRPr lang="en-US"/>
        </a:p>
      </dgm:t>
    </dgm:pt>
    <dgm:pt modelId="{24B7361E-E612-8647-80FD-B7B57AACA808}" type="pres">
      <dgm:prSet presAssocID="{2C845A89-971C-F545-B8EE-5D6C16A9EBD4}" presName="textNode" presStyleLbl="bgShp" presStyleIdx="2" presStyleCnt="3"/>
      <dgm:spPr/>
      <dgm:t>
        <a:bodyPr/>
        <a:lstStyle/>
        <a:p>
          <a:endParaRPr lang="en-US"/>
        </a:p>
      </dgm:t>
    </dgm:pt>
    <dgm:pt modelId="{9FF758B2-F498-FC4D-8BB7-91CA12354BB6}" type="pres">
      <dgm:prSet presAssocID="{2C845A89-971C-F545-B8EE-5D6C16A9EBD4}" presName="compChildNode" presStyleCnt="0"/>
      <dgm:spPr/>
      <dgm:t>
        <a:bodyPr/>
        <a:lstStyle/>
        <a:p>
          <a:endParaRPr lang="en-GB"/>
        </a:p>
      </dgm:t>
    </dgm:pt>
    <dgm:pt modelId="{A3FBA880-0698-A841-B9B3-5995A8F2DB43}" type="pres">
      <dgm:prSet presAssocID="{2C845A89-971C-F545-B8EE-5D6C16A9EBD4}" presName="theInnerList" presStyleCnt="0"/>
      <dgm:spPr/>
      <dgm:t>
        <a:bodyPr/>
        <a:lstStyle/>
        <a:p>
          <a:endParaRPr lang="en-GB"/>
        </a:p>
      </dgm:t>
    </dgm:pt>
    <dgm:pt modelId="{644C816D-7B3E-4542-93C8-487904F413CD}" type="pres">
      <dgm:prSet presAssocID="{5B94EEDE-2C15-1C42-AFB7-441D81661863}" presName="childNode" presStyleLbl="node1" presStyleIdx="2" presStyleCnt="3">
        <dgm:presLayoutVars>
          <dgm:bulletEnabled val="1"/>
        </dgm:presLayoutVars>
      </dgm:prSet>
      <dgm:spPr/>
      <dgm:t>
        <a:bodyPr/>
        <a:lstStyle/>
        <a:p>
          <a:endParaRPr lang="en-US"/>
        </a:p>
      </dgm:t>
    </dgm:pt>
  </dgm:ptLst>
  <dgm:cxnLst>
    <dgm:cxn modelId="{DB4004D7-1200-0F4F-BCFC-2CA457F4517A}" srcId="{2C845A89-971C-F545-B8EE-5D6C16A9EBD4}" destId="{5B94EEDE-2C15-1C42-AFB7-441D81661863}" srcOrd="0" destOrd="0" parTransId="{C36712F4-D1B5-F548-893A-014F0808BE7C}" sibTransId="{3B948A06-5286-1648-ABC1-844260F038A9}"/>
    <dgm:cxn modelId="{3439F120-299D-5342-B1A8-CA6BC5245E68}" srcId="{9E7936A8-7343-9D4C-92EA-663BD30E77C0}" destId="{2C845A89-971C-F545-B8EE-5D6C16A9EBD4}" srcOrd="2" destOrd="0" parTransId="{8F3759B3-6967-E74C-B3B2-24CF005833A4}" sibTransId="{761BBE1C-05FF-2646-9D16-FF6F3A5DBD90}"/>
    <dgm:cxn modelId="{643FBEF9-56C1-9F43-A187-2897A1492918}" srcId="{93384590-968B-FE45-9C67-B93868C930D6}" destId="{E5A8F5D0-6F1B-D143-A9C2-3ABA5171CECA}" srcOrd="0" destOrd="0" parTransId="{15113425-07C8-6244-8A9A-B3FB52D96842}" sibTransId="{B0B75278-7DFB-A74B-ABBA-2A3EAB5742ED}"/>
    <dgm:cxn modelId="{64D75B89-DD38-4C03-9F50-E8C811763E21}" type="presOf" srcId="{93384590-968B-FE45-9C67-B93868C930D6}" destId="{FA9A61D8-5551-574C-B3C6-20BD94D0AF54}" srcOrd="0" destOrd="0" presId="urn:microsoft.com/office/officeart/2005/8/layout/lProcess2"/>
    <dgm:cxn modelId="{A864D48A-9B34-472F-BE81-1D09DFBD2D25}" type="presOf" srcId="{E5A8F5D0-6F1B-D143-A9C2-3ABA5171CECA}" destId="{8B4ACE22-5A1F-4D4E-8F5D-638FCD7D181A}" srcOrd="0" destOrd="0" presId="urn:microsoft.com/office/officeart/2005/8/layout/lProcess2"/>
    <dgm:cxn modelId="{7280E591-DBF6-604F-9FC9-90C4E6CD06D0}" srcId="{9E7936A8-7343-9D4C-92EA-663BD30E77C0}" destId="{8312E624-8105-AB42-B5AB-AC53D8575E71}" srcOrd="0" destOrd="0" parTransId="{16EFAF7B-6BED-4044-9F37-11A7B6DCCC34}" sibTransId="{71B1BD2E-0CC4-2346-952F-A90F42DE997C}"/>
    <dgm:cxn modelId="{357958B1-9EE1-44AE-92A4-EEF1C92928BC}" type="presOf" srcId="{A98F2357-88AB-454A-80EA-89460C6FD670}" destId="{D377B63E-0BF1-C641-9393-97FAB2CE8E6C}" srcOrd="0" destOrd="0" presId="urn:microsoft.com/office/officeart/2005/8/layout/lProcess2"/>
    <dgm:cxn modelId="{E9BE6249-37C5-4AAD-A5A8-4CE5E0353BBA}" type="presOf" srcId="{8312E624-8105-AB42-B5AB-AC53D8575E71}" destId="{CEEED511-2911-214F-B4F1-EBB78D9D6E69}" srcOrd="1" destOrd="0" presId="urn:microsoft.com/office/officeart/2005/8/layout/lProcess2"/>
    <dgm:cxn modelId="{C134BF95-6E8D-44C1-B153-7C6DBE436F22}" type="presOf" srcId="{5B94EEDE-2C15-1C42-AFB7-441D81661863}" destId="{644C816D-7B3E-4542-93C8-487904F413CD}" srcOrd="0" destOrd="0" presId="urn:microsoft.com/office/officeart/2005/8/layout/lProcess2"/>
    <dgm:cxn modelId="{7753F161-AF33-4CC1-9EE7-91768FB673E9}" type="presOf" srcId="{93384590-968B-FE45-9C67-B93868C930D6}" destId="{61C97487-74BB-7D49-8E56-B463FCAE9E56}" srcOrd="1" destOrd="0" presId="urn:microsoft.com/office/officeart/2005/8/layout/lProcess2"/>
    <dgm:cxn modelId="{0410967B-DB96-E04A-869F-8C20BF7661E1}" srcId="{9E7936A8-7343-9D4C-92EA-663BD30E77C0}" destId="{93384590-968B-FE45-9C67-B93868C930D6}" srcOrd="1" destOrd="0" parTransId="{BC435E07-AF29-F648-AAE9-7C124F4C08E8}" sibTransId="{D386680E-6D62-B04A-B428-64B6CEBD5AB5}"/>
    <dgm:cxn modelId="{49FD76B6-583D-40AB-96DF-55C8EF650EAC}" type="presOf" srcId="{2C845A89-971C-F545-B8EE-5D6C16A9EBD4}" destId="{E3CE9194-5F75-0B43-B7E7-D9FAA7178543}" srcOrd="0" destOrd="0" presId="urn:microsoft.com/office/officeart/2005/8/layout/lProcess2"/>
    <dgm:cxn modelId="{75D483A7-1466-904C-8978-45F3CEB4D648}" srcId="{8312E624-8105-AB42-B5AB-AC53D8575E71}" destId="{A98F2357-88AB-454A-80EA-89460C6FD670}" srcOrd="0" destOrd="0" parTransId="{7F46EEF1-822D-4D40-9AED-50D32223470D}" sibTransId="{9EE85FE2-D4E7-BD4F-89BE-AE3B56109F51}"/>
    <dgm:cxn modelId="{31A960C6-E8AE-4FD5-8511-6BB1204DAF2E}" type="presOf" srcId="{2C845A89-971C-F545-B8EE-5D6C16A9EBD4}" destId="{24B7361E-E612-8647-80FD-B7B57AACA808}" srcOrd="1" destOrd="0" presId="urn:microsoft.com/office/officeart/2005/8/layout/lProcess2"/>
    <dgm:cxn modelId="{1DB63751-F7B3-43F5-BA3C-97F66841B381}" type="presOf" srcId="{9E7936A8-7343-9D4C-92EA-663BD30E77C0}" destId="{92AF8465-1AE9-4446-96F4-4417503CDA5C}" srcOrd="0" destOrd="0" presId="urn:microsoft.com/office/officeart/2005/8/layout/lProcess2"/>
    <dgm:cxn modelId="{387DAA46-D051-4744-B7C5-503CC3AAED2A}" type="presOf" srcId="{8312E624-8105-AB42-B5AB-AC53D8575E71}" destId="{F93FA195-4327-FC45-98BB-247F95256495}" srcOrd="0" destOrd="0" presId="urn:microsoft.com/office/officeart/2005/8/layout/lProcess2"/>
    <dgm:cxn modelId="{60982654-8DB2-495F-9D8C-8FFD35565BAA}" type="presParOf" srcId="{92AF8465-1AE9-4446-96F4-4417503CDA5C}" destId="{758F86E0-731D-FF47-9D7D-393E65D6B4A5}" srcOrd="0" destOrd="0" presId="urn:microsoft.com/office/officeart/2005/8/layout/lProcess2"/>
    <dgm:cxn modelId="{B80D6914-6B45-49F8-ACD0-F333092DDE40}" type="presParOf" srcId="{758F86E0-731D-FF47-9D7D-393E65D6B4A5}" destId="{F93FA195-4327-FC45-98BB-247F95256495}" srcOrd="0" destOrd="0" presId="urn:microsoft.com/office/officeart/2005/8/layout/lProcess2"/>
    <dgm:cxn modelId="{DFD0E3CE-9609-479F-B2C8-78C645D4C67B}" type="presParOf" srcId="{758F86E0-731D-FF47-9D7D-393E65D6B4A5}" destId="{CEEED511-2911-214F-B4F1-EBB78D9D6E69}" srcOrd="1" destOrd="0" presId="urn:microsoft.com/office/officeart/2005/8/layout/lProcess2"/>
    <dgm:cxn modelId="{C24A516D-14FE-42A1-8D26-757BF0A9616A}" type="presParOf" srcId="{758F86E0-731D-FF47-9D7D-393E65D6B4A5}" destId="{E88AADE4-C939-854F-8E6B-FBABCD5AC878}" srcOrd="2" destOrd="0" presId="urn:microsoft.com/office/officeart/2005/8/layout/lProcess2"/>
    <dgm:cxn modelId="{56C40A7E-CA60-4987-8A14-F55D3723CD0F}" type="presParOf" srcId="{E88AADE4-C939-854F-8E6B-FBABCD5AC878}" destId="{10E685E0-5B9B-7448-B7FE-7118AA573AD0}" srcOrd="0" destOrd="0" presId="urn:microsoft.com/office/officeart/2005/8/layout/lProcess2"/>
    <dgm:cxn modelId="{18152B6C-4421-4EAD-9933-3C222EF902FD}" type="presParOf" srcId="{10E685E0-5B9B-7448-B7FE-7118AA573AD0}" destId="{D377B63E-0BF1-C641-9393-97FAB2CE8E6C}" srcOrd="0" destOrd="0" presId="urn:microsoft.com/office/officeart/2005/8/layout/lProcess2"/>
    <dgm:cxn modelId="{D2C87AFD-DF6D-4C28-8B4D-C1BEAB750EB3}" type="presParOf" srcId="{92AF8465-1AE9-4446-96F4-4417503CDA5C}" destId="{A29D7880-85D7-C840-8E90-7DB3EBDCF1B4}" srcOrd="1" destOrd="0" presId="urn:microsoft.com/office/officeart/2005/8/layout/lProcess2"/>
    <dgm:cxn modelId="{C20222CB-9B34-43C7-8225-217EFEE6E74C}" type="presParOf" srcId="{92AF8465-1AE9-4446-96F4-4417503CDA5C}" destId="{98ADFDF4-CCDA-A94C-9AEC-22FABEDF099C}" srcOrd="2" destOrd="0" presId="urn:microsoft.com/office/officeart/2005/8/layout/lProcess2"/>
    <dgm:cxn modelId="{CD528DC8-BE22-4169-BA90-108FA2BFC8FD}" type="presParOf" srcId="{98ADFDF4-CCDA-A94C-9AEC-22FABEDF099C}" destId="{FA9A61D8-5551-574C-B3C6-20BD94D0AF54}" srcOrd="0" destOrd="0" presId="urn:microsoft.com/office/officeart/2005/8/layout/lProcess2"/>
    <dgm:cxn modelId="{A1155C93-522A-4311-8EC1-B43FBB4285DA}" type="presParOf" srcId="{98ADFDF4-CCDA-A94C-9AEC-22FABEDF099C}" destId="{61C97487-74BB-7D49-8E56-B463FCAE9E56}" srcOrd="1" destOrd="0" presId="urn:microsoft.com/office/officeart/2005/8/layout/lProcess2"/>
    <dgm:cxn modelId="{BE050760-FB98-4C3D-995B-4B66FC7C6CD6}" type="presParOf" srcId="{98ADFDF4-CCDA-A94C-9AEC-22FABEDF099C}" destId="{398D33EF-0BF0-C348-A7C9-61DC4B497BC9}" srcOrd="2" destOrd="0" presId="urn:microsoft.com/office/officeart/2005/8/layout/lProcess2"/>
    <dgm:cxn modelId="{E47DF923-1547-407E-BC53-89E2F0159141}" type="presParOf" srcId="{398D33EF-0BF0-C348-A7C9-61DC4B497BC9}" destId="{A4901B75-7B20-914C-AB32-E5AAC318A3D1}" srcOrd="0" destOrd="0" presId="urn:microsoft.com/office/officeart/2005/8/layout/lProcess2"/>
    <dgm:cxn modelId="{55466A8C-B671-4F8A-BAAC-AD3CC805AC29}" type="presParOf" srcId="{A4901B75-7B20-914C-AB32-E5AAC318A3D1}" destId="{8B4ACE22-5A1F-4D4E-8F5D-638FCD7D181A}" srcOrd="0" destOrd="0" presId="urn:microsoft.com/office/officeart/2005/8/layout/lProcess2"/>
    <dgm:cxn modelId="{546849B8-0E3B-4E5F-8D52-112F332BA5F8}" type="presParOf" srcId="{92AF8465-1AE9-4446-96F4-4417503CDA5C}" destId="{4E4AED6B-CF5B-A94C-9367-3804D2C57FD6}" srcOrd="3" destOrd="0" presId="urn:microsoft.com/office/officeart/2005/8/layout/lProcess2"/>
    <dgm:cxn modelId="{28360001-8643-4401-9C22-309158FC0960}" type="presParOf" srcId="{92AF8465-1AE9-4446-96F4-4417503CDA5C}" destId="{1CEB44D2-37C9-1E42-A79C-A0DA0C70FD48}" srcOrd="4" destOrd="0" presId="urn:microsoft.com/office/officeart/2005/8/layout/lProcess2"/>
    <dgm:cxn modelId="{BA756D7F-63CE-4AFF-9D52-36D37AC19CFD}" type="presParOf" srcId="{1CEB44D2-37C9-1E42-A79C-A0DA0C70FD48}" destId="{E3CE9194-5F75-0B43-B7E7-D9FAA7178543}" srcOrd="0" destOrd="0" presId="urn:microsoft.com/office/officeart/2005/8/layout/lProcess2"/>
    <dgm:cxn modelId="{06CB9F0B-91FF-411C-BA97-E5EBB577A8ED}" type="presParOf" srcId="{1CEB44D2-37C9-1E42-A79C-A0DA0C70FD48}" destId="{24B7361E-E612-8647-80FD-B7B57AACA808}" srcOrd="1" destOrd="0" presId="urn:microsoft.com/office/officeart/2005/8/layout/lProcess2"/>
    <dgm:cxn modelId="{DB5F5A89-800C-4F41-B019-D6A3CB398E53}" type="presParOf" srcId="{1CEB44D2-37C9-1E42-A79C-A0DA0C70FD48}" destId="{9FF758B2-F498-FC4D-8BB7-91CA12354BB6}" srcOrd="2" destOrd="0" presId="urn:microsoft.com/office/officeart/2005/8/layout/lProcess2"/>
    <dgm:cxn modelId="{85BE3B24-F52D-4B58-83D8-F38F7B1B8755}" type="presParOf" srcId="{9FF758B2-F498-FC4D-8BB7-91CA12354BB6}" destId="{A3FBA880-0698-A841-B9B3-5995A8F2DB43}" srcOrd="0" destOrd="0" presId="urn:microsoft.com/office/officeart/2005/8/layout/lProcess2"/>
    <dgm:cxn modelId="{2035F2D9-B847-42E9-BF96-6171D975E941}" type="presParOf" srcId="{A3FBA880-0698-A841-B9B3-5995A8F2DB43}" destId="{644C816D-7B3E-4542-93C8-487904F413CD}" srcOrd="0"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CC27B66-85C3-FE47-8D25-064322B09694}" type="doc">
      <dgm:prSet loTypeId="urn:microsoft.com/office/officeart/2005/8/layout/pyramid4" loCatId="" qsTypeId="urn:microsoft.com/office/officeart/2005/8/quickstyle/simple5" qsCatId="simple" csTypeId="urn:microsoft.com/office/officeart/2005/8/colors/accent1_2" csCatId="accent1" phldr="1"/>
      <dgm:spPr/>
      <dgm:t>
        <a:bodyPr/>
        <a:lstStyle/>
        <a:p>
          <a:endParaRPr lang="en-US"/>
        </a:p>
      </dgm:t>
    </dgm:pt>
    <dgm:pt modelId="{B3DDA714-85F4-C440-A494-21D2C202C4E0}">
      <dgm:prSet custT="1"/>
      <dgm:spPr>
        <a:solidFill>
          <a:schemeClr val="accent2">
            <a:lumMod val="75000"/>
          </a:schemeClr>
        </a:solidFill>
      </dgm:spPr>
      <dgm:t>
        <a:bodyPr/>
        <a:lstStyle/>
        <a:p>
          <a:pPr rtl="0"/>
          <a:r>
            <a:rPr lang="en-US" sz="1200" b="1" dirty="0" smtClean="0">
              <a:latin typeface="+mj-lt"/>
            </a:rPr>
            <a:t>Means used to deal with security attacks</a:t>
          </a:r>
          <a:endParaRPr lang="en-US" sz="1200" b="1" dirty="0">
            <a:latin typeface="+mj-lt"/>
          </a:endParaRPr>
        </a:p>
      </dgm:t>
    </dgm:pt>
    <dgm:pt modelId="{7A3CF0DD-68AC-1E41-A62B-38A53FEC9878}" type="parTrans" cxnId="{974378CE-3189-4F4E-840E-9FB62D9CE438}">
      <dgm:prSet/>
      <dgm:spPr/>
      <dgm:t>
        <a:bodyPr/>
        <a:lstStyle/>
        <a:p>
          <a:endParaRPr lang="en-US"/>
        </a:p>
      </dgm:t>
    </dgm:pt>
    <dgm:pt modelId="{D4E3F297-86A2-F648-B63E-D29F3D88D2EB}" type="sibTrans" cxnId="{974378CE-3189-4F4E-840E-9FB62D9CE438}">
      <dgm:prSet/>
      <dgm:spPr/>
      <dgm:t>
        <a:bodyPr/>
        <a:lstStyle/>
        <a:p>
          <a:endParaRPr lang="en-US"/>
        </a:p>
      </dgm:t>
    </dgm:pt>
    <dgm:pt modelId="{A336DF4E-C703-7E44-9B7D-2B36305C39E9}">
      <dgm:prSet custT="1"/>
      <dgm:spPr>
        <a:solidFill>
          <a:schemeClr val="accent2">
            <a:lumMod val="75000"/>
          </a:schemeClr>
        </a:solidFill>
      </dgm:spPr>
      <dgm:t>
        <a:bodyPr/>
        <a:lstStyle/>
        <a:p>
          <a:pPr rtl="0"/>
          <a:r>
            <a:rPr lang="en-US" sz="900" b="1" dirty="0" smtClean="0">
              <a:latin typeface="+mj-lt"/>
            </a:rPr>
            <a:t>Prevent</a:t>
          </a:r>
          <a:endParaRPr lang="en-US" sz="900" b="1" dirty="0">
            <a:latin typeface="+mj-lt"/>
          </a:endParaRPr>
        </a:p>
      </dgm:t>
    </dgm:pt>
    <dgm:pt modelId="{4C22A259-72A2-D84A-A9D5-E03D58780F07}" type="parTrans" cxnId="{CDE58C80-BCAE-AB48-97C5-2B92E6BAD3AB}">
      <dgm:prSet/>
      <dgm:spPr/>
      <dgm:t>
        <a:bodyPr/>
        <a:lstStyle/>
        <a:p>
          <a:endParaRPr lang="en-US"/>
        </a:p>
      </dgm:t>
    </dgm:pt>
    <dgm:pt modelId="{5251D487-4D60-8449-858B-2AF763DEF873}" type="sibTrans" cxnId="{CDE58C80-BCAE-AB48-97C5-2B92E6BAD3AB}">
      <dgm:prSet/>
      <dgm:spPr/>
      <dgm:t>
        <a:bodyPr/>
        <a:lstStyle/>
        <a:p>
          <a:endParaRPr lang="en-US"/>
        </a:p>
      </dgm:t>
    </dgm:pt>
    <dgm:pt modelId="{4924E0E7-2A73-5D45-8773-8AAD9100ADF7}">
      <dgm:prSet custT="1"/>
      <dgm:spPr>
        <a:solidFill>
          <a:schemeClr val="accent2">
            <a:lumMod val="75000"/>
          </a:schemeClr>
        </a:solidFill>
      </dgm:spPr>
      <dgm:t>
        <a:bodyPr/>
        <a:lstStyle/>
        <a:p>
          <a:pPr rtl="0"/>
          <a:r>
            <a:rPr lang="en-US" sz="900" b="1" dirty="0" smtClean="0">
              <a:latin typeface="+mj-lt"/>
            </a:rPr>
            <a:t>Detect</a:t>
          </a:r>
          <a:endParaRPr lang="en-US" sz="900" b="1" dirty="0">
            <a:latin typeface="+mj-lt"/>
          </a:endParaRPr>
        </a:p>
      </dgm:t>
    </dgm:pt>
    <dgm:pt modelId="{55BDE9C4-8D12-0845-B2A1-6C416011F409}" type="parTrans" cxnId="{8C4AFAB5-71F4-7041-947B-EB5F4EABC601}">
      <dgm:prSet/>
      <dgm:spPr/>
      <dgm:t>
        <a:bodyPr/>
        <a:lstStyle/>
        <a:p>
          <a:endParaRPr lang="en-US"/>
        </a:p>
      </dgm:t>
    </dgm:pt>
    <dgm:pt modelId="{29700473-0525-6E4A-B07A-23DB6023B509}" type="sibTrans" cxnId="{8C4AFAB5-71F4-7041-947B-EB5F4EABC601}">
      <dgm:prSet/>
      <dgm:spPr/>
      <dgm:t>
        <a:bodyPr/>
        <a:lstStyle/>
        <a:p>
          <a:endParaRPr lang="en-US"/>
        </a:p>
      </dgm:t>
    </dgm:pt>
    <dgm:pt modelId="{B79A36A7-1CFF-984B-ADFF-C7F510B1A2B5}">
      <dgm:prSet custT="1"/>
      <dgm:spPr>
        <a:solidFill>
          <a:schemeClr val="accent2">
            <a:lumMod val="75000"/>
          </a:schemeClr>
        </a:solidFill>
      </dgm:spPr>
      <dgm:t>
        <a:bodyPr/>
        <a:lstStyle/>
        <a:p>
          <a:pPr rtl="0"/>
          <a:r>
            <a:rPr lang="en-US" sz="900" b="1" dirty="0" smtClean="0">
              <a:latin typeface="+mj-lt"/>
            </a:rPr>
            <a:t>Recover</a:t>
          </a:r>
          <a:endParaRPr lang="en-US" sz="900" b="1" dirty="0">
            <a:latin typeface="+mj-lt"/>
          </a:endParaRPr>
        </a:p>
      </dgm:t>
    </dgm:pt>
    <dgm:pt modelId="{42A12673-BC30-3547-946E-291E2EB60BFB}" type="parTrans" cxnId="{9926DD3E-81FC-A745-AF5D-898A50F82C32}">
      <dgm:prSet/>
      <dgm:spPr/>
      <dgm:t>
        <a:bodyPr/>
        <a:lstStyle/>
        <a:p>
          <a:endParaRPr lang="en-US"/>
        </a:p>
      </dgm:t>
    </dgm:pt>
    <dgm:pt modelId="{4881D328-2989-FF4F-BEAD-9AF35C32EE99}" type="sibTrans" cxnId="{9926DD3E-81FC-A745-AF5D-898A50F82C32}">
      <dgm:prSet/>
      <dgm:spPr/>
      <dgm:t>
        <a:bodyPr/>
        <a:lstStyle/>
        <a:p>
          <a:endParaRPr lang="en-US"/>
        </a:p>
      </dgm:t>
    </dgm:pt>
    <dgm:pt modelId="{9856FC2F-703A-8B4E-851A-5BF13EEF975C}">
      <dgm:prSet/>
      <dgm:spPr>
        <a:solidFill>
          <a:schemeClr val="accent6">
            <a:lumMod val="75000"/>
          </a:schemeClr>
        </a:solidFill>
      </dgm:spPr>
      <dgm:t>
        <a:bodyPr/>
        <a:lstStyle/>
        <a:p>
          <a:pPr rtl="0"/>
          <a:r>
            <a:rPr lang="en-US" b="1" dirty="0" smtClean="0">
              <a:latin typeface="+mj-lt"/>
            </a:rPr>
            <a:t>May itself introduce new vulnerabilities</a:t>
          </a:r>
          <a:endParaRPr lang="en-US" b="1" dirty="0">
            <a:latin typeface="+mj-lt"/>
          </a:endParaRPr>
        </a:p>
      </dgm:t>
    </dgm:pt>
    <dgm:pt modelId="{FCF1A9B3-FF76-2B4D-9A7A-080BA326FF63}" type="parTrans" cxnId="{0A2F6957-DA57-E84D-9614-352C3DCE41E8}">
      <dgm:prSet/>
      <dgm:spPr/>
      <dgm:t>
        <a:bodyPr/>
        <a:lstStyle/>
        <a:p>
          <a:endParaRPr lang="en-US"/>
        </a:p>
      </dgm:t>
    </dgm:pt>
    <dgm:pt modelId="{83CB9680-A6BB-F340-B5ED-1B379988E724}" type="sibTrans" cxnId="{0A2F6957-DA57-E84D-9614-352C3DCE41E8}">
      <dgm:prSet/>
      <dgm:spPr/>
      <dgm:t>
        <a:bodyPr/>
        <a:lstStyle/>
        <a:p>
          <a:endParaRPr lang="en-US"/>
        </a:p>
      </dgm:t>
    </dgm:pt>
    <dgm:pt modelId="{6C42D2F8-47A0-8941-9F6F-F92D489C5F7D}">
      <dgm:prSet/>
      <dgm:spPr>
        <a:solidFill>
          <a:schemeClr val="accent3">
            <a:lumMod val="50000"/>
          </a:schemeClr>
        </a:solidFill>
      </dgm:spPr>
      <dgm:t>
        <a:bodyPr/>
        <a:lstStyle/>
        <a:p>
          <a:pPr rtl="0"/>
          <a:r>
            <a:rPr lang="en-US" b="1" dirty="0" smtClean="0">
              <a:latin typeface="+mj-lt"/>
            </a:rPr>
            <a:t>Residual vulnerabilities may remain</a:t>
          </a:r>
          <a:endParaRPr lang="en-US" b="1" dirty="0">
            <a:latin typeface="+mj-lt"/>
          </a:endParaRPr>
        </a:p>
      </dgm:t>
    </dgm:pt>
    <dgm:pt modelId="{DD9159D3-1EB1-194C-8115-639C98917B28}" type="parTrans" cxnId="{B367E5E9-4682-8B41-B932-04E99D576417}">
      <dgm:prSet/>
      <dgm:spPr/>
      <dgm:t>
        <a:bodyPr/>
        <a:lstStyle/>
        <a:p>
          <a:endParaRPr lang="en-US"/>
        </a:p>
      </dgm:t>
    </dgm:pt>
    <dgm:pt modelId="{91565F09-7485-AB43-97B3-9D030F5AC2E9}" type="sibTrans" cxnId="{B367E5E9-4682-8B41-B932-04E99D576417}">
      <dgm:prSet/>
      <dgm:spPr/>
      <dgm:t>
        <a:bodyPr/>
        <a:lstStyle/>
        <a:p>
          <a:endParaRPr lang="en-US"/>
        </a:p>
      </dgm:t>
    </dgm:pt>
    <dgm:pt modelId="{116C7FB4-35FB-8846-9E98-B49D50633C24}">
      <dgm:prSet/>
      <dgm:spPr>
        <a:solidFill>
          <a:schemeClr val="accent1">
            <a:lumMod val="75000"/>
          </a:schemeClr>
        </a:solidFill>
      </dgm:spPr>
      <dgm:t>
        <a:bodyPr/>
        <a:lstStyle/>
        <a:p>
          <a:pPr rtl="0"/>
          <a:r>
            <a:rPr lang="en-US" b="1" dirty="0" smtClean="0">
              <a:latin typeface="+mj-lt"/>
            </a:rPr>
            <a:t>Goal is to minimize residual level of risk to the assets</a:t>
          </a:r>
          <a:endParaRPr lang="en-US" b="1" dirty="0">
            <a:latin typeface="+mj-lt"/>
          </a:endParaRPr>
        </a:p>
      </dgm:t>
    </dgm:pt>
    <dgm:pt modelId="{49BC4B97-2746-1148-A407-7801C7FF8918}" type="parTrans" cxnId="{FC9A0FE8-983B-2746-A001-FE034E56FBBA}">
      <dgm:prSet/>
      <dgm:spPr/>
      <dgm:t>
        <a:bodyPr/>
        <a:lstStyle/>
        <a:p>
          <a:endParaRPr lang="en-US"/>
        </a:p>
      </dgm:t>
    </dgm:pt>
    <dgm:pt modelId="{4E186EC6-CB75-054D-BA7C-ED7CC9A64BBF}" type="sibTrans" cxnId="{FC9A0FE8-983B-2746-A001-FE034E56FBBA}">
      <dgm:prSet/>
      <dgm:spPr/>
      <dgm:t>
        <a:bodyPr/>
        <a:lstStyle/>
        <a:p>
          <a:endParaRPr lang="en-US"/>
        </a:p>
      </dgm:t>
    </dgm:pt>
    <dgm:pt modelId="{ABA76624-B35D-D14B-A925-FC2AF33A8F54}" type="pres">
      <dgm:prSet presAssocID="{DCC27B66-85C3-FE47-8D25-064322B09694}" presName="compositeShape" presStyleCnt="0">
        <dgm:presLayoutVars>
          <dgm:chMax val="9"/>
          <dgm:dir/>
          <dgm:resizeHandles val="exact"/>
        </dgm:presLayoutVars>
      </dgm:prSet>
      <dgm:spPr/>
      <dgm:t>
        <a:bodyPr/>
        <a:lstStyle/>
        <a:p>
          <a:endParaRPr lang="en-US"/>
        </a:p>
      </dgm:t>
    </dgm:pt>
    <dgm:pt modelId="{5486CB17-6359-4640-972B-2307AE1451FD}" type="pres">
      <dgm:prSet presAssocID="{DCC27B66-85C3-FE47-8D25-064322B09694}" presName="triangle1" presStyleLbl="node1" presStyleIdx="0" presStyleCnt="4">
        <dgm:presLayoutVars>
          <dgm:bulletEnabled val="1"/>
        </dgm:presLayoutVars>
      </dgm:prSet>
      <dgm:spPr/>
      <dgm:t>
        <a:bodyPr/>
        <a:lstStyle/>
        <a:p>
          <a:endParaRPr lang="en-US"/>
        </a:p>
      </dgm:t>
    </dgm:pt>
    <dgm:pt modelId="{54BFD341-D1F9-D24B-95CE-68C4722408FC}" type="pres">
      <dgm:prSet presAssocID="{DCC27B66-85C3-FE47-8D25-064322B09694}" presName="triangle2" presStyleLbl="node1" presStyleIdx="1" presStyleCnt="4">
        <dgm:presLayoutVars>
          <dgm:bulletEnabled val="1"/>
        </dgm:presLayoutVars>
      </dgm:prSet>
      <dgm:spPr/>
      <dgm:t>
        <a:bodyPr/>
        <a:lstStyle/>
        <a:p>
          <a:endParaRPr lang="en-US"/>
        </a:p>
      </dgm:t>
    </dgm:pt>
    <dgm:pt modelId="{A8BE4F15-01F3-5946-9983-265B187E7DB5}" type="pres">
      <dgm:prSet presAssocID="{DCC27B66-85C3-FE47-8D25-064322B09694}" presName="triangle3" presStyleLbl="node1" presStyleIdx="2" presStyleCnt="4">
        <dgm:presLayoutVars>
          <dgm:bulletEnabled val="1"/>
        </dgm:presLayoutVars>
      </dgm:prSet>
      <dgm:spPr/>
      <dgm:t>
        <a:bodyPr/>
        <a:lstStyle/>
        <a:p>
          <a:endParaRPr lang="en-US"/>
        </a:p>
      </dgm:t>
    </dgm:pt>
    <dgm:pt modelId="{ED3A1D36-57FE-1B43-8609-452710F6D51C}" type="pres">
      <dgm:prSet presAssocID="{DCC27B66-85C3-FE47-8D25-064322B09694}" presName="triangle4" presStyleLbl="node1" presStyleIdx="3" presStyleCnt="4">
        <dgm:presLayoutVars>
          <dgm:bulletEnabled val="1"/>
        </dgm:presLayoutVars>
      </dgm:prSet>
      <dgm:spPr/>
      <dgm:t>
        <a:bodyPr/>
        <a:lstStyle/>
        <a:p>
          <a:endParaRPr lang="en-US"/>
        </a:p>
      </dgm:t>
    </dgm:pt>
  </dgm:ptLst>
  <dgm:cxnLst>
    <dgm:cxn modelId="{AE7472DE-10EE-4A67-AAC9-CF6A1A83AD86}" type="presOf" srcId="{B79A36A7-1CFF-984B-ADFF-C7F510B1A2B5}" destId="{5486CB17-6359-4640-972B-2307AE1451FD}" srcOrd="0" destOrd="3" presId="urn:microsoft.com/office/officeart/2005/8/layout/pyramid4"/>
    <dgm:cxn modelId="{CDE58C80-BCAE-AB48-97C5-2B92E6BAD3AB}" srcId="{B3DDA714-85F4-C440-A494-21D2C202C4E0}" destId="{A336DF4E-C703-7E44-9B7D-2B36305C39E9}" srcOrd="0" destOrd="0" parTransId="{4C22A259-72A2-D84A-A9D5-E03D58780F07}" sibTransId="{5251D487-4D60-8449-858B-2AF763DEF873}"/>
    <dgm:cxn modelId="{33E64802-47B3-4FB6-8A46-A179E761D701}" type="presOf" srcId="{6C42D2F8-47A0-8941-9F6F-F92D489C5F7D}" destId="{A8BE4F15-01F3-5946-9983-265B187E7DB5}" srcOrd="0" destOrd="0" presId="urn:microsoft.com/office/officeart/2005/8/layout/pyramid4"/>
    <dgm:cxn modelId="{CE00C84A-A446-49BC-B6CD-000B27B46817}" type="presOf" srcId="{B3DDA714-85F4-C440-A494-21D2C202C4E0}" destId="{5486CB17-6359-4640-972B-2307AE1451FD}" srcOrd="0" destOrd="0" presId="urn:microsoft.com/office/officeart/2005/8/layout/pyramid4"/>
    <dgm:cxn modelId="{68573088-17BE-4F59-86D2-BBD289838627}" type="presOf" srcId="{A336DF4E-C703-7E44-9B7D-2B36305C39E9}" destId="{5486CB17-6359-4640-972B-2307AE1451FD}" srcOrd="0" destOrd="1" presId="urn:microsoft.com/office/officeart/2005/8/layout/pyramid4"/>
    <dgm:cxn modelId="{0A2F6957-DA57-E84D-9614-352C3DCE41E8}" srcId="{DCC27B66-85C3-FE47-8D25-064322B09694}" destId="{9856FC2F-703A-8B4E-851A-5BF13EEF975C}" srcOrd="1" destOrd="0" parTransId="{FCF1A9B3-FF76-2B4D-9A7A-080BA326FF63}" sibTransId="{83CB9680-A6BB-F340-B5ED-1B379988E724}"/>
    <dgm:cxn modelId="{9926DD3E-81FC-A745-AF5D-898A50F82C32}" srcId="{B3DDA714-85F4-C440-A494-21D2C202C4E0}" destId="{B79A36A7-1CFF-984B-ADFF-C7F510B1A2B5}" srcOrd="2" destOrd="0" parTransId="{42A12673-BC30-3547-946E-291E2EB60BFB}" sibTransId="{4881D328-2989-FF4F-BEAD-9AF35C32EE99}"/>
    <dgm:cxn modelId="{974378CE-3189-4F4E-840E-9FB62D9CE438}" srcId="{DCC27B66-85C3-FE47-8D25-064322B09694}" destId="{B3DDA714-85F4-C440-A494-21D2C202C4E0}" srcOrd="0" destOrd="0" parTransId="{7A3CF0DD-68AC-1E41-A62B-38A53FEC9878}" sibTransId="{D4E3F297-86A2-F648-B63E-D29F3D88D2EB}"/>
    <dgm:cxn modelId="{8C4AFAB5-71F4-7041-947B-EB5F4EABC601}" srcId="{B3DDA714-85F4-C440-A494-21D2C202C4E0}" destId="{4924E0E7-2A73-5D45-8773-8AAD9100ADF7}" srcOrd="1" destOrd="0" parTransId="{55BDE9C4-8D12-0845-B2A1-6C416011F409}" sibTransId="{29700473-0525-6E4A-B07A-23DB6023B509}"/>
    <dgm:cxn modelId="{196E972C-F881-4871-BEA3-4FCE772CCA2A}" type="presOf" srcId="{DCC27B66-85C3-FE47-8D25-064322B09694}" destId="{ABA76624-B35D-D14B-A925-FC2AF33A8F54}" srcOrd="0" destOrd="0" presId="urn:microsoft.com/office/officeart/2005/8/layout/pyramid4"/>
    <dgm:cxn modelId="{0893553C-860D-450F-8A97-15BE079D4A2F}" type="presOf" srcId="{9856FC2F-703A-8B4E-851A-5BF13EEF975C}" destId="{54BFD341-D1F9-D24B-95CE-68C4722408FC}" srcOrd="0" destOrd="0" presId="urn:microsoft.com/office/officeart/2005/8/layout/pyramid4"/>
    <dgm:cxn modelId="{B367E5E9-4682-8B41-B932-04E99D576417}" srcId="{DCC27B66-85C3-FE47-8D25-064322B09694}" destId="{6C42D2F8-47A0-8941-9F6F-F92D489C5F7D}" srcOrd="2" destOrd="0" parTransId="{DD9159D3-1EB1-194C-8115-639C98917B28}" sibTransId="{91565F09-7485-AB43-97B3-9D030F5AC2E9}"/>
    <dgm:cxn modelId="{E96F59E5-A3FF-4FE5-9BE9-0D72C79F84B0}" type="presOf" srcId="{4924E0E7-2A73-5D45-8773-8AAD9100ADF7}" destId="{5486CB17-6359-4640-972B-2307AE1451FD}" srcOrd="0" destOrd="2" presId="urn:microsoft.com/office/officeart/2005/8/layout/pyramid4"/>
    <dgm:cxn modelId="{FC9A0FE8-983B-2746-A001-FE034E56FBBA}" srcId="{DCC27B66-85C3-FE47-8D25-064322B09694}" destId="{116C7FB4-35FB-8846-9E98-B49D50633C24}" srcOrd="3" destOrd="0" parTransId="{49BC4B97-2746-1148-A407-7801C7FF8918}" sibTransId="{4E186EC6-CB75-054D-BA7C-ED7CC9A64BBF}"/>
    <dgm:cxn modelId="{D09E2191-8F8E-4531-844B-5445D3BD9C42}" type="presOf" srcId="{116C7FB4-35FB-8846-9E98-B49D50633C24}" destId="{ED3A1D36-57FE-1B43-8609-452710F6D51C}" srcOrd="0" destOrd="0" presId="urn:microsoft.com/office/officeart/2005/8/layout/pyramid4"/>
    <dgm:cxn modelId="{A43BFA62-EF03-4D15-A019-63A2E8D4DE35}" type="presParOf" srcId="{ABA76624-B35D-D14B-A925-FC2AF33A8F54}" destId="{5486CB17-6359-4640-972B-2307AE1451FD}" srcOrd="0" destOrd="0" presId="urn:microsoft.com/office/officeart/2005/8/layout/pyramid4"/>
    <dgm:cxn modelId="{12CAE4F1-A370-4175-81B8-A853EA995139}" type="presParOf" srcId="{ABA76624-B35D-D14B-A925-FC2AF33A8F54}" destId="{54BFD341-D1F9-D24B-95CE-68C4722408FC}" srcOrd="1" destOrd="0" presId="urn:microsoft.com/office/officeart/2005/8/layout/pyramid4"/>
    <dgm:cxn modelId="{BC4B345F-3E2D-49BC-BFEF-830C0CF09DD0}" type="presParOf" srcId="{ABA76624-B35D-D14B-A925-FC2AF33A8F54}" destId="{A8BE4F15-01F3-5946-9983-265B187E7DB5}" srcOrd="2" destOrd="0" presId="urn:microsoft.com/office/officeart/2005/8/layout/pyramid4"/>
    <dgm:cxn modelId="{465AFE63-F5F8-48BF-9F06-35FE31D754FD}" type="presParOf" srcId="{ABA76624-B35D-D14B-A925-FC2AF33A8F54}" destId="{ED3A1D36-57FE-1B43-8609-452710F6D51C}" srcOrd="3" destOrd="0" presId="urn:microsoft.com/office/officeart/2005/8/layout/pyramid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6DF5A81-6B6D-294F-98CB-20EF93608176}" type="doc">
      <dgm:prSet loTypeId="urn:microsoft.com/office/officeart/2005/8/layout/matrix3" loCatId="" qsTypeId="urn:microsoft.com/office/officeart/2005/8/quickstyle/simple2" qsCatId="simple" csTypeId="urn:microsoft.com/office/officeart/2005/8/colors/accent2_3" csCatId="accent2" phldr="1"/>
      <dgm:spPr/>
      <dgm:t>
        <a:bodyPr/>
        <a:lstStyle/>
        <a:p>
          <a:endParaRPr lang="en-US"/>
        </a:p>
      </dgm:t>
    </dgm:pt>
    <dgm:pt modelId="{CAFA23FF-8199-4641-8987-28ED5C610D42}">
      <dgm:prSet/>
      <dgm:spPr/>
      <dgm:t>
        <a:bodyPr/>
        <a:lstStyle/>
        <a:p>
          <a:pPr rtl="0"/>
          <a:r>
            <a:rPr lang="en-US" b="1" dirty="0" smtClean="0">
              <a:latin typeface="+mj-lt"/>
            </a:rPr>
            <a:t>Security Policy</a:t>
          </a:r>
          <a:endParaRPr lang="en-US" dirty="0">
            <a:latin typeface="+mj-lt"/>
          </a:endParaRPr>
        </a:p>
      </dgm:t>
    </dgm:pt>
    <dgm:pt modelId="{77D4B3DD-3EEF-084B-B207-5E3EA0F56457}" type="parTrans" cxnId="{CB5F1660-A466-2548-BA98-1EB1976D92F0}">
      <dgm:prSet/>
      <dgm:spPr/>
      <dgm:t>
        <a:bodyPr/>
        <a:lstStyle/>
        <a:p>
          <a:endParaRPr lang="en-US"/>
        </a:p>
      </dgm:t>
    </dgm:pt>
    <dgm:pt modelId="{D3EE9A63-8E3C-DC4B-986A-ECC01063C0DB}" type="sibTrans" cxnId="{CB5F1660-A466-2548-BA98-1EB1976D92F0}">
      <dgm:prSet/>
      <dgm:spPr/>
      <dgm:t>
        <a:bodyPr/>
        <a:lstStyle/>
        <a:p>
          <a:endParaRPr lang="en-US"/>
        </a:p>
      </dgm:t>
    </dgm:pt>
    <dgm:pt modelId="{B7CB986F-1DA9-2D4A-AAB4-D187FCF79DAC}">
      <dgm:prSet/>
      <dgm:spPr/>
      <dgm:t>
        <a:bodyPr/>
        <a:lstStyle/>
        <a:p>
          <a:pPr rtl="0"/>
          <a:r>
            <a:rPr lang="en-US" b="1" dirty="0" smtClean="0">
              <a:latin typeface="+mj-lt"/>
            </a:rPr>
            <a:t>Formal statement of rules and practices that specify or regulate how a system or organization provides security services to protect sensitive and critical system resources</a:t>
          </a:r>
          <a:endParaRPr lang="en-US" dirty="0">
            <a:latin typeface="+mj-lt"/>
          </a:endParaRPr>
        </a:p>
      </dgm:t>
    </dgm:pt>
    <dgm:pt modelId="{18B603D9-0D38-B646-BE05-D7924171B860}" type="parTrans" cxnId="{700E752C-4E6B-EB4E-82DE-A2CAB7F77282}">
      <dgm:prSet/>
      <dgm:spPr/>
      <dgm:t>
        <a:bodyPr/>
        <a:lstStyle/>
        <a:p>
          <a:endParaRPr lang="en-US"/>
        </a:p>
      </dgm:t>
    </dgm:pt>
    <dgm:pt modelId="{069B7D24-C404-DD4F-B1CA-BA1574352BE5}" type="sibTrans" cxnId="{700E752C-4E6B-EB4E-82DE-A2CAB7F77282}">
      <dgm:prSet/>
      <dgm:spPr/>
      <dgm:t>
        <a:bodyPr/>
        <a:lstStyle/>
        <a:p>
          <a:endParaRPr lang="en-US"/>
        </a:p>
      </dgm:t>
    </dgm:pt>
    <dgm:pt modelId="{5A8673FD-0C40-0E45-9559-3E76BC00DC44}">
      <dgm:prSet/>
      <dgm:spPr/>
      <dgm:t>
        <a:bodyPr/>
        <a:lstStyle/>
        <a:p>
          <a:pPr rtl="0"/>
          <a:r>
            <a:rPr lang="en-US" b="1" dirty="0" smtClean="0">
              <a:latin typeface="+mj-lt"/>
            </a:rPr>
            <a:t>Security Implementation</a:t>
          </a:r>
          <a:endParaRPr lang="en-US" dirty="0">
            <a:latin typeface="+mj-lt"/>
          </a:endParaRPr>
        </a:p>
      </dgm:t>
    </dgm:pt>
    <dgm:pt modelId="{C4ABF6C6-8A06-434B-BE19-300DA2839469}" type="parTrans" cxnId="{4622446E-548D-4248-AFFE-9B15FA916F29}">
      <dgm:prSet/>
      <dgm:spPr/>
      <dgm:t>
        <a:bodyPr/>
        <a:lstStyle/>
        <a:p>
          <a:endParaRPr lang="en-US"/>
        </a:p>
      </dgm:t>
    </dgm:pt>
    <dgm:pt modelId="{636E3571-C3D7-7941-ACBB-A136428537CB}" type="sibTrans" cxnId="{4622446E-548D-4248-AFFE-9B15FA916F29}">
      <dgm:prSet/>
      <dgm:spPr/>
      <dgm:t>
        <a:bodyPr/>
        <a:lstStyle/>
        <a:p>
          <a:endParaRPr lang="en-US"/>
        </a:p>
      </dgm:t>
    </dgm:pt>
    <dgm:pt modelId="{C9219D09-07BA-604A-A5A3-387C29884A35}">
      <dgm:prSet/>
      <dgm:spPr/>
      <dgm:t>
        <a:bodyPr/>
        <a:lstStyle/>
        <a:p>
          <a:pPr rtl="0"/>
          <a:r>
            <a:rPr lang="en-US" b="1" dirty="0" smtClean="0">
              <a:latin typeface="+mj-lt"/>
            </a:rPr>
            <a:t>Involves four complementary courses of action:</a:t>
          </a:r>
          <a:endParaRPr lang="en-US" dirty="0">
            <a:latin typeface="+mj-lt"/>
          </a:endParaRPr>
        </a:p>
      </dgm:t>
    </dgm:pt>
    <dgm:pt modelId="{67888008-E5E2-7540-88F5-B675D3B40A63}" type="parTrans" cxnId="{695A57B7-67A2-354A-ADC9-80E4516041FB}">
      <dgm:prSet/>
      <dgm:spPr/>
      <dgm:t>
        <a:bodyPr/>
        <a:lstStyle/>
        <a:p>
          <a:endParaRPr lang="en-US"/>
        </a:p>
      </dgm:t>
    </dgm:pt>
    <dgm:pt modelId="{D67AD203-17B4-8B4C-AF78-E0545819EA0E}" type="sibTrans" cxnId="{695A57B7-67A2-354A-ADC9-80E4516041FB}">
      <dgm:prSet/>
      <dgm:spPr/>
      <dgm:t>
        <a:bodyPr/>
        <a:lstStyle/>
        <a:p>
          <a:endParaRPr lang="en-US"/>
        </a:p>
      </dgm:t>
    </dgm:pt>
    <dgm:pt modelId="{C4B29B9B-8FF6-3A4A-BFCC-2CCB3CCA4766}">
      <dgm:prSet/>
      <dgm:spPr/>
      <dgm:t>
        <a:bodyPr/>
        <a:lstStyle/>
        <a:p>
          <a:pPr rtl="0"/>
          <a:r>
            <a:rPr lang="en-US" b="1" dirty="0" smtClean="0">
              <a:latin typeface="+mj-lt"/>
            </a:rPr>
            <a:t>Prevention</a:t>
          </a:r>
          <a:endParaRPr lang="en-US" dirty="0">
            <a:latin typeface="+mj-lt"/>
          </a:endParaRPr>
        </a:p>
      </dgm:t>
    </dgm:pt>
    <dgm:pt modelId="{6E8470DD-9BB1-EB4C-8592-595D7EFD3135}" type="parTrans" cxnId="{3D05E6F3-73A6-7447-B73A-EC9925D853CB}">
      <dgm:prSet/>
      <dgm:spPr/>
      <dgm:t>
        <a:bodyPr/>
        <a:lstStyle/>
        <a:p>
          <a:endParaRPr lang="en-US"/>
        </a:p>
      </dgm:t>
    </dgm:pt>
    <dgm:pt modelId="{FBA9AD19-6E7A-2244-A180-23AAF74849A5}" type="sibTrans" cxnId="{3D05E6F3-73A6-7447-B73A-EC9925D853CB}">
      <dgm:prSet/>
      <dgm:spPr/>
      <dgm:t>
        <a:bodyPr/>
        <a:lstStyle/>
        <a:p>
          <a:endParaRPr lang="en-US"/>
        </a:p>
      </dgm:t>
    </dgm:pt>
    <dgm:pt modelId="{7AF22757-119C-B544-BB00-241F9B7B0D24}">
      <dgm:prSet/>
      <dgm:spPr/>
      <dgm:t>
        <a:bodyPr/>
        <a:lstStyle/>
        <a:p>
          <a:pPr rtl="0"/>
          <a:r>
            <a:rPr lang="en-US" b="1" smtClean="0">
              <a:latin typeface="+mj-lt"/>
            </a:rPr>
            <a:t>Detection</a:t>
          </a:r>
          <a:endParaRPr lang="en-US">
            <a:latin typeface="+mj-lt"/>
          </a:endParaRPr>
        </a:p>
      </dgm:t>
    </dgm:pt>
    <dgm:pt modelId="{947025D2-71FC-674D-86E4-FCBC7AA01F06}" type="parTrans" cxnId="{2C925F17-2ADA-F44C-A6CA-79A7430AD52F}">
      <dgm:prSet/>
      <dgm:spPr/>
      <dgm:t>
        <a:bodyPr/>
        <a:lstStyle/>
        <a:p>
          <a:endParaRPr lang="en-US"/>
        </a:p>
      </dgm:t>
    </dgm:pt>
    <dgm:pt modelId="{19CA72E7-E944-FC43-8183-00E708EE0D77}" type="sibTrans" cxnId="{2C925F17-2ADA-F44C-A6CA-79A7430AD52F}">
      <dgm:prSet/>
      <dgm:spPr/>
      <dgm:t>
        <a:bodyPr/>
        <a:lstStyle/>
        <a:p>
          <a:endParaRPr lang="en-US"/>
        </a:p>
      </dgm:t>
    </dgm:pt>
    <dgm:pt modelId="{F06EDC73-BD14-FC4A-9CD9-8A19BFAA1A5F}">
      <dgm:prSet/>
      <dgm:spPr/>
      <dgm:t>
        <a:bodyPr/>
        <a:lstStyle/>
        <a:p>
          <a:pPr rtl="0"/>
          <a:r>
            <a:rPr lang="en-US" b="1" smtClean="0">
              <a:latin typeface="+mj-lt"/>
            </a:rPr>
            <a:t>Response</a:t>
          </a:r>
          <a:endParaRPr lang="en-US">
            <a:latin typeface="+mj-lt"/>
          </a:endParaRPr>
        </a:p>
      </dgm:t>
    </dgm:pt>
    <dgm:pt modelId="{56F78122-92A6-FB48-93D2-B4BD084FC730}" type="parTrans" cxnId="{CE858655-4EE8-7F46-95F0-4F6674430278}">
      <dgm:prSet/>
      <dgm:spPr/>
      <dgm:t>
        <a:bodyPr/>
        <a:lstStyle/>
        <a:p>
          <a:endParaRPr lang="en-US"/>
        </a:p>
      </dgm:t>
    </dgm:pt>
    <dgm:pt modelId="{C6ABC34B-9C0F-1E43-87FE-5F698DF7A250}" type="sibTrans" cxnId="{CE858655-4EE8-7F46-95F0-4F6674430278}">
      <dgm:prSet/>
      <dgm:spPr/>
      <dgm:t>
        <a:bodyPr/>
        <a:lstStyle/>
        <a:p>
          <a:endParaRPr lang="en-US"/>
        </a:p>
      </dgm:t>
    </dgm:pt>
    <dgm:pt modelId="{60F14C53-4D44-D443-936C-75CAD9BE4E1E}">
      <dgm:prSet/>
      <dgm:spPr/>
      <dgm:t>
        <a:bodyPr/>
        <a:lstStyle/>
        <a:p>
          <a:pPr rtl="0"/>
          <a:r>
            <a:rPr lang="en-US" b="1" smtClean="0">
              <a:latin typeface="+mj-lt"/>
            </a:rPr>
            <a:t>Recovery </a:t>
          </a:r>
          <a:endParaRPr lang="en-US">
            <a:latin typeface="+mj-lt"/>
          </a:endParaRPr>
        </a:p>
      </dgm:t>
    </dgm:pt>
    <dgm:pt modelId="{53B00169-D068-9144-A25F-4649677300E9}" type="parTrans" cxnId="{DA4D6905-8B36-804B-BC34-DFC1824A2E3E}">
      <dgm:prSet/>
      <dgm:spPr/>
      <dgm:t>
        <a:bodyPr/>
        <a:lstStyle/>
        <a:p>
          <a:endParaRPr lang="en-US"/>
        </a:p>
      </dgm:t>
    </dgm:pt>
    <dgm:pt modelId="{8ECF4088-0EF9-DD4E-ADD3-A3A046EE2242}" type="sibTrans" cxnId="{DA4D6905-8B36-804B-BC34-DFC1824A2E3E}">
      <dgm:prSet/>
      <dgm:spPr/>
      <dgm:t>
        <a:bodyPr/>
        <a:lstStyle/>
        <a:p>
          <a:endParaRPr lang="en-US"/>
        </a:p>
      </dgm:t>
    </dgm:pt>
    <dgm:pt modelId="{E779F620-FB0A-0147-80D5-4F763EBF3026}">
      <dgm:prSet/>
      <dgm:spPr/>
      <dgm:t>
        <a:bodyPr/>
        <a:lstStyle/>
        <a:p>
          <a:pPr rtl="0"/>
          <a:r>
            <a:rPr lang="en-US" b="1" smtClean="0">
              <a:latin typeface="+mj-lt"/>
            </a:rPr>
            <a:t>Assurance</a:t>
          </a:r>
          <a:endParaRPr lang="en-US">
            <a:latin typeface="+mj-lt"/>
          </a:endParaRPr>
        </a:p>
      </dgm:t>
    </dgm:pt>
    <dgm:pt modelId="{484A4D4D-6D16-774F-94CC-D9F6E44524E5}" type="parTrans" cxnId="{66B6E869-916E-D54A-87AC-EB2513B8C7CB}">
      <dgm:prSet/>
      <dgm:spPr/>
      <dgm:t>
        <a:bodyPr/>
        <a:lstStyle/>
        <a:p>
          <a:endParaRPr lang="en-US"/>
        </a:p>
      </dgm:t>
    </dgm:pt>
    <dgm:pt modelId="{AB8924B6-CF82-A24B-BBDA-9385B8B2AF37}" type="sibTrans" cxnId="{66B6E869-916E-D54A-87AC-EB2513B8C7CB}">
      <dgm:prSet/>
      <dgm:spPr/>
      <dgm:t>
        <a:bodyPr/>
        <a:lstStyle/>
        <a:p>
          <a:endParaRPr lang="en-US"/>
        </a:p>
      </dgm:t>
    </dgm:pt>
    <dgm:pt modelId="{8D1979C9-FCEB-E048-8477-6CE3DD770D34}">
      <dgm:prSet/>
      <dgm:spPr/>
      <dgm:t>
        <a:bodyPr/>
        <a:lstStyle/>
        <a:p>
          <a:pPr rtl="0"/>
          <a:r>
            <a:rPr lang="en-US" b="1" dirty="0" smtClean="0">
              <a:latin typeface="+mj-lt"/>
            </a:rPr>
            <a:t>The degree of confidence one has that the security measures, both technical and operational, work as intended to protect the system and the information it processes</a:t>
          </a:r>
          <a:endParaRPr lang="en-US" dirty="0">
            <a:latin typeface="+mj-lt"/>
          </a:endParaRPr>
        </a:p>
      </dgm:t>
    </dgm:pt>
    <dgm:pt modelId="{9179DF6F-4F46-9F45-8335-FD34E913A0EE}" type="parTrans" cxnId="{63CF2A92-B921-8744-87A2-3ED0F860A605}">
      <dgm:prSet/>
      <dgm:spPr/>
      <dgm:t>
        <a:bodyPr/>
        <a:lstStyle/>
        <a:p>
          <a:endParaRPr lang="en-US"/>
        </a:p>
      </dgm:t>
    </dgm:pt>
    <dgm:pt modelId="{688167DE-6659-DD49-B85F-58510B2BB9F3}" type="sibTrans" cxnId="{63CF2A92-B921-8744-87A2-3ED0F860A605}">
      <dgm:prSet/>
      <dgm:spPr/>
      <dgm:t>
        <a:bodyPr/>
        <a:lstStyle/>
        <a:p>
          <a:endParaRPr lang="en-US"/>
        </a:p>
      </dgm:t>
    </dgm:pt>
    <dgm:pt modelId="{8A024E9B-3D14-1543-A810-E390BEC4F944}">
      <dgm:prSet/>
      <dgm:spPr/>
      <dgm:t>
        <a:bodyPr/>
        <a:lstStyle/>
        <a:p>
          <a:pPr rtl="0"/>
          <a:r>
            <a:rPr lang="en-US" b="1" dirty="0" smtClean="0">
              <a:latin typeface="+mj-lt"/>
            </a:rPr>
            <a:t>Evaluation</a:t>
          </a:r>
          <a:endParaRPr lang="en-US" dirty="0">
            <a:latin typeface="+mj-lt"/>
          </a:endParaRPr>
        </a:p>
      </dgm:t>
    </dgm:pt>
    <dgm:pt modelId="{3AB945B8-F4CC-BC4E-9594-F5F54AB6A5F8}" type="parTrans" cxnId="{A8B9DBEE-A4A4-7E46-BC9D-3F03EDE2CC3F}">
      <dgm:prSet/>
      <dgm:spPr/>
      <dgm:t>
        <a:bodyPr/>
        <a:lstStyle/>
        <a:p>
          <a:endParaRPr lang="en-US"/>
        </a:p>
      </dgm:t>
    </dgm:pt>
    <dgm:pt modelId="{314DB11A-A24A-BD48-A8EE-5478423F7D06}" type="sibTrans" cxnId="{A8B9DBEE-A4A4-7E46-BC9D-3F03EDE2CC3F}">
      <dgm:prSet/>
      <dgm:spPr/>
      <dgm:t>
        <a:bodyPr/>
        <a:lstStyle/>
        <a:p>
          <a:endParaRPr lang="en-US"/>
        </a:p>
      </dgm:t>
    </dgm:pt>
    <dgm:pt modelId="{77CF5A7B-DC91-AD44-AEE6-A02ED1655F32}">
      <dgm:prSet/>
      <dgm:spPr/>
      <dgm:t>
        <a:bodyPr/>
        <a:lstStyle/>
        <a:p>
          <a:pPr rtl="0"/>
          <a:r>
            <a:rPr lang="en-US" b="1" dirty="0" smtClean="0">
              <a:latin typeface="+mj-lt"/>
            </a:rPr>
            <a:t>Process of examining a computer product or system with respect to certain criteria</a:t>
          </a:r>
          <a:endParaRPr lang="en-US" dirty="0">
            <a:latin typeface="+mj-lt"/>
          </a:endParaRPr>
        </a:p>
      </dgm:t>
    </dgm:pt>
    <dgm:pt modelId="{A2FF51B9-0DEB-3346-863F-FA88AF280E57}" type="parTrans" cxnId="{2FFAB894-05A5-AF4D-AB4F-D31DD6D86B1A}">
      <dgm:prSet/>
      <dgm:spPr/>
      <dgm:t>
        <a:bodyPr/>
        <a:lstStyle/>
        <a:p>
          <a:endParaRPr lang="en-US"/>
        </a:p>
      </dgm:t>
    </dgm:pt>
    <dgm:pt modelId="{4D031111-94EB-BC4C-915C-0198B8C38AE9}" type="sibTrans" cxnId="{2FFAB894-05A5-AF4D-AB4F-D31DD6D86B1A}">
      <dgm:prSet/>
      <dgm:spPr/>
      <dgm:t>
        <a:bodyPr/>
        <a:lstStyle/>
        <a:p>
          <a:endParaRPr lang="en-US"/>
        </a:p>
      </dgm:t>
    </dgm:pt>
    <dgm:pt modelId="{FA0D7370-BC55-1041-AD08-93278E963805}" type="pres">
      <dgm:prSet presAssocID="{E6DF5A81-6B6D-294F-98CB-20EF93608176}" presName="matrix" presStyleCnt="0">
        <dgm:presLayoutVars>
          <dgm:chMax val="1"/>
          <dgm:dir/>
          <dgm:resizeHandles val="exact"/>
        </dgm:presLayoutVars>
      </dgm:prSet>
      <dgm:spPr/>
      <dgm:t>
        <a:bodyPr/>
        <a:lstStyle/>
        <a:p>
          <a:endParaRPr lang="en-US"/>
        </a:p>
      </dgm:t>
    </dgm:pt>
    <dgm:pt modelId="{6517270E-D258-C545-9883-14B67B89FC42}" type="pres">
      <dgm:prSet presAssocID="{E6DF5A81-6B6D-294F-98CB-20EF93608176}" presName="diamond" presStyleLbl="bgShp" presStyleIdx="0" presStyleCnt="1"/>
      <dgm:spPr/>
      <dgm:t>
        <a:bodyPr/>
        <a:lstStyle/>
        <a:p>
          <a:endParaRPr lang="en-GB"/>
        </a:p>
      </dgm:t>
    </dgm:pt>
    <dgm:pt modelId="{4CFB5C30-ED26-FA41-AB50-DF1A25B9E11D}" type="pres">
      <dgm:prSet presAssocID="{E6DF5A81-6B6D-294F-98CB-20EF93608176}" presName="quad1" presStyleLbl="node1" presStyleIdx="0" presStyleCnt="4">
        <dgm:presLayoutVars>
          <dgm:chMax val="0"/>
          <dgm:chPref val="0"/>
          <dgm:bulletEnabled val="1"/>
        </dgm:presLayoutVars>
      </dgm:prSet>
      <dgm:spPr/>
      <dgm:t>
        <a:bodyPr/>
        <a:lstStyle/>
        <a:p>
          <a:endParaRPr lang="en-US"/>
        </a:p>
      </dgm:t>
    </dgm:pt>
    <dgm:pt modelId="{AEE882AC-EC84-874D-B1E9-20DF06D28533}" type="pres">
      <dgm:prSet presAssocID="{E6DF5A81-6B6D-294F-98CB-20EF93608176}" presName="quad2" presStyleLbl="node1" presStyleIdx="1" presStyleCnt="4">
        <dgm:presLayoutVars>
          <dgm:chMax val="0"/>
          <dgm:chPref val="0"/>
          <dgm:bulletEnabled val="1"/>
        </dgm:presLayoutVars>
      </dgm:prSet>
      <dgm:spPr/>
      <dgm:t>
        <a:bodyPr/>
        <a:lstStyle/>
        <a:p>
          <a:endParaRPr lang="en-US"/>
        </a:p>
      </dgm:t>
    </dgm:pt>
    <dgm:pt modelId="{AFE469BB-BEFB-D041-9163-9A6D62D8D8DE}" type="pres">
      <dgm:prSet presAssocID="{E6DF5A81-6B6D-294F-98CB-20EF93608176}" presName="quad3" presStyleLbl="node1" presStyleIdx="2" presStyleCnt="4">
        <dgm:presLayoutVars>
          <dgm:chMax val="0"/>
          <dgm:chPref val="0"/>
          <dgm:bulletEnabled val="1"/>
        </dgm:presLayoutVars>
      </dgm:prSet>
      <dgm:spPr/>
      <dgm:t>
        <a:bodyPr/>
        <a:lstStyle/>
        <a:p>
          <a:endParaRPr lang="en-US"/>
        </a:p>
      </dgm:t>
    </dgm:pt>
    <dgm:pt modelId="{4B38F9A1-AF80-1D4C-BA1C-0D438484B2FD}" type="pres">
      <dgm:prSet presAssocID="{E6DF5A81-6B6D-294F-98CB-20EF93608176}" presName="quad4" presStyleLbl="node1" presStyleIdx="3" presStyleCnt="4">
        <dgm:presLayoutVars>
          <dgm:chMax val="0"/>
          <dgm:chPref val="0"/>
          <dgm:bulletEnabled val="1"/>
        </dgm:presLayoutVars>
      </dgm:prSet>
      <dgm:spPr/>
      <dgm:t>
        <a:bodyPr/>
        <a:lstStyle/>
        <a:p>
          <a:endParaRPr lang="en-US"/>
        </a:p>
      </dgm:t>
    </dgm:pt>
  </dgm:ptLst>
  <dgm:cxnLst>
    <dgm:cxn modelId="{D1D96364-6560-4C2B-B907-3A15BD3E777C}" type="presOf" srcId="{7AF22757-119C-B544-BB00-241F9B7B0D24}" destId="{AEE882AC-EC84-874D-B1E9-20DF06D28533}" srcOrd="0" destOrd="3" presId="urn:microsoft.com/office/officeart/2005/8/layout/matrix3"/>
    <dgm:cxn modelId="{695A57B7-67A2-354A-ADC9-80E4516041FB}" srcId="{5A8673FD-0C40-0E45-9559-3E76BC00DC44}" destId="{C9219D09-07BA-604A-A5A3-387C29884A35}" srcOrd="0" destOrd="0" parTransId="{67888008-E5E2-7540-88F5-B675D3B40A63}" sibTransId="{D67AD203-17B4-8B4C-AF78-E0545819EA0E}"/>
    <dgm:cxn modelId="{700E752C-4E6B-EB4E-82DE-A2CAB7F77282}" srcId="{CAFA23FF-8199-4641-8987-28ED5C610D42}" destId="{B7CB986F-1DA9-2D4A-AAB4-D187FCF79DAC}" srcOrd="0" destOrd="0" parTransId="{18B603D9-0D38-B646-BE05-D7924171B860}" sibTransId="{069B7D24-C404-DD4F-B1CA-BA1574352BE5}"/>
    <dgm:cxn modelId="{3D05E6F3-73A6-7447-B73A-EC9925D853CB}" srcId="{C9219D09-07BA-604A-A5A3-387C29884A35}" destId="{C4B29B9B-8FF6-3A4A-BFCC-2CCB3CCA4766}" srcOrd="0" destOrd="0" parTransId="{6E8470DD-9BB1-EB4C-8592-595D7EFD3135}" sibTransId="{FBA9AD19-6E7A-2244-A180-23AAF74849A5}"/>
    <dgm:cxn modelId="{73A14A28-B8C7-4A20-A71E-C6AD4AD8AB94}" type="presOf" srcId="{C4B29B9B-8FF6-3A4A-BFCC-2CCB3CCA4766}" destId="{AEE882AC-EC84-874D-B1E9-20DF06D28533}" srcOrd="0" destOrd="2" presId="urn:microsoft.com/office/officeart/2005/8/layout/matrix3"/>
    <dgm:cxn modelId="{CB5F1660-A466-2548-BA98-1EB1976D92F0}" srcId="{E6DF5A81-6B6D-294F-98CB-20EF93608176}" destId="{CAFA23FF-8199-4641-8987-28ED5C610D42}" srcOrd="0" destOrd="0" parTransId="{77D4B3DD-3EEF-084B-B207-5E3EA0F56457}" sibTransId="{D3EE9A63-8E3C-DC4B-986A-ECC01063C0DB}"/>
    <dgm:cxn modelId="{63CF2A92-B921-8744-87A2-3ED0F860A605}" srcId="{E779F620-FB0A-0147-80D5-4F763EBF3026}" destId="{8D1979C9-FCEB-E048-8477-6CE3DD770D34}" srcOrd="0" destOrd="0" parTransId="{9179DF6F-4F46-9F45-8335-FD34E913A0EE}" sibTransId="{688167DE-6659-DD49-B85F-58510B2BB9F3}"/>
    <dgm:cxn modelId="{A8B9DBEE-A4A4-7E46-BC9D-3F03EDE2CC3F}" srcId="{E6DF5A81-6B6D-294F-98CB-20EF93608176}" destId="{8A024E9B-3D14-1543-A810-E390BEC4F944}" srcOrd="3" destOrd="0" parTransId="{3AB945B8-F4CC-BC4E-9594-F5F54AB6A5F8}" sibTransId="{314DB11A-A24A-BD48-A8EE-5478423F7D06}"/>
    <dgm:cxn modelId="{9BA68C0C-BB56-49EC-BA33-10B8DBCCC1C2}" type="presOf" srcId="{E779F620-FB0A-0147-80D5-4F763EBF3026}" destId="{AFE469BB-BEFB-D041-9163-9A6D62D8D8DE}" srcOrd="0" destOrd="0" presId="urn:microsoft.com/office/officeart/2005/8/layout/matrix3"/>
    <dgm:cxn modelId="{2FFAB894-05A5-AF4D-AB4F-D31DD6D86B1A}" srcId="{8A024E9B-3D14-1543-A810-E390BEC4F944}" destId="{77CF5A7B-DC91-AD44-AEE6-A02ED1655F32}" srcOrd="0" destOrd="0" parTransId="{A2FF51B9-0DEB-3346-863F-FA88AF280E57}" sibTransId="{4D031111-94EB-BC4C-915C-0198B8C38AE9}"/>
    <dgm:cxn modelId="{CE778B5B-CD9D-4EDE-8DBF-0A1EBFBC72D4}" type="presOf" srcId="{8A024E9B-3D14-1543-A810-E390BEC4F944}" destId="{4B38F9A1-AF80-1D4C-BA1C-0D438484B2FD}" srcOrd="0" destOrd="0" presId="urn:microsoft.com/office/officeart/2005/8/layout/matrix3"/>
    <dgm:cxn modelId="{30B517F0-B2DB-46B2-957D-423DCA77C1B8}" type="presOf" srcId="{CAFA23FF-8199-4641-8987-28ED5C610D42}" destId="{4CFB5C30-ED26-FA41-AB50-DF1A25B9E11D}" srcOrd="0" destOrd="0" presId="urn:microsoft.com/office/officeart/2005/8/layout/matrix3"/>
    <dgm:cxn modelId="{D58D065F-33C6-4128-BE79-59D7883D6467}" type="presOf" srcId="{60F14C53-4D44-D443-936C-75CAD9BE4E1E}" destId="{AEE882AC-EC84-874D-B1E9-20DF06D28533}" srcOrd="0" destOrd="5" presId="urn:microsoft.com/office/officeart/2005/8/layout/matrix3"/>
    <dgm:cxn modelId="{42A707C2-294F-4AFA-A259-075D69E0CCA2}" type="presOf" srcId="{77CF5A7B-DC91-AD44-AEE6-A02ED1655F32}" destId="{4B38F9A1-AF80-1D4C-BA1C-0D438484B2FD}" srcOrd="0" destOrd="1" presId="urn:microsoft.com/office/officeart/2005/8/layout/matrix3"/>
    <dgm:cxn modelId="{0CE34CB1-CFAB-4331-8BBD-58A0E876F8A9}" type="presOf" srcId="{F06EDC73-BD14-FC4A-9CD9-8A19BFAA1A5F}" destId="{AEE882AC-EC84-874D-B1E9-20DF06D28533}" srcOrd="0" destOrd="4" presId="urn:microsoft.com/office/officeart/2005/8/layout/matrix3"/>
    <dgm:cxn modelId="{FEE7D589-4354-41C2-803D-2A33033929B0}" type="presOf" srcId="{5A8673FD-0C40-0E45-9559-3E76BC00DC44}" destId="{AEE882AC-EC84-874D-B1E9-20DF06D28533}" srcOrd="0" destOrd="0" presId="urn:microsoft.com/office/officeart/2005/8/layout/matrix3"/>
    <dgm:cxn modelId="{2C925F17-2ADA-F44C-A6CA-79A7430AD52F}" srcId="{C9219D09-07BA-604A-A5A3-387C29884A35}" destId="{7AF22757-119C-B544-BB00-241F9B7B0D24}" srcOrd="1" destOrd="0" parTransId="{947025D2-71FC-674D-86E4-FCBC7AA01F06}" sibTransId="{19CA72E7-E944-FC43-8183-00E708EE0D77}"/>
    <dgm:cxn modelId="{4622446E-548D-4248-AFFE-9B15FA916F29}" srcId="{E6DF5A81-6B6D-294F-98CB-20EF93608176}" destId="{5A8673FD-0C40-0E45-9559-3E76BC00DC44}" srcOrd="1" destOrd="0" parTransId="{C4ABF6C6-8A06-434B-BE19-300DA2839469}" sibTransId="{636E3571-C3D7-7941-ACBB-A136428537CB}"/>
    <dgm:cxn modelId="{66B6E869-916E-D54A-87AC-EB2513B8C7CB}" srcId="{E6DF5A81-6B6D-294F-98CB-20EF93608176}" destId="{E779F620-FB0A-0147-80D5-4F763EBF3026}" srcOrd="2" destOrd="0" parTransId="{484A4D4D-6D16-774F-94CC-D9F6E44524E5}" sibTransId="{AB8924B6-CF82-A24B-BBDA-9385B8B2AF37}"/>
    <dgm:cxn modelId="{27AF8882-3780-405F-9AF0-6A46ABEA4A89}" type="presOf" srcId="{B7CB986F-1DA9-2D4A-AAB4-D187FCF79DAC}" destId="{4CFB5C30-ED26-FA41-AB50-DF1A25B9E11D}" srcOrd="0" destOrd="1" presId="urn:microsoft.com/office/officeart/2005/8/layout/matrix3"/>
    <dgm:cxn modelId="{CE858655-4EE8-7F46-95F0-4F6674430278}" srcId="{C9219D09-07BA-604A-A5A3-387C29884A35}" destId="{F06EDC73-BD14-FC4A-9CD9-8A19BFAA1A5F}" srcOrd="2" destOrd="0" parTransId="{56F78122-92A6-FB48-93D2-B4BD084FC730}" sibTransId="{C6ABC34B-9C0F-1E43-87FE-5F698DF7A250}"/>
    <dgm:cxn modelId="{C8294511-3D34-42C4-8597-85B7FECE666B}" type="presOf" srcId="{C9219D09-07BA-604A-A5A3-387C29884A35}" destId="{AEE882AC-EC84-874D-B1E9-20DF06D28533}" srcOrd="0" destOrd="1" presId="urn:microsoft.com/office/officeart/2005/8/layout/matrix3"/>
    <dgm:cxn modelId="{A0C5B41B-AF56-4B70-94FF-D5D067B02852}" type="presOf" srcId="{E6DF5A81-6B6D-294F-98CB-20EF93608176}" destId="{FA0D7370-BC55-1041-AD08-93278E963805}" srcOrd="0" destOrd="0" presId="urn:microsoft.com/office/officeart/2005/8/layout/matrix3"/>
    <dgm:cxn modelId="{DA4D6905-8B36-804B-BC34-DFC1824A2E3E}" srcId="{C9219D09-07BA-604A-A5A3-387C29884A35}" destId="{60F14C53-4D44-D443-936C-75CAD9BE4E1E}" srcOrd="3" destOrd="0" parTransId="{53B00169-D068-9144-A25F-4649677300E9}" sibTransId="{8ECF4088-0EF9-DD4E-ADD3-A3A046EE2242}"/>
    <dgm:cxn modelId="{A0BFFCF2-F4BE-401C-9DE2-E1977A983B05}" type="presOf" srcId="{8D1979C9-FCEB-E048-8477-6CE3DD770D34}" destId="{AFE469BB-BEFB-D041-9163-9A6D62D8D8DE}" srcOrd="0" destOrd="1" presId="urn:microsoft.com/office/officeart/2005/8/layout/matrix3"/>
    <dgm:cxn modelId="{A65C86F5-00C1-45B4-9D44-887C3551F8C3}" type="presParOf" srcId="{FA0D7370-BC55-1041-AD08-93278E963805}" destId="{6517270E-D258-C545-9883-14B67B89FC42}" srcOrd="0" destOrd="0" presId="urn:microsoft.com/office/officeart/2005/8/layout/matrix3"/>
    <dgm:cxn modelId="{13DF69B4-7C8D-4E0A-B557-7174B39AB957}" type="presParOf" srcId="{FA0D7370-BC55-1041-AD08-93278E963805}" destId="{4CFB5C30-ED26-FA41-AB50-DF1A25B9E11D}" srcOrd="1" destOrd="0" presId="urn:microsoft.com/office/officeart/2005/8/layout/matrix3"/>
    <dgm:cxn modelId="{A83C5FFC-42A8-4E8D-820E-707036C9C1C5}" type="presParOf" srcId="{FA0D7370-BC55-1041-AD08-93278E963805}" destId="{AEE882AC-EC84-874D-B1E9-20DF06D28533}" srcOrd="2" destOrd="0" presId="urn:microsoft.com/office/officeart/2005/8/layout/matrix3"/>
    <dgm:cxn modelId="{062B2983-F91F-4F44-A8B4-A9515B55B414}" type="presParOf" srcId="{FA0D7370-BC55-1041-AD08-93278E963805}" destId="{AFE469BB-BEFB-D041-9163-9A6D62D8D8DE}" srcOrd="3" destOrd="0" presId="urn:microsoft.com/office/officeart/2005/8/layout/matrix3"/>
    <dgm:cxn modelId="{141E734D-1725-4B02-84F0-846CF31E1BFE}" type="presParOf" srcId="{FA0D7370-BC55-1041-AD08-93278E963805}" destId="{4B38F9A1-AF80-1D4C-BA1C-0D438484B2FD}"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target2">
  <dgm:title val=""/>
  <dgm:desc val=""/>
  <dgm:catLst>
    <dgm:cat type="relationship"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chMax val="3"/>
      <dgm:chPref val="1"/>
      <dgm:dir/>
      <dgm:animLvl val="lvl"/>
      <dgm:resizeHandles/>
    </dgm:varLst>
    <dgm:alg type="composite">
      <dgm:param type="horzAlign" val="none"/>
      <dgm:param type="vertAlign" val="none"/>
    </dgm:alg>
    <dgm:shape xmlns:r="http://schemas.openxmlformats.org/officeDocument/2006/relationships" r:blip="">
      <dgm:adjLst/>
    </dgm:shape>
    <dgm:presOf/>
    <dgm:choose name="Name1">
      <dgm:if name="Name2" func="var" arg="dir" op="equ" val="norm">
        <dgm:choose name="Name3">
          <dgm:if name="Name4" axis="ch ch" ptType="node node" st="1 1" cnt="1 0" func="cnt" op="gt" val="0">
            <dgm:choose name="Name5">
              <dgm:if name="Name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395"/>
                  <dgm:constr type="t" for="ch" forName="centerBox" refType="h" fact="0.5"/>
                  <dgm:constr type="w" for="ch" forName="centerBox" refType="w" fact="0.555"/>
                  <dgm:constr type="h" for="ch" forName="centerBox" refType="h" fact="0.4"/>
                  <dgm:constr type="userA" for="des" forName="outerSibTrans" refType="w"/>
                  <dgm:constr type="userA" for="des" forName="middleSibTrans" refType="w"/>
                  <dgm:constr type="userA" for="des" forName="centerSibTrans" refType="w"/>
                </dgm:constrLst>
              </dgm:if>
              <dgm:else name="Name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22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8">
            <dgm:choose name="Name9">
              <dgm:if name="Name1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26"/>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1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if>
      <dgm:else name="Name12">
        <dgm:choose name="Name13">
          <dgm:if name="Name14" axis="ch ch" ptType="node node" st="1 1" cnt="1 0" func="cnt" op="gt" val="0">
            <dgm:choose name="Name15">
              <dgm:if name="Name1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55"/>
                  <dgm:constr type="h" for="ch" forName="centerBox" refType="h" fact="0.4"/>
                  <dgm:constr type="userA" for="des" forName="outerSibTrans" refType="w"/>
                  <dgm:constr type="userA" for="des" forName="middleSibTrans" refType="w"/>
                  <dgm:constr type="userA" for="des" forName="centerSibTrans" refType="w"/>
                </dgm:constrLst>
              </dgm:if>
              <dgm:else name="Name1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18">
            <dgm:choose name="Name19">
              <dgm:if name="Name2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2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else>
    </dgm:choose>
    <dgm:ruleLst/>
    <dgm:choose name="Name22">
      <dgm:if name="Name23" axis="root ch" ptType="all node" st="1 1" cnt="0 0" func="cnt" op="gte" val="1">
        <dgm:layoutNode name="outerBox" styleLbl="node1">
          <dgm:alg type="composite">
            <dgm:param type="horzAlign" val="none"/>
            <dgm:param type="vertAlign" val="none"/>
          </dgm:alg>
          <dgm:shape xmlns:r="http://schemas.openxmlformats.org/officeDocument/2006/relationships" r:blip="">
            <dgm:adjLst/>
          </dgm:shape>
          <dgm:presOf/>
          <dgm:choose name="Name24">
            <dgm:if name="Name25" axis="root ch" ptType="all node" st="1 1" cnt="0 0" func="cnt" op="gt" val="1">
              <dgm:choose name="Name26">
                <dgm:if name="Name27" func="var" arg="dir" op="equ" val="norm">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025"/>
                    <dgm:constr type="t" for="ch" forName="outerBoxChildren" refType="h" fact="0.25"/>
                    <dgm:constr type="w" for="ch" forName="outerBoxChildren" refType="w" fact="0.15"/>
                    <dgm:constr type="h" for="ch" forName="outerBoxChildren" refType="h" fact="0.7"/>
                  </dgm:constrLst>
                </dgm:if>
                <dgm:else name="Name28">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825"/>
                    <dgm:constr type="t" for="ch" forName="outerBoxChildren" refType="h" fact="0.25"/>
                    <dgm:constr type="w" for="ch" forName="outerBoxChildren" refType="w" fact="0.15"/>
                    <dgm:constr type="h" for="ch" forName="outerBoxChildren" refType="h" fact="0.7"/>
                  </dgm:constrLst>
                </dgm:else>
              </dgm:choose>
            </dgm:if>
            <dgm:else name="Name29">
              <dgm:constrLst>
                <dgm:constr type="l" for="ch" forName="outerBoxParent"/>
                <dgm:constr type="t" for="ch" forName="outerBoxParent"/>
                <dgm:constr type="w" for="ch" forName="outerBoxParent" refType="w"/>
                <dgm:constr type="h" for="ch" forName="outerBoxParent" refType="h"/>
                <dgm:constr type="bMarg" for="ch" forName="outerBoxParent" refType="h" fact="1.75"/>
                <dgm:constr type="l" for="ch" forName="outerBoxChildren" refType="w" fact="0.025"/>
                <dgm:constr type="t" for="ch" forName="outerBoxChildren" refType="h" fact="0.45"/>
                <dgm:constr type="w" for="ch" forName="outerBoxChildren" refType="w" fact="0.95"/>
                <dgm:constr type="h" for="ch" forName="outerBoxChildren" refType="h" fact="0.45"/>
              </dgm:constrLst>
            </dgm:else>
          </dgm:choose>
          <dgm:ruleLst/>
          <dgm:layoutNode name="outerBoxParent" styleLbl="node1">
            <dgm:alg type="tx">
              <dgm:param type="txAnchorVert" val="t"/>
              <dgm:param type="parTxLTRAlign" val="l"/>
              <dgm:param type="parTxRTLAlign" val="r"/>
            </dgm:alg>
            <dgm:shape xmlns:r="http://schemas.openxmlformats.org/officeDocument/2006/relationships" type="roundRect" r:blip="">
              <dgm:adjLst>
                <dgm:adj idx="1" val="0.085"/>
              </dgm:adjLst>
            </dgm:shape>
            <dgm:presOf axis="ch" ptType="node" cnt="1"/>
            <dgm:constrLst>
              <dgm:constr type="tMarg" refType="primFontSz" fact="0.3"/>
              <dgm:constr type="lMarg" refType="primFontSz" fact="0.3"/>
              <dgm:constr type="rMarg" refType="primFontSz" fact="0.3"/>
            </dgm:constrLst>
            <dgm:ruleLst>
              <dgm:rule type="primFontSz" val="5" fact="NaN" max="NaN"/>
            </dgm:ruleLst>
          </dgm:layoutNode>
          <dgm:layoutNode name="outerBoxChildren">
            <dgm:choose name="Name30">
              <dgm:if name="Name31" axis="root ch" ptType="all node" st="1 1" cnt="0 0" func="cnt" op="gt" val="1">
                <dgm:alg type="lin">
                  <dgm:param type="linDir" val="fromT"/>
                  <dgm:param type="vertAlign" val="t"/>
                </dgm:alg>
              </dgm:if>
              <dgm:else name="Name32">
                <dgm:choose name="Name33">
                  <dgm:if name="Name34" func="var" arg="dir" op="equ" val="norm">
                    <dgm:alg type="lin">
                      <dgm:param type="horzAlign" val="l"/>
                    </dgm:alg>
                  </dgm:if>
                  <dgm:else name="Name35">
                    <dgm:alg type="lin">
                      <dgm:param type="linDir" val="fromR"/>
                      <dgm:param type="horzAlign" val="r"/>
                    </dgm:alg>
                  </dgm:else>
                </dgm:choose>
              </dgm:else>
            </dgm:choose>
            <dgm:shape xmlns:r="http://schemas.openxmlformats.org/officeDocument/2006/relationships" r:blip="">
              <dgm:adjLst/>
            </dgm:shape>
            <dgm:presOf/>
            <dgm:constrLst>
              <dgm:constr type="w" for="ch" forName="oChild" refType="w"/>
              <dgm:constr type="h" for="ch" forName="oChild" refType="h"/>
            </dgm:constrLst>
            <dgm:ruleLst/>
            <dgm:forEach name="Name36" axis="ch ch" ptType="node node" st="1 1" cnt="1 0">
              <dgm:layoutNode name="o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37" axis="followSib" ptType="sibTrans" cnt="1">
                <dgm:layoutNode name="ou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38"/>
    </dgm:choose>
    <dgm:choose name="Name39">
      <dgm:if name="Name40" axis="root ch" ptType="all node" st="1 1" cnt="0 0" func="cnt" op="gte" val="2">
        <dgm:layoutNode name="middleBox">
          <dgm:alg type="composite">
            <dgm:param type="horzAlign" val="none"/>
            <dgm:param type="vertAlign" val="none"/>
          </dgm:alg>
          <dgm:shape xmlns:r="http://schemas.openxmlformats.org/officeDocument/2006/relationships" r:blip="">
            <dgm:adjLst/>
          </dgm:shape>
          <dgm:presOf/>
          <dgm:choose name="Name41">
            <dgm:if name="Name42" axis="root ch" ptType="all node" st="1 1" cnt="0 0" func="cnt" op="gt" val="2">
              <dgm:choose name="Name43">
                <dgm:if name="Name44" func="var" arg="dir" op="equ" val="norm">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35"/>
                    <dgm:constr type="w" for="ch" forName="middleBoxChildren" refType="w" fact="0.2"/>
                    <dgm:constr type="h" for="ch" forName="middleBoxChildren" refType="h" fact="0.575"/>
                  </dgm:constrLst>
                </dgm:if>
                <dgm:else name="Name45">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775"/>
                    <dgm:constr type="t" for="ch" forName="middleBoxChildren" refType="h" fact="0.35"/>
                    <dgm:constr type="w" for="ch" forName="middleBoxChildren" refType="w" fact="0.2"/>
                    <dgm:constr type="h" for="ch" forName="middleBoxChildren" refType="h" fact="0.575"/>
                  </dgm:constrLst>
                </dgm:else>
              </dgm:choose>
            </dgm:if>
            <dgm:else name="Name46">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45"/>
                <dgm:constr type="w" for="ch" forName="middleBoxChildren" refType="w" fact="0.95"/>
                <dgm:constr type="h" for="ch" forName="middleBoxChildren" refType="h" fact="0.45"/>
              </dgm:constrLst>
            </dgm:else>
          </dgm:choose>
          <dgm:ruleLst/>
          <dgm:layoutNode name="middle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2" cnt="1"/>
            <dgm:constrLst>
              <dgm:constr type="tMarg" refType="primFontSz" fact="0.3"/>
              <dgm:constr type="lMarg" refType="primFontSz" fact="0.3"/>
              <dgm:constr type="rMarg" refType="primFontSz" fact="0.3"/>
            </dgm:constrLst>
            <dgm:ruleLst>
              <dgm:rule type="primFontSz" val="5" fact="NaN" max="NaN"/>
            </dgm:ruleLst>
          </dgm:layoutNode>
          <dgm:layoutNode name="middleBoxChildren">
            <dgm:choose name="Name47">
              <dgm:if name="Name48" axis="root ch" ptType="all node" st="1 1" cnt="0 0" func="cnt" op="gt" val="2">
                <dgm:alg type="lin">
                  <dgm:param type="linDir" val="fromT"/>
                  <dgm:param type="vertAlign" val="t"/>
                </dgm:alg>
              </dgm:if>
              <dgm:else name="Name49">
                <dgm:choose name="Name50">
                  <dgm:if name="Name51" func="var" arg="dir" op="equ" val="norm">
                    <dgm:alg type="lin">
                      <dgm:param type="horzAlign" val="l"/>
                    </dgm:alg>
                  </dgm:if>
                  <dgm:else name="Name52">
                    <dgm:alg type="lin">
                      <dgm:param type="linDir" val="fromR"/>
                      <dgm:param type="horzAlign" val="r"/>
                    </dgm:alg>
                  </dgm:else>
                </dgm:choose>
              </dgm:else>
            </dgm:choose>
            <dgm:shape xmlns:r="http://schemas.openxmlformats.org/officeDocument/2006/relationships" r:blip="">
              <dgm:adjLst/>
            </dgm:shape>
            <dgm:presOf/>
            <dgm:constrLst>
              <dgm:constr type="w" for="ch" forName="mChild" refType="w"/>
              <dgm:constr type="h" for="ch" forName="mChild" refType="h"/>
            </dgm:constrLst>
            <dgm:ruleLst/>
            <dgm:forEach name="Name53" axis="ch ch" ptType="node node" st="2 1" cnt="1 0">
              <dgm:layoutNode name="m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54" axis="followSib" ptType="sibTrans" cnt="1">
                <dgm:layoutNode name="middle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55"/>
    </dgm:choose>
    <dgm:choose name="Name56">
      <dgm:if name="Name57" axis="root ch" ptType="all node" st="1 1" cnt="0 0" func="cnt" op="gte" val="3">
        <dgm:layoutNode name="centerBox">
          <dgm:alg type="composite">
            <dgm:param type="horzAlign" val="none"/>
            <dgm:param type="vertAlign" val="none"/>
          </dgm:alg>
          <dgm:shape xmlns:r="http://schemas.openxmlformats.org/officeDocument/2006/relationships" r:blip="">
            <dgm:adjLst/>
          </dgm:shape>
          <dgm:presOf/>
          <dgm:choose name="Name58">
            <dgm:if name="Name59" axis="ch ch" ptType="node node" st="3 1" cnt="1 0" func="cnt" op="gt" val="0">
              <dgm:constrLst>
                <dgm:constr type="l" for="ch" forName="centerBoxParent"/>
                <dgm:constr type="t" for="ch" forName="centerBoxParent"/>
                <dgm:constr type="w" for="ch" forName="centerBoxParent" refType="w"/>
                <dgm:constr type="h" for="ch" forName="centerBoxParent" refType="h"/>
                <dgm:constr type="bMarg" for="ch" forName="centerBoxParent" refType="h" fact="1.6"/>
                <dgm:constr type="l" for="ch" forName="centerBoxChildren" refType="w" fact="0.025"/>
                <dgm:constr type="t" for="ch" forName="centerBoxChildren" refType="h" fact="0.45"/>
                <dgm:constr type="w" for="ch" forName="centerBoxChildren" refType="w" fact="0.95"/>
                <dgm:constr type="h" for="ch" forName="centerBoxChildren" refType="h" fact="0.45"/>
              </dgm:constrLst>
            </dgm:if>
            <dgm:else name="Name60">
              <dgm:constrLst>
                <dgm:constr type="l" for="ch" forName="centerBoxParent"/>
                <dgm:constr type="t" for="ch" forName="centerBoxParent"/>
                <dgm:constr type="w" for="ch" forName="centerBoxParent" refType="w"/>
                <dgm:constr type="h" for="ch" forName="centerBoxParent" refType="h"/>
              </dgm:constrLst>
            </dgm:else>
          </dgm:choose>
          <dgm:ruleLst/>
          <dgm:layoutNode name="center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3" cnt="1"/>
            <dgm:constrLst>
              <dgm:constr type="tMarg" refType="primFontSz" fact="0.3"/>
              <dgm:constr type="lMarg" refType="primFontSz" fact="0.3"/>
              <dgm:constr type="rMarg" refType="primFontSz" fact="0.3"/>
            </dgm:constrLst>
            <dgm:ruleLst>
              <dgm:rule type="primFontSz" val="5" fact="NaN" max="NaN"/>
            </dgm:ruleLst>
          </dgm:layoutNode>
          <dgm:choose name="Name61">
            <dgm:if name="Name62" axis="ch ch" ptType="node node" st="3 1" cnt="1 0" func="cnt" op="gt" val="0">
              <dgm:layoutNode name="centerBoxChildren">
                <dgm:choose name="Name63">
                  <dgm:if name="Name64" func="var" arg="dir" op="equ" val="norm">
                    <dgm:alg type="lin">
                      <dgm:param type="horzAlign" val="l"/>
                    </dgm:alg>
                  </dgm:if>
                  <dgm:else name="Name65">
                    <dgm:alg type="lin">
                      <dgm:param type="linDir" val="fromR"/>
                      <dgm:param type="horzAlign" val="r"/>
                    </dgm:alg>
                  </dgm:else>
                </dgm:choose>
                <dgm:shape xmlns:r="http://schemas.openxmlformats.org/officeDocument/2006/relationships" r:blip="">
                  <dgm:adjLst/>
                </dgm:shape>
                <dgm:presOf/>
                <dgm:constrLst>
                  <dgm:constr type="w" for="ch" forName="cChild" refType="w"/>
                  <dgm:constr type="h" for="ch" forName="cChild" refType="h"/>
                </dgm:constrLst>
                <dgm:ruleLst/>
                <dgm:forEach name="Name66" axis="ch ch" ptType="node node" st="3 1" cnt="1 0">
                  <dgm:layoutNode name="c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67" axis="followSib" ptType="sibTrans" cnt="1">
                    <dgm:layoutNode name="cen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if>
            <dgm:else name="Name68"/>
          </dgm:choose>
        </dgm:layoutNode>
      </dgm:if>
      <dgm:else name="Name69"/>
    </dgm:choose>
  </dgm:layoutNode>
</dgm:layoutDef>
</file>

<file path=ppt/diagrams/layout4.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pyramid4">
  <dgm:title val=""/>
  <dgm:desc val=""/>
  <dgm:catLst>
    <dgm:cat type="pyramid" pri="4000"/>
    <dgm:cat type="relationship" pri="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useDef="1">
    <dgm:dataModel>
      <dgm:ptLst/>
      <dgm:bg/>
      <dgm:whole/>
    </dgm:dataModel>
  </dgm:styleData>
  <dgm:clrData useDef="1">
    <dgm:dataModel>
      <dgm:ptLst/>
      <dgm:bg/>
      <dgm:whole/>
    </dgm:dataModel>
  </dgm:clrData>
  <dgm:layoutNode name="compositeShape">
    <dgm:varLst>
      <dgm:chMax val="9"/>
      <dgm:dir/>
      <dgm:resizeHandles val="exact"/>
    </dgm:varLst>
    <dgm:alg type="composite">
      <dgm:param type="ar" val="1"/>
    </dgm:alg>
    <dgm:shape xmlns:r="http://schemas.openxmlformats.org/officeDocument/2006/relationships" r:blip="">
      <dgm:adjLst/>
    </dgm:shape>
    <dgm:presOf/>
    <dgm:choose name="Name0">
      <dgm:if name="Name1" axis="ch" ptType="node" func="cnt" op="lte" val="4">
        <dgm:choose name="Name2">
          <dgm:if name="Name3" axis="ch" ptType="node" func="cnt" op="equ" val="1">
            <dgm:constrLst>
              <dgm:constr type="primFontSz" for="ch" ptType="node" op="equ" val="65"/>
              <dgm:constr type="t" for="ch" forName="triangle1"/>
              <dgm:constr type="l" for="ch" forName="triangle1"/>
              <dgm:constr type="h" for="ch" forName="triangle1" refType="h"/>
              <dgm:constr type="w" for="ch" forName="triangle1" refType="h"/>
            </dgm:constrLst>
          </dgm:if>
          <dgm:else name="Name4">
            <dgm:constrLst>
              <dgm:constr type="primFontSz" for="ch" ptType="node" op="equ" val="65"/>
              <dgm:constr type="t" for="ch" forName="triangle1"/>
              <dgm:constr type="l" for="ch" forName="triangle1" refType="h" fact="0.25"/>
              <dgm:constr type="h" for="ch" forName="triangle1" refType="h" fact="0.5"/>
              <dgm:constr type="w" for="ch" forName="triangle1" refType="h" fact="0.5"/>
              <dgm:constr type="t" for="ch" forName="triangle2" refType="h" fact="0.5"/>
              <dgm:constr type="l" for="ch" forName="triangle2"/>
              <dgm:constr type="h" for="ch" forName="triangle2" refType="h" fact="0.5"/>
              <dgm:constr type="w" for="ch" forName="triangle2" refType="h" fact="0.5"/>
              <dgm:constr type="t" for="ch" forName="triangle3" refType="h" fact="0.5"/>
              <dgm:constr type="l" for="ch" forName="triangle3" refType="h" fact="0.25"/>
              <dgm:constr type="h" for="ch" forName="triangle3" refType="h" fact="0.5"/>
              <dgm:constr type="w" for="ch" forName="triangle3" refType="h" fact="0.5"/>
              <dgm:constr type="t" for="ch" forName="triangle4" refType="h" fact="0.5"/>
              <dgm:constr type="l" for="ch" forName="triangle4" refType="h" fact="0.5"/>
              <dgm:constr type="h" for="ch" forName="triangle4" refType="h" fact="0.5"/>
              <dgm:constr type="w" for="ch" forName="triangle4" refType="h" fact="0.5"/>
            </dgm:constrLst>
          </dgm:else>
        </dgm:choose>
      </dgm:if>
      <dgm:else name="Name5">
        <dgm:constrLst>
          <dgm:constr type="primFontSz" for="ch" ptType="node" op="equ" val="65"/>
          <dgm:constr type="t" for="ch" forName="triangle1"/>
          <dgm:constr type="l" for="ch" forName="triangle1" refType="h" fact="0.33"/>
          <dgm:constr type="h" for="ch" forName="triangle1" refType="h" fact="0.33"/>
          <dgm:constr type="w" for="ch" forName="triangle1" refType="h" fact="0.33"/>
          <dgm:constr type="t" for="ch" forName="triangle2" refType="h" fact="0.33"/>
          <dgm:constr type="l" for="ch" forName="triangle2" refType="h" fact="0.165"/>
          <dgm:constr type="h" for="ch" forName="triangle2" refType="h" fact="0.33"/>
          <dgm:constr type="w" for="ch" forName="triangle2" refType="h" fact="0.33"/>
          <dgm:constr type="t" for="ch" forName="triangle3" refType="h" fact="0.33"/>
          <dgm:constr type="l" for="ch" forName="triangle3" refType="h" fact="0.33"/>
          <dgm:constr type="h" for="ch" forName="triangle3" refType="h" fact="0.33"/>
          <dgm:constr type="w" for="ch" forName="triangle3" refType="h" fact="0.33"/>
          <dgm:constr type="t" for="ch" forName="triangle4" refType="h" fact="0.33"/>
          <dgm:constr type="l" for="ch" forName="triangle4" refType="h" fact="0.495"/>
          <dgm:constr type="h" for="ch" forName="triangle4" refType="h" fact="0.33"/>
          <dgm:constr type="w" for="ch" forName="triangle4" refType="h" fact="0.33"/>
          <dgm:constr type="t" for="ch" forName="triangle5" refType="h" fact="0.66"/>
          <dgm:constr type="l" for="ch" forName="triangle5"/>
          <dgm:constr type="h" for="ch" forName="triangle5" refType="h" fact="0.33"/>
          <dgm:constr type="w" for="ch" forName="triangle5" refType="h" fact="0.33"/>
          <dgm:constr type="t" for="ch" forName="triangle6" refType="h" fact="0.66"/>
          <dgm:constr type="l" for="ch" forName="triangle6" refType="h" fact="0.165"/>
          <dgm:constr type="h" for="ch" forName="triangle6" refType="h" fact="0.33"/>
          <dgm:constr type="w" for="ch" forName="triangle6" refType="h" fact="0.33"/>
          <dgm:constr type="t" for="ch" forName="triangle7" refType="h" fact="0.66"/>
          <dgm:constr type="l" for="ch" forName="triangle7" refType="h" fact="0.33"/>
          <dgm:constr type="h" for="ch" forName="triangle7" refType="h" fact="0.33"/>
          <dgm:constr type="w" for="ch" forName="triangle7" refType="h" fact="0.33"/>
          <dgm:constr type="t" for="ch" forName="triangle8" refType="h" fact="0.66"/>
          <dgm:constr type="l" for="ch" forName="triangle8" refType="h" fact="0.495"/>
          <dgm:constr type="h" for="ch" forName="triangle8" refType="h" fact="0.33"/>
          <dgm:constr type="w" for="ch" forName="triangle8" refType="h" fact="0.33"/>
          <dgm:constr type="t" for="ch" forName="triangle9" refType="h" fact="0.66"/>
          <dgm:constr type="l" for="ch" forName="triangle9" refType="h" fact="0.66"/>
          <dgm:constr type="h" for="ch" forName="triangle9" refType="h" fact="0.33"/>
          <dgm:constr type="w" for="ch" forName="triangle9" refType="h" fact="0.33"/>
        </dgm:constrLst>
      </dgm:else>
    </dgm:choose>
    <dgm:ruleLst/>
    <dgm:choose name="Name6">
      <dgm:if name="Name7" axis="ch" ptType="node" func="cnt" op="gte" val="1">
        <dgm:layoutNode name="triangle1" styleLbl="node1">
          <dgm:varLst>
            <dgm:bulletEnabled val="1"/>
          </dgm:varLst>
          <dgm:alg type="tx">
            <dgm:param type="txAnchorVertCh" val="mid"/>
          </dgm:alg>
          <dgm:shape xmlns:r="http://schemas.openxmlformats.org/officeDocument/2006/relationships" type="triangle"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8"/>
    </dgm:choose>
    <dgm:choose name="Name9">
      <dgm:if name="Name10" axis="ch" ptType="node" func="cnt" op="gte" val="2">
        <dgm:layoutNode name="triangle2" styleLbl="node1">
          <dgm:varLst>
            <dgm:bulletEnabled val="1"/>
          </dgm:varLst>
          <dgm:alg type="tx">
            <dgm:param type="txAnchorVertCh" val="mid"/>
          </dgm:alg>
          <dgm:shape xmlns:r="http://schemas.openxmlformats.org/officeDocument/2006/relationships" type="triangle" r:blip="">
            <dgm:adjLst/>
          </dgm:shape>
          <dgm:choose name="Name11">
            <dgm:if name="Name12" func="var" arg="dir" op="equ" val="norm">
              <dgm:presOf axis="ch desOrSelf" ptType="node node" st="2 1" cnt="1 0"/>
            </dgm:if>
            <dgm:else name="Name13">
              <dgm:presOf axis="ch desOrSelf" ptType="node node" st="4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3" styleLbl="node1">
          <dgm:varLst>
            <dgm:bulletEnabled val="1"/>
          </dgm:varLst>
          <dgm:alg type="tx">
            <dgm:param type="txAnchorVertCh" val="mid"/>
          </dgm:alg>
          <dgm:shape xmlns:r="http://schemas.openxmlformats.org/officeDocument/2006/relationships" rot="180" type="triangle"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4" styleLbl="node1">
          <dgm:varLst>
            <dgm:bulletEnabled val="1"/>
          </dgm:varLst>
          <dgm:alg type="tx">
            <dgm:param type="txAnchorVertCh" val="mid"/>
          </dgm:alg>
          <dgm:shape xmlns:r="http://schemas.openxmlformats.org/officeDocument/2006/relationships" type="triangle" r:blip="">
            <dgm:adjLst/>
          </dgm:shape>
          <dgm:choose name="Name14">
            <dgm:if name="Name15" func="var" arg="dir" op="equ" val="norm">
              <dgm:presOf axis="ch desOrSelf" ptType="node node" st="4 1" cnt="1 0"/>
            </dgm:if>
            <dgm:else name="Name16">
              <dgm:presOf axis="ch desOrSelf" ptType="node node" st="2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7"/>
    </dgm:choose>
    <dgm:choose name="Name18">
      <dgm:if name="Name19" axis="ch" ptType="node" func="cnt" op="gte" val="5">
        <dgm:layoutNode name="triangle5" styleLbl="node1">
          <dgm:varLst>
            <dgm:bulletEnabled val="1"/>
          </dgm:varLst>
          <dgm:alg type="tx">
            <dgm:param type="txAnchorVertCh" val="mid"/>
          </dgm:alg>
          <dgm:shape xmlns:r="http://schemas.openxmlformats.org/officeDocument/2006/relationships" type="triangle" r:blip="">
            <dgm:adjLst/>
          </dgm:shape>
          <dgm:choose name="Name20">
            <dgm:if name="Name21" func="var" arg="dir" op="equ" val="norm">
              <dgm:presOf axis="ch desOrSelf" ptType="node node" st="5 1" cnt="1 0"/>
            </dgm:if>
            <dgm:else name="Name22">
              <dgm:presOf axis="ch desOrSelf" ptType="node node" st="9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6" styleLbl="node1">
          <dgm:varLst>
            <dgm:bulletEnabled val="1"/>
          </dgm:varLst>
          <dgm:alg type="tx">
            <dgm:param type="txAnchorVertCh" val="mid"/>
          </dgm:alg>
          <dgm:shape xmlns:r="http://schemas.openxmlformats.org/officeDocument/2006/relationships" rot="180" type="triangle" r:blip="">
            <dgm:adjLst/>
          </dgm:shape>
          <dgm:choose name="Name23">
            <dgm:if name="Name24" func="var" arg="dir" op="equ" val="norm">
              <dgm:presOf axis="ch desOrSelf" ptType="node node" st="6 1" cnt="1 0"/>
            </dgm:if>
            <dgm:else name="Name25">
              <dgm:presOf axis="ch desOrSelf" ptType="node node" st="8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7" styleLbl="node1">
          <dgm:varLst>
            <dgm:bulletEnabled val="1"/>
          </dgm:varLst>
          <dgm:alg type="tx">
            <dgm:param type="txAnchorVertCh" val="mid"/>
          </dgm:alg>
          <dgm:shape xmlns:r="http://schemas.openxmlformats.org/officeDocument/2006/relationships" type="triangle" r:blip="">
            <dgm:adjLst/>
          </dgm:shape>
          <dgm:presOf axis="ch desOrSelf" ptType="node node" st="7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8" styleLbl="node1">
          <dgm:varLst>
            <dgm:bulletEnabled val="1"/>
          </dgm:varLst>
          <dgm:alg type="tx">
            <dgm:param type="txAnchorVertCh" val="mid"/>
          </dgm:alg>
          <dgm:shape xmlns:r="http://schemas.openxmlformats.org/officeDocument/2006/relationships" rot="180" type="triangle" r:blip="">
            <dgm:adjLst/>
          </dgm:shape>
          <dgm:choose name="Name26">
            <dgm:if name="Name27" func="var" arg="dir" op="equ" val="norm">
              <dgm:presOf axis="ch desOrSelf" ptType="node node" st="8 1" cnt="1 0"/>
            </dgm:if>
            <dgm:else name="Name28">
              <dgm:presOf axis="ch desOrSelf" ptType="node node" st="6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9" styleLbl="node1">
          <dgm:varLst>
            <dgm:bulletEnabled val="1"/>
          </dgm:varLst>
          <dgm:alg type="tx">
            <dgm:param type="txAnchorVertCh" val="mid"/>
          </dgm:alg>
          <dgm:shape xmlns:r="http://schemas.openxmlformats.org/officeDocument/2006/relationships" type="triangle" r:blip="">
            <dgm:adjLst/>
          </dgm:shape>
          <dgm:choose name="Name29">
            <dgm:if name="Name30" func="var" arg="dir" op="equ" val="norm">
              <dgm:presOf axis="ch desOrSelf" ptType="node node" st="9 1" cnt="1 0"/>
            </dgm:if>
            <dgm:else name="Name31">
              <dgm:presOf axis="ch desOrSelf" ptType="node node" st="5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2"/>
    </dgm:choose>
  </dgm:layoutNode>
</dgm:layoutDef>
</file>

<file path=ppt/diagrams/layout6.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BB1C29-75D9-45F0-A21E-1280A3F15C83}" type="datetimeFigureOut">
              <a:rPr lang="en-GB" smtClean="0"/>
              <a:t>19/09/2019</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9D7A59-519A-4EDC-8C9D-4D1E5984F227}" type="slidenum">
              <a:rPr lang="en-GB" smtClean="0"/>
              <a:t>‹#›</a:t>
            </a:fld>
            <a:endParaRPr lang="en-GB"/>
          </a:p>
        </p:txBody>
      </p:sp>
    </p:spTree>
    <p:extLst>
      <p:ext uri="{BB962C8B-B14F-4D97-AF65-F5344CB8AC3E}">
        <p14:creationId xmlns:p14="http://schemas.microsoft.com/office/powerpoint/2010/main" val="3589554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p:cNvSpPr>
            <a:spLocks noGrp="1" noRot="1" noChangeAspect="1" noTextEdit="1"/>
          </p:cNvSpPr>
          <p:nvPr>
            <p:ph type="sldImg"/>
          </p:nvPr>
        </p:nvSpPr>
        <p:spPr>
          <a:ln/>
        </p:spPr>
      </p:sp>
      <p:sp>
        <p:nvSpPr>
          <p:cNvPr id="71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smtClean="0"/>
          </a:p>
        </p:txBody>
      </p:sp>
      <p:sp>
        <p:nvSpPr>
          <p:cNvPr id="71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71E9B611-79A5-4063-8624-6013F60C0F92}" type="slidenum">
              <a:rPr kumimoji="0" lang="en-GB"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a:t>
            </a:fld>
            <a:endParaRPr kumimoji="0" lang="en-GB"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9027065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49D39426-7662-CB4C-8824-EFF6FB89C05D}" type="slidenum">
              <a:rPr kumimoji="0" lang="en-AU"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3</a:t>
            </a:fld>
            <a:endParaRPr kumimoji="0" lang="en-AU"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
        <p:nvSpPr>
          <p:cNvPr id="207874" name="Rectangle 2"/>
          <p:cNvSpPr>
            <a:spLocks noGrp="1" noRot="1" noChangeAspect="1" noChangeArrowheads="1" noTextEdit="1"/>
          </p:cNvSpPr>
          <p:nvPr>
            <p:ph type="sldImg"/>
          </p:nvPr>
        </p:nvSpPr>
        <p:spPr>
          <a:ln/>
        </p:spPr>
      </p:sp>
      <p:sp>
        <p:nvSpPr>
          <p:cNvPr id="207875" name="Rectangle 3"/>
          <p:cNvSpPr>
            <a:spLocks noGrp="1" noChangeArrowheads="1"/>
          </p:cNvSpPr>
          <p:nvPr>
            <p:ph type="body" idx="1"/>
          </p:nvPr>
        </p:nvSpPr>
        <p:spPr/>
        <p:txBody>
          <a:bodyPr/>
          <a:lstStyle/>
          <a:p>
            <a:endParaRPr lang="en-US" b="0" dirty="0">
              <a:latin typeface="Times New Roman" pitchFamily="-107" charset="0"/>
            </a:endParaRPr>
          </a:p>
        </p:txBody>
      </p:sp>
    </p:spTree>
    <p:extLst>
      <p:ext uri="{BB962C8B-B14F-4D97-AF65-F5344CB8AC3E}">
        <p14:creationId xmlns:p14="http://schemas.microsoft.com/office/powerpoint/2010/main" val="12626968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4A34E433-BC61-AE48-A59F-1186134F32BC}" type="slidenum">
              <a:rPr kumimoji="0" lang="en-AU"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19</a:t>
            </a:fld>
            <a:endParaRPr kumimoji="0" lang="en-AU"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
        <p:nvSpPr>
          <p:cNvPr id="211970" name="Rectangle 2"/>
          <p:cNvSpPr>
            <a:spLocks noGrp="1" noRot="1" noChangeAspect="1" noChangeArrowheads="1" noTextEdit="1"/>
          </p:cNvSpPr>
          <p:nvPr>
            <p:ph type="sldImg"/>
          </p:nvPr>
        </p:nvSpPr>
        <p:spPr>
          <a:ln/>
        </p:spPr>
      </p:sp>
      <p:sp>
        <p:nvSpPr>
          <p:cNvPr id="211971" name="Rectangle 3"/>
          <p:cNvSpPr>
            <a:spLocks noGrp="1" noChangeArrowheads="1"/>
          </p:cNvSpPr>
          <p:nvPr>
            <p:ph type="body" idx="1"/>
          </p:nvPr>
        </p:nvSpPr>
        <p:spPr/>
        <p:txBody>
          <a:bodyPr/>
          <a:lstStyle/>
          <a:p>
            <a:endParaRPr lang="en-US" dirty="0">
              <a:latin typeface="Times New Roman" pitchFamily="-107" charset="0"/>
            </a:endParaRPr>
          </a:p>
        </p:txBody>
      </p:sp>
    </p:spTree>
    <p:extLst>
      <p:ext uri="{BB962C8B-B14F-4D97-AF65-F5344CB8AC3E}">
        <p14:creationId xmlns:p14="http://schemas.microsoft.com/office/powerpoint/2010/main" val="12356290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4A34E433-BC61-AE48-A59F-1186134F32BC}" type="slidenum">
              <a:rPr kumimoji="0" lang="en-AU"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20</a:t>
            </a:fld>
            <a:endParaRPr kumimoji="0" lang="en-AU"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
        <p:nvSpPr>
          <p:cNvPr id="211970" name="Rectangle 2"/>
          <p:cNvSpPr>
            <a:spLocks noGrp="1" noRot="1" noChangeAspect="1" noChangeArrowheads="1" noTextEdit="1"/>
          </p:cNvSpPr>
          <p:nvPr>
            <p:ph type="sldImg"/>
          </p:nvPr>
        </p:nvSpPr>
        <p:spPr>
          <a:ln/>
        </p:spPr>
      </p:sp>
      <p:sp>
        <p:nvSpPr>
          <p:cNvPr id="211971" name="Rectangle 3"/>
          <p:cNvSpPr>
            <a:spLocks noGrp="1" noChangeArrowheads="1"/>
          </p:cNvSpPr>
          <p:nvPr>
            <p:ph type="body" idx="1"/>
          </p:nvPr>
        </p:nvSpPr>
        <p:spPr/>
        <p:txBody>
          <a:bodyPr/>
          <a:lstStyle/>
          <a:p>
            <a:endParaRPr lang="en-US" dirty="0">
              <a:latin typeface="Times New Roman" pitchFamily="-107" charset="0"/>
            </a:endParaRPr>
          </a:p>
        </p:txBody>
      </p:sp>
    </p:spTree>
    <p:extLst>
      <p:ext uri="{BB962C8B-B14F-4D97-AF65-F5344CB8AC3E}">
        <p14:creationId xmlns:p14="http://schemas.microsoft.com/office/powerpoint/2010/main" val="1341635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4CA7DEB1-D7C8-3B49-8A71-75AFCE089D88}" type="slidenum">
              <a:rPr kumimoji="0"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22</a:t>
            </a:fld>
            <a:endParaRPr kumimoji="0" 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4657552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4CA7DEB1-D7C8-3B49-8A71-75AFCE089D88}" type="slidenum">
              <a:rPr kumimoji="0"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23</a:t>
            </a:fld>
            <a:endParaRPr kumimoji="0" 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1068002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A585B399-E414-264B-AC2B-BBCB3C6C6795}" type="slidenum">
              <a:rPr kumimoji="0" lang="en-AU"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26</a:t>
            </a:fld>
            <a:endParaRPr kumimoji="0" lang="en-AU"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
        <p:nvSpPr>
          <p:cNvPr id="216066" name="Rectangle 2"/>
          <p:cNvSpPr>
            <a:spLocks noGrp="1" noRot="1" noChangeAspect="1" noChangeArrowheads="1" noTextEdit="1"/>
          </p:cNvSpPr>
          <p:nvPr>
            <p:ph type="sldImg"/>
          </p:nvPr>
        </p:nvSpPr>
        <p:spPr>
          <a:ln/>
        </p:spPr>
      </p:sp>
      <p:sp>
        <p:nvSpPr>
          <p:cNvPr id="216067" name="Rectangle 3"/>
          <p:cNvSpPr>
            <a:spLocks noGrp="1" noChangeArrowheads="1"/>
          </p:cNvSpPr>
          <p:nvPr>
            <p:ph type="body" idx="1"/>
          </p:nvPr>
        </p:nvSpPr>
        <p:spPr/>
        <p:txBody>
          <a:bodyPr/>
          <a:lstStyle/>
          <a:p>
            <a:endParaRPr lang="en-US" b="0" dirty="0">
              <a:latin typeface="Times New Roman" pitchFamily="-107" charset="0"/>
            </a:endParaRPr>
          </a:p>
        </p:txBody>
      </p:sp>
    </p:spTree>
    <p:extLst>
      <p:ext uri="{BB962C8B-B14F-4D97-AF65-F5344CB8AC3E}">
        <p14:creationId xmlns:p14="http://schemas.microsoft.com/office/powerpoint/2010/main" val="18594150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0"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8560DBF-F109-8946-ADF0-EE66B221E988}" type="slidenum">
              <a:rPr kumimoji="0" lang="en-AU"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28</a:t>
            </a:fld>
            <a:endParaRPr kumimoji="0" lang="en-AU"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2770189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4CA7DEB1-D7C8-3B49-8A71-75AFCE089D88}" type="slidenum">
              <a:rPr kumimoji="0"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29</a:t>
            </a:fld>
            <a:endParaRPr kumimoji="0" 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739771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4CA7DEB1-D7C8-3B49-8A71-75AFCE089D88}" type="slidenum">
              <a:rPr kumimoji="0"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30</a:t>
            </a:fld>
            <a:endParaRPr kumimoji="0" 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8008794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0"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8560DBF-F109-8946-ADF0-EE66B221E988}" type="slidenum">
              <a:rPr kumimoji="0" lang="en-AU"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31</a:t>
            </a:fld>
            <a:endParaRPr kumimoji="0" lang="en-AU"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177861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1D8801FA-0133-8A4A-BEE2-53979B4BB46F}" type="slidenum">
              <a:rPr kumimoji="0" lang="en-AU"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32</a:t>
            </a:fld>
            <a:endParaRPr kumimoji="0" lang="en-AU"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
        <p:nvSpPr>
          <p:cNvPr id="220162" name="Rectangle 2"/>
          <p:cNvSpPr>
            <a:spLocks noGrp="1" noRot="1" noChangeAspect="1" noChangeArrowheads="1" noTextEdit="1"/>
          </p:cNvSpPr>
          <p:nvPr>
            <p:ph type="sldImg"/>
          </p:nvPr>
        </p:nvSpPr>
        <p:spPr>
          <a:ln/>
        </p:spPr>
      </p:sp>
      <p:sp>
        <p:nvSpPr>
          <p:cNvPr id="220163" name="Rectangle 3"/>
          <p:cNvSpPr>
            <a:spLocks noGrp="1" noChangeArrowheads="1"/>
          </p:cNvSpPr>
          <p:nvPr>
            <p:ph type="body" idx="1"/>
          </p:nvPr>
        </p:nvSpPr>
        <p:spPr/>
        <p:txBody>
          <a:bodyPr/>
          <a:lstStyle/>
          <a:p>
            <a:endParaRPr lang="en-US" b="0" dirty="0">
              <a:latin typeface="Times New Roman" pitchFamily="-107" charset="0"/>
            </a:endParaRPr>
          </a:p>
        </p:txBody>
      </p:sp>
    </p:spTree>
    <p:extLst>
      <p:ext uri="{BB962C8B-B14F-4D97-AF65-F5344CB8AC3E}">
        <p14:creationId xmlns:p14="http://schemas.microsoft.com/office/powerpoint/2010/main" val="17004881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4CA7DEB1-D7C8-3B49-8A71-75AFCE089D88}" type="slidenum">
              <a:rPr kumimoji="0"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33</a:t>
            </a:fld>
            <a:endParaRPr kumimoji="0" 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5931434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4CA7DEB1-D7C8-3B49-8A71-75AFCE089D88}" type="slidenum">
              <a:rPr kumimoji="0"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34</a:t>
            </a:fld>
            <a:endParaRPr kumimoji="0" 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7121712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smtClean="0">
              <a:solidFill>
                <a:schemeClr val="tx1"/>
              </a:solidFill>
              <a:latin typeface="Arial" pitchFamily="-107" charset="0"/>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8560DBF-F109-8946-ADF0-EE66B221E988}" type="slidenum">
              <a:rPr kumimoji="0" lang="en-AU"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36</a:t>
            </a:fld>
            <a:endParaRPr kumimoji="0" lang="en-AU"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492623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8560DBF-F109-8946-ADF0-EE66B221E988}" type="slidenum">
              <a:rPr kumimoji="0" lang="en-AU"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37</a:t>
            </a:fld>
            <a:endParaRPr kumimoji="0" lang="en-AU"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1583318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BFD2DD98-C3D2-9845-827A-3B6506878082}" type="slidenum">
              <a:rPr kumimoji="0" lang="en-AU"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39</a:t>
            </a:fld>
            <a:endParaRPr kumimoji="0" lang="en-AU"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
        <p:nvSpPr>
          <p:cNvPr id="224258" name="Rectangle 2"/>
          <p:cNvSpPr>
            <a:spLocks noGrp="1" noRot="1" noChangeAspect="1" noChangeArrowheads="1" noTextEdit="1"/>
          </p:cNvSpPr>
          <p:nvPr>
            <p:ph type="sldImg"/>
          </p:nvPr>
        </p:nvSpPr>
        <p:spPr>
          <a:ln/>
        </p:spPr>
      </p:sp>
      <p:sp>
        <p:nvSpPr>
          <p:cNvPr id="224259" name="Rectangle 3"/>
          <p:cNvSpPr>
            <a:spLocks noGrp="1" noChangeArrowheads="1"/>
          </p:cNvSpPr>
          <p:nvPr>
            <p:ph type="body" idx="1"/>
          </p:nvPr>
        </p:nvSpPr>
        <p:spPr/>
        <p:txBody>
          <a:bodyPr/>
          <a:lstStyle/>
          <a:p>
            <a:endParaRPr lang="en-US" b="0" dirty="0">
              <a:latin typeface="Times New Roman" pitchFamily="-107" charset="0"/>
            </a:endParaRPr>
          </a:p>
        </p:txBody>
      </p:sp>
    </p:spTree>
    <p:extLst>
      <p:ext uri="{BB962C8B-B14F-4D97-AF65-F5344CB8AC3E}">
        <p14:creationId xmlns:p14="http://schemas.microsoft.com/office/powerpoint/2010/main" val="15657021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4CA7DEB1-D7C8-3B49-8A71-75AFCE089D88}" type="slidenum">
              <a:rPr kumimoji="0"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40</a:t>
            </a:fld>
            <a:endParaRPr kumimoji="0" 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3714207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8560DBF-F109-8946-ADF0-EE66B221E988}" type="slidenum">
              <a:rPr kumimoji="0" lang="en-AU"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41</a:t>
            </a:fld>
            <a:endParaRPr kumimoji="0" lang="en-AU"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0493223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4CA7DEB1-D7C8-3B49-8A71-75AFCE089D88}" type="slidenum">
              <a:rPr kumimoji="0"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43</a:t>
            </a:fld>
            <a:endParaRPr kumimoji="0" 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724947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4CA7DEB1-D7C8-3B49-8A71-75AFCE089D88}" type="slidenum">
              <a:rPr kumimoji="0"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44</a:t>
            </a:fld>
            <a:endParaRPr kumimoji="0" 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7126129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6B8A6553-8707-CA4A-B543-5C3E9B417634}" type="slidenum">
              <a:rPr kumimoji="0" lang="en-AU"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45</a:t>
            </a:fld>
            <a:endParaRPr kumimoji="0" lang="en-AU"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
        <p:nvSpPr>
          <p:cNvPr id="218114" name="Rectangle 2"/>
          <p:cNvSpPr>
            <a:spLocks noGrp="1" noRot="1" noChangeAspect="1" noChangeArrowheads="1" noTextEdit="1"/>
          </p:cNvSpPr>
          <p:nvPr>
            <p:ph type="sldImg"/>
          </p:nvPr>
        </p:nvSpPr>
        <p:spPr>
          <a:ln/>
        </p:spPr>
      </p:sp>
      <p:sp>
        <p:nvSpPr>
          <p:cNvPr id="218115" name="Rectangle 3"/>
          <p:cNvSpPr>
            <a:spLocks noGrp="1" noChangeArrowheads="1"/>
          </p:cNvSpPr>
          <p:nvPr>
            <p:ph type="body" idx="1"/>
          </p:nvPr>
        </p:nvSpPr>
        <p:spPr/>
        <p:txBody>
          <a:bodyPr/>
          <a:lstStyle/>
          <a:p>
            <a:endParaRPr lang="en-US" b="0" dirty="0">
              <a:latin typeface="Times New Roman" pitchFamily="-107" charset="0"/>
            </a:endParaRPr>
          </a:p>
        </p:txBody>
      </p:sp>
    </p:spTree>
    <p:extLst>
      <p:ext uri="{BB962C8B-B14F-4D97-AF65-F5344CB8AC3E}">
        <p14:creationId xmlns:p14="http://schemas.microsoft.com/office/powerpoint/2010/main" val="30337156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4CA7DEB1-D7C8-3B49-8A71-75AFCE089D88}" type="slidenum">
              <a:rPr kumimoji="0"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46</a:t>
            </a:fld>
            <a:endParaRPr kumimoji="0" 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3761704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8560DBF-F109-8946-ADF0-EE66B221E988}" type="slidenum">
              <a:rPr kumimoji="0" lang="en-AU"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47</a:t>
            </a:fld>
            <a:endParaRPr kumimoji="0" lang="en-AU"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6346337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6EEE6291-FC66-4C7E-B805-791E609FC7B6}"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2272818383"/>
      </p:ext>
    </p:extLst>
  </p:cSld>
  <p:clrMapOvr>
    <a:masterClrMapping/>
  </p:clrMapOvr>
  <p:transition advTm="5000">
    <p:dissolv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143934" y="5732463"/>
            <a:ext cx="1401346"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6000" b="0" i="0" u="none" strike="noStrike" kern="1200" cap="none" spc="0" normalizeH="0" baseline="0" noProof="0" smtClean="0">
                <a:ln>
                  <a:noFill/>
                </a:ln>
                <a:solidFill>
                  <a:srgbClr val="FFFFFF"/>
                </a:solidFill>
                <a:effectLst/>
                <a:uLnTx/>
                <a:uFillTx/>
                <a:latin typeface="Georgia" pitchFamily="18" charset="0"/>
                <a:ea typeface="+mn-ea"/>
                <a:cs typeface="+mn-cs"/>
              </a:rPr>
              <a:t>c</a:t>
            </a:r>
            <a:r>
              <a:rPr kumimoji="0" lang="en-GB" sz="4000" b="0" i="0" u="none" strike="noStrike" kern="1200" cap="none" spc="0" normalizeH="0" baseline="0" noProof="0" smtClean="0">
                <a:ln>
                  <a:noFill/>
                </a:ln>
                <a:solidFill>
                  <a:srgbClr val="FFFFFF"/>
                </a:solidFill>
                <a:effectLst/>
                <a:uLnTx/>
                <a:uFillTx/>
                <a:latin typeface="Georgia" pitchFamily="18" charset="0"/>
                <a:ea typeface="+mn-ea"/>
                <a:cs typeface="+mn-cs"/>
              </a:rPr>
              <a:t>@</a:t>
            </a:r>
            <a:r>
              <a:rPr kumimoji="0" lang="en-GB" sz="6000" b="0" i="0" u="none" strike="noStrike" kern="1200" cap="none" spc="0" normalizeH="0" baseline="0" noProof="0" smtClean="0">
                <a:ln>
                  <a:noFill/>
                </a:ln>
                <a:solidFill>
                  <a:srgbClr val="FFFFFF"/>
                </a:solidFill>
                <a:effectLst/>
                <a:uLnTx/>
                <a:uFillTx/>
                <a:latin typeface="Georgia" pitchFamily="18" charset="0"/>
                <a:ea typeface="+mn-ea"/>
                <a:cs typeface="+mn-cs"/>
              </a:rPr>
              <a:t>g</a:t>
            </a:r>
          </a:p>
        </p:txBody>
      </p:sp>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4"/>
          <p:cNvSpPr>
            <a:spLocks noGrp="1" noChangeArrowheads="1"/>
          </p:cNvSpPr>
          <p:nvPr>
            <p:ph type="dt" sz="half" idx="10"/>
          </p:nvPr>
        </p:nvSpPr>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eaLnBrk="0" fontAlgn="base" hangingPunct="0">
              <a:spcBef>
                <a:spcPct val="0"/>
              </a:spcBef>
              <a:spcAft>
                <a:spcPct val="0"/>
              </a:spcAft>
              <a:defRPr/>
            </a:pPr>
            <a:fld id="{1FCC69CA-3F23-44CA-945B-0FA4477283F4}"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2840901975"/>
      </p:ext>
    </p:extLst>
  </p:cSld>
  <p:clrMapOvr>
    <a:masterClrMapping/>
  </p:clrMapOvr>
  <p:transition advTm="5000">
    <p:dissolv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91377758-8C37-4DF1-97AB-37A77D625D27}"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798087223"/>
      </p:ext>
    </p:extLst>
  </p:cSld>
  <p:clrMapOvr>
    <a:masterClrMapping/>
  </p:clrMapOvr>
  <p:transition advTm="5000">
    <p:dissolv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7AFDF3D6-0B4F-41BB-A2E9-5EE288C12E7D}"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4261504232"/>
      </p:ext>
    </p:extLst>
  </p:cSld>
  <p:clrMapOvr>
    <a:masterClrMapping/>
  </p:clrMapOvr>
  <p:transition advTm="5000">
    <p:dissolv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B4005AFC-2604-42A5-BE75-ACBC63D550FA}"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2776613032"/>
      </p:ext>
    </p:extLst>
  </p:cSld>
  <p:clrMapOvr>
    <a:masterClrMapping/>
  </p:clrMapOvr>
  <p:transition advTm="5000">
    <p:dissolv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C1E6357F-E285-4B03-9226-48D613FBC574}"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4063296756"/>
      </p:ext>
    </p:extLst>
  </p:cSld>
  <p:clrMapOvr>
    <a:masterClrMapping/>
  </p:clrMapOvr>
  <p:transition advTm="5000">
    <p:dissolv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3C15E10C-CC7A-417A-A2EE-23A0EFFC8E4D}"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757592971"/>
      </p:ext>
    </p:extLst>
  </p:cSld>
  <p:clrMapOvr>
    <a:masterClrMapping/>
  </p:clrMapOvr>
  <p:transition advTm="5000">
    <p:dissolv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509E4A2D-E46C-4766-8C2E-027EBC5B508C}"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39299125"/>
      </p:ext>
    </p:extLst>
  </p:cSld>
  <p:clrMapOvr>
    <a:masterClrMapping/>
  </p:clrMapOvr>
  <p:transition advTm="5000">
    <p:dissolv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137E9A74-7737-4008-93AE-82F7F5FA4879}"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3643184388"/>
      </p:ext>
    </p:extLst>
  </p:cSld>
  <p:clrMapOvr>
    <a:masterClrMapping/>
  </p:clrMapOvr>
  <p:transition advTm="5000">
    <p:dissolv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78B50079-DBA3-4EC3-9B8C-5C8B3B58FB43}"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1288023410"/>
      </p:ext>
    </p:extLst>
  </p:cSld>
  <p:clrMapOvr>
    <a:masterClrMapping/>
  </p:clrMapOvr>
  <p:transition advTm="5000">
    <p:dissolv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245E8AE7-88A0-4549-A1EA-61CBAAEBA1F3}"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599788921"/>
      </p:ext>
    </p:extLst>
  </p:cSld>
  <p:clrMapOvr>
    <a:masterClrMapping/>
  </p:clrMapOvr>
  <p:transition advTm="5000">
    <p:dissolv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smtClean="0"/>
              <a:t>Click to edit Master title style</a:t>
            </a:r>
            <a:endParaRPr lang="en-GB"/>
          </a:p>
        </p:txBody>
      </p:sp>
      <p:sp>
        <p:nvSpPr>
          <p:cNvPr id="3" name="Text Placeholder 2"/>
          <p:cNvSpPr>
            <a:spLocks noGrp="1"/>
          </p:cNvSpPr>
          <p:nvPr>
            <p:ph type="body" sz="half" idx="1"/>
          </p:nvPr>
        </p:nvSpPr>
        <p:spPr>
          <a:xfrm>
            <a:off x="914400" y="1981200"/>
            <a:ext cx="508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97600" y="1981200"/>
            <a:ext cx="508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A3B7A2F1-7C63-4914-A25E-31B95FAF134D}"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790465340"/>
      </p:ext>
    </p:extLst>
  </p:cSld>
  <p:clrMapOvr>
    <a:masterClrMapping/>
  </p:clrMapOvr>
  <p:transition advTm="5000">
    <p:dissolv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14400" y="142875"/>
            <a:ext cx="10363200" cy="1143000"/>
          </a:xfrm>
        </p:spPr>
        <p:txBody>
          <a:bodyPr/>
          <a:lstStyle/>
          <a:p>
            <a:r>
              <a:rPr lang="en-US" smtClean="0"/>
              <a:t>Click to edit Master title style</a:t>
            </a:r>
            <a:endParaRPr lang="en-GB"/>
          </a:p>
        </p:txBody>
      </p:sp>
      <p:sp>
        <p:nvSpPr>
          <p:cNvPr id="3" name="Table Placeholder 2"/>
          <p:cNvSpPr>
            <a:spLocks noGrp="1"/>
          </p:cNvSpPr>
          <p:nvPr>
            <p:ph type="tbl" idx="1"/>
          </p:nvPr>
        </p:nvSpPr>
        <p:spPr>
          <a:xfrm>
            <a:off x="914400" y="1357313"/>
            <a:ext cx="10363200" cy="4114800"/>
          </a:xfrm>
        </p:spPr>
        <p:txBody>
          <a:bodyPr/>
          <a:lstStyle/>
          <a:p>
            <a:pPr lvl="0"/>
            <a:endParaRPr lang="en-GB" noProof="0"/>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758EA372-0C85-4E5C-A78F-2E1B1B18CAB2}"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1164077533"/>
      </p:ext>
    </p:extLst>
  </p:cSld>
  <p:clrMapOvr>
    <a:masterClrMapping/>
  </p:clrMapOvr>
  <p:transition advTm="5000">
    <p:dissolv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eaLnBrk="0" fontAlgn="base" hangingPunct="0">
              <a:spcBef>
                <a:spcPct val="0"/>
              </a:spcBef>
              <a:spcAft>
                <a:spcPct val="0"/>
              </a:spcAft>
            </a:pPr>
            <a:fld id="{17DD356B-E5CD-44F2-850A-F898D624950E}" type="datetime1">
              <a:rPr lang="en-US" smtClean="0">
                <a:solidFill>
                  <a:srgbClr val="000000"/>
                </a:solidFill>
                <a:latin typeface="Arial"/>
              </a:rPr>
              <a:pPr eaLnBrk="0" fontAlgn="base" hangingPunct="0">
                <a:spcBef>
                  <a:spcPct val="0"/>
                </a:spcBef>
                <a:spcAft>
                  <a:spcPct val="0"/>
                </a:spcAft>
              </a:pPr>
              <a:t>9/19/2019</a:t>
            </a:fld>
            <a:endParaRPr lang="en-US">
              <a:solidFill>
                <a:srgbClr val="000000"/>
              </a:solidFill>
              <a:latin typeface="Arial"/>
            </a:endParaRPr>
          </a:p>
        </p:txBody>
      </p:sp>
      <p:sp>
        <p:nvSpPr>
          <p:cNvPr id="5" name="Footer Placeholder 4"/>
          <p:cNvSpPr>
            <a:spLocks noGrp="1"/>
          </p:cNvSpPr>
          <p:nvPr>
            <p:ph type="ftr" sz="quarter" idx="11"/>
          </p:nvPr>
        </p:nvSpPr>
        <p:spPr/>
        <p:txBody>
          <a:bodyPr/>
          <a:lstStyle/>
          <a:p>
            <a:pPr eaLnBrk="0" fontAlgn="base" hangingPunct="0">
              <a:spcBef>
                <a:spcPct val="0"/>
              </a:spcBef>
              <a:spcAft>
                <a:spcPct val="0"/>
              </a:spcAft>
            </a:pPr>
            <a:r>
              <a:rPr lang="en-US" smtClean="0">
                <a:solidFill>
                  <a:srgbClr val="000000"/>
                </a:solidFill>
                <a:latin typeface="Arial"/>
              </a:rPr>
              <a:t>From Security in Computing, Fifth Edition, by Charles P. Pfleeger, et al. (ISBN: 9780134085043). Copyright 2015 by Pearson Education, Inc. All rights reserved.</a:t>
            </a:r>
            <a:endParaRPr lang="en-US" dirty="0">
              <a:solidFill>
                <a:srgbClr val="000000"/>
              </a:solidFill>
              <a:latin typeface="Arial"/>
            </a:endParaRPr>
          </a:p>
        </p:txBody>
      </p:sp>
      <p:sp>
        <p:nvSpPr>
          <p:cNvPr id="6" name="Slide Number Placeholder 5"/>
          <p:cNvSpPr>
            <a:spLocks noGrp="1"/>
          </p:cNvSpPr>
          <p:nvPr>
            <p:ph type="sldNum" sz="quarter" idx="12"/>
          </p:nvPr>
        </p:nvSpPr>
        <p:spPr/>
        <p:txBody>
          <a:bodyPr/>
          <a:lstStyle/>
          <a:p>
            <a:pPr eaLnBrk="0" fontAlgn="base" hangingPunct="0">
              <a:spcBef>
                <a:spcPct val="0"/>
              </a:spcBef>
              <a:spcAft>
                <a:spcPct val="0"/>
              </a:spcAft>
            </a:pPr>
            <a:fld id="{FD01F0F2-74A4-EF40-82B3-DFFDF0BA3880}" type="slidenum">
              <a:rPr lang="en-US" smtClean="0">
                <a:solidFill>
                  <a:srgbClr val="000000"/>
                </a:solidFill>
                <a:latin typeface="Arial"/>
              </a:rPr>
              <a:pPr eaLnBrk="0" fontAlgn="base" hangingPunct="0">
                <a:spcBef>
                  <a:spcPct val="0"/>
                </a:spcBef>
                <a:spcAft>
                  <a:spcPct val="0"/>
                </a:spcAft>
              </a:pPr>
              <a:t>‹#›</a:t>
            </a:fld>
            <a:endParaRPr lang="en-US">
              <a:solidFill>
                <a:srgbClr val="000000"/>
              </a:solidFill>
              <a:latin typeface="Arial"/>
            </a:endParaRPr>
          </a:p>
        </p:txBody>
      </p:sp>
    </p:spTree>
    <p:extLst>
      <p:ext uri="{BB962C8B-B14F-4D97-AF65-F5344CB8AC3E}">
        <p14:creationId xmlns:p14="http://schemas.microsoft.com/office/powerpoint/2010/main" val="17491085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142875"/>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smtClean="0"/>
              <a:t>Click to edit Master title style</a:t>
            </a:r>
          </a:p>
        </p:txBody>
      </p:sp>
      <p:sp>
        <p:nvSpPr>
          <p:cNvPr id="1027" name="Rectangle 3"/>
          <p:cNvSpPr>
            <a:spLocks noGrp="1" noChangeArrowheads="1"/>
          </p:cNvSpPr>
          <p:nvPr>
            <p:ph type="body" idx="1"/>
          </p:nvPr>
        </p:nvSpPr>
        <p:spPr bwMode="auto">
          <a:xfrm>
            <a:off x="914400" y="1357313"/>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smtClean="0"/>
              <a:t>Click to edit Master text styles</a:t>
            </a:r>
          </a:p>
          <a:p>
            <a:pPr lvl="1"/>
            <a:r>
              <a:rPr lang="en-GB" altLang="en-US" smtClean="0"/>
              <a:t>Second level</a:t>
            </a:r>
          </a:p>
          <a:p>
            <a:pPr lvl="2"/>
            <a:r>
              <a:rPr lang="en-GB" altLang="en-US" smtClean="0"/>
              <a:t>Third level</a:t>
            </a:r>
          </a:p>
          <a:p>
            <a:pPr lvl="3"/>
            <a:r>
              <a:rPr lang="en-GB" altLang="en-US" smtClean="0"/>
              <a:t>Fourth level</a:t>
            </a:r>
          </a:p>
          <a:p>
            <a:pPr lvl="4"/>
            <a:r>
              <a:rPr lang="en-GB" altLang="en-US" smtClean="0"/>
              <a:t>Fifth level</a:t>
            </a:r>
          </a:p>
        </p:txBody>
      </p:sp>
      <p:sp>
        <p:nvSpPr>
          <p:cNvPr id="1028" name="Rectangle 4"/>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eaLnBrk="0" fontAlgn="base" hangingPunct="0">
              <a:spcBef>
                <a:spcPct val="0"/>
              </a:spcBef>
              <a:spcAft>
                <a:spcPct val="0"/>
              </a:spcAft>
              <a:defRPr/>
            </a:pPr>
            <a:endParaRPr lang="en-GB">
              <a:solidFill>
                <a:srgbClr val="000000"/>
              </a:solidFill>
            </a:endParaRPr>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eaLnBrk="0" fontAlgn="base" hangingPunct="0">
              <a:spcBef>
                <a:spcPct val="0"/>
              </a:spcBef>
              <a:spcAft>
                <a:spcPct val="0"/>
              </a:spcAft>
              <a:defRPr/>
            </a:pPr>
            <a:endParaRPr lang="en-GB">
              <a:solidFill>
                <a:srgbClr val="000000"/>
              </a:solidFill>
            </a:endParaRPr>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Times New Roman" panose="02020603050405020304" pitchFamily="18" charset="0"/>
              </a:defRPr>
            </a:lvl1pPr>
          </a:lstStyle>
          <a:p>
            <a:pPr eaLnBrk="0" fontAlgn="base" hangingPunct="0">
              <a:spcBef>
                <a:spcPct val="0"/>
              </a:spcBef>
              <a:spcAft>
                <a:spcPct val="0"/>
              </a:spcAft>
              <a:defRPr/>
            </a:pPr>
            <a:fld id="{74D1ED90-0827-4CB6-B597-69384EBF957E}"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pic>
        <p:nvPicPr>
          <p:cNvPr id="1031" name="Picture 65" descr="Glyndwr PPT-4"/>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2117" y="4868864"/>
            <a:ext cx="12194117" cy="198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481250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ransition advTm="5000">
    <p:dissolve/>
  </p:transition>
  <p:timing>
    <p:tnLst>
      <p:par>
        <p:cTn id="1" dur="indefinite" restart="never" nodeType="tmRoot"/>
      </p:par>
    </p:tnLst>
  </p:timing>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hyperlink" Target="https://en.wikipedia.org/wiki/Stuxnet" TargetMode="External"/><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631950" y="869950"/>
            <a:ext cx="8928100" cy="1728788"/>
          </a:xfrm>
        </p:spPr>
        <p:txBody>
          <a:bodyPr/>
          <a:lstStyle/>
          <a:p>
            <a:pPr algn="r"/>
            <a:r>
              <a:rPr lang="en-US" altLang="en-US" sz="5400">
                <a:latin typeface="Georgia" panose="02040502050405020303" pitchFamily="18" charset="0"/>
              </a:rPr>
              <a:t>Lecture </a:t>
            </a:r>
            <a:r>
              <a:rPr lang="en-US" altLang="en-US" sz="5400" smtClean="0">
                <a:latin typeface="Georgia" panose="02040502050405020303" pitchFamily="18" charset="0"/>
              </a:rPr>
              <a:t>6 </a:t>
            </a:r>
            <a:r>
              <a:rPr lang="en-US" altLang="en-US" sz="5400" dirty="0">
                <a:latin typeface="Georgia" panose="02040502050405020303" pitchFamily="18" charset="0"/>
              </a:rPr>
              <a:t>– Threats, Risks and Attacks</a:t>
            </a:r>
            <a:endParaRPr lang="en-GB" altLang="en-US" sz="5400" dirty="0">
              <a:latin typeface="Georgia" panose="02040502050405020303" pitchFamily="18" charset="0"/>
            </a:endParaRPr>
          </a:p>
        </p:txBody>
      </p:sp>
      <p:sp>
        <p:nvSpPr>
          <p:cNvPr id="6147" name="TextBox 3"/>
          <p:cNvSpPr txBox="1">
            <a:spLocks noChangeArrowheads="1"/>
          </p:cNvSpPr>
          <p:nvPr/>
        </p:nvSpPr>
        <p:spPr bwMode="auto">
          <a:xfrm>
            <a:off x="1631950" y="2714626"/>
            <a:ext cx="8928100" cy="2139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0" fontAlgn="base" hangingPunct="0">
              <a:spcBef>
                <a:spcPct val="0"/>
              </a:spcBef>
              <a:spcAft>
                <a:spcPct val="0"/>
              </a:spcAft>
              <a:buFontTx/>
              <a:buNone/>
            </a:pPr>
            <a:r>
              <a:rPr lang="en-GB" altLang="en-US" sz="1900" dirty="0">
                <a:solidFill>
                  <a:srgbClr val="000000"/>
                </a:solidFill>
                <a:latin typeface="Georgia" panose="02040502050405020303" pitchFamily="18" charset="0"/>
              </a:rPr>
              <a:t>COM744: Security and Risk Management</a:t>
            </a:r>
          </a:p>
          <a:p>
            <a:pPr eaLnBrk="0" fontAlgn="base" hangingPunct="0">
              <a:spcBef>
                <a:spcPct val="0"/>
              </a:spcBef>
              <a:spcAft>
                <a:spcPct val="0"/>
              </a:spcAft>
              <a:buFontTx/>
              <a:buNone/>
            </a:pPr>
            <a:r>
              <a:rPr lang="en-GB" altLang="en-US" sz="1900" dirty="0">
                <a:solidFill>
                  <a:srgbClr val="000000"/>
                </a:solidFill>
                <a:latin typeface="Georgia" panose="02040502050405020303" pitchFamily="18" charset="0"/>
              </a:rPr>
              <a:t>Nigel Houlden / Denise Oram </a:t>
            </a:r>
          </a:p>
          <a:p>
            <a:pPr eaLnBrk="0" fontAlgn="base" hangingPunct="0">
              <a:spcBef>
                <a:spcPct val="0"/>
              </a:spcBef>
              <a:spcAft>
                <a:spcPct val="0"/>
              </a:spcAft>
              <a:buFontTx/>
              <a:buNone/>
            </a:pPr>
            <a:endParaRPr lang="en-GB" altLang="en-US" sz="1200" dirty="0">
              <a:solidFill>
                <a:srgbClr val="000000"/>
              </a:solidFill>
              <a:latin typeface="Georgia" panose="02040502050405020303" pitchFamily="18" charset="0"/>
            </a:endParaRPr>
          </a:p>
          <a:p>
            <a:pPr eaLnBrk="0" fontAlgn="base" hangingPunct="0">
              <a:spcBef>
                <a:spcPct val="0"/>
              </a:spcBef>
              <a:spcAft>
                <a:spcPct val="0"/>
              </a:spcAft>
              <a:buFontTx/>
              <a:buNone/>
            </a:pPr>
            <a:endParaRPr lang="en-GB" altLang="en-US" sz="2000" dirty="0">
              <a:solidFill>
                <a:srgbClr val="000000"/>
              </a:solidFill>
              <a:latin typeface="Georgia" panose="02040502050405020303" pitchFamily="18" charset="0"/>
            </a:endParaRPr>
          </a:p>
          <a:p>
            <a:pPr eaLnBrk="0" fontAlgn="base" hangingPunct="0">
              <a:spcBef>
                <a:spcPct val="0"/>
              </a:spcBef>
              <a:spcAft>
                <a:spcPct val="0"/>
              </a:spcAft>
              <a:buFontTx/>
              <a:buNone/>
            </a:pPr>
            <a:endParaRPr lang="en-GB" altLang="en-US" sz="2000" dirty="0">
              <a:solidFill>
                <a:srgbClr val="000000"/>
              </a:solidFill>
              <a:latin typeface="Georgia" panose="02040502050405020303" pitchFamily="18" charset="0"/>
            </a:endParaRPr>
          </a:p>
          <a:p>
            <a:pPr eaLnBrk="0" fontAlgn="base" hangingPunct="0">
              <a:spcBef>
                <a:spcPct val="0"/>
              </a:spcBef>
              <a:spcAft>
                <a:spcPct val="0"/>
              </a:spcAft>
              <a:buFontTx/>
              <a:buNone/>
            </a:pPr>
            <a:endParaRPr lang="en-GB" altLang="en-US" sz="1800" dirty="0">
              <a:solidFill>
                <a:srgbClr val="000000"/>
              </a:solidFill>
              <a:latin typeface="Courier New" panose="02070309020205020404" pitchFamily="49" charset="0"/>
              <a:cs typeface="Courier New" panose="02070309020205020404" pitchFamily="49" charset="0"/>
            </a:endParaRPr>
          </a:p>
          <a:p>
            <a:pPr eaLnBrk="0" fontAlgn="base" hangingPunct="0">
              <a:spcBef>
                <a:spcPct val="0"/>
              </a:spcBef>
              <a:spcAft>
                <a:spcPct val="0"/>
              </a:spcAft>
              <a:buFontTx/>
              <a:buNone/>
            </a:pPr>
            <a:endParaRPr lang="en-GB" altLang="en-US" sz="800" dirty="0">
              <a:solidFill>
                <a:srgbClr val="000000"/>
              </a:solidFill>
              <a:latin typeface="Courier New" panose="02070309020205020404" pitchFamily="49" charset="0"/>
              <a:cs typeface="Courier New" panose="02070309020205020404" pitchFamily="49" charset="0"/>
            </a:endParaRPr>
          </a:p>
          <a:p>
            <a:pPr eaLnBrk="0" fontAlgn="base" hangingPunct="0">
              <a:spcBef>
                <a:spcPct val="0"/>
              </a:spcBef>
              <a:spcAft>
                <a:spcPct val="0"/>
              </a:spcAft>
              <a:buFontTx/>
              <a:buNone/>
            </a:pPr>
            <a:r>
              <a:rPr lang="en-GB" altLang="en-US" sz="1700">
                <a:solidFill>
                  <a:srgbClr val="000000"/>
                </a:solidFill>
                <a:latin typeface="Courier New" panose="02070309020205020404" pitchFamily="49" charset="0"/>
                <a:cs typeface="Courier New" panose="02070309020205020404" pitchFamily="49" charset="0"/>
              </a:rPr>
              <a:t>n.houlden@glyndwr.ac.uk / d.oram@Glyndwr.ac.uk</a:t>
            </a:r>
            <a:endParaRPr lang="en-GB" altLang="en-US" sz="170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888433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Georgia" panose="02040502050405020303" pitchFamily="18" charset="0"/>
              </a:rPr>
              <a:t>What Is Computer Security?</a:t>
            </a:r>
          </a:p>
        </p:txBody>
      </p:sp>
      <p:sp>
        <p:nvSpPr>
          <p:cNvPr id="3" name="Text Placeholder 2"/>
          <p:cNvSpPr>
            <a:spLocks noGrp="1"/>
          </p:cNvSpPr>
          <p:nvPr>
            <p:ph type="body" idx="1"/>
          </p:nvPr>
        </p:nvSpPr>
        <p:spPr/>
        <p:txBody>
          <a:bodyPr>
            <a:normAutofit/>
          </a:bodyPr>
          <a:lstStyle/>
          <a:p>
            <a:r>
              <a:rPr lang="en-US" dirty="0">
                <a:latin typeface="Georgia" panose="02040502050405020303" pitchFamily="18" charset="0"/>
              </a:rPr>
              <a:t>The protection of the assets of a computer system</a:t>
            </a:r>
          </a:p>
          <a:p>
            <a:pPr lvl="1"/>
            <a:r>
              <a:rPr lang="en-US" dirty="0">
                <a:latin typeface="Georgia" panose="02040502050405020303" pitchFamily="18" charset="0"/>
              </a:rPr>
              <a:t>Hardware</a:t>
            </a:r>
          </a:p>
          <a:p>
            <a:pPr lvl="1"/>
            <a:r>
              <a:rPr lang="en-US" dirty="0">
                <a:latin typeface="Georgia" panose="02040502050405020303" pitchFamily="18" charset="0"/>
              </a:rPr>
              <a:t>Software</a:t>
            </a:r>
          </a:p>
          <a:p>
            <a:pPr lvl="1"/>
            <a:r>
              <a:rPr lang="en-US" dirty="0">
                <a:latin typeface="Georgia" panose="02040502050405020303" pitchFamily="18" charset="0"/>
              </a:rPr>
              <a:t>Data</a:t>
            </a:r>
          </a:p>
        </p:txBody>
      </p:sp>
      <p:sp>
        <p:nvSpPr>
          <p:cNvPr id="4" name="Slide Number Placeholder 3"/>
          <p:cNvSpPr>
            <a:spLocks noGrp="1"/>
          </p:cNvSpPr>
          <p:nvPr>
            <p:ph type="sldNum" sz="quarter" idx="12"/>
          </p:nvPr>
        </p:nvSpPr>
        <p:spPr/>
        <p:txBody>
          <a:bodyPr/>
          <a:lstStyle/>
          <a:p>
            <a:pPr eaLnBrk="0" fontAlgn="base" hangingPunct="0">
              <a:spcBef>
                <a:spcPct val="0"/>
              </a:spcBef>
              <a:spcAft>
                <a:spcPct val="0"/>
              </a:spcAft>
            </a:pPr>
            <a:fld id="{FD01F0F2-74A4-EF40-82B3-DFFDF0BA3880}" type="slidenum">
              <a:rPr lang="en-US">
                <a:solidFill>
                  <a:srgbClr val="000000"/>
                </a:solidFill>
                <a:latin typeface="Arial"/>
              </a:rPr>
              <a:pPr eaLnBrk="0" fontAlgn="base" hangingPunct="0">
                <a:spcBef>
                  <a:spcPct val="0"/>
                </a:spcBef>
                <a:spcAft>
                  <a:spcPct val="0"/>
                </a:spcAft>
              </a:pPr>
              <a:t>2</a:t>
            </a:fld>
            <a:endParaRPr lang="en-US">
              <a:solidFill>
                <a:srgbClr val="000000"/>
              </a:solidFill>
              <a:latin typeface="Arial"/>
            </a:endParaRPr>
          </a:p>
        </p:txBody>
      </p:sp>
    </p:spTree>
    <p:extLst>
      <p:ext uri="{BB962C8B-B14F-4D97-AF65-F5344CB8AC3E}">
        <p14:creationId xmlns:p14="http://schemas.microsoft.com/office/powerpoint/2010/main" val="1188112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a:xfrm>
            <a:off x="1775520" y="188640"/>
            <a:ext cx="8445624" cy="864096"/>
          </a:xfrm>
        </p:spPr>
        <p:txBody>
          <a:bodyPr>
            <a:noAutofit/>
          </a:bodyPr>
          <a:lstStyle/>
          <a:p>
            <a:pPr>
              <a:lnSpc>
                <a:spcPts val="4400"/>
              </a:lnSpc>
            </a:pPr>
            <a:r>
              <a:rPr lang="en-US" sz="3600" dirty="0">
                <a:latin typeface="Georgia" panose="02040502050405020303" pitchFamily="18" charset="0"/>
              </a:rPr>
              <a:t>NIST Computer Security definition</a:t>
            </a:r>
          </a:p>
        </p:txBody>
      </p:sp>
      <p:sp>
        <p:nvSpPr>
          <p:cNvPr id="200707" name="Rectangle 3"/>
          <p:cNvSpPr>
            <a:spLocks noGrp="1" noChangeArrowheads="1"/>
          </p:cNvSpPr>
          <p:nvPr>
            <p:ph idx="1"/>
          </p:nvPr>
        </p:nvSpPr>
        <p:spPr>
          <a:xfrm>
            <a:off x="1994478" y="1628800"/>
            <a:ext cx="8229600" cy="3888432"/>
          </a:xfrm>
        </p:spPr>
        <p:txBody>
          <a:bodyPr>
            <a:normAutofit/>
          </a:bodyPr>
          <a:lstStyle/>
          <a:p>
            <a:pPr>
              <a:buFont typeface="Wingdings" pitchFamily="-107" charset="2"/>
              <a:buNone/>
            </a:pPr>
            <a:r>
              <a:rPr lang="en-US" b="1" dirty="0" smtClean="0">
                <a:solidFill>
                  <a:schemeClr val="accent5">
                    <a:lumMod val="60000"/>
                    <a:lumOff val="40000"/>
                  </a:schemeClr>
                </a:solidFill>
                <a:effectLst>
                  <a:outerShdw blurRad="38100" dist="38100" dir="2700000" algn="tl">
                    <a:srgbClr val="000000">
                      <a:alpha val="43137"/>
                    </a:srgbClr>
                  </a:outerShdw>
                </a:effectLst>
              </a:rPr>
              <a:t>	</a:t>
            </a:r>
            <a:r>
              <a:rPr lang="en-US"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	</a:t>
            </a:r>
            <a:r>
              <a:rPr lang="en-US" sz="2400" dirty="0">
                <a:latin typeface="Georgia" panose="02040502050405020303" pitchFamily="18" charset="0"/>
              </a:rPr>
              <a:t>“The protection afforded to an automated information system in order to attain the applicable objectives of  preserving the integrity, availability and confidentiality of information system resources” (includes hardware, software, firmware, information/data, and telecommunications).</a:t>
            </a:r>
            <a:endParaRPr lang="en-AU" sz="2400" dirty="0">
              <a:latin typeface="Georgia" panose="02040502050405020303" pitchFamily="18" charset="0"/>
            </a:endParaRPr>
          </a:p>
        </p:txBody>
      </p:sp>
    </p:spTree>
    <p:extLst>
      <p:ext uri="{BB962C8B-B14F-4D97-AF65-F5344CB8AC3E}">
        <p14:creationId xmlns:p14="http://schemas.microsoft.com/office/powerpoint/2010/main" val="1787935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Identifying Threats</a:t>
            </a:r>
          </a:p>
        </p:txBody>
      </p:sp>
      <p:sp>
        <p:nvSpPr>
          <p:cNvPr id="3" name="Content Placeholder 2"/>
          <p:cNvSpPr>
            <a:spLocks noGrp="1"/>
          </p:cNvSpPr>
          <p:nvPr>
            <p:ph idx="1"/>
          </p:nvPr>
        </p:nvSpPr>
        <p:spPr/>
        <p:txBody>
          <a:bodyPr/>
          <a:lstStyle/>
          <a:p>
            <a:r>
              <a:rPr lang="en-US" dirty="0" smtClean="0"/>
              <a:t>There</a:t>
            </a:r>
            <a:r>
              <a:rPr lang="en-US" dirty="0"/>
              <a:t> </a:t>
            </a:r>
            <a:r>
              <a:rPr lang="en-US" dirty="0" smtClean="0"/>
              <a:t>is </a:t>
            </a:r>
            <a:r>
              <a:rPr lang="en-US" dirty="0"/>
              <a:t>an almost </a:t>
            </a:r>
            <a:r>
              <a:rPr lang="en-US" dirty="0" smtClean="0"/>
              <a:t>infinite </a:t>
            </a:r>
            <a:r>
              <a:rPr lang="en-US" dirty="0"/>
              <a:t>possibility of </a:t>
            </a:r>
            <a:r>
              <a:rPr lang="en-US" dirty="0" smtClean="0"/>
              <a:t>threats.</a:t>
            </a:r>
          </a:p>
          <a:p>
            <a:r>
              <a:rPr lang="en-US" dirty="0" smtClean="0"/>
              <a:t>Need to </a:t>
            </a:r>
            <a:r>
              <a:rPr lang="en-GB" dirty="0"/>
              <a:t>accurately identify relevant </a:t>
            </a:r>
            <a:r>
              <a:rPr lang="en-GB" dirty="0" smtClean="0"/>
              <a:t>threats (A structured approach is needed)</a:t>
            </a:r>
          </a:p>
          <a:p>
            <a:r>
              <a:rPr lang="en-GB" dirty="0"/>
              <a:t>Focused on </a:t>
            </a:r>
            <a:r>
              <a:rPr lang="en-GB" dirty="0" smtClean="0"/>
              <a:t>Assets</a:t>
            </a:r>
          </a:p>
          <a:p>
            <a:r>
              <a:rPr lang="en-GB" dirty="0"/>
              <a:t>Focused on </a:t>
            </a:r>
            <a:r>
              <a:rPr lang="en-GB" dirty="0" smtClean="0"/>
              <a:t>Attackers</a:t>
            </a:r>
          </a:p>
          <a:p>
            <a:r>
              <a:rPr lang="en-GB" dirty="0"/>
              <a:t>Focused on Software</a:t>
            </a:r>
          </a:p>
        </p:txBody>
      </p:sp>
    </p:spTree>
    <p:extLst>
      <p:ext uri="{BB962C8B-B14F-4D97-AF65-F5344CB8AC3E}">
        <p14:creationId xmlns:p14="http://schemas.microsoft.com/office/powerpoint/2010/main" val="1585880157"/>
      </p:ext>
    </p:extLst>
  </p:cSld>
  <p:clrMapOvr>
    <a:masterClrMapping/>
  </p:clrMapOvr>
  <p:transition advTm="5000">
    <p:dissolv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Focused on Assets</a:t>
            </a:r>
          </a:p>
        </p:txBody>
      </p:sp>
      <p:sp>
        <p:nvSpPr>
          <p:cNvPr id="3" name="Content Placeholder 2"/>
          <p:cNvSpPr>
            <a:spLocks noGrp="1"/>
          </p:cNvSpPr>
          <p:nvPr>
            <p:ph idx="1"/>
          </p:nvPr>
        </p:nvSpPr>
        <p:spPr/>
        <p:txBody>
          <a:bodyPr/>
          <a:lstStyle/>
          <a:p>
            <a:r>
              <a:rPr lang="en-US" dirty="0"/>
              <a:t>This method uses asset valuation </a:t>
            </a:r>
            <a:r>
              <a:rPr lang="en-US" dirty="0" smtClean="0"/>
              <a:t>and </a:t>
            </a:r>
            <a:r>
              <a:rPr lang="en-US" dirty="0"/>
              <a:t>attempts to </a:t>
            </a:r>
            <a:r>
              <a:rPr lang="en-US" dirty="0" smtClean="0"/>
              <a:t>identify threats </a:t>
            </a:r>
            <a:r>
              <a:rPr lang="en-US" dirty="0"/>
              <a:t>to the valuable assets</a:t>
            </a:r>
            <a:r>
              <a:rPr lang="en-US" dirty="0" smtClean="0"/>
              <a:t>.</a:t>
            </a:r>
          </a:p>
          <a:p>
            <a:r>
              <a:rPr lang="en-US" dirty="0" smtClean="0"/>
              <a:t>Quantitative and Qualitative methods</a:t>
            </a:r>
          </a:p>
          <a:p>
            <a:endParaRPr lang="en-GB" dirty="0"/>
          </a:p>
        </p:txBody>
      </p:sp>
    </p:spTree>
    <p:extLst>
      <p:ext uri="{BB962C8B-B14F-4D97-AF65-F5344CB8AC3E}">
        <p14:creationId xmlns:p14="http://schemas.microsoft.com/office/powerpoint/2010/main" val="4215191822"/>
      </p:ext>
    </p:extLst>
  </p:cSld>
  <p:clrMapOvr>
    <a:masterClrMapping/>
  </p:clrMapOvr>
  <p:transition advTm="5000">
    <p:dissolv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Focused on Attackers</a:t>
            </a:r>
          </a:p>
        </p:txBody>
      </p:sp>
      <p:sp>
        <p:nvSpPr>
          <p:cNvPr id="3" name="Content Placeholder 2"/>
          <p:cNvSpPr>
            <a:spLocks noGrp="1"/>
          </p:cNvSpPr>
          <p:nvPr>
            <p:ph idx="1"/>
          </p:nvPr>
        </p:nvSpPr>
        <p:spPr/>
        <p:txBody>
          <a:bodyPr/>
          <a:lstStyle/>
          <a:p>
            <a:r>
              <a:rPr lang="en-US" dirty="0" smtClean="0"/>
              <a:t>Identify attackers based on </a:t>
            </a:r>
            <a:r>
              <a:rPr lang="en-US" dirty="0"/>
              <a:t>the threats they represent based on the attacker’s </a:t>
            </a:r>
            <a:r>
              <a:rPr lang="en-US" dirty="0" smtClean="0"/>
              <a:t>goals.</a:t>
            </a:r>
          </a:p>
          <a:p>
            <a:r>
              <a:rPr lang="en-US" dirty="0" smtClean="0"/>
              <a:t>Problem – New attackers may have different goals</a:t>
            </a:r>
          </a:p>
          <a:p>
            <a:r>
              <a:rPr lang="en-US" dirty="0" smtClean="0"/>
              <a:t>Governments can identify potential attackers</a:t>
            </a:r>
          </a:p>
          <a:p>
            <a:pPr lvl="1">
              <a:buFont typeface="Arial" panose="020B0604020202020204" pitchFamily="34" charset="0"/>
              <a:buChar char="•"/>
            </a:pPr>
            <a:r>
              <a:rPr lang="en-US" dirty="0" smtClean="0"/>
              <a:t>Threats from other governments</a:t>
            </a:r>
            <a:endParaRPr lang="en-GB" dirty="0"/>
          </a:p>
        </p:txBody>
      </p:sp>
    </p:spTree>
    <p:extLst>
      <p:ext uri="{BB962C8B-B14F-4D97-AF65-F5344CB8AC3E}">
        <p14:creationId xmlns:p14="http://schemas.microsoft.com/office/powerpoint/2010/main" val="977819886"/>
      </p:ext>
    </p:extLst>
  </p:cSld>
  <p:clrMapOvr>
    <a:masterClrMapping/>
  </p:clrMapOvr>
  <p:transition advTm="5000">
    <p:dissolv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Focused on Software</a:t>
            </a:r>
          </a:p>
        </p:txBody>
      </p:sp>
      <p:sp>
        <p:nvSpPr>
          <p:cNvPr id="3" name="Content Placeholder 2"/>
          <p:cNvSpPr>
            <a:spLocks noGrp="1"/>
          </p:cNvSpPr>
          <p:nvPr>
            <p:ph idx="1"/>
          </p:nvPr>
        </p:nvSpPr>
        <p:spPr/>
        <p:txBody>
          <a:bodyPr/>
          <a:lstStyle/>
          <a:p>
            <a:r>
              <a:rPr lang="en-US" dirty="0"/>
              <a:t>If an organization develops software, it can consider </a:t>
            </a:r>
            <a:r>
              <a:rPr lang="en-US" dirty="0" smtClean="0"/>
              <a:t>potential threats </a:t>
            </a:r>
            <a:r>
              <a:rPr lang="en-US" dirty="0"/>
              <a:t>against the software</a:t>
            </a:r>
            <a:r>
              <a:rPr lang="en-US" dirty="0" smtClean="0"/>
              <a:t>.</a:t>
            </a:r>
          </a:p>
          <a:p>
            <a:r>
              <a:rPr lang="en-US" dirty="0"/>
              <a:t>M</a:t>
            </a:r>
            <a:r>
              <a:rPr lang="en-US" dirty="0" smtClean="0"/>
              <a:t>ost </a:t>
            </a:r>
            <a:r>
              <a:rPr lang="en-US" dirty="0"/>
              <a:t>organizations have a </a:t>
            </a:r>
            <a:r>
              <a:rPr lang="en-US" dirty="0" smtClean="0"/>
              <a:t>web presence</a:t>
            </a:r>
            <a:r>
              <a:rPr lang="en-US" dirty="0"/>
              <a:t>, and many create their own web </a:t>
            </a:r>
            <a:r>
              <a:rPr lang="en-US" dirty="0" smtClean="0"/>
              <a:t>pages.</a:t>
            </a:r>
          </a:p>
          <a:p>
            <a:r>
              <a:rPr lang="en-US" dirty="0" smtClean="0"/>
              <a:t>Complex, eye catching web </a:t>
            </a:r>
            <a:r>
              <a:rPr lang="en-US" dirty="0"/>
              <a:t>pages drive more </a:t>
            </a:r>
            <a:r>
              <a:rPr lang="en-US" dirty="0" smtClean="0"/>
              <a:t>traffic</a:t>
            </a:r>
            <a:r>
              <a:rPr lang="en-US" dirty="0"/>
              <a:t>, </a:t>
            </a:r>
            <a:r>
              <a:rPr lang="en-US" dirty="0" smtClean="0"/>
              <a:t>but they </a:t>
            </a:r>
            <a:r>
              <a:rPr lang="en-US" dirty="0"/>
              <a:t>also require more sophisticated programming and present additional </a:t>
            </a:r>
            <a:r>
              <a:rPr lang="en-US" dirty="0" smtClean="0"/>
              <a:t>threats.</a:t>
            </a:r>
            <a:endParaRPr lang="en-GB" dirty="0"/>
          </a:p>
        </p:txBody>
      </p:sp>
    </p:spTree>
    <p:extLst>
      <p:ext uri="{BB962C8B-B14F-4D97-AF65-F5344CB8AC3E}">
        <p14:creationId xmlns:p14="http://schemas.microsoft.com/office/powerpoint/2010/main" val="588671166"/>
      </p:ext>
    </p:extLst>
  </p:cSld>
  <p:clrMapOvr>
    <a:masterClrMapping/>
  </p:clrMapOvr>
  <p:transition advTm="5000">
    <p:dissolv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smtClean="0">
                <a:latin typeface="Georgia" panose="02040502050405020303" pitchFamily="18" charset="0"/>
              </a:rPr>
              <a:t>S.T.R.I.D.E</a:t>
            </a:r>
            <a:endParaRPr lang="en-GB" sz="3600" dirty="0">
              <a:latin typeface="Georgia" panose="02040502050405020303" pitchFamily="18" charset="0"/>
            </a:endParaRPr>
          </a:p>
        </p:txBody>
      </p:sp>
      <p:sp>
        <p:nvSpPr>
          <p:cNvPr id="3" name="Content Placeholder 2"/>
          <p:cNvSpPr>
            <a:spLocks noGrp="1"/>
          </p:cNvSpPr>
          <p:nvPr>
            <p:ph idx="1"/>
          </p:nvPr>
        </p:nvSpPr>
        <p:spPr>
          <a:xfrm>
            <a:off x="914400" y="1185374"/>
            <a:ext cx="10363200" cy="4114800"/>
          </a:xfrm>
        </p:spPr>
        <p:txBody>
          <a:bodyPr/>
          <a:lstStyle/>
          <a:p>
            <a:r>
              <a:rPr lang="en-US" sz="2800" dirty="0"/>
              <a:t>Microsoft developed a threat categorization scheme known as </a:t>
            </a:r>
            <a:r>
              <a:rPr lang="en-US" sz="2800" dirty="0" smtClean="0"/>
              <a:t>STRIDE</a:t>
            </a:r>
          </a:p>
          <a:p>
            <a:r>
              <a:rPr lang="en-US" sz="2800" dirty="0" smtClean="0"/>
              <a:t>Often </a:t>
            </a:r>
            <a:r>
              <a:rPr lang="en-US" sz="2800" dirty="0"/>
              <a:t>used in relation to assessing threats against applications or operating </a:t>
            </a:r>
            <a:r>
              <a:rPr lang="en-US" sz="2800" dirty="0" smtClean="0"/>
              <a:t>systems</a:t>
            </a:r>
          </a:p>
          <a:p>
            <a:pPr lvl="1"/>
            <a:r>
              <a:rPr lang="en-US" sz="2400" dirty="0" smtClean="0"/>
              <a:t>Spoofing</a:t>
            </a:r>
          </a:p>
          <a:p>
            <a:pPr lvl="1"/>
            <a:r>
              <a:rPr lang="en-US" sz="2400" dirty="0" smtClean="0"/>
              <a:t>Tampering</a:t>
            </a:r>
          </a:p>
          <a:p>
            <a:pPr lvl="1"/>
            <a:r>
              <a:rPr lang="en-GB" sz="2400" dirty="0" smtClean="0"/>
              <a:t>Repudiation</a:t>
            </a:r>
          </a:p>
          <a:p>
            <a:pPr lvl="1"/>
            <a:r>
              <a:rPr lang="en-GB" sz="2400" dirty="0"/>
              <a:t>Information </a:t>
            </a:r>
            <a:r>
              <a:rPr lang="en-GB" sz="2400" dirty="0" smtClean="0"/>
              <a:t>disclosure</a:t>
            </a:r>
          </a:p>
          <a:p>
            <a:pPr lvl="1"/>
            <a:r>
              <a:rPr lang="en-GB" sz="2400" dirty="0"/>
              <a:t>Denial of service (</a:t>
            </a:r>
            <a:r>
              <a:rPr lang="en-GB" sz="2400" dirty="0" err="1"/>
              <a:t>DoS</a:t>
            </a:r>
            <a:r>
              <a:rPr lang="en-GB" sz="2400" dirty="0" smtClean="0"/>
              <a:t>)</a:t>
            </a:r>
          </a:p>
          <a:p>
            <a:pPr lvl="1"/>
            <a:r>
              <a:rPr lang="en-GB" sz="2400" dirty="0"/>
              <a:t>Elevation of privilege</a:t>
            </a:r>
          </a:p>
        </p:txBody>
      </p:sp>
    </p:spTree>
    <p:extLst>
      <p:ext uri="{BB962C8B-B14F-4D97-AF65-F5344CB8AC3E}">
        <p14:creationId xmlns:p14="http://schemas.microsoft.com/office/powerpoint/2010/main" val="3807272185"/>
      </p:ext>
    </p:extLst>
  </p:cSld>
  <p:clrMapOvr>
    <a:masterClrMapping/>
  </p:clrMapOvr>
  <p:transition advTm="5000">
    <p:dissolv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smtClean="0">
                <a:latin typeface="Georgia" panose="02040502050405020303" pitchFamily="18" charset="0"/>
              </a:rPr>
              <a:t>Spoofing</a:t>
            </a:r>
            <a:endParaRPr lang="en-GB" dirty="0">
              <a:latin typeface="Georgia" panose="02040502050405020303" pitchFamily="18" charset="0"/>
            </a:endParaRPr>
          </a:p>
        </p:txBody>
      </p:sp>
      <p:sp>
        <p:nvSpPr>
          <p:cNvPr id="3" name="Content Placeholder 2"/>
          <p:cNvSpPr>
            <a:spLocks noGrp="1"/>
          </p:cNvSpPr>
          <p:nvPr>
            <p:ph idx="1"/>
          </p:nvPr>
        </p:nvSpPr>
        <p:spPr/>
        <p:txBody>
          <a:bodyPr/>
          <a:lstStyle/>
          <a:p>
            <a:r>
              <a:rPr lang="en-US" sz="2000" dirty="0" smtClean="0"/>
              <a:t>An </a:t>
            </a:r>
            <a:r>
              <a:rPr lang="en-US" sz="2000" dirty="0"/>
              <a:t>attack with the goal of gaining access to a target system through the </a:t>
            </a:r>
            <a:r>
              <a:rPr lang="en-US" sz="2000" dirty="0" smtClean="0"/>
              <a:t>use of </a:t>
            </a:r>
            <a:r>
              <a:rPr lang="en-US" sz="2000" dirty="0"/>
              <a:t>a falsified identity. </a:t>
            </a:r>
            <a:endParaRPr lang="en-US" sz="2000" dirty="0" smtClean="0"/>
          </a:p>
          <a:p>
            <a:pPr lvl="1"/>
            <a:r>
              <a:rPr lang="en-US" sz="1600" dirty="0" smtClean="0"/>
              <a:t>Spoofing </a:t>
            </a:r>
            <a:r>
              <a:rPr lang="en-US" sz="1600" dirty="0"/>
              <a:t>can be used </a:t>
            </a:r>
            <a:r>
              <a:rPr lang="en-US" sz="1600" dirty="0" smtClean="0"/>
              <a:t>against: </a:t>
            </a:r>
          </a:p>
          <a:p>
            <a:pPr lvl="1"/>
            <a:r>
              <a:rPr lang="en-US" sz="1600" dirty="0" smtClean="0"/>
              <a:t>IP </a:t>
            </a:r>
            <a:r>
              <a:rPr lang="en-US" sz="1600" dirty="0"/>
              <a:t>addresses, </a:t>
            </a:r>
            <a:endParaRPr lang="en-US" sz="1600" dirty="0" smtClean="0"/>
          </a:p>
          <a:p>
            <a:pPr lvl="1"/>
            <a:r>
              <a:rPr lang="en-US" sz="1600" dirty="0" smtClean="0"/>
              <a:t>MAC </a:t>
            </a:r>
            <a:r>
              <a:rPr lang="en-US" sz="1600" dirty="0"/>
              <a:t>address, </a:t>
            </a:r>
            <a:endParaRPr lang="en-US" sz="1600" dirty="0" smtClean="0"/>
          </a:p>
          <a:p>
            <a:pPr lvl="1"/>
            <a:r>
              <a:rPr lang="en-US" sz="1600" dirty="0" smtClean="0"/>
              <a:t>usernames, </a:t>
            </a:r>
          </a:p>
          <a:p>
            <a:pPr lvl="1"/>
            <a:r>
              <a:rPr lang="en-US" sz="1600" dirty="0" smtClean="0"/>
              <a:t>system </a:t>
            </a:r>
            <a:r>
              <a:rPr lang="en-US" sz="1600" dirty="0"/>
              <a:t>names, </a:t>
            </a:r>
            <a:endParaRPr lang="en-US" sz="1600" dirty="0" smtClean="0"/>
          </a:p>
          <a:p>
            <a:pPr lvl="1"/>
            <a:r>
              <a:rPr lang="en-US" sz="1600" dirty="0" smtClean="0"/>
              <a:t>wireless </a:t>
            </a:r>
            <a:r>
              <a:rPr lang="en-US" sz="1600" dirty="0"/>
              <a:t>network SSIDs, </a:t>
            </a:r>
            <a:endParaRPr lang="en-US" sz="1600" dirty="0" smtClean="0"/>
          </a:p>
          <a:p>
            <a:pPr lvl="1"/>
            <a:r>
              <a:rPr lang="en-US" sz="1600" dirty="0" smtClean="0"/>
              <a:t>email </a:t>
            </a:r>
            <a:r>
              <a:rPr lang="en-US" sz="1600" dirty="0"/>
              <a:t>addresses, </a:t>
            </a:r>
            <a:endParaRPr lang="en-US" sz="1600" dirty="0" smtClean="0"/>
          </a:p>
          <a:p>
            <a:pPr lvl="1"/>
            <a:r>
              <a:rPr lang="en-US" sz="1600" dirty="0" smtClean="0"/>
              <a:t>and </a:t>
            </a:r>
            <a:r>
              <a:rPr lang="en-US" sz="1600" dirty="0"/>
              <a:t>many other </a:t>
            </a:r>
            <a:r>
              <a:rPr lang="en-US" sz="1600" dirty="0" smtClean="0"/>
              <a:t>types of </a:t>
            </a:r>
            <a:r>
              <a:rPr lang="en-US" sz="1600" dirty="0"/>
              <a:t>logical identification. </a:t>
            </a:r>
            <a:endParaRPr lang="en-US" sz="1600" dirty="0" smtClean="0"/>
          </a:p>
          <a:p>
            <a:r>
              <a:rPr lang="en-US" sz="2000" dirty="0" smtClean="0"/>
              <a:t>When </a:t>
            </a:r>
            <a:r>
              <a:rPr lang="en-US" sz="2000" dirty="0"/>
              <a:t>an attacker spoofs their identity as a valid or </a:t>
            </a:r>
            <a:r>
              <a:rPr lang="en-US" sz="2000" dirty="0" smtClean="0"/>
              <a:t>authorized entity</a:t>
            </a:r>
            <a:r>
              <a:rPr lang="en-US" sz="2000" dirty="0"/>
              <a:t>, they are often able to bypass filters and blockades against </a:t>
            </a:r>
            <a:r>
              <a:rPr lang="en-US" sz="2000" dirty="0" err="1" smtClean="0"/>
              <a:t>unauthorised</a:t>
            </a:r>
            <a:r>
              <a:rPr lang="en-US" sz="2000" dirty="0" smtClean="0"/>
              <a:t> </a:t>
            </a:r>
            <a:r>
              <a:rPr lang="en-US" sz="2000" dirty="0"/>
              <a:t>access.</a:t>
            </a:r>
            <a:endParaRPr lang="en-GB" sz="2000" dirty="0"/>
          </a:p>
        </p:txBody>
      </p:sp>
    </p:spTree>
    <p:extLst>
      <p:ext uri="{BB962C8B-B14F-4D97-AF65-F5344CB8AC3E}">
        <p14:creationId xmlns:p14="http://schemas.microsoft.com/office/powerpoint/2010/main" val="3748056756"/>
      </p:ext>
    </p:extLst>
  </p:cSld>
  <p:clrMapOvr>
    <a:masterClrMapping/>
  </p:clrMapOvr>
  <p:transition advTm="5000">
    <p:dissolv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Georgia" panose="02040502050405020303" pitchFamily="18" charset="0"/>
              </a:rPr>
              <a:t>Tampering</a:t>
            </a:r>
            <a:endParaRPr lang="en-GB" dirty="0">
              <a:latin typeface="Georgia" panose="02040502050405020303" pitchFamily="18" charset="0"/>
            </a:endParaRPr>
          </a:p>
        </p:txBody>
      </p:sp>
      <p:sp>
        <p:nvSpPr>
          <p:cNvPr id="3" name="Content Placeholder 2"/>
          <p:cNvSpPr>
            <a:spLocks noGrp="1"/>
          </p:cNvSpPr>
          <p:nvPr>
            <p:ph idx="1"/>
          </p:nvPr>
        </p:nvSpPr>
        <p:spPr/>
        <p:txBody>
          <a:bodyPr/>
          <a:lstStyle/>
          <a:p>
            <a:r>
              <a:rPr lang="en-US" sz="2800" dirty="0" smtClean="0"/>
              <a:t>Any </a:t>
            </a:r>
            <a:r>
              <a:rPr lang="en-US" sz="2800" dirty="0"/>
              <a:t>action resulting in the </a:t>
            </a:r>
            <a:r>
              <a:rPr lang="en-US" sz="2800" dirty="0" err="1" smtClean="0"/>
              <a:t>unauthorised</a:t>
            </a:r>
            <a:r>
              <a:rPr lang="en-US" sz="2800" dirty="0" smtClean="0"/>
              <a:t> </a:t>
            </a:r>
            <a:r>
              <a:rPr lang="en-US" sz="2800" dirty="0"/>
              <a:t>changes or manipulation </a:t>
            </a:r>
            <a:r>
              <a:rPr lang="en-US" sz="2800" dirty="0" smtClean="0"/>
              <a:t>of data</a:t>
            </a:r>
            <a:r>
              <a:rPr lang="en-US" sz="2800" dirty="0"/>
              <a:t>, whether in transit or in storage. </a:t>
            </a:r>
            <a:endParaRPr lang="en-US" sz="2800" dirty="0" smtClean="0"/>
          </a:p>
          <a:p>
            <a:r>
              <a:rPr lang="en-US" sz="2800" dirty="0" smtClean="0"/>
              <a:t>Tampering </a:t>
            </a:r>
            <a:r>
              <a:rPr lang="en-US" sz="2800" dirty="0"/>
              <a:t>is used to falsify communications </a:t>
            </a:r>
            <a:r>
              <a:rPr lang="en-US" sz="2800" dirty="0" smtClean="0"/>
              <a:t>or alter </a:t>
            </a:r>
            <a:r>
              <a:rPr lang="en-US" sz="2800" dirty="0"/>
              <a:t>static information. </a:t>
            </a:r>
            <a:endParaRPr lang="en-US" sz="2800" dirty="0" smtClean="0"/>
          </a:p>
          <a:p>
            <a:r>
              <a:rPr lang="en-US" sz="2800" dirty="0" smtClean="0"/>
              <a:t>Such </a:t>
            </a:r>
            <a:r>
              <a:rPr lang="en-US" sz="2800" dirty="0"/>
              <a:t>attacks are a violation of integrity as well as availability.</a:t>
            </a:r>
            <a:endParaRPr lang="en-GB" sz="2800" dirty="0"/>
          </a:p>
        </p:txBody>
      </p:sp>
    </p:spTree>
    <p:extLst>
      <p:ext uri="{BB962C8B-B14F-4D97-AF65-F5344CB8AC3E}">
        <p14:creationId xmlns:p14="http://schemas.microsoft.com/office/powerpoint/2010/main" val="425417720"/>
      </p:ext>
    </p:extLst>
  </p:cSld>
  <p:clrMapOvr>
    <a:masterClrMapping/>
  </p:clrMapOvr>
  <p:transition advTm="5000">
    <p:dissolv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Repudiation</a:t>
            </a:r>
            <a:endParaRPr lang="en-GB" dirty="0"/>
          </a:p>
        </p:txBody>
      </p:sp>
      <p:sp>
        <p:nvSpPr>
          <p:cNvPr id="3" name="Content Placeholder 2"/>
          <p:cNvSpPr>
            <a:spLocks noGrp="1"/>
          </p:cNvSpPr>
          <p:nvPr>
            <p:ph idx="1"/>
          </p:nvPr>
        </p:nvSpPr>
        <p:spPr/>
        <p:txBody>
          <a:bodyPr/>
          <a:lstStyle/>
          <a:p>
            <a:r>
              <a:rPr lang="en-US" sz="2800" dirty="0" smtClean="0"/>
              <a:t>The </a:t>
            </a:r>
            <a:r>
              <a:rPr lang="en-US" sz="2800" dirty="0"/>
              <a:t>ability for a user or attacker to deny having performed an action </a:t>
            </a:r>
            <a:r>
              <a:rPr lang="en-US" sz="2800" dirty="0" smtClean="0"/>
              <a:t>or activity</a:t>
            </a:r>
            <a:r>
              <a:rPr lang="en-US" sz="2800" dirty="0"/>
              <a:t>. </a:t>
            </a:r>
            <a:endParaRPr lang="en-US" sz="2800" dirty="0" smtClean="0"/>
          </a:p>
          <a:p>
            <a:r>
              <a:rPr lang="en-US" sz="2800" dirty="0" smtClean="0"/>
              <a:t>Often </a:t>
            </a:r>
            <a:r>
              <a:rPr lang="en-US" sz="2800" dirty="0"/>
              <a:t>attackers engage in repudiation attacks in order to maintain </a:t>
            </a:r>
            <a:r>
              <a:rPr lang="en-US" sz="2800" dirty="0" smtClean="0"/>
              <a:t>plausible deniability </a:t>
            </a:r>
            <a:r>
              <a:rPr lang="en-US" sz="2800" dirty="0"/>
              <a:t>so as not to be held accountable for their actions. </a:t>
            </a:r>
            <a:endParaRPr lang="en-US" sz="2800" dirty="0" smtClean="0"/>
          </a:p>
          <a:p>
            <a:r>
              <a:rPr lang="en-US" sz="2800" dirty="0" smtClean="0"/>
              <a:t>Repudiation </a:t>
            </a:r>
            <a:r>
              <a:rPr lang="en-US" sz="2800" dirty="0"/>
              <a:t>attacks </a:t>
            </a:r>
            <a:r>
              <a:rPr lang="en-US" sz="2800" dirty="0" smtClean="0"/>
              <a:t>can also </a:t>
            </a:r>
            <a:r>
              <a:rPr lang="en-US" sz="2800" dirty="0"/>
              <a:t>result in innocent third parties being blamed for security violations.</a:t>
            </a:r>
            <a:endParaRPr lang="en-GB" sz="2800" dirty="0"/>
          </a:p>
        </p:txBody>
      </p:sp>
    </p:spTree>
    <p:extLst>
      <p:ext uri="{BB962C8B-B14F-4D97-AF65-F5344CB8AC3E}">
        <p14:creationId xmlns:p14="http://schemas.microsoft.com/office/powerpoint/2010/main" val="1812188957"/>
      </p:ext>
    </p:extLst>
  </p:cSld>
  <p:clrMapOvr>
    <a:masterClrMapping/>
  </p:clrMapOvr>
  <p:transition advTm="5000">
    <p:dissolv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Information disclosure</a:t>
            </a:r>
          </a:p>
        </p:txBody>
      </p:sp>
      <p:sp>
        <p:nvSpPr>
          <p:cNvPr id="3" name="Content Placeholder 2"/>
          <p:cNvSpPr>
            <a:spLocks noGrp="1"/>
          </p:cNvSpPr>
          <p:nvPr>
            <p:ph idx="1"/>
          </p:nvPr>
        </p:nvSpPr>
        <p:spPr>
          <a:xfrm>
            <a:off x="914400" y="1201005"/>
            <a:ext cx="10363200" cy="4114800"/>
          </a:xfrm>
        </p:spPr>
        <p:txBody>
          <a:bodyPr/>
          <a:lstStyle/>
          <a:p>
            <a:r>
              <a:rPr lang="en-US" dirty="0"/>
              <a:t>The revelation or distribution of private, confidential, </a:t>
            </a:r>
            <a:r>
              <a:rPr lang="en-US" dirty="0" smtClean="0"/>
              <a:t>or controlled </a:t>
            </a:r>
            <a:r>
              <a:rPr lang="en-US" dirty="0"/>
              <a:t>information to external or </a:t>
            </a:r>
            <a:r>
              <a:rPr lang="en-US" dirty="0" err="1" smtClean="0"/>
              <a:t>unauthorised</a:t>
            </a:r>
            <a:r>
              <a:rPr lang="en-US" dirty="0" smtClean="0"/>
              <a:t> </a:t>
            </a:r>
            <a:r>
              <a:rPr lang="en-US" dirty="0"/>
              <a:t>entities. </a:t>
            </a:r>
            <a:endParaRPr lang="en-US" dirty="0" smtClean="0"/>
          </a:p>
          <a:p>
            <a:r>
              <a:rPr lang="en-US" dirty="0" smtClean="0"/>
              <a:t>This </a:t>
            </a:r>
            <a:r>
              <a:rPr lang="en-US" dirty="0"/>
              <a:t>could include </a:t>
            </a:r>
            <a:r>
              <a:rPr lang="en-US" dirty="0" smtClean="0"/>
              <a:t>customer identity </a:t>
            </a:r>
            <a:r>
              <a:rPr lang="en-US" dirty="0"/>
              <a:t>information, financial information, or proprietary business </a:t>
            </a:r>
            <a:r>
              <a:rPr lang="en-US" dirty="0" smtClean="0"/>
              <a:t>operation details.</a:t>
            </a:r>
          </a:p>
          <a:p>
            <a:r>
              <a:rPr lang="en-US" dirty="0"/>
              <a:t>Information disclosure can take advantage of system design and </a:t>
            </a:r>
            <a:r>
              <a:rPr lang="en-US" dirty="0" smtClean="0"/>
              <a:t>implementation mistakes</a:t>
            </a:r>
          </a:p>
          <a:p>
            <a:pPr lvl="1"/>
            <a:r>
              <a:rPr lang="en-US" dirty="0"/>
              <a:t>F</a:t>
            </a:r>
            <a:r>
              <a:rPr lang="en-US" dirty="0" smtClean="0"/>
              <a:t>ailing </a:t>
            </a:r>
            <a:r>
              <a:rPr lang="en-US" dirty="0"/>
              <a:t>to remove debugging </a:t>
            </a:r>
            <a:r>
              <a:rPr lang="en-US" dirty="0" smtClean="0"/>
              <a:t>code</a:t>
            </a:r>
          </a:p>
          <a:p>
            <a:pPr lvl="1"/>
            <a:r>
              <a:rPr lang="en-US" dirty="0"/>
              <a:t>L</a:t>
            </a:r>
            <a:r>
              <a:rPr lang="en-US" dirty="0" smtClean="0"/>
              <a:t>eaving </a:t>
            </a:r>
            <a:r>
              <a:rPr lang="en-US" dirty="0"/>
              <a:t>sample </a:t>
            </a:r>
            <a:r>
              <a:rPr lang="en-US" dirty="0" smtClean="0"/>
              <a:t>applications</a:t>
            </a:r>
          </a:p>
          <a:p>
            <a:pPr lvl="1"/>
            <a:r>
              <a:rPr lang="en-US" dirty="0" smtClean="0"/>
              <a:t>Test accounts</a:t>
            </a:r>
            <a:endParaRPr lang="en-GB" dirty="0"/>
          </a:p>
        </p:txBody>
      </p:sp>
    </p:spTree>
    <p:extLst>
      <p:ext uri="{BB962C8B-B14F-4D97-AF65-F5344CB8AC3E}">
        <p14:creationId xmlns:p14="http://schemas.microsoft.com/office/powerpoint/2010/main" val="4323804"/>
      </p:ext>
    </p:extLst>
  </p:cSld>
  <p:clrMapOvr>
    <a:masterClrMapping/>
  </p:clrMapOvr>
  <p:transition advTm="5000">
    <p:dissolv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Denial of service (</a:t>
            </a:r>
            <a:r>
              <a:rPr lang="en-GB" dirty="0" err="1"/>
              <a:t>DoS</a:t>
            </a:r>
            <a:r>
              <a:rPr lang="en-GB" dirty="0" smtClean="0"/>
              <a:t>)</a:t>
            </a:r>
            <a:endParaRPr lang="en-GB" dirty="0"/>
          </a:p>
        </p:txBody>
      </p:sp>
      <p:sp>
        <p:nvSpPr>
          <p:cNvPr id="3" name="Content Placeholder 2"/>
          <p:cNvSpPr>
            <a:spLocks noGrp="1"/>
          </p:cNvSpPr>
          <p:nvPr>
            <p:ph idx="1"/>
          </p:nvPr>
        </p:nvSpPr>
        <p:spPr/>
        <p:txBody>
          <a:bodyPr/>
          <a:lstStyle/>
          <a:p>
            <a:r>
              <a:rPr lang="en-GB" sz="2800" dirty="0" smtClean="0"/>
              <a:t>A</a:t>
            </a:r>
            <a:r>
              <a:rPr lang="en-US" sz="2800" dirty="0"/>
              <a:t>n attack that attempts to prevent </a:t>
            </a:r>
            <a:r>
              <a:rPr lang="en-US" sz="2800" dirty="0" smtClean="0"/>
              <a:t>authorised / legitimate </a:t>
            </a:r>
            <a:r>
              <a:rPr lang="en-US" sz="2800" dirty="0"/>
              <a:t>use of </a:t>
            </a:r>
            <a:r>
              <a:rPr lang="en-US" sz="2800" dirty="0" smtClean="0"/>
              <a:t>a resource</a:t>
            </a:r>
            <a:r>
              <a:rPr lang="en-US" sz="2800" dirty="0"/>
              <a:t>. </a:t>
            </a:r>
            <a:endParaRPr lang="en-US" sz="2800" dirty="0" smtClean="0"/>
          </a:p>
          <a:p>
            <a:r>
              <a:rPr lang="en-US" sz="2800" dirty="0" smtClean="0"/>
              <a:t>This </a:t>
            </a:r>
            <a:r>
              <a:rPr lang="en-US" sz="2800" dirty="0"/>
              <a:t>can be done through flaw exploitation, connection overloading, </a:t>
            </a:r>
            <a:r>
              <a:rPr lang="en-US" sz="2800" dirty="0" smtClean="0"/>
              <a:t>or traffic </a:t>
            </a:r>
            <a:r>
              <a:rPr lang="en-US" sz="2800" dirty="0"/>
              <a:t>flooding. </a:t>
            </a:r>
            <a:endParaRPr lang="en-US" sz="2800" dirty="0" smtClean="0"/>
          </a:p>
          <a:p>
            <a:r>
              <a:rPr lang="en-US" sz="2800" dirty="0" smtClean="0"/>
              <a:t>A </a:t>
            </a:r>
            <a:r>
              <a:rPr lang="en-US" sz="2800" dirty="0" err="1"/>
              <a:t>DoS</a:t>
            </a:r>
            <a:r>
              <a:rPr lang="en-US" sz="2800" dirty="0"/>
              <a:t> attack does not necessarily result in full interruption to </a:t>
            </a:r>
            <a:r>
              <a:rPr lang="en-US" sz="2800" dirty="0" smtClean="0"/>
              <a:t>a resource</a:t>
            </a:r>
            <a:r>
              <a:rPr lang="en-US" sz="2800" dirty="0"/>
              <a:t>; it could instead reduce throughput or introduce </a:t>
            </a:r>
            <a:r>
              <a:rPr lang="en-US" sz="2800" dirty="0" smtClean="0"/>
              <a:t>latency </a:t>
            </a:r>
            <a:r>
              <a:rPr lang="en-US" sz="2800" dirty="0"/>
              <a:t>or introduce latency</a:t>
            </a:r>
            <a:r>
              <a:rPr lang="en-US" sz="2800" dirty="0" smtClean="0"/>
              <a:t> </a:t>
            </a:r>
            <a:r>
              <a:rPr lang="en-US" sz="2800" dirty="0"/>
              <a:t>in order to </a:t>
            </a:r>
            <a:r>
              <a:rPr lang="en-US" sz="2800" dirty="0" smtClean="0"/>
              <a:t>hamper productive </a:t>
            </a:r>
            <a:r>
              <a:rPr lang="en-US" sz="2800" dirty="0"/>
              <a:t>use of a resource.</a:t>
            </a:r>
            <a:endParaRPr lang="en-GB" sz="2800" dirty="0"/>
          </a:p>
        </p:txBody>
      </p:sp>
    </p:spTree>
    <p:extLst>
      <p:ext uri="{BB962C8B-B14F-4D97-AF65-F5344CB8AC3E}">
        <p14:creationId xmlns:p14="http://schemas.microsoft.com/office/powerpoint/2010/main" val="4179358195"/>
      </p:ext>
    </p:extLst>
  </p:cSld>
  <p:clrMapOvr>
    <a:masterClrMapping/>
  </p:clrMapOvr>
  <p:transition advTm="5000">
    <p:dissolv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Elevation of privilege</a:t>
            </a:r>
          </a:p>
        </p:txBody>
      </p:sp>
      <p:sp>
        <p:nvSpPr>
          <p:cNvPr id="3" name="Content Placeholder 2"/>
          <p:cNvSpPr>
            <a:spLocks noGrp="1"/>
          </p:cNvSpPr>
          <p:nvPr>
            <p:ph idx="1"/>
          </p:nvPr>
        </p:nvSpPr>
        <p:spPr/>
        <p:txBody>
          <a:bodyPr/>
          <a:lstStyle/>
          <a:p>
            <a:r>
              <a:rPr lang="en-US" dirty="0"/>
              <a:t>An attack where a limited user account is transformed </a:t>
            </a:r>
            <a:r>
              <a:rPr lang="en-US" dirty="0" smtClean="0"/>
              <a:t>into an </a:t>
            </a:r>
            <a:r>
              <a:rPr lang="en-US" dirty="0"/>
              <a:t>account with greater </a:t>
            </a:r>
            <a:r>
              <a:rPr lang="en-US" dirty="0" smtClean="0"/>
              <a:t>privileges. </a:t>
            </a:r>
          </a:p>
          <a:p>
            <a:r>
              <a:rPr lang="en-US" dirty="0" smtClean="0"/>
              <a:t>This </a:t>
            </a:r>
            <a:r>
              <a:rPr lang="en-US" dirty="0"/>
              <a:t>might be </a:t>
            </a:r>
            <a:r>
              <a:rPr lang="en-US" dirty="0" smtClean="0"/>
              <a:t>accomplished through </a:t>
            </a:r>
            <a:r>
              <a:rPr lang="en-US" dirty="0"/>
              <a:t>theft or exploitation of the credentials of a higher-level account, such as </a:t>
            </a:r>
            <a:r>
              <a:rPr lang="en-US" dirty="0" smtClean="0"/>
              <a:t>that of </a:t>
            </a:r>
            <a:r>
              <a:rPr lang="en-US" dirty="0"/>
              <a:t>an administrator or root.</a:t>
            </a:r>
            <a:endParaRPr lang="en-GB" dirty="0"/>
          </a:p>
        </p:txBody>
      </p:sp>
    </p:spTree>
    <p:extLst>
      <p:ext uri="{BB962C8B-B14F-4D97-AF65-F5344CB8AC3E}">
        <p14:creationId xmlns:p14="http://schemas.microsoft.com/office/powerpoint/2010/main" val="1243748149"/>
      </p:ext>
    </p:extLst>
  </p:cSld>
  <p:clrMapOvr>
    <a:masterClrMapping/>
  </p:clrMapOvr>
  <p:transition advTm="5000">
    <p:dissolv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S.T.R.I.D.E</a:t>
            </a:r>
            <a:endParaRPr lang="en-GB" dirty="0"/>
          </a:p>
        </p:txBody>
      </p:sp>
      <p:sp>
        <p:nvSpPr>
          <p:cNvPr id="3" name="Content Placeholder 2"/>
          <p:cNvSpPr>
            <a:spLocks noGrp="1"/>
          </p:cNvSpPr>
          <p:nvPr>
            <p:ph idx="1"/>
          </p:nvPr>
        </p:nvSpPr>
        <p:spPr/>
        <p:txBody>
          <a:bodyPr/>
          <a:lstStyle/>
          <a:p>
            <a:r>
              <a:rPr lang="en-US" dirty="0" smtClean="0"/>
              <a:t>STRIDE </a:t>
            </a:r>
            <a:r>
              <a:rPr lang="en-US" dirty="0"/>
              <a:t>is typically used to focus on application threats, it is applicable </a:t>
            </a:r>
            <a:r>
              <a:rPr lang="en-US" dirty="0" smtClean="0"/>
              <a:t>to other </a:t>
            </a:r>
            <a:r>
              <a:rPr lang="en-US" dirty="0"/>
              <a:t>situations, such as network threats and host threats. </a:t>
            </a:r>
            <a:endParaRPr lang="en-US" dirty="0" smtClean="0"/>
          </a:p>
          <a:p>
            <a:r>
              <a:rPr lang="en-US" dirty="0" smtClean="0"/>
              <a:t>Other </a:t>
            </a:r>
            <a:r>
              <a:rPr lang="en-US" dirty="0"/>
              <a:t>attacks may be </a:t>
            </a:r>
            <a:r>
              <a:rPr lang="en-US" dirty="0" smtClean="0"/>
              <a:t>more specific </a:t>
            </a:r>
            <a:r>
              <a:rPr lang="en-US" dirty="0"/>
              <a:t>to network </a:t>
            </a:r>
            <a:r>
              <a:rPr lang="en-US" dirty="0" smtClean="0"/>
              <a:t>and /or </a:t>
            </a:r>
            <a:r>
              <a:rPr lang="en-US" dirty="0"/>
              <a:t>host </a:t>
            </a:r>
            <a:endParaRPr lang="en-US" dirty="0" smtClean="0"/>
          </a:p>
          <a:p>
            <a:pPr lvl="1">
              <a:buFont typeface="Arial" panose="020B0604020202020204" pitchFamily="34" charset="0"/>
              <a:buChar char="•"/>
            </a:pPr>
            <a:r>
              <a:rPr lang="en-US" dirty="0" smtClean="0"/>
              <a:t>sniffing </a:t>
            </a:r>
            <a:r>
              <a:rPr lang="en-US" dirty="0"/>
              <a:t>and hijacking for networks </a:t>
            </a:r>
            <a:endParaRPr lang="en-US" dirty="0" smtClean="0"/>
          </a:p>
          <a:p>
            <a:pPr lvl="1">
              <a:buFont typeface="Arial" panose="020B0604020202020204" pitchFamily="34" charset="0"/>
              <a:buChar char="•"/>
            </a:pPr>
            <a:r>
              <a:rPr lang="en-US" dirty="0" smtClean="0"/>
              <a:t>malware </a:t>
            </a:r>
            <a:r>
              <a:rPr lang="en-US" dirty="0"/>
              <a:t>and arbitrary code execution for </a:t>
            </a:r>
            <a:r>
              <a:rPr lang="en-US" dirty="0" smtClean="0"/>
              <a:t>hosts</a:t>
            </a:r>
            <a:endParaRPr lang="en-GB" dirty="0"/>
          </a:p>
        </p:txBody>
      </p:sp>
    </p:spTree>
    <p:extLst>
      <p:ext uri="{BB962C8B-B14F-4D97-AF65-F5344CB8AC3E}">
        <p14:creationId xmlns:p14="http://schemas.microsoft.com/office/powerpoint/2010/main" val="2320925680"/>
      </p:ext>
    </p:extLst>
  </p:cSld>
  <p:clrMapOvr>
    <a:masterClrMapping/>
  </p:clrMapOvr>
  <p:transition advTm="5000">
    <p:dissolv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Potential </a:t>
            </a:r>
            <a:r>
              <a:rPr lang="en-GB" sz="3600" dirty="0" smtClean="0">
                <a:latin typeface="Georgia" panose="02040502050405020303" pitchFamily="18" charset="0"/>
              </a:rPr>
              <a:t>Attacks / Threats</a:t>
            </a:r>
            <a:endParaRPr lang="en-GB" sz="3600" dirty="0">
              <a:latin typeface="Georgia" panose="02040502050405020303" pitchFamily="18" charset="0"/>
            </a:endParaRPr>
          </a:p>
        </p:txBody>
      </p:sp>
      <p:sp>
        <p:nvSpPr>
          <p:cNvPr id="3" name="Content Placeholder 2"/>
          <p:cNvSpPr>
            <a:spLocks noGrp="1"/>
          </p:cNvSpPr>
          <p:nvPr>
            <p:ph idx="1"/>
          </p:nvPr>
        </p:nvSpPr>
        <p:spPr/>
        <p:txBody>
          <a:bodyPr/>
          <a:lstStyle/>
          <a:p>
            <a:r>
              <a:rPr lang="en-US" dirty="0"/>
              <a:t>Potential threats to </a:t>
            </a:r>
            <a:r>
              <a:rPr lang="en-US" dirty="0" smtClean="0"/>
              <a:t>a business </a:t>
            </a:r>
            <a:r>
              <a:rPr lang="en-US" dirty="0"/>
              <a:t>are broad and varied. </a:t>
            </a:r>
            <a:endParaRPr lang="en-US" dirty="0" smtClean="0"/>
          </a:p>
          <a:p>
            <a:r>
              <a:rPr lang="en-US" dirty="0" smtClean="0"/>
              <a:t>A </a:t>
            </a:r>
            <a:r>
              <a:rPr lang="en-US" dirty="0"/>
              <a:t>company faces </a:t>
            </a:r>
            <a:r>
              <a:rPr lang="en-US" dirty="0" smtClean="0"/>
              <a:t>threats from </a:t>
            </a:r>
            <a:r>
              <a:rPr lang="en-US" dirty="0"/>
              <a:t>nature, technology, and people. </a:t>
            </a:r>
            <a:endParaRPr lang="en-US" dirty="0" smtClean="0"/>
          </a:p>
          <a:p>
            <a:r>
              <a:rPr lang="en-US" dirty="0" smtClean="0"/>
              <a:t>Most </a:t>
            </a:r>
            <a:r>
              <a:rPr lang="en-US" dirty="0"/>
              <a:t>businesses focus on natural disasters and </a:t>
            </a:r>
            <a:r>
              <a:rPr lang="en-US" dirty="0" smtClean="0"/>
              <a:t>IT attacks </a:t>
            </a:r>
            <a:r>
              <a:rPr lang="en-US" dirty="0"/>
              <a:t>in preparing for threats, but it’s also important to consider threat potential </a:t>
            </a:r>
            <a:r>
              <a:rPr lang="en-US" dirty="0" smtClean="0"/>
              <a:t>from individuals</a:t>
            </a:r>
            <a:r>
              <a:rPr lang="en-US" dirty="0"/>
              <a:t>.</a:t>
            </a:r>
            <a:endParaRPr lang="en-GB" dirty="0"/>
          </a:p>
        </p:txBody>
      </p:sp>
    </p:spTree>
    <p:extLst>
      <p:ext uri="{BB962C8B-B14F-4D97-AF65-F5344CB8AC3E}">
        <p14:creationId xmlns:p14="http://schemas.microsoft.com/office/powerpoint/2010/main" val="119127812"/>
      </p:ext>
    </p:extLst>
  </p:cSld>
  <p:clrMapOvr>
    <a:masterClrMapping/>
  </p:clrMapOvr>
  <p:transition advTm="5000">
    <p:dissolv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Potential Attacks / Threats</a:t>
            </a:r>
            <a:endParaRPr lang="en-GB" sz="3600" dirty="0"/>
          </a:p>
        </p:txBody>
      </p:sp>
      <p:sp>
        <p:nvSpPr>
          <p:cNvPr id="3" name="Content Placeholder 2"/>
          <p:cNvSpPr>
            <a:spLocks noGrp="1"/>
          </p:cNvSpPr>
          <p:nvPr>
            <p:ph idx="1"/>
          </p:nvPr>
        </p:nvSpPr>
        <p:spPr/>
        <p:txBody>
          <a:bodyPr/>
          <a:lstStyle/>
          <a:p>
            <a:r>
              <a:rPr lang="en-GB" dirty="0" smtClean="0"/>
              <a:t>Once an understanding of the threats have been understood (</a:t>
            </a:r>
            <a:r>
              <a:rPr lang="en-GB" dirty="0" err="1" smtClean="0"/>
              <a:t>i.e</a:t>
            </a:r>
            <a:r>
              <a:rPr lang="en-GB" dirty="0" smtClean="0"/>
              <a:t> STRIDE)</a:t>
            </a:r>
          </a:p>
          <a:p>
            <a:r>
              <a:rPr lang="en-GB" dirty="0" smtClean="0"/>
              <a:t>Next step is to protect </a:t>
            </a:r>
          </a:p>
          <a:p>
            <a:pPr lvl="1"/>
            <a:r>
              <a:rPr lang="en-GB" dirty="0" smtClean="0"/>
              <a:t>we need to understand where an attack could come from. </a:t>
            </a:r>
          </a:p>
          <a:p>
            <a:r>
              <a:rPr lang="en-US" dirty="0" smtClean="0"/>
              <a:t>This can be accomplished </a:t>
            </a:r>
            <a:r>
              <a:rPr lang="en-US" dirty="0"/>
              <a:t>through </a:t>
            </a:r>
            <a:r>
              <a:rPr lang="en-US" dirty="0" smtClean="0"/>
              <a:t>the creation </a:t>
            </a:r>
            <a:r>
              <a:rPr lang="en-US" dirty="0"/>
              <a:t>of a diagram of the elements involved in a transaction along </a:t>
            </a:r>
            <a:r>
              <a:rPr lang="en-US" dirty="0" smtClean="0"/>
              <a:t>with indications of data flow </a:t>
            </a:r>
            <a:r>
              <a:rPr lang="en-US" dirty="0"/>
              <a:t>and </a:t>
            </a:r>
            <a:r>
              <a:rPr lang="en-US" dirty="0" smtClean="0"/>
              <a:t>boundaries</a:t>
            </a:r>
            <a:endParaRPr lang="en-GB" dirty="0"/>
          </a:p>
        </p:txBody>
      </p:sp>
    </p:spTree>
    <p:extLst>
      <p:ext uri="{BB962C8B-B14F-4D97-AF65-F5344CB8AC3E}">
        <p14:creationId xmlns:p14="http://schemas.microsoft.com/office/powerpoint/2010/main" val="1228336789"/>
      </p:ext>
    </p:extLst>
  </p:cSld>
  <p:clrMapOvr>
    <a:masterClrMapping/>
  </p:clrMapOvr>
  <p:transition advTm="5000">
    <p:dissolv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Potential Attacks / Threats</a:t>
            </a:r>
          </a:p>
        </p:txBody>
      </p:sp>
      <p:sp>
        <p:nvSpPr>
          <p:cNvPr id="4" name="Smiley Face 3"/>
          <p:cNvSpPr/>
          <p:nvPr/>
        </p:nvSpPr>
        <p:spPr bwMode="auto">
          <a:xfrm>
            <a:off x="797169" y="2891692"/>
            <a:ext cx="508000" cy="484554"/>
          </a:xfrm>
          <a:prstGeom prst="smileyFac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smtClean="0">
              <a:ln>
                <a:noFill/>
              </a:ln>
              <a:solidFill>
                <a:schemeClr val="tx1"/>
              </a:solidFill>
              <a:effectLst/>
              <a:latin typeface="Tahoma" pitchFamily="34" charset="0"/>
            </a:endParaRPr>
          </a:p>
        </p:txBody>
      </p:sp>
      <p:sp>
        <p:nvSpPr>
          <p:cNvPr id="5" name="TextBox 4"/>
          <p:cNvSpPr txBox="1"/>
          <p:nvPr/>
        </p:nvSpPr>
        <p:spPr>
          <a:xfrm>
            <a:off x="648676" y="3376246"/>
            <a:ext cx="804985" cy="338554"/>
          </a:xfrm>
          <a:prstGeom prst="rect">
            <a:avLst/>
          </a:prstGeom>
          <a:noFill/>
        </p:spPr>
        <p:txBody>
          <a:bodyPr wrap="square" rtlCol="0">
            <a:spAutoFit/>
          </a:bodyPr>
          <a:lstStyle/>
          <a:p>
            <a:pPr algn="ctr"/>
            <a:r>
              <a:rPr lang="en-GB" sz="1600" dirty="0" smtClean="0"/>
              <a:t>Users</a:t>
            </a:r>
            <a:endParaRPr lang="en-GB" sz="1600" dirty="0"/>
          </a:p>
        </p:txBody>
      </p:sp>
      <p:sp>
        <p:nvSpPr>
          <p:cNvPr id="9" name="Curved Down Arrow 8"/>
          <p:cNvSpPr/>
          <p:nvPr/>
        </p:nvSpPr>
        <p:spPr bwMode="auto">
          <a:xfrm>
            <a:off x="1602154" y="2185410"/>
            <a:ext cx="2341773" cy="640861"/>
          </a:xfrm>
          <a:prstGeom prst="curved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b="0" i="0" u="none" strike="noStrike" cap="none" normalizeH="0" baseline="0" dirty="0" smtClean="0">
              <a:ln>
                <a:noFill/>
              </a:ln>
              <a:solidFill>
                <a:schemeClr val="tx1"/>
              </a:solidFill>
              <a:effectLst/>
              <a:latin typeface="Tahoma" pitchFamily="34" charset="0"/>
            </a:endParaRPr>
          </a:p>
        </p:txBody>
      </p:sp>
      <p:sp>
        <p:nvSpPr>
          <p:cNvPr id="12" name="TextBox 11"/>
          <p:cNvSpPr txBox="1"/>
          <p:nvPr/>
        </p:nvSpPr>
        <p:spPr>
          <a:xfrm>
            <a:off x="1911927" y="2580984"/>
            <a:ext cx="1496291" cy="584775"/>
          </a:xfrm>
          <a:prstGeom prst="rect">
            <a:avLst/>
          </a:prstGeom>
          <a:noFill/>
        </p:spPr>
        <p:txBody>
          <a:bodyPr wrap="square" rtlCol="0">
            <a:spAutoFit/>
          </a:bodyPr>
          <a:lstStyle/>
          <a:p>
            <a:r>
              <a:rPr lang="en-GB" sz="1600" dirty="0">
                <a:latin typeface="Tahoma" pitchFamily="34" charset="0"/>
              </a:rPr>
              <a:t>Login request</a:t>
            </a:r>
          </a:p>
          <a:p>
            <a:endParaRPr lang="en-GB" sz="1600" dirty="0"/>
          </a:p>
        </p:txBody>
      </p:sp>
      <p:sp>
        <p:nvSpPr>
          <p:cNvPr id="13" name="Curved Down Arrow 12"/>
          <p:cNvSpPr/>
          <p:nvPr/>
        </p:nvSpPr>
        <p:spPr bwMode="auto">
          <a:xfrm rot="10800000">
            <a:off x="1602153" y="3741435"/>
            <a:ext cx="2341773" cy="640861"/>
          </a:xfrm>
          <a:prstGeom prst="curved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b="0" i="0" u="none" strike="noStrike" cap="none" normalizeH="0" baseline="0" dirty="0" smtClean="0">
              <a:ln>
                <a:noFill/>
              </a:ln>
              <a:solidFill>
                <a:schemeClr val="tx1"/>
              </a:solidFill>
              <a:effectLst/>
              <a:latin typeface="Tahoma" pitchFamily="34" charset="0"/>
            </a:endParaRPr>
          </a:p>
        </p:txBody>
      </p:sp>
      <p:sp>
        <p:nvSpPr>
          <p:cNvPr id="14" name="TextBox 13"/>
          <p:cNvSpPr txBox="1"/>
          <p:nvPr/>
        </p:nvSpPr>
        <p:spPr>
          <a:xfrm>
            <a:off x="1963792" y="3545523"/>
            <a:ext cx="1656863" cy="584775"/>
          </a:xfrm>
          <a:prstGeom prst="rect">
            <a:avLst/>
          </a:prstGeom>
          <a:noFill/>
        </p:spPr>
        <p:txBody>
          <a:bodyPr wrap="square" rtlCol="0">
            <a:spAutoFit/>
          </a:bodyPr>
          <a:lstStyle/>
          <a:p>
            <a:r>
              <a:rPr lang="en-GB" sz="1600" dirty="0">
                <a:latin typeface="Tahoma" pitchFamily="34" charset="0"/>
              </a:rPr>
              <a:t>Login </a:t>
            </a:r>
            <a:r>
              <a:rPr lang="en-GB" sz="1600" dirty="0" smtClean="0">
                <a:latin typeface="Tahoma" pitchFamily="34" charset="0"/>
              </a:rPr>
              <a:t>response</a:t>
            </a:r>
            <a:endParaRPr lang="en-GB" sz="1600" dirty="0">
              <a:latin typeface="Tahoma" pitchFamily="34" charset="0"/>
            </a:endParaRPr>
          </a:p>
          <a:p>
            <a:endParaRPr lang="en-GB" sz="1600" dirty="0"/>
          </a:p>
        </p:txBody>
      </p:sp>
      <p:sp>
        <p:nvSpPr>
          <p:cNvPr id="15" name="Oval 14"/>
          <p:cNvSpPr/>
          <p:nvPr/>
        </p:nvSpPr>
        <p:spPr bwMode="auto">
          <a:xfrm>
            <a:off x="3620654" y="2777832"/>
            <a:ext cx="1062181" cy="936968"/>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400" b="0" i="0" u="none" strike="noStrike" cap="none" normalizeH="0" baseline="0" dirty="0" smtClean="0">
                <a:ln>
                  <a:noFill/>
                </a:ln>
                <a:solidFill>
                  <a:schemeClr val="tx1"/>
                </a:solidFill>
                <a:effectLst/>
                <a:latin typeface="Tahoma" pitchFamily="34" charset="0"/>
              </a:rPr>
              <a:t>Web Servlet</a:t>
            </a:r>
          </a:p>
        </p:txBody>
      </p:sp>
      <p:sp>
        <p:nvSpPr>
          <p:cNvPr id="16" name="Curved Down Arrow 15"/>
          <p:cNvSpPr/>
          <p:nvPr/>
        </p:nvSpPr>
        <p:spPr bwMode="auto">
          <a:xfrm rot="20015044">
            <a:off x="3970857" y="1482662"/>
            <a:ext cx="2341773" cy="640861"/>
          </a:xfrm>
          <a:prstGeom prst="curved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b="0" i="0" u="none" strike="noStrike" cap="none" normalizeH="0" baseline="0" dirty="0" smtClean="0">
              <a:ln>
                <a:noFill/>
              </a:ln>
              <a:solidFill>
                <a:schemeClr val="tx1"/>
              </a:solidFill>
              <a:effectLst/>
              <a:latin typeface="Tahoma" pitchFamily="34" charset="0"/>
            </a:endParaRPr>
          </a:p>
        </p:txBody>
      </p:sp>
      <p:sp>
        <p:nvSpPr>
          <p:cNvPr id="17" name="Oval 16"/>
          <p:cNvSpPr/>
          <p:nvPr/>
        </p:nvSpPr>
        <p:spPr bwMode="auto">
          <a:xfrm>
            <a:off x="5973320" y="1644016"/>
            <a:ext cx="1129444" cy="936968"/>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GB" sz="1400" dirty="0" smtClean="0">
                <a:latin typeface="Tahoma" pitchFamily="34" charset="0"/>
              </a:rPr>
              <a:t>Login Process</a:t>
            </a:r>
            <a:endParaRPr kumimoji="0" lang="en-GB" sz="1400" b="0" i="0" u="none" strike="noStrike" cap="none" normalizeH="0" baseline="0" dirty="0" smtClean="0">
              <a:ln>
                <a:noFill/>
              </a:ln>
              <a:solidFill>
                <a:schemeClr val="tx1"/>
              </a:solidFill>
              <a:effectLst/>
              <a:latin typeface="Tahoma" pitchFamily="34" charset="0"/>
            </a:endParaRPr>
          </a:p>
        </p:txBody>
      </p:sp>
      <p:sp>
        <p:nvSpPr>
          <p:cNvPr id="18" name="Curved Down Arrow 17"/>
          <p:cNvSpPr/>
          <p:nvPr/>
        </p:nvSpPr>
        <p:spPr bwMode="auto">
          <a:xfrm rot="9363128">
            <a:off x="4731722" y="3041753"/>
            <a:ext cx="2341773" cy="640861"/>
          </a:xfrm>
          <a:prstGeom prst="curved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b="0" i="0" u="none" strike="noStrike" cap="none" normalizeH="0" baseline="0" dirty="0" smtClean="0">
              <a:ln>
                <a:noFill/>
              </a:ln>
              <a:solidFill>
                <a:schemeClr val="tx1"/>
              </a:solidFill>
              <a:effectLst/>
              <a:latin typeface="Tahoma" pitchFamily="34" charset="0"/>
            </a:endParaRPr>
          </a:p>
        </p:txBody>
      </p:sp>
      <p:sp>
        <p:nvSpPr>
          <p:cNvPr id="19" name="TextBox 18"/>
          <p:cNvSpPr txBox="1"/>
          <p:nvPr/>
        </p:nvSpPr>
        <p:spPr>
          <a:xfrm>
            <a:off x="4702453" y="1616355"/>
            <a:ext cx="1496291" cy="830997"/>
          </a:xfrm>
          <a:prstGeom prst="rect">
            <a:avLst/>
          </a:prstGeom>
          <a:noFill/>
        </p:spPr>
        <p:txBody>
          <a:bodyPr wrap="square" rtlCol="0">
            <a:spAutoFit/>
          </a:bodyPr>
          <a:lstStyle/>
          <a:p>
            <a:r>
              <a:rPr lang="en-GB" sz="1600" dirty="0" smtClean="0">
                <a:latin typeface="Tahoma" pitchFamily="34" charset="0"/>
              </a:rPr>
              <a:t>Authenticate User</a:t>
            </a:r>
            <a:endParaRPr lang="en-GB" sz="1600" dirty="0">
              <a:latin typeface="Tahoma" pitchFamily="34" charset="0"/>
            </a:endParaRPr>
          </a:p>
          <a:p>
            <a:endParaRPr lang="en-GB" sz="1600" dirty="0"/>
          </a:p>
        </p:txBody>
      </p:sp>
      <p:sp>
        <p:nvSpPr>
          <p:cNvPr id="20" name="TextBox 19"/>
          <p:cNvSpPr txBox="1"/>
          <p:nvPr/>
        </p:nvSpPr>
        <p:spPr>
          <a:xfrm>
            <a:off x="5103394" y="2867405"/>
            <a:ext cx="1496291" cy="830997"/>
          </a:xfrm>
          <a:prstGeom prst="rect">
            <a:avLst/>
          </a:prstGeom>
          <a:noFill/>
        </p:spPr>
        <p:txBody>
          <a:bodyPr wrap="square" rtlCol="0">
            <a:spAutoFit/>
          </a:bodyPr>
          <a:lstStyle/>
          <a:p>
            <a:r>
              <a:rPr lang="en-GB" sz="1600" dirty="0" smtClean="0">
                <a:latin typeface="Tahoma" pitchFamily="34" charset="0"/>
              </a:rPr>
              <a:t>Authenticate User result</a:t>
            </a:r>
            <a:endParaRPr lang="en-GB" sz="1600" dirty="0">
              <a:latin typeface="Tahoma" pitchFamily="34" charset="0"/>
            </a:endParaRPr>
          </a:p>
          <a:p>
            <a:endParaRPr lang="en-GB" sz="1600" dirty="0"/>
          </a:p>
        </p:txBody>
      </p:sp>
      <p:cxnSp>
        <p:nvCxnSpPr>
          <p:cNvPr id="25" name="Straight Connector 24"/>
          <p:cNvCxnSpPr/>
          <p:nvPr/>
        </p:nvCxnSpPr>
        <p:spPr bwMode="auto">
          <a:xfrm flipH="1">
            <a:off x="2586182" y="1285875"/>
            <a:ext cx="27709" cy="4071216"/>
          </a:xfrm>
          <a:prstGeom prst="line">
            <a:avLst/>
          </a:prstGeom>
          <a:solidFill>
            <a:schemeClr val="accent1"/>
          </a:solidFill>
          <a:ln w="41275" cap="flat" cmpd="sng" algn="ctr">
            <a:solidFill>
              <a:srgbClr val="FF0000"/>
            </a:solidFill>
            <a:prstDash val="dash"/>
            <a:round/>
            <a:headEnd type="none" w="med" len="med"/>
            <a:tailEnd type="none" w="med" len="med"/>
          </a:ln>
          <a:effectLst/>
        </p:spPr>
      </p:cxnSp>
      <p:sp>
        <p:nvSpPr>
          <p:cNvPr id="26" name="TextBox 25"/>
          <p:cNvSpPr txBox="1"/>
          <p:nvPr/>
        </p:nvSpPr>
        <p:spPr>
          <a:xfrm>
            <a:off x="1782972" y="5229837"/>
            <a:ext cx="1980134" cy="646331"/>
          </a:xfrm>
          <a:prstGeom prst="rect">
            <a:avLst/>
          </a:prstGeom>
          <a:noFill/>
        </p:spPr>
        <p:txBody>
          <a:bodyPr wrap="square" rtlCol="0">
            <a:spAutoFit/>
          </a:bodyPr>
          <a:lstStyle/>
          <a:p>
            <a:r>
              <a:rPr lang="en-GB" dirty="0" smtClean="0">
                <a:solidFill>
                  <a:srgbClr val="FF0000"/>
                </a:solidFill>
              </a:rPr>
              <a:t>User / Web Server Boundary</a:t>
            </a:r>
            <a:endParaRPr lang="en-GB" dirty="0">
              <a:solidFill>
                <a:srgbClr val="FF0000"/>
              </a:solidFill>
            </a:endParaRPr>
          </a:p>
        </p:txBody>
      </p:sp>
      <p:sp>
        <p:nvSpPr>
          <p:cNvPr id="28" name="Can 27"/>
          <p:cNvSpPr/>
          <p:nvPr/>
        </p:nvSpPr>
        <p:spPr bwMode="auto">
          <a:xfrm>
            <a:off x="8866909" y="1440873"/>
            <a:ext cx="1052946" cy="1426532"/>
          </a:xfrm>
          <a:prstGeom prst="can">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GB" sz="1600" b="0" i="0" u="none" strike="noStrike" cap="none" normalizeH="0" baseline="0" dirty="0" smtClean="0">
                <a:ln>
                  <a:noFill/>
                </a:ln>
                <a:solidFill>
                  <a:schemeClr val="tx1"/>
                </a:solidFill>
                <a:effectLst/>
                <a:latin typeface="Tahoma" pitchFamily="34" charset="0"/>
              </a:rPr>
              <a:t>Database</a:t>
            </a:r>
          </a:p>
        </p:txBody>
      </p:sp>
    </p:spTree>
    <p:extLst>
      <p:ext uri="{BB962C8B-B14F-4D97-AF65-F5344CB8AC3E}">
        <p14:creationId xmlns:p14="http://schemas.microsoft.com/office/powerpoint/2010/main" val="2778708089"/>
      </p:ext>
    </p:extLst>
  </p:cSld>
  <p:clrMapOvr>
    <a:masterClrMapping/>
  </p:clrMapOvr>
  <p:transition advTm="5000">
    <p:dissolv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p:cNvSpPr>
            <a:spLocks noGrp="1" noChangeArrowheads="1"/>
          </p:cNvSpPr>
          <p:nvPr>
            <p:ph type="title"/>
          </p:nvPr>
        </p:nvSpPr>
        <p:spPr/>
        <p:txBody>
          <a:bodyPr>
            <a:normAutofit/>
          </a:bodyPr>
          <a:lstStyle/>
          <a:p>
            <a:r>
              <a:rPr lang="en-US" sz="3600" dirty="0">
                <a:latin typeface="Georgia" panose="02040502050405020303" pitchFamily="18" charset="0"/>
              </a:rPr>
              <a:t>Computer Security Challenges</a:t>
            </a:r>
          </a:p>
        </p:txBody>
      </p:sp>
      <p:sp>
        <p:nvSpPr>
          <p:cNvPr id="11" name="Content Placeholder 10"/>
          <p:cNvSpPr>
            <a:spLocks noGrp="1"/>
          </p:cNvSpPr>
          <p:nvPr>
            <p:ph sz="half" idx="2"/>
          </p:nvPr>
        </p:nvSpPr>
        <p:spPr>
          <a:xfrm>
            <a:off x="553792" y="1455313"/>
            <a:ext cx="10723808" cy="4312276"/>
          </a:xfrm>
        </p:spPr>
        <p:txBody>
          <a:bodyPr>
            <a:normAutofit/>
          </a:bodyPr>
          <a:lstStyle/>
          <a:p>
            <a:pPr>
              <a:buSzPct val="120000"/>
              <a:buFont typeface="Arial"/>
              <a:buChar char="•"/>
            </a:pPr>
            <a:r>
              <a:rPr lang="en-US" dirty="0" smtClean="0">
                <a:latin typeface="Georgia" panose="02040502050405020303" pitchFamily="18" charset="0"/>
              </a:rPr>
              <a:t>Potential attacks on the security features must be considered</a:t>
            </a:r>
          </a:p>
          <a:p>
            <a:pPr>
              <a:buSzPct val="120000"/>
              <a:buFont typeface="Arial"/>
              <a:buChar char="•"/>
            </a:pPr>
            <a:r>
              <a:rPr lang="en-US" dirty="0">
                <a:latin typeface="Georgia" panose="02040502050405020303" pitchFamily="18" charset="0"/>
              </a:rPr>
              <a:t>P</a:t>
            </a:r>
            <a:r>
              <a:rPr lang="en-US" dirty="0" smtClean="0">
                <a:latin typeface="Georgia" panose="02040502050405020303" pitchFamily="18" charset="0"/>
              </a:rPr>
              <a:t>rocedures used to provide particular services are often counterintuitive</a:t>
            </a:r>
          </a:p>
          <a:p>
            <a:pPr>
              <a:buSzPct val="120000"/>
              <a:buFont typeface="Arial"/>
              <a:buChar char="•"/>
            </a:pPr>
            <a:r>
              <a:rPr lang="en-US" dirty="0">
                <a:latin typeface="Georgia" panose="02040502050405020303" pitchFamily="18" charset="0"/>
              </a:rPr>
              <a:t>P</a:t>
            </a:r>
            <a:r>
              <a:rPr lang="en-US" dirty="0" smtClean="0">
                <a:latin typeface="Georgia" panose="02040502050405020303" pitchFamily="18" charset="0"/>
              </a:rPr>
              <a:t>hysical and logical placement needs to be determined</a:t>
            </a:r>
          </a:p>
          <a:p>
            <a:pPr>
              <a:buSzPct val="120000"/>
              <a:buFont typeface="Arial"/>
              <a:buChar char="•"/>
            </a:pPr>
            <a:r>
              <a:rPr lang="en-US" dirty="0">
                <a:latin typeface="Georgia" panose="02040502050405020303" pitchFamily="18" charset="0"/>
              </a:rPr>
              <a:t>A</a:t>
            </a:r>
            <a:r>
              <a:rPr lang="en-US" dirty="0" smtClean="0">
                <a:latin typeface="Georgia" panose="02040502050405020303" pitchFamily="18" charset="0"/>
              </a:rPr>
              <a:t>dditional algorithms or protocols may be involved</a:t>
            </a:r>
          </a:p>
        </p:txBody>
      </p:sp>
    </p:spTree>
    <p:extLst>
      <p:ext uri="{BB962C8B-B14F-4D97-AF65-F5344CB8AC3E}">
        <p14:creationId xmlns:p14="http://schemas.microsoft.com/office/powerpoint/2010/main" val="426495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50000" decel="50000" fill="hold" grpId="0" nodeType="afterEffect">
                                  <p:stCondLst>
                                    <p:cond delay="750"/>
                                  </p:stCondLst>
                                  <p:childTnLst>
                                    <p:set>
                                      <p:cBhvr>
                                        <p:cTn id="6" dur="1" fill="hold">
                                          <p:stCondLst>
                                            <p:cond delay="0"/>
                                          </p:stCondLst>
                                        </p:cTn>
                                        <p:tgtEl>
                                          <p:spTgt spid="11">
                                            <p:txEl>
                                              <p:pRg st="0" end="0"/>
                                            </p:txEl>
                                          </p:spTgt>
                                        </p:tgtEl>
                                        <p:attrNameLst>
                                          <p:attrName>style.visibility</p:attrName>
                                        </p:attrNameLst>
                                      </p:cBhvr>
                                      <p:to>
                                        <p:strVal val="visible"/>
                                      </p:to>
                                    </p:set>
                                    <p:anim calcmode="lin" valueType="num">
                                      <p:cBhvr additive="base">
                                        <p:cTn id="7" dur="500" fill="hold"/>
                                        <p:tgtEl>
                                          <p:spTgt spid="1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1250"/>
                            </p:stCondLst>
                            <p:childTnLst>
                              <p:par>
                                <p:cTn id="10" presetID="2" presetClass="entr" presetSubtype="8" accel="50000" decel="50000" fill="hold" grpId="0" nodeType="afterEffect">
                                  <p:stCondLst>
                                    <p:cond delay="750"/>
                                  </p:stCondLst>
                                  <p:childTnLst>
                                    <p:set>
                                      <p:cBhvr>
                                        <p:cTn id="11" dur="1" fill="hold">
                                          <p:stCondLst>
                                            <p:cond delay="0"/>
                                          </p:stCondLst>
                                        </p:cTn>
                                        <p:tgtEl>
                                          <p:spTgt spid="11">
                                            <p:txEl>
                                              <p:pRg st="1" end="1"/>
                                            </p:txEl>
                                          </p:spTgt>
                                        </p:tgtEl>
                                        <p:attrNameLst>
                                          <p:attrName>style.visibility</p:attrName>
                                        </p:attrNameLst>
                                      </p:cBhvr>
                                      <p:to>
                                        <p:strVal val="visible"/>
                                      </p:to>
                                    </p:set>
                                    <p:anim calcmode="lin" valueType="num">
                                      <p:cBhvr additive="base">
                                        <p:cTn id="12" dur="500" fill="hold"/>
                                        <p:tgtEl>
                                          <p:spTgt spid="11">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11">
                                            <p:txEl>
                                              <p:pRg st="1" end="1"/>
                                            </p:txEl>
                                          </p:spTgt>
                                        </p:tgtEl>
                                        <p:attrNameLst>
                                          <p:attrName>ppt_y</p:attrName>
                                        </p:attrNameLst>
                                      </p:cBhvr>
                                      <p:tavLst>
                                        <p:tav tm="0">
                                          <p:val>
                                            <p:strVal val="#ppt_y"/>
                                          </p:val>
                                        </p:tav>
                                        <p:tav tm="100000">
                                          <p:val>
                                            <p:strVal val="#ppt_y"/>
                                          </p:val>
                                        </p:tav>
                                      </p:tavLst>
                                    </p:anim>
                                  </p:childTnLst>
                                </p:cTn>
                              </p:par>
                            </p:childTnLst>
                          </p:cTn>
                        </p:par>
                        <p:par>
                          <p:cTn id="14" fill="hold">
                            <p:stCondLst>
                              <p:cond delay="2500"/>
                            </p:stCondLst>
                            <p:childTnLst>
                              <p:par>
                                <p:cTn id="15" presetID="2" presetClass="entr" presetSubtype="8" accel="50000" decel="50000" fill="hold" grpId="0" nodeType="afterEffect">
                                  <p:stCondLst>
                                    <p:cond delay="750"/>
                                  </p:stCondLst>
                                  <p:childTnLst>
                                    <p:set>
                                      <p:cBhvr>
                                        <p:cTn id="16" dur="1" fill="hold">
                                          <p:stCondLst>
                                            <p:cond delay="0"/>
                                          </p:stCondLst>
                                        </p:cTn>
                                        <p:tgtEl>
                                          <p:spTgt spid="11">
                                            <p:txEl>
                                              <p:pRg st="2" end="2"/>
                                            </p:txEl>
                                          </p:spTgt>
                                        </p:tgtEl>
                                        <p:attrNameLst>
                                          <p:attrName>style.visibility</p:attrName>
                                        </p:attrNameLst>
                                      </p:cBhvr>
                                      <p:to>
                                        <p:strVal val="visible"/>
                                      </p:to>
                                    </p:set>
                                    <p:anim calcmode="lin" valueType="num">
                                      <p:cBhvr additive="base">
                                        <p:cTn id="17" dur="500" fill="hold"/>
                                        <p:tgtEl>
                                          <p:spTgt spid="11">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1">
                                            <p:txEl>
                                              <p:pRg st="2" end="2"/>
                                            </p:txEl>
                                          </p:spTgt>
                                        </p:tgtEl>
                                        <p:attrNameLst>
                                          <p:attrName>ppt_y</p:attrName>
                                        </p:attrNameLst>
                                      </p:cBhvr>
                                      <p:tavLst>
                                        <p:tav tm="0">
                                          <p:val>
                                            <p:strVal val="#ppt_y"/>
                                          </p:val>
                                        </p:tav>
                                        <p:tav tm="100000">
                                          <p:val>
                                            <p:strVal val="#ppt_y"/>
                                          </p:val>
                                        </p:tav>
                                      </p:tavLst>
                                    </p:anim>
                                  </p:childTnLst>
                                </p:cTn>
                              </p:par>
                            </p:childTnLst>
                          </p:cTn>
                        </p:par>
                        <p:par>
                          <p:cTn id="19" fill="hold">
                            <p:stCondLst>
                              <p:cond delay="3750"/>
                            </p:stCondLst>
                            <p:childTnLst>
                              <p:par>
                                <p:cTn id="20" presetID="2" presetClass="entr" presetSubtype="8" accel="50000" decel="50000" fill="hold" grpId="0" nodeType="afterEffect">
                                  <p:stCondLst>
                                    <p:cond delay="750"/>
                                  </p:stCondLst>
                                  <p:childTnLst>
                                    <p:set>
                                      <p:cBhvr>
                                        <p:cTn id="21" dur="1" fill="hold">
                                          <p:stCondLst>
                                            <p:cond delay="0"/>
                                          </p:stCondLst>
                                        </p:cTn>
                                        <p:tgtEl>
                                          <p:spTgt spid="11">
                                            <p:txEl>
                                              <p:pRg st="3" end="3"/>
                                            </p:txEl>
                                          </p:spTgt>
                                        </p:tgtEl>
                                        <p:attrNameLst>
                                          <p:attrName>style.visibility</p:attrName>
                                        </p:attrNameLst>
                                      </p:cBhvr>
                                      <p:to>
                                        <p:strVal val="visible"/>
                                      </p:to>
                                    </p:set>
                                    <p:anim calcmode="lin" valueType="num">
                                      <p:cBhvr additive="base">
                                        <p:cTn id="22" dur="500" fill="hold"/>
                                        <p:tgtEl>
                                          <p:spTgt spid="11">
                                            <p:txEl>
                                              <p:pRg st="3" end="3"/>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11">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p:cNvSpPr>
            <a:spLocks noGrp="1" noChangeArrowheads="1"/>
          </p:cNvSpPr>
          <p:nvPr>
            <p:ph type="title"/>
          </p:nvPr>
        </p:nvSpPr>
        <p:spPr/>
        <p:txBody>
          <a:bodyPr>
            <a:normAutofit/>
          </a:bodyPr>
          <a:lstStyle/>
          <a:p>
            <a:r>
              <a:rPr lang="en-US" sz="3600" dirty="0">
                <a:latin typeface="Georgia" panose="02040502050405020303" pitchFamily="18" charset="0"/>
              </a:rPr>
              <a:t>Computer Security Challenges</a:t>
            </a:r>
          </a:p>
        </p:txBody>
      </p:sp>
      <p:sp>
        <p:nvSpPr>
          <p:cNvPr id="12" name="Content Placeholder 11"/>
          <p:cNvSpPr>
            <a:spLocks noGrp="1"/>
          </p:cNvSpPr>
          <p:nvPr>
            <p:ph sz="quarter" idx="4294967295"/>
          </p:nvPr>
        </p:nvSpPr>
        <p:spPr>
          <a:xfrm>
            <a:off x="622479" y="1285875"/>
            <a:ext cx="10947042" cy="4648200"/>
          </a:xfrm>
          <a:prstGeom prst="rect">
            <a:avLst/>
          </a:prstGeom>
        </p:spPr>
        <p:txBody>
          <a:bodyPr>
            <a:noAutofit/>
          </a:bodyPr>
          <a:lstStyle/>
          <a:p>
            <a:pPr>
              <a:buSzPct val="120000"/>
            </a:pPr>
            <a:r>
              <a:rPr lang="en-US" sz="2400" dirty="0">
                <a:latin typeface="Georgia" panose="02040502050405020303" pitchFamily="18" charset="0"/>
              </a:rPr>
              <a:t>Attackers only need to find a single weakness, the developer needs to find all weaknesses</a:t>
            </a:r>
          </a:p>
          <a:p>
            <a:pPr>
              <a:buSzPct val="120000"/>
            </a:pPr>
            <a:r>
              <a:rPr lang="en-US" sz="2400" dirty="0">
                <a:latin typeface="Georgia" panose="02040502050405020303" pitchFamily="18" charset="0"/>
              </a:rPr>
              <a:t>Users and system managers tend to not see the benefits of security until a failure occurs</a:t>
            </a:r>
          </a:p>
          <a:p>
            <a:pPr>
              <a:buSzPct val="120000"/>
            </a:pPr>
            <a:r>
              <a:rPr lang="en-US" sz="2400" dirty="0">
                <a:latin typeface="Georgia" panose="02040502050405020303" pitchFamily="18" charset="0"/>
              </a:rPr>
              <a:t>Security requires regular and constant monitoring</a:t>
            </a:r>
          </a:p>
          <a:p>
            <a:pPr>
              <a:buSzPct val="120000"/>
            </a:pPr>
            <a:r>
              <a:rPr lang="en-US" sz="2400" dirty="0">
                <a:latin typeface="Georgia" panose="02040502050405020303" pitchFamily="18" charset="0"/>
              </a:rPr>
              <a:t>Is often an afterthought to be incorporated into a system after the design is complete</a:t>
            </a:r>
          </a:p>
          <a:p>
            <a:pPr>
              <a:buSzPct val="120000"/>
            </a:pPr>
            <a:r>
              <a:rPr lang="en-US" sz="2400" dirty="0">
                <a:latin typeface="Georgia" panose="02040502050405020303" pitchFamily="18" charset="0"/>
              </a:rPr>
              <a:t>Thought of as an impediment to efficient and user-friendly operation</a:t>
            </a:r>
          </a:p>
        </p:txBody>
      </p:sp>
    </p:spTree>
    <p:extLst>
      <p:ext uri="{BB962C8B-B14F-4D97-AF65-F5344CB8AC3E}">
        <p14:creationId xmlns:p14="http://schemas.microsoft.com/office/powerpoint/2010/main" val="3653566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grpId="0" nodeType="afterEffect">
                                  <p:stCondLst>
                                    <p:cond delay="75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1250"/>
                            </p:stCondLst>
                            <p:childTnLst>
                              <p:par>
                                <p:cTn id="10" presetID="2" presetClass="entr" presetSubtype="2" accel="50000" decel="50000" fill="hold" grpId="0" nodeType="afterEffect">
                                  <p:stCondLst>
                                    <p:cond delay="750"/>
                                  </p:stCondLst>
                                  <p:childTnLst>
                                    <p:set>
                                      <p:cBhvr>
                                        <p:cTn id="11" dur="1" fill="hold">
                                          <p:stCondLst>
                                            <p:cond delay="0"/>
                                          </p:stCondLst>
                                        </p:cTn>
                                        <p:tgtEl>
                                          <p:spTgt spid="12">
                                            <p:txEl>
                                              <p:pRg st="1" end="1"/>
                                            </p:txEl>
                                          </p:spTgt>
                                        </p:tgtEl>
                                        <p:attrNameLst>
                                          <p:attrName>style.visibility</p:attrName>
                                        </p:attrNameLst>
                                      </p:cBhvr>
                                      <p:to>
                                        <p:strVal val="visible"/>
                                      </p:to>
                                    </p:set>
                                    <p:anim calcmode="lin" valueType="num">
                                      <p:cBhvr additive="base">
                                        <p:cTn id="12" dur="500" fill="hold"/>
                                        <p:tgtEl>
                                          <p:spTgt spid="12">
                                            <p:txEl>
                                              <p:pRg st="1" end="1"/>
                                            </p:txEl>
                                          </p:spTgt>
                                        </p:tgtEl>
                                        <p:attrNameLst>
                                          <p:attrName>ppt_x</p:attrName>
                                        </p:attrNameLst>
                                      </p:cBhvr>
                                      <p:tavLst>
                                        <p:tav tm="0">
                                          <p:val>
                                            <p:strVal val="1+#ppt_w/2"/>
                                          </p:val>
                                        </p:tav>
                                        <p:tav tm="100000">
                                          <p:val>
                                            <p:strVal val="#ppt_x"/>
                                          </p:val>
                                        </p:tav>
                                      </p:tavLst>
                                    </p:anim>
                                    <p:anim calcmode="lin" valueType="num">
                                      <p:cBhvr additive="base">
                                        <p:cTn id="13" dur="500" fill="hold"/>
                                        <p:tgtEl>
                                          <p:spTgt spid="12">
                                            <p:txEl>
                                              <p:pRg st="1" end="1"/>
                                            </p:txEl>
                                          </p:spTgt>
                                        </p:tgtEl>
                                        <p:attrNameLst>
                                          <p:attrName>ppt_y</p:attrName>
                                        </p:attrNameLst>
                                      </p:cBhvr>
                                      <p:tavLst>
                                        <p:tav tm="0">
                                          <p:val>
                                            <p:strVal val="#ppt_y"/>
                                          </p:val>
                                        </p:tav>
                                        <p:tav tm="100000">
                                          <p:val>
                                            <p:strVal val="#ppt_y"/>
                                          </p:val>
                                        </p:tav>
                                      </p:tavLst>
                                    </p:anim>
                                  </p:childTnLst>
                                </p:cTn>
                              </p:par>
                            </p:childTnLst>
                          </p:cTn>
                        </p:par>
                        <p:par>
                          <p:cTn id="14" fill="hold">
                            <p:stCondLst>
                              <p:cond delay="2500"/>
                            </p:stCondLst>
                            <p:childTnLst>
                              <p:par>
                                <p:cTn id="15" presetID="2" presetClass="entr" presetSubtype="2" accel="50000" decel="50000" fill="hold" grpId="0" nodeType="afterEffect">
                                  <p:stCondLst>
                                    <p:cond delay="750"/>
                                  </p:stCondLst>
                                  <p:childTnLst>
                                    <p:set>
                                      <p:cBhvr>
                                        <p:cTn id="16" dur="1" fill="hold">
                                          <p:stCondLst>
                                            <p:cond delay="0"/>
                                          </p:stCondLst>
                                        </p:cTn>
                                        <p:tgtEl>
                                          <p:spTgt spid="12">
                                            <p:txEl>
                                              <p:pRg st="2" end="2"/>
                                            </p:txEl>
                                          </p:spTgt>
                                        </p:tgtEl>
                                        <p:attrNameLst>
                                          <p:attrName>style.visibility</p:attrName>
                                        </p:attrNameLst>
                                      </p:cBhvr>
                                      <p:to>
                                        <p:strVal val="visible"/>
                                      </p:to>
                                    </p:set>
                                    <p:anim calcmode="lin" valueType="num">
                                      <p:cBhvr additive="base">
                                        <p:cTn id="17" dur="500" fill="hold"/>
                                        <p:tgtEl>
                                          <p:spTgt spid="12">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12">
                                            <p:txEl>
                                              <p:pRg st="2" end="2"/>
                                            </p:txEl>
                                          </p:spTgt>
                                        </p:tgtEl>
                                        <p:attrNameLst>
                                          <p:attrName>ppt_y</p:attrName>
                                        </p:attrNameLst>
                                      </p:cBhvr>
                                      <p:tavLst>
                                        <p:tav tm="0">
                                          <p:val>
                                            <p:strVal val="#ppt_y"/>
                                          </p:val>
                                        </p:tav>
                                        <p:tav tm="100000">
                                          <p:val>
                                            <p:strVal val="#ppt_y"/>
                                          </p:val>
                                        </p:tav>
                                      </p:tavLst>
                                    </p:anim>
                                  </p:childTnLst>
                                </p:cTn>
                              </p:par>
                            </p:childTnLst>
                          </p:cTn>
                        </p:par>
                        <p:par>
                          <p:cTn id="19" fill="hold">
                            <p:stCondLst>
                              <p:cond delay="3750"/>
                            </p:stCondLst>
                            <p:childTnLst>
                              <p:par>
                                <p:cTn id="20" presetID="2" presetClass="entr" presetSubtype="2" accel="50000" decel="50000" fill="hold" grpId="0" nodeType="afterEffect">
                                  <p:stCondLst>
                                    <p:cond delay="750"/>
                                  </p:stCondLst>
                                  <p:childTnLst>
                                    <p:set>
                                      <p:cBhvr>
                                        <p:cTn id="21" dur="1" fill="hold">
                                          <p:stCondLst>
                                            <p:cond delay="0"/>
                                          </p:stCondLst>
                                        </p:cTn>
                                        <p:tgtEl>
                                          <p:spTgt spid="12">
                                            <p:txEl>
                                              <p:pRg st="3" end="3"/>
                                            </p:txEl>
                                          </p:spTgt>
                                        </p:tgtEl>
                                        <p:attrNameLst>
                                          <p:attrName>style.visibility</p:attrName>
                                        </p:attrNameLst>
                                      </p:cBhvr>
                                      <p:to>
                                        <p:strVal val="visible"/>
                                      </p:to>
                                    </p:set>
                                    <p:anim calcmode="lin" valueType="num">
                                      <p:cBhvr additive="base">
                                        <p:cTn id="22" dur="500" fill="hold"/>
                                        <p:tgtEl>
                                          <p:spTgt spid="12">
                                            <p:txEl>
                                              <p:pRg st="3" end="3"/>
                                            </p:txEl>
                                          </p:spTgt>
                                        </p:tgtEl>
                                        <p:attrNameLst>
                                          <p:attrName>ppt_x</p:attrName>
                                        </p:attrNameLst>
                                      </p:cBhvr>
                                      <p:tavLst>
                                        <p:tav tm="0">
                                          <p:val>
                                            <p:strVal val="1+#ppt_w/2"/>
                                          </p:val>
                                        </p:tav>
                                        <p:tav tm="100000">
                                          <p:val>
                                            <p:strVal val="#ppt_x"/>
                                          </p:val>
                                        </p:tav>
                                      </p:tavLst>
                                    </p:anim>
                                    <p:anim calcmode="lin" valueType="num">
                                      <p:cBhvr additive="base">
                                        <p:cTn id="23" dur="500" fill="hold"/>
                                        <p:tgtEl>
                                          <p:spTgt spid="12">
                                            <p:txEl>
                                              <p:pRg st="3" end="3"/>
                                            </p:txEl>
                                          </p:spTgt>
                                        </p:tgtEl>
                                        <p:attrNameLst>
                                          <p:attrName>ppt_y</p:attrName>
                                        </p:attrNameLst>
                                      </p:cBhvr>
                                      <p:tavLst>
                                        <p:tav tm="0">
                                          <p:val>
                                            <p:strVal val="#ppt_y"/>
                                          </p:val>
                                        </p:tav>
                                        <p:tav tm="100000">
                                          <p:val>
                                            <p:strVal val="#ppt_y"/>
                                          </p:val>
                                        </p:tav>
                                      </p:tavLst>
                                    </p:anim>
                                  </p:childTnLst>
                                </p:cTn>
                              </p:par>
                            </p:childTnLst>
                          </p:cTn>
                        </p:par>
                        <p:par>
                          <p:cTn id="24" fill="hold">
                            <p:stCondLst>
                              <p:cond delay="5000"/>
                            </p:stCondLst>
                            <p:childTnLst>
                              <p:par>
                                <p:cTn id="25" presetID="2" presetClass="entr" presetSubtype="2" accel="50000" decel="50000" fill="hold" grpId="0" nodeType="afterEffect">
                                  <p:stCondLst>
                                    <p:cond delay="750"/>
                                  </p:stCondLst>
                                  <p:childTnLst>
                                    <p:set>
                                      <p:cBhvr>
                                        <p:cTn id="26" dur="1" fill="hold">
                                          <p:stCondLst>
                                            <p:cond delay="0"/>
                                          </p:stCondLst>
                                        </p:cTn>
                                        <p:tgtEl>
                                          <p:spTgt spid="12">
                                            <p:txEl>
                                              <p:pRg st="4" end="4"/>
                                            </p:txEl>
                                          </p:spTgt>
                                        </p:tgtEl>
                                        <p:attrNameLst>
                                          <p:attrName>style.visibility</p:attrName>
                                        </p:attrNameLst>
                                      </p:cBhvr>
                                      <p:to>
                                        <p:strVal val="visible"/>
                                      </p:to>
                                    </p:set>
                                    <p:anim calcmode="lin" valueType="num">
                                      <p:cBhvr additive="base">
                                        <p:cTn id="27" dur="500" fill="hold"/>
                                        <p:tgtEl>
                                          <p:spTgt spid="12">
                                            <p:txEl>
                                              <p:pRg st="4" end="4"/>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12">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Georgia" panose="02040502050405020303" pitchFamily="18" charset="0"/>
              </a:rPr>
              <a:t>Assets</a:t>
            </a:r>
          </a:p>
        </p:txBody>
      </p:sp>
      <p:pic>
        <p:nvPicPr>
          <p:cNvPr id="4" name="Picture 3" descr="fig01-02.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71664" y="1412777"/>
            <a:ext cx="6264696" cy="4280789"/>
          </a:xfrm>
          <a:prstGeom prst="rect">
            <a:avLst/>
          </a:prstGeom>
        </p:spPr>
      </p:pic>
      <p:sp>
        <p:nvSpPr>
          <p:cNvPr id="3" name="Slide Number Placeholder 2"/>
          <p:cNvSpPr>
            <a:spLocks noGrp="1"/>
          </p:cNvSpPr>
          <p:nvPr>
            <p:ph type="sldNum" sz="quarter" idx="12"/>
          </p:nvPr>
        </p:nvSpPr>
        <p:spPr/>
        <p:txBody>
          <a:bodyPr/>
          <a:lstStyle/>
          <a:p>
            <a:pPr eaLnBrk="0" fontAlgn="base" hangingPunct="0">
              <a:spcBef>
                <a:spcPct val="0"/>
              </a:spcBef>
              <a:spcAft>
                <a:spcPct val="0"/>
              </a:spcAft>
            </a:pPr>
            <a:fld id="{5BFA158B-7C94-F543-87DB-41F59EA4FAFA}" type="slidenum">
              <a:rPr lang="en-US">
                <a:solidFill>
                  <a:srgbClr val="000000"/>
                </a:solidFill>
                <a:latin typeface="Arial"/>
              </a:rPr>
              <a:pPr eaLnBrk="0" fontAlgn="base" hangingPunct="0">
                <a:spcBef>
                  <a:spcPct val="0"/>
                </a:spcBef>
                <a:spcAft>
                  <a:spcPct val="0"/>
                </a:spcAft>
              </a:pPr>
              <a:t>21</a:t>
            </a:fld>
            <a:endParaRPr lang="en-US">
              <a:solidFill>
                <a:srgbClr val="000000"/>
              </a:solidFill>
              <a:latin typeface="Arial"/>
            </a:endParaRPr>
          </a:p>
        </p:txBody>
      </p:sp>
    </p:spTree>
    <p:extLst>
      <p:ext uri="{BB962C8B-B14F-4D97-AF65-F5344CB8AC3E}">
        <p14:creationId xmlns:p14="http://schemas.microsoft.com/office/powerpoint/2010/main" val="1580731623"/>
      </p:ext>
    </p:extLst>
  </p:cSld>
  <p:clrMapOvr>
    <a:masterClrMapping/>
  </p:clrMapOvr>
  <mc:AlternateContent xmlns:mc="http://schemas.openxmlformats.org/markup-compatibility/2006" xmlns:p14="http://schemas.microsoft.com/office/powerpoint/2010/main">
    <mc:Choice Requires="p14">
      <p:transition spd="med" p14:dur="700" advTm="5000">
        <p:fade/>
      </p:transition>
    </mc:Choice>
    <mc:Fallback xmlns="">
      <p:transition spd="med" advTm="5000">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txBox="1">
            <a:spLocks/>
          </p:cNvSpPr>
          <p:nvPr/>
        </p:nvSpPr>
        <p:spPr>
          <a:xfrm>
            <a:off x="1981200" y="533400"/>
            <a:ext cx="8229600" cy="990600"/>
          </a:xfrm>
          <a:prstGeom prst="rect">
            <a:avLst/>
          </a:prstGeom>
        </p:spPr>
        <p:txBody>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algn="ctr" fontAlgn="base">
              <a:spcAft>
                <a:spcPct val="0"/>
              </a:spcAft>
            </a:pPr>
            <a:r>
              <a:rPr lang="en-US" sz="3600" dirty="0">
                <a:solidFill>
                  <a:srgbClr val="000000"/>
                </a:solidFill>
                <a:latin typeface="Georgia" panose="02040502050405020303" pitchFamily="18" charset="0"/>
              </a:rPr>
              <a:t>Values of Assets</a:t>
            </a:r>
          </a:p>
        </p:txBody>
      </p:sp>
      <p:pic>
        <p:nvPicPr>
          <p:cNvPr id="3" name="Picture 2" descr="fig01-03.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75721" y="1484784"/>
            <a:ext cx="5203921" cy="4349842"/>
          </a:xfrm>
          <a:prstGeom prst="rect">
            <a:avLst/>
          </a:prstGeom>
        </p:spPr>
      </p:pic>
      <p:sp>
        <p:nvSpPr>
          <p:cNvPr id="2" name="Slide Number Placeholder 1"/>
          <p:cNvSpPr>
            <a:spLocks noGrp="1"/>
          </p:cNvSpPr>
          <p:nvPr>
            <p:ph type="sldNum" sz="quarter" idx="12"/>
          </p:nvPr>
        </p:nvSpPr>
        <p:spPr/>
        <p:txBody>
          <a:bodyPr/>
          <a:lstStyle/>
          <a:p>
            <a:pPr eaLnBrk="0" fontAlgn="base" hangingPunct="0">
              <a:spcBef>
                <a:spcPct val="0"/>
              </a:spcBef>
              <a:spcAft>
                <a:spcPct val="0"/>
              </a:spcAft>
            </a:pPr>
            <a:fld id="{5BFA158B-7C94-F543-87DB-41F59EA4FAFA}" type="slidenum">
              <a:rPr lang="en-US">
                <a:solidFill>
                  <a:srgbClr val="000000"/>
                </a:solidFill>
                <a:latin typeface="Arial"/>
              </a:rPr>
              <a:pPr eaLnBrk="0" fontAlgn="base" hangingPunct="0">
                <a:spcBef>
                  <a:spcPct val="0"/>
                </a:spcBef>
                <a:spcAft>
                  <a:spcPct val="0"/>
                </a:spcAft>
              </a:pPr>
              <a:t>22</a:t>
            </a:fld>
            <a:endParaRPr lang="en-US">
              <a:solidFill>
                <a:srgbClr val="000000"/>
              </a:solidFill>
              <a:latin typeface="Arial"/>
            </a:endParaRPr>
          </a:p>
        </p:txBody>
      </p:sp>
    </p:spTree>
    <p:extLst>
      <p:ext uri="{BB962C8B-B14F-4D97-AF65-F5344CB8AC3E}">
        <p14:creationId xmlns:p14="http://schemas.microsoft.com/office/powerpoint/2010/main" val="1499121804"/>
      </p:ext>
    </p:extLst>
  </p:cSld>
  <p:clrMapOvr>
    <a:masterClrMapping/>
  </p:clrMapOvr>
  <mc:AlternateContent xmlns:mc="http://schemas.openxmlformats.org/markup-compatibility/2006" xmlns:p14="http://schemas.microsoft.com/office/powerpoint/2010/main">
    <mc:Choice Requires="p14">
      <p:transition spd="med" p14:dur="700" advTm="5000">
        <p:fade/>
      </p:transition>
    </mc:Choice>
    <mc:Fallback xmlns="">
      <p:transition spd="med" advTm="5000">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Georgia" panose="02040502050405020303" pitchFamily="18" charset="0"/>
              </a:rPr>
              <a:t>Basic Terms</a:t>
            </a:r>
          </a:p>
        </p:txBody>
      </p:sp>
      <p:sp>
        <p:nvSpPr>
          <p:cNvPr id="3" name="Content Placeholder 2"/>
          <p:cNvSpPr>
            <a:spLocks noGrp="1"/>
          </p:cNvSpPr>
          <p:nvPr>
            <p:ph idx="1"/>
          </p:nvPr>
        </p:nvSpPr>
        <p:spPr/>
        <p:txBody>
          <a:bodyPr>
            <a:normAutofit/>
          </a:bodyPr>
          <a:lstStyle/>
          <a:p>
            <a:r>
              <a:rPr lang="en-US" sz="3600" dirty="0">
                <a:latin typeface="Georgia" panose="02040502050405020303" pitchFamily="18" charset="0"/>
              </a:rPr>
              <a:t>Vulnerability</a:t>
            </a:r>
          </a:p>
          <a:p>
            <a:r>
              <a:rPr lang="en-US" sz="3600" dirty="0">
                <a:latin typeface="Georgia" panose="02040502050405020303" pitchFamily="18" charset="0"/>
              </a:rPr>
              <a:t>Threat</a:t>
            </a:r>
          </a:p>
          <a:p>
            <a:r>
              <a:rPr lang="en-US" sz="3600" dirty="0">
                <a:latin typeface="Georgia" panose="02040502050405020303" pitchFamily="18" charset="0"/>
              </a:rPr>
              <a:t>Attack</a:t>
            </a:r>
          </a:p>
          <a:p>
            <a:r>
              <a:rPr lang="en-US" sz="3600" dirty="0">
                <a:latin typeface="Georgia" panose="02040502050405020303" pitchFamily="18" charset="0"/>
              </a:rPr>
              <a:t>Countermeasure or control</a:t>
            </a:r>
          </a:p>
        </p:txBody>
      </p:sp>
      <p:sp>
        <p:nvSpPr>
          <p:cNvPr id="4" name="Slide Number Placeholder 3"/>
          <p:cNvSpPr>
            <a:spLocks noGrp="1"/>
          </p:cNvSpPr>
          <p:nvPr>
            <p:ph type="sldNum" sz="quarter" idx="12"/>
          </p:nvPr>
        </p:nvSpPr>
        <p:spPr/>
        <p:txBody>
          <a:bodyPr/>
          <a:lstStyle/>
          <a:p>
            <a:pPr eaLnBrk="0" fontAlgn="base" hangingPunct="0">
              <a:spcBef>
                <a:spcPct val="0"/>
              </a:spcBef>
              <a:spcAft>
                <a:spcPct val="0"/>
              </a:spcAft>
            </a:pPr>
            <a:fld id="{5BFA158B-7C94-F543-87DB-41F59EA4FAFA}" type="slidenum">
              <a:rPr lang="en-US">
                <a:solidFill>
                  <a:srgbClr val="000000"/>
                </a:solidFill>
                <a:latin typeface="Arial"/>
              </a:rPr>
              <a:pPr eaLnBrk="0" fontAlgn="base" hangingPunct="0">
                <a:spcBef>
                  <a:spcPct val="0"/>
                </a:spcBef>
                <a:spcAft>
                  <a:spcPct val="0"/>
                </a:spcAft>
              </a:pPr>
              <a:t>23</a:t>
            </a:fld>
            <a:endParaRPr lang="en-US">
              <a:solidFill>
                <a:srgbClr val="000000"/>
              </a:solidFill>
              <a:latin typeface="Arial"/>
            </a:endParaRPr>
          </a:p>
        </p:txBody>
      </p:sp>
    </p:spTree>
    <p:extLst>
      <p:ext uri="{BB962C8B-B14F-4D97-AF65-F5344CB8AC3E}">
        <p14:creationId xmlns:p14="http://schemas.microsoft.com/office/powerpoint/2010/main" val="1758324167"/>
      </p:ext>
    </p:extLst>
  </p:cSld>
  <p:clrMapOvr>
    <a:masterClrMapping/>
  </p:clrMapOvr>
  <mc:AlternateContent xmlns:mc="http://schemas.openxmlformats.org/markup-compatibility/2006" xmlns:p14="http://schemas.microsoft.com/office/powerpoint/2010/main">
    <mc:Choice Requires="p14">
      <p:transition spd="med" p14:dur="700" advTm="5000">
        <p:fade/>
      </p:transition>
    </mc:Choice>
    <mc:Fallback xmlns="">
      <p:transition spd="med" advTm="5000">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42875"/>
            <a:ext cx="9144000" cy="1143000"/>
          </a:xfrm>
        </p:spPr>
        <p:txBody>
          <a:bodyPr/>
          <a:lstStyle/>
          <a:p>
            <a:r>
              <a:rPr lang="en-US" sz="3600" dirty="0">
                <a:latin typeface="Georgia" panose="02040502050405020303" pitchFamily="18" charset="0"/>
              </a:rPr>
              <a:t>Computer Security Terminology  RFC 4949</a:t>
            </a:r>
            <a:endParaRPr lang="en-GB" sz="3600" dirty="0">
              <a:latin typeface="Georgia" panose="02040502050405020303" pitchFamily="18" charset="0"/>
            </a:endParaRPr>
          </a:p>
        </p:txBody>
      </p:sp>
      <p:sp>
        <p:nvSpPr>
          <p:cNvPr id="3" name="Content Placeholder 2"/>
          <p:cNvSpPr>
            <a:spLocks noGrp="1"/>
          </p:cNvSpPr>
          <p:nvPr>
            <p:ph idx="1"/>
          </p:nvPr>
        </p:nvSpPr>
        <p:spPr/>
        <p:txBody>
          <a:bodyPr/>
          <a:lstStyle/>
          <a:p>
            <a:r>
              <a:rPr lang="en-US" sz="1800" b="1" dirty="0">
                <a:latin typeface="Georgia" panose="02040502050405020303" pitchFamily="18" charset="0"/>
              </a:rPr>
              <a:t>adversary</a:t>
            </a:r>
            <a:r>
              <a:rPr lang="en-US" sz="1800" dirty="0">
                <a:latin typeface="Georgia" panose="02040502050405020303" pitchFamily="18" charset="0"/>
              </a:rPr>
              <a:t>  An entity that attacks a system. (Compare: cracker, intruder, hacker.) An entity that is a threat to a system.</a:t>
            </a:r>
          </a:p>
          <a:p>
            <a:r>
              <a:rPr lang="en-US" sz="1800" b="1" dirty="0">
                <a:latin typeface="Georgia" panose="02040502050405020303" pitchFamily="18" charset="0"/>
              </a:rPr>
              <a:t>attack</a:t>
            </a:r>
            <a:r>
              <a:rPr lang="en-US" sz="1800" dirty="0">
                <a:latin typeface="Georgia" panose="02040502050405020303" pitchFamily="18" charset="0"/>
              </a:rPr>
              <a:t>  An intentional act by which an entity attempts to evade security services and violate the security policy of a system. That is, an actual assault on system security that derives from an intelligent threat.</a:t>
            </a:r>
          </a:p>
          <a:p>
            <a:r>
              <a:rPr lang="en-US" sz="1800" b="1" dirty="0">
                <a:latin typeface="Georgia" panose="02040502050405020303" pitchFamily="18" charset="0"/>
              </a:rPr>
              <a:t>countermeasure</a:t>
            </a:r>
            <a:r>
              <a:rPr lang="en-US" sz="1800" dirty="0">
                <a:latin typeface="Georgia" panose="02040502050405020303" pitchFamily="18" charset="0"/>
              </a:rPr>
              <a:t> An action, device, procedure, or technique that meets or opposes (i.e., counters) a threat, a vulnerability, or an attack by eliminating or preventing it, by minimizing the harm it can cause, or by discovering and reporting it so that corrective action can be taken.</a:t>
            </a:r>
          </a:p>
          <a:p>
            <a:r>
              <a:rPr lang="en-US" sz="1800" b="1" dirty="0">
                <a:latin typeface="Georgia" panose="02040502050405020303" pitchFamily="18" charset="0"/>
              </a:rPr>
              <a:t>risk </a:t>
            </a:r>
            <a:r>
              <a:rPr lang="en-US" sz="1800" dirty="0">
                <a:latin typeface="Georgia" panose="02040502050405020303" pitchFamily="18" charset="0"/>
              </a:rPr>
              <a:t>An expectation of loss expressed as the probability that a particular threat will exploit a particular vulnerability with a particular harmful result.</a:t>
            </a:r>
          </a:p>
        </p:txBody>
      </p:sp>
    </p:spTree>
    <p:extLst>
      <p:ext uri="{BB962C8B-B14F-4D97-AF65-F5344CB8AC3E}">
        <p14:creationId xmlns:p14="http://schemas.microsoft.com/office/powerpoint/2010/main" val="3244225098"/>
      </p:ext>
    </p:extLst>
  </p:cSld>
  <p:clrMapOvr>
    <a:masterClrMapping/>
  </p:clrMapOvr>
  <mc:AlternateContent xmlns:mc="http://schemas.openxmlformats.org/markup-compatibility/2006" xmlns:p14="http://schemas.microsoft.com/office/powerpoint/2010/main">
    <mc:Choice Requires="p14">
      <p:transition spd="med" p14:dur="700" advTm="5000">
        <p:fade/>
      </p:transition>
    </mc:Choice>
    <mc:Fallback xmlns="">
      <p:transition spd="med" advTm="5000">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42875"/>
            <a:ext cx="9144000" cy="1143000"/>
          </a:xfrm>
        </p:spPr>
        <p:txBody>
          <a:bodyPr/>
          <a:lstStyle/>
          <a:p>
            <a:r>
              <a:rPr lang="en-US" sz="3600" dirty="0">
                <a:latin typeface="Georgia" panose="02040502050405020303" pitchFamily="18" charset="0"/>
              </a:rPr>
              <a:t>Computer Security Terminology  RFC 4949</a:t>
            </a:r>
            <a:endParaRPr lang="en-GB" sz="3600" dirty="0">
              <a:latin typeface="Georgia" panose="02040502050405020303" pitchFamily="18" charset="0"/>
            </a:endParaRPr>
          </a:p>
        </p:txBody>
      </p:sp>
      <p:sp>
        <p:nvSpPr>
          <p:cNvPr id="3" name="Content Placeholder 2"/>
          <p:cNvSpPr>
            <a:spLocks noGrp="1"/>
          </p:cNvSpPr>
          <p:nvPr>
            <p:ph idx="1"/>
          </p:nvPr>
        </p:nvSpPr>
        <p:spPr/>
        <p:txBody>
          <a:bodyPr/>
          <a:lstStyle/>
          <a:p>
            <a:r>
              <a:rPr lang="en-GB" sz="1800" b="1" dirty="0">
                <a:latin typeface="Georgia" panose="02040502050405020303" pitchFamily="18" charset="0"/>
              </a:rPr>
              <a:t>security policy </a:t>
            </a:r>
            <a:r>
              <a:rPr lang="en-GB" sz="1800" dirty="0">
                <a:latin typeface="Georgia" panose="02040502050405020303" pitchFamily="18" charset="0"/>
              </a:rPr>
              <a:t>- </a:t>
            </a:r>
            <a:r>
              <a:rPr lang="en-US" sz="1800" dirty="0">
                <a:latin typeface="Georgia" panose="02040502050405020303" pitchFamily="18" charset="0"/>
              </a:rPr>
              <a:t>A set of policy rules (or principles) that direct how a system (or an organization) provides security services to protect sensitive and critical system resources.</a:t>
            </a:r>
          </a:p>
          <a:p>
            <a:r>
              <a:rPr lang="en-US" sz="1800" b="1" dirty="0">
                <a:latin typeface="Georgia" panose="02040502050405020303" pitchFamily="18" charset="0"/>
              </a:rPr>
              <a:t>system resource </a:t>
            </a:r>
            <a:r>
              <a:rPr lang="en-US" sz="1800" dirty="0">
                <a:latin typeface="Georgia" panose="02040502050405020303" pitchFamily="18" charset="0"/>
              </a:rPr>
              <a:t>- Data contained in an information system; or a service provided by a system; or a system capacity, such as processing power or communication bandwidth; or an item of system equipment (i.e., hardware, firmware, software, or documentation); or a facility that houses system operations and equipment.</a:t>
            </a:r>
          </a:p>
          <a:p>
            <a:r>
              <a:rPr lang="en-US" sz="1800" b="1" dirty="0">
                <a:latin typeface="Georgia" panose="02040502050405020303" pitchFamily="18" charset="0"/>
              </a:rPr>
              <a:t>threat</a:t>
            </a:r>
            <a:r>
              <a:rPr lang="en-US" sz="1800" dirty="0">
                <a:latin typeface="Georgia" panose="02040502050405020303" pitchFamily="18" charset="0"/>
              </a:rPr>
              <a:t> - A potential for violation of security, which exists when there is an entity, circumstance, capability, action, or event </a:t>
            </a:r>
            <a:r>
              <a:rPr lang="en-GB" sz="1800" dirty="0">
                <a:latin typeface="Georgia" panose="02040502050405020303" pitchFamily="18" charset="0"/>
              </a:rPr>
              <a:t>that could cause harm. </a:t>
            </a:r>
            <a:r>
              <a:rPr lang="en-US" sz="1800" dirty="0">
                <a:latin typeface="Georgia" panose="02040502050405020303" pitchFamily="18" charset="0"/>
              </a:rPr>
              <a:t>A threat is a possible danger that might exploit a vulnerability.</a:t>
            </a:r>
          </a:p>
          <a:p>
            <a:r>
              <a:rPr lang="en-US" sz="1800" b="1" dirty="0">
                <a:latin typeface="Georgia" panose="02040502050405020303" pitchFamily="18" charset="0"/>
              </a:rPr>
              <a:t>vulnerability</a:t>
            </a:r>
            <a:r>
              <a:rPr lang="en-US" sz="1800" dirty="0">
                <a:latin typeface="Georgia" panose="02040502050405020303" pitchFamily="18" charset="0"/>
              </a:rPr>
              <a:t> - A flaw or weakness in a system's design, implementation, or operation and management that could be exploited to violate the system's security policy</a:t>
            </a:r>
            <a:r>
              <a:rPr lang="en-US" sz="1600" dirty="0"/>
              <a:t>.</a:t>
            </a:r>
            <a:endParaRPr lang="en-GB" sz="1600" dirty="0">
              <a:latin typeface="Georgia" panose="02040502050405020303" pitchFamily="18" charset="0"/>
            </a:endParaRPr>
          </a:p>
        </p:txBody>
      </p:sp>
    </p:spTree>
    <p:extLst>
      <p:ext uri="{BB962C8B-B14F-4D97-AF65-F5344CB8AC3E}">
        <p14:creationId xmlns:p14="http://schemas.microsoft.com/office/powerpoint/2010/main" val="1424630038"/>
      </p:ext>
    </p:extLst>
  </p:cSld>
  <p:clrMapOvr>
    <a:masterClrMapping/>
  </p:clrMapOvr>
  <mc:AlternateContent xmlns:mc="http://schemas.openxmlformats.org/markup-compatibility/2006" xmlns:p14="http://schemas.microsoft.com/office/powerpoint/2010/main">
    <mc:Choice Requires="p14">
      <p:transition spd="med" p14:dur="700" advTm="5000">
        <p:fade/>
      </p:transition>
    </mc:Choice>
    <mc:Fallback xmlns="">
      <p:transition spd="med" advTm="5000">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1524000" y="142875"/>
            <a:ext cx="9144000" cy="1143000"/>
          </a:xfrm>
        </p:spPr>
        <p:txBody>
          <a:bodyPr>
            <a:noAutofit/>
          </a:bodyPr>
          <a:lstStyle/>
          <a:p>
            <a:r>
              <a:rPr lang="en-US" sz="3600" dirty="0">
                <a:latin typeface="Georgia" panose="02040502050405020303" pitchFamily="18" charset="0"/>
              </a:rPr>
              <a:t>Vulnerabilities, Threats and Attacks</a:t>
            </a:r>
          </a:p>
        </p:txBody>
      </p:sp>
      <p:sp>
        <p:nvSpPr>
          <p:cNvPr id="215043" name="Rectangle 3"/>
          <p:cNvSpPr>
            <a:spLocks noGrp="1" noChangeArrowheads="1"/>
          </p:cNvSpPr>
          <p:nvPr>
            <p:ph idx="1"/>
          </p:nvPr>
        </p:nvSpPr>
        <p:spPr>
          <a:xfrm>
            <a:off x="1847528" y="1340768"/>
            <a:ext cx="8229600" cy="4953000"/>
          </a:xfrm>
        </p:spPr>
        <p:txBody>
          <a:bodyPr>
            <a:normAutofit/>
          </a:bodyPr>
          <a:lstStyle/>
          <a:p>
            <a:pPr>
              <a:buClr>
                <a:schemeClr val="accent3">
                  <a:lumMod val="60000"/>
                  <a:lumOff val="40000"/>
                </a:schemeClr>
              </a:buClr>
              <a:buSzPct val="130000"/>
            </a:pPr>
            <a:r>
              <a:rPr lang="en-US" sz="2000" dirty="0">
                <a:latin typeface="Georgia" panose="02040502050405020303" pitchFamily="18" charset="0"/>
              </a:rPr>
              <a:t>Categories of vulnerabilities</a:t>
            </a:r>
          </a:p>
          <a:p>
            <a:pPr lvl="2"/>
            <a:r>
              <a:rPr lang="en-US" sz="1800" dirty="0">
                <a:latin typeface="Georgia" panose="02040502050405020303" pitchFamily="18" charset="0"/>
              </a:rPr>
              <a:t>Corrupted (loss of integrity)</a:t>
            </a:r>
          </a:p>
          <a:p>
            <a:pPr lvl="2"/>
            <a:r>
              <a:rPr lang="en-US" sz="1800" dirty="0">
                <a:latin typeface="Georgia" panose="02040502050405020303" pitchFamily="18" charset="0"/>
              </a:rPr>
              <a:t>Leaky (loss of confidentiality)</a:t>
            </a:r>
          </a:p>
          <a:p>
            <a:pPr lvl="2"/>
            <a:r>
              <a:rPr lang="en-US" sz="1800" dirty="0">
                <a:latin typeface="Georgia" panose="02040502050405020303" pitchFamily="18" charset="0"/>
              </a:rPr>
              <a:t>Unavailable or very slow (loss of availability)</a:t>
            </a:r>
          </a:p>
          <a:p>
            <a:pPr marL="342900" lvl="1" indent="-342900">
              <a:buClr>
                <a:schemeClr val="accent3">
                  <a:lumMod val="60000"/>
                  <a:lumOff val="40000"/>
                </a:schemeClr>
              </a:buClr>
              <a:buSzPct val="130000"/>
              <a:buFont typeface="Arial" pitchFamily="34" charset="0"/>
              <a:buChar char="•"/>
            </a:pPr>
            <a:r>
              <a:rPr lang="en-US" sz="2000" dirty="0">
                <a:latin typeface="Georgia" panose="02040502050405020303" pitchFamily="18" charset="0"/>
              </a:rPr>
              <a:t>Threats</a:t>
            </a:r>
          </a:p>
          <a:p>
            <a:pPr lvl="2"/>
            <a:r>
              <a:rPr lang="en-US" sz="1800" dirty="0">
                <a:latin typeface="Georgia" panose="02040502050405020303" pitchFamily="18" charset="0"/>
              </a:rPr>
              <a:t>Capable of exploiting vulnerabilities</a:t>
            </a:r>
          </a:p>
          <a:p>
            <a:pPr lvl="2"/>
            <a:r>
              <a:rPr lang="en-US" sz="1800" dirty="0">
                <a:latin typeface="Georgia" panose="02040502050405020303" pitchFamily="18" charset="0"/>
              </a:rPr>
              <a:t>Represent potential security harm to an asset</a:t>
            </a:r>
          </a:p>
          <a:p>
            <a:pPr marL="342900" lvl="1" indent="-342900">
              <a:buClr>
                <a:schemeClr val="accent3">
                  <a:lumMod val="60000"/>
                  <a:lumOff val="40000"/>
                </a:schemeClr>
              </a:buClr>
              <a:buSzPct val="130000"/>
              <a:buFont typeface="Arial" pitchFamily="34" charset="0"/>
              <a:buChar char="•"/>
            </a:pPr>
            <a:r>
              <a:rPr lang="en-US" sz="2000" dirty="0">
                <a:latin typeface="Georgia" panose="02040502050405020303" pitchFamily="18" charset="0"/>
              </a:rPr>
              <a:t>Attacks (threats carried out)</a:t>
            </a:r>
          </a:p>
          <a:p>
            <a:pPr lvl="2"/>
            <a:r>
              <a:rPr lang="en-US" sz="1800" dirty="0">
                <a:latin typeface="Georgia" panose="02040502050405020303" pitchFamily="18" charset="0"/>
              </a:rPr>
              <a:t>Passive – attempt to learn or make use of information from the system that does not affect system resources</a:t>
            </a:r>
          </a:p>
          <a:p>
            <a:pPr lvl="2"/>
            <a:r>
              <a:rPr lang="en-US" sz="1800" dirty="0">
                <a:latin typeface="Georgia" panose="02040502050405020303" pitchFamily="18" charset="0"/>
              </a:rPr>
              <a:t>Active – attempt to alter system resources or affect their operation</a:t>
            </a:r>
          </a:p>
          <a:p>
            <a:pPr lvl="2"/>
            <a:r>
              <a:rPr lang="en-US" sz="1800" dirty="0">
                <a:latin typeface="Georgia" panose="02040502050405020303" pitchFamily="18" charset="0"/>
              </a:rPr>
              <a:t>Insider – initiated by an entity inside the security parameter</a:t>
            </a:r>
          </a:p>
          <a:p>
            <a:pPr lvl="2"/>
            <a:r>
              <a:rPr lang="en-US" sz="1800" dirty="0">
                <a:latin typeface="Georgia" panose="02040502050405020303" pitchFamily="18" charset="0"/>
              </a:rPr>
              <a:t>Outsider – initiated from outside the perimeter</a:t>
            </a:r>
          </a:p>
        </p:txBody>
      </p:sp>
    </p:spTree>
    <p:extLst>
      <p:ext uri="{BB962C8B-B14F-4D97-AF65-F5344CB8AC3E}">
        <p14:creationId xmlns:p14="http://schemas.microsoft.com/office/powerpoint/2010/main" val="3574148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50000" decel="50000" fill="hold" grpId="0" nodeType="withEffect">
                                  <p:stCondLst>
                                    <p:cond delay="0"/>
                                  </p:stCondLst>
                                  <p:childTnLst>
                                    <p:set>
                                      <p:cBhvr>
                                        <p:cTn id="6" dur="1" fill="hold">
                                          <p:stCondLst>
                                            <p:cond delay="0"/>
                                          </p:stCondLst>
                                        </p:cTn>
                                        <p:tgtEl>
                                          <p:spTgt spid="215043">
                                            <p:txEl>
                                              <p:pRg st="0" end="0"/>
                                            </p:txEl>
                                          </p:spTgt>
                                        </p:tgtEl>
                                        <p:attrNameLst>
                                          <p:attrName>style.visibility</p:attrName>
                                        </p:attrNameLst>
                                      </p:cBhvr>
                                      <p:to>
                                        <p:strVal val="visible"/>
                                      </p:to>
                                    </p:set>
                                    <p:anim calcmode="lin" valueType="num">
                                      <p:cBhvr additive="base">
                                        <p:cTn id="7" dur="3000" fill="hold"/>
                                        <p:tgtEl>
                                          <p:spTgt spid="215043">
                                            <p:txEl>
                                              <p:pRg st="0" end="0"/>
                                            </p:txEl>
                                          </p:spTgt>
                                        </p:tgtEl>
                                        <p:attrNameLst>
                                          <p:attrName>ppt_x</p:attrName>
                                        </p:attrNameLst>
                                      </p:cBhvr>
                                      <p:tavLst>
                                        <p:tav tm="0">
                                          <p:val>
                                            <p:strVal val="#ppt_x"/>
                                          </p:val>
                                        </p:tav>
                                        <p:tav tm="100000">
                                          <p:val>
                                            <p:strVal val="#ppt_x"/>
                                          </p:val>
                                        </p:tav>
                                      </p:tavLst>
                                    </p:anim>
                                    <p:anim calcmode="lin" valueType="num">
                                      <p:cBhvr additive="base">
                                        <p:cTn id="8" dur="3000" fill="hold"/>
                                        <p:tgtEl>
                                          <p:spTgt spid="21504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accel="50000" decel="50000" fill="hold" grpId="0" nodeType="withEffect">
                                  <p:stCondLst>
                                    <p:cond delay="0"/>
                                  </p:stCondLst>
                                  <p:childTnLst>
                                    <p:set>
                                      <p:cBhvr>
                                        <p:cTn id="10" dur="1" fill="hold">
                                          <p:stCondLst>
                                            <p:cond delay="0"/>
                                          </p:stCondLst>
                                        </p:cTn>
                                        <p:tgtEl>
                                          <p:spTgt spid="215043">
                                            <p:txEl>
                                              <p:pRg st="1" end="1"/>
                                            </p:txEl>
                                          </p:spTgt>
                                        </p:tgtEl>
                                        <p:attrNameLst>
                                          <p:attrName>style.visibility</p:attrName>
                                        </p:attrNameLst>
                                      </p:cBhvr>
                                      <p:to>
                                        <p:strVal val="visible"/>
                                      </p:to>
                                    </p:set>
                                    <p:anim calcmode="lin" valueType="num">
                                      <p:cBhvr additive="base">
                                        <p:cTn id="11" dur="3000" fill="hold"/>
                                        <p:tgtEl>
                                          <p:spTgt spid="215043">
                                            <p:txEl>
                                              <p:pRg st="1" end="1"/>
                                            </p:txEl>
                                          </p:spTgt>
                                        </p:tgtEl>
                                        <p:attrNameLst>
                                          <p:attrName>ppt_x</p:attrName>
                                        </p:attrNameLst>
                                      </p:cBhvr>
                                      <p:tavLst>
                                        <p:tav tm="0">
                                          <p:val>
                                            <p:strVal val="#ppt_x"/>
                                          </p:val>
                                        </p:tav>
                                        <p:tav tm="100000">
                                          <p:val>
                                            <p:strVal val="#ppt_x"/>
                                          </p:val>
                                        </p:tav>
                                      </p:tavLst>
                                    </p:anim>
                                    <p:anim calcmode="lin" valueType="num">
                                      <p:cBhvr additive="base">
                                        <p:cTn id="12" dur="3000" fill="hold"/>
                                        <p:tgtEl>
                                          <p:spTgt spid="21504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accel="50000" decel="50000" fill="hold" grpId="0" nodeType="withEffect">
                                  <p:stCondLst>
                                    <p:cond delay="0"/>
                                  </p:stCondLst>
                                  <p:childTnLst>
                                    <p:set>
                                      <p:cBhvr>
                                        <p:cTn id="14" dur="1" fill="hold">
                                          <p:stCondLst>
                                            <p:cond delay="0"/>
                                          </p:stCondLst>
                                        </p:cTn>
                                        <p:tgtEl>
                                          <p:spTgt spid="215043">
                                            <p:txEl>
                                              <p:pRg st="2" end="2"/>
                                            </p:txEl>
                                          </p:spTgt>
                                        </p:tgtEl>
                                        <p:attrNameLst>
                                          <p:attrName>style.visibility</p:attrName>
                                        </p:attrNameLst>
                                      </p:cBhvr>
                                      <p:to>
                                        <p:strVal val="visible"/>
                                      </p:to>
                                    </p:set>
                                    <p:anim calcmode="lin" valueType="num">
                                      <p:cBhvr additive="base">
                                        <p:cTn id="15" dur="3000" fill="hold"/>
                                        <p:tgtEl>
                                          <p:spTgt spid="215043">
                                            <p:txEl>
                                              <p:pRg st="2" end="2"/>
                                            </p:txEl>
                                          </p:spTgt>
                                        </p:tgtEl>
                                        <p:attrNameLst>
                                          <p:attrName>ppt_x</p:attrName>
                                        </p:attrNameLst>
                                      </p:cBhvr>
                                      <p:tavLst>
                                        <p:tav tm="0">
                                          <p:val>
                                            <p:strVal val="#ppt_x"/>
                                          </p:val>
                                        </p:tav>
                                        <p:tav tm="100000">
                                          <p:val>
                                            <p:strVal val="#ppt_x"/>
                                          </p:val>
                                        </p:tav>
                                      </p:tavLst>
                                    </p:anim>
                                    <p:anim calcmode="lin" valueType="num">
                                      <p:cBhvr additive="base">
                                        <p:cTn id="16" dur="3000" fill="hold"/>
                                        <p:tgtEl>
                                          <p:spTgt spid="21504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accel="50000" decel="50000" fill="hold" grpId="0" nodeType="withEffect">
                                  <p:stCondLst>
                                    <p:cond delay="0"/>
                                  </p:stCondLst>
                                  <p:childTnLst>
                                    <p:set>
                                      <p:cBhvr>
                                        <p:cTn id="18" dur="1" fill="hold">
                                          <p:stCondLst>
                                            <p:cond delay="0"/>
                                          </p:stCondLst>
                                        </p:cTn>
                                        <p:tgtEl>
                                          <p:spTgt spid="215043">
                                            <p:txEl>
                                              <p:pRg st="3" end="3"/>
                                            </p:txEl>
                                          </p:spTgt>
                                        </p:tgtEl>
                                        <p:attrNameLst>
                                          <p:attrName>style.visibility</p:attrName>
                                        </p:attrNameLst>
                                      </p:cBhvr>
                                      <p:to>
                                        <p:strVal val="visible"/>
                                      </p:to>
                                    </p:set>
                                    <p:anim calcmode="lin" valueType="num">
                                      <p:cBhvr additive="base">
                                        <p:cTn id="19" dur="3000" fill="hold"/>
                                        <p:tgtEl>
                                          <p:spTgt spid="215043">
                                            <p:txEl>
                                              <p:pRg st="3" end="3"/>
                                            </p:txEl>
                                          </p:spTgt>
                                        </p:tgtEl>
                                        <p:attrNameLst>
                                          <p:attrName>ppt_x</p:attrName>
                                        </p:attrNameLst>
                                      </p:cBhvr>
                                      <p:tavLst>
                                        <p:tav tm="0">
                                          <p:val>
                                            <p:strVal val="#ppt_x"/>
                                          </p:val>
                                        </p:tav>
                                        <p:tav tm="100000">
                                          <p:val>
                                            <p:strVal val="#ppt_x"/>
                                          </p:val>
                                        </p:tav>
                                      </p:tavLst>
                                    </p:anim>
                                    <p:anim calcmode="lin" valueType="num">
                                      <p:cBhvr additive="base">
                                        <p:cTn id="20" dur="3000" fill="hold"/>
                                        <p:tgtEl>
                                          <p:spTgt spid="21504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accel="50000" decel="50000" fill="hold" grpId="0" nodeType="withEffect">
                                  <p:stCondLst>
                                    <p:cond delay="0"/>
                                  </p:stCondLst>
                                  <p:childTnLst>
                                    <p:set>
                                      <p:cBhvr>
                                        <p:cTn id="22" dur="1" fill="hold">
                                          <p:stCondLst>
                                            <p:cond delay="0"/>
                                          </p:stCondLst>
                                        </p:cTn>
                                        <p:tgtEl>
                                          <p:spTgt spid="215043">
                                            <p:txEl>
                                              <p:pRg st="4" end="4"/>
                                            </p:txEl>
                                          </p:spTgt>
                                        </p:tgtEl>
                                        <p:attrNameLst>
                                          <p:attrName>style.visibility</p:attrName>
                                        </p:attrNameLst>
                                      </p:cBhvr>
                                      <p:to>
                                        <p:strVal val="visible"/>
                                      </p:to>
                                    </p:set>
                                    <p:anim calcmode="lin" valueType="num">
                                      <p:cBhvr additive="base">
                                        <p:cTn id="23" dur="3000" fill="hold"/>
                                        <p:tgtEl>
                                          <p:spTgt spid="215043">
                                            <p:txEl>
                                              <p:pRg st="4" end="4"/>
                                            </p:txEl>
                                          </p:spTgt>
                                        </p:tgtEl>
                                        <p:attrNameLst>
                                          <p:attrName>ppt_x</p:attrName>
                                        </p:attrNameLst>
                                      </p:cBhvr>
                                      <p:tavLst>
                                        <p:tav tm="0">
                                          <p:val>
                                            <p:strVal val="#ppt_x"/>
                                          </p:val>
                                        </p:tav>
                                        <p:tav tm="100000">
                                          <p:val>
                                            <p:strVal val="#ppt_x"/>
                                          </p:val>
                                        </p:tav>
                                      </p:tavLst>
                                    </p:anim>
                                    <p:anim calcmode="lin" valueType="num">
                                      <p:cBhvr additive="base">
                                        <p:cTn id="24" dur="3000" fill="hold"/>
                                        <p:tgtEl>
                                          <p:spTgt spid="21504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accel="50000" decel="50000" fill="hold" grpId="0" nodeType="withEffect">
                                  <p:stCondLst>
                                    <p:cond delay="0"/>
                                  </p:stCondLst>
                                  <p:childTnLst>
                                    <p:set>
                                      <p:cBhvr>
                                        <p:cTn id="26" dur="1" fill="hold">
                                          <p:stCondLst>
                                            <p:cond delay="0"/>
                                          </p:stCondLst>
                                        </p:cTn>
                                        <p:tgtEl>
                                          <p:spTgt spid="215043">
                                            <p:txEl>
                                              <p:pRg st="5" end="5"/>
                                            </p:txEl>
                                          </p:spTgt>
                                        </p:tgtEl>
                                        <p:attrNameLst>
                                          <p:attrName>style.visibility</p:attrName>
                                        </p:attrNameLst>
                                      </p:cBhvr>
                                      <p:to>
                                        <p:strVal val="visible"/>
                                      </p:to>
                                    </p:set>
                                    <p:anim calcmode="lin" valueType="num">
                                      <p:cBhvr additive="base">
                                        <p:cTn id="27" dur="3000" fill="hold"/>
                                        <p:tgtEl>
                                          <p:spTgt spid="215043">
                                            <p:txEl>
                                              <p:pRg st="5" end="5"/>
                                            </p:txEl>
                                          </p:spTgt>
                                        </p:tgtEl>
                                        <p:attrNameLst>
                                          <p:attrName>ppt_x</p:attrName>
                                        </p:attrNameLst>
                                      </p:cBhvr>
                                      <p:tavLst>
                                        <p:tav tm="0">
                                          <p:val>
                                            <p:strVal val="#ppt_x"/>
                                          </p:val>
                                        </p:tav>
                                        <p:tav tm="100000">
                                          <p:val>
                                            <p:strVal val="#ppt_x"/>
                                          </p:val>
                                        </p:tav>
                                      </p:tavLst>
                                    </p:anim>
                                    <p:anim calcmode="lin" valueType="num">
                                      <p:cBhvr additive="base">
                                        <p:cTn id="28" dur="3000" fill="hold"/>
                                        <p:tgtEl>
                                          <p:spTgt spid="21504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accel="50000" decel="50000" fill="hold" grpId="0" nodeType="withEffect">
                                  <p:stCondLst>
                                    <p:cond delay="0"/>
                                  </p:stCondLst>
                                  <p:childTnLst>
                                    <p:set>
                                      <p:cBhvr>
                                        <p:cTn id="30" dur="1" fill="hold">
                                          <p:stCondLst>
                                            <p:cond delay="0"/>
                                          </p:stCondLst>
                                        </p:cTn>
                                        <p:tgtEl>
                                          <p:spTgt spid="215043">
                                            <p:txEl>
                                              <p:pRg st="6" end="6"/>
                                            </p:txEl>
                                          </p:spTgt>
                                        </p:tgtEl>
                                        <p:attrNameLst>
                                          <p:attrName>style.visibility</p:attrName>
                                        </p:attrNameLst>
                                      </p:cBhvr>
                                      <p:to>
                                        <p:strVal val="visible"/>
                                      </p:to>
                                    </p:set>
                                    <p:anim calcmode="lin" valueType="num">
                                      <p:cBhvr additive="base">
                                        <p:cTn id="31" dur="3000" fill="hold"/>
                                        <p:tgtEl>
                                          <p:spTgt spid="215043">
                                            <p:txEl>
                                              <p:pRg st="6" end="6"/>
                                            </p:txEl>
                                          </p:spTgt>
                                        </p:tgtEl>
                                        <p:attrNameLst>
                                          <p:attrName>ppt_x</p:attrName>
                                        </p:attrNameLst>
                                      </p:cBhvr>
                                      <p:tavLst>
                                        <p:tav tm="0">
                                          <p:val>
                                            <p:strVal val="#ppt_x"/>
                                          </p:val>
                                        </p:tav>
                                        <p:tav tm="100000">
                                          <p:val>
                                            <p:strVal val="#ppt_x"/>
                                          </p:val>
                                        </p:tav>
                                      </p:tavLst>
                                    </p:anim>
                                    <p:anim calcmode="lin" valueType="num">
                                      <p:cBhvr additive="base">
                                        <p:cTn id="32" dur="3000" fill="hold"/>
                                        <p:tgtEl>
                                          <p:spTgt spid="21504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accel="50000" decel="50000" fill="hold" grpId="0" nodeType="withEffect">
                                  <p:stCondLst>
                                    <p:cond delay="0"/>
                                  </p:stCondLst>
                                  <p:childTnLst>
                                    <p:set>
                                      <p:cBhvr>
                                        <p:cTn id="34" dur="1" fill="hold">
                                          <p:stCondLst>
                                            <p:cond delay="0"/>
                                          </p:stCondLst>
                                        </p:cTn>
                                        <p:tgtEl>
                                          <p:spTgt spid="215043">
                                            <p:txEl>
                                              <p:pRg st="7" end="7"/>
                                            </p:txEl>
                                          </p:spTgt>
                                        </p:tgtEl>
                                        <p:attrNameLst>
                                          <p:attrName>style.visibility</p:attrName>
                                        </p:attrNameLst>
                                      </p:cBhvr>
                                      <p:to>
                                        <p:strVal val="visible"/>
                                      </p:to>
                                    </p:set>
                                    <p:anim calcmode="lin" valueType="num">
                                      <p:cBhvr additive="base">
                                        <p:cTn id="35" dur="3000" fill="hold"/>
                                        <p:tgtEl>
                                          <p:spTgt spid="215043">
                                            <p:txEl>
                                              <p:pRg st="7" end="7"/>
                                            </p:txEl>
                                          </p:spTgt>
                                        </p:tgtEl>
                                        <p:attrNameLst>
                                          <p:attrName>ppt_x</p:attrName>
                                        </p:attrNameLst>
                                      </p:cBhvr>
                                      <p:tavLst>
                                        <p:tav tm="0">
                                          <p:val>
                                            <p:strVal val="#ppt_x"/>
                                          </p:val>
                                        </p:tav>
                                        <p:tav tm="100000">
                                          <p:val>
                                            <p:strVal val="#ppt_x"/>
                                          </p:val>
                                        </p:tav>
                                      </p:tavLst>
                                    </p:anim>
                                    <p:anim calcmode="lin" valueType="num">
                                      <p:cBhvr additive="base">
                                        <p:cTn id="36" dur="3000" fill="hold"/>
                                        <p:tgtEl>
                                          <p:spTgt spid="215043">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accel="50000" decel="50000" fill="hold" grpId="0" nodeType="withEffect">
                                  <p:stCondLst>
                                    <p:cond delay="0"/>
                                  </p:stCondLst>
                                  <p:childTnLst>
                                    <p:set>
                                      <p:cBhvr>
                                        <p:cTn id="38" dur="1" fill="hold">
                                          <p:stCondLst>
                                            <p:cond delay="0"/>
                                          </p:stCondLst>
                                        </p:cTn>
                                        <p:tgtEl>
                                          <p:spTgt spid="215043">
                                            <p:txEl>
                                              <p:pRg st="8" end="8"/>
                                            </p:txEl>
                                          </p:spTgt>
                                        </p:tgtEl>
                                        <p:attrNameLst>
                                          <p:attrName>style.visibility</p:attrName>
                                        </p:attrNameLst>
                                      </p:cBhvr>
                                      <p:to>
                                        <p:strVal val="visible"/>
                                      </p:to>
                                    </p:set>
                                    <p:anim calcmode="lin" valueType="num">
                                      <p:cBhvr additive="base">
                                        <p:cTn id="39" dur="3000" fill="hold"/>
                                        <p:tgtEl>
                                          <p:spTgt spid="215043">
                                            <p:txEl>
                                              <p:pRg st="8" end="8"/>
                                            </p:txEl>
                                          </p:spTgt>
                                        </p:tgtEl>
                                        <p:attrNameLst>
                                          <p:attrName>ppt_x</p:attrName>
                                        </p:attrNameLst>
                                      </p:cBhvr>
                                      <p:tavLst>
                                        <p:tav tm="0">
                                          <p:val>
                                            <p:strVal val="#ppt_x"/>
                                          </p:val>
                                        </p:tav>
                                        <p:tav tm="100000">
                                          <p:val>
                                            <p:strVal val="#ppt_x"/>
                                          </p:val>
                                        </p:tav>
                                      </p:tavLst>
                                    </p:anim>
                                    <p:anim calcmode="lin" valueType="num">
                                      <p:cBhvr additive="base">
                                        <p:cTn id="40" dur="3000" fill="hold"/>
                                        <p:tgtEl>
                                          <p:spTgt spid="215043">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accel="50000" decel="50000" fill="hold" grpId="0" nodeType="withEffect">
                                  <p:stCondLst>
                                    <p:cond delay="0"/>
                                  </p:stCondLst>
                                  <p:childTnLst>
                                    <p:set>
                                      <p:cBhvr>
                                        <p:cTn id="42" dur="1" fill="hold">
                                          <p:stCondLst>
                                            <p:cond delay="0"/>
                                          </p:stCondLst>
                                        </p:cTn>
                                        <p:tgtEl>
                                          <p:spTgt spid="215043">
                                            <p:txEl>
                                              <p:pRg st="9" end="9"/>
                                            </p:txEl>
                                          </p:spTgt>
                                        </p:tgtEl>
                                        <p:attrNameLst>
                                          <p:attrName>style.visibility</p:attrName>
                                        </p:attrNameLst>
                                      </p:cBhvr>
                                      <p:to>
                                        <p:strVal val="visible"/>
                                      </p:to>
                                    </p:set>
                                    <p:anim calcmode="lin" valueType="num">
                                      <p:cBhvr additive="base">
                                        <p:cTn id="43" dur="3000" fill="hold"/>
                                        <p:tgtEl>
                                          <p:spTgt spid="215043">
                                            <p:txEl>
                                              <p:pRg st="9" end="9"/>
                                            </p:txEl>
                                          </p:spTgt>
                                        </p:tgtEl>
                                        <p:attrNameLst>
                                          <p:attrName>ppt_x</p:attrName>
                                        </p:attrNameLst>
                                      </p:cBhvr>
                                      <p:tavLst>
                                        <p:tav tm="0">
                                          <p:val>
                                            <p:strVal val="#ppt_x"/>
                                          </p:val>
                                        </p:tav>
                                        <p:tav tm="100000">
                                          <p:val>
                                            <p:strVal val="#ppt_x"/>
                                          </p:val>
                                        </p:tav>
                                      </p:tavLst>
                                    </p:anim>
                                    <p:anim calcmode="lin" valueType="num">
                                      <p:cBhvr additive="base">
                                        <p:cTn id="44" dur="3000" fill="hold"/>
                                        <p:tgtEl>
                                          <p:spTgt spid="215043">
                                            <p:txEl>
                                              <p:pRg st="9" end="9"/>
                                            </p:txEl>
                                          </p:spTgt>
                                        </p:tgtEl>
                                        <p:attrNameLst>
                                          <p:attrName>ppt_y</p:attrName>
                                        </p:attrNameLst>
                                      </p:cBhvr>
                                      <p:tavLst>
                                        <p:tav tm="0">
                                          <p:val>
                                            <p:strVal val="1+#ppt_h/2"/>
                                          </p:val>
                                        </p:tav>
                                        <p:tav tm="100000">
                                          <p:val>
                                            <p:strVal val="#ppt_y"/>
                                          </p:val>
                                        </p:tav>
                                      </p:tavLst>
                                    </p:anim>
                                  </p:childTnLst>
                                </p:cTn>
                              </p:par>
                              <p:par>
                                <p:cTn id="45" presetID="2" presetClass="entr" presetSubtype="4" accel="50000" decel="50000" fill="hold" grpId="0" nodeType="withEffect">
                                  <p:stCondLst>
                                    <p:cond delay="0"/>
                                  </p:stCondLst>
                                  <p:childTnLst>
                                    <p:set>
                                      <p:cBhvr>
                                        <p:cTn id="46" dur="1" fill="hold">
                                          <p:stCondLst>
                                            <p:cond delay="0"/>
                                          </p:stCondLst>
                                        </p:cTn>
                                        <p:tgtEl>
                                          <p:spTgt spid="215043">
                                            <p:txEl>
                                              <p:pRg st="10" end="10"/>
                                            </p:txEl>
                                          </p:spTgt>
                                        </p:tgtEl>
                                        <p:attrNameLst>
                                          <p:attrName>style.visibility</p:attrName>
                                        </p:attrNameLst>
                                      </p:cBhvr>
                                      <p:to>
                                        <p:strVal val="visible"/>
                                      </p:to>
                                    </p:set>
                                    <p:anim calcmode="lin" valueType="num">
                                      <p:cBhvr additive="base">
                                        <p:cTn id="47" dur="3000" fill="hold"/>
                                        <p:tgtEl>
                                          <p:spTgt spid="215043">
                                            <p:txEl>
                                              <p:pRg st="10" end="10"/>
                                            </p:txEl>
                                          </p:spTgt>
                                        </p:tgtEl>
                                        <p:attrNameLst>
                                          <p:attrName>ppt_x</p:attrName>
                                        </p:attrNameLst>
                                      </p:cBhvr>
                                      <p:tavLst>
                                        <p:tav tm="0">
                                          <p:val>
                                            <p:strVal val="#ppt_x"/>
                                          </p:val>
                                        </p:tav>
                                        <p:tav tm="100000">
                                          <p:val>
                                            <p:strVal val="#ppt_x"/>
                                          </p:val>
                                        </p:tav>
                                      </p:tavLst>
                                    </p:anim>
                                    <p:anim calcmode="lin" valueType="num">
                                      <p:cBhvr additive="base">
                                        <p:cTn id="48" dur="3000" fill="hold"/>
                                        <p:tgtEl>
                                          <p:spTgt spid="215043">
                                            <p:txEl>
                                              <p:pRg st="10" end="10"/>
                                            </p:txEl>
                                          </p:spTgt>
                                        </p:tgtEl>
                                        <p:attrNameLst>
                                          <p:attrName>ppt_y</p:attrName>
                                        </p:attrNameLst>
                                      </p:cBhvr>
                                      <p:tavLst>
                                        <p:tav tm="0">
                                          <p:val>
                                            <p:strVal val="1+#ppt_h/2"/>
                                          </p:val>
                                        </p:tav>
                                        <p:tav tm="100000">
                                          <p:val>
                                            <p:strVal val="#ppt_y"/>
                                          </p:val>
                                        </p:tav>
                                      </p:tavLst>
                                    </p:anim>
                                  </p:childTnLst>
                                </p:cTn>
                              </p:par>
                              <p:par>
                                <p:cTn id="49" presetID="2" presetClass="entr" presetSubtype="4" accel="50000" decel="50000" fill="hold" grpId="0" nodeType="withEffect">
                                  <p:stCondLst>
                                    <p:cond delay="0"/>
                                  </p:stCondLst>
                                  <p:childTnLst>
                                    <p:set>
                                      <p:cBhvr>
                                        <p:cTn id="50" dur="1" fill="hold">
                                          <p:stCondLst>
                                            <p:cond delay="0"/>
                                          </p:stCondLst>
                                        </p:cTn>
                                        <p:tgtEl>
                                          <p:spTgt spid="215043">
                                            <p:txEl>
                                              <p:pRg st="11" end="11"/>
                                            </p:txEl>
                                          </p:spTgt>
                                        </p:tgtEl>
                                        <p:attrNameLst>
                                          <p:attrName>style.visibility</p:attrName>
                                        </p:attrNameLst>
                                      </p:cBhvr>
                                      <p:to>
                                        <p:strVal val="visible"/>
                                      </p:to>
                                    </p:set>
                                    <p:anim calcmode="lin" valueType="num">
                                      <p:cBhvr additive="base">
                                        <p:cTn id="51" dur="3000" fill="hold"/>
                                        <p:tgtEl>
                                          <p:spTgt spid="215043">
                                            <p:txEl>
                                              <p:pRg st="11" end="11"/>
                                            </p:txEl>
                                          </p:spTgt>
                                        </p:tgtEl>
                                        <p:attrNameLst>
                                          <p:attrName>ppt_x</p:attrName>
                                        </p:attrNameLst>
                                      </p:cBhvr>
                                      <p:tavLst>
                                        <p:tav tm="0">
                                          <p:val>
                                            <p:strVal val="#ppt_x"/>
                                          </p:val>
                                        </p:tav>
                                        <p:tav tm="100000">
                                          <p:val>
                                            <p:strVal val="#ppt_x"/>
                                          </p:val>
                                        </p:tav>
                                      </p:tavLst>
                                    </p:anim>
                                    <p:anim calcmode="lin" valueType="num">
                                      <p:cBhvr additive="base">
                                        <p:cTn id="52" dur="3000" fill="hold"/>
                                        <p:tgtEl>
                                          <p:spTgt spid="21504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Georgia" panose="02040502050405020303" pitchFamily="18" charset="0"/>
              </a:rPr>
              <a:t>C-I-A Triad</a:t>
            </a:r>
          </a:p>
        </p:txBody>
      </p:sp>
      <p:sp>
        <p:nvSpPr>
          <p:cNvPr id="3" name="Text Placeholder 2"/>
          <p:cNvSpPr>
            <a:spLocks noGrp="1"/>
          </p:cNvSpPr>
          <p:nvPr>
            <p:ph type="body" idx="1"/>
          </p:nvPr>
        </p:nvSpPr>
        <p:spPr/>
        <p:txBody>
          <a:bodyPr>
            <a:normAutofit/>
          </a:bodyPr>
          <a:lstStyle/>
          <a:p>
            <a:r>
              <a:rPr lang="en-US" sz="2800" dirty="0">
                <a:latin typeface="Georgia" panose="02040502050405020303" pitchFamily="18" charset="0"/>
              </a:rPr>
              <a:t>Confidentiality</a:t>
            </a:r>
          </a:p>
          <a:p>
            <a:r>
              <a:rPr lang="en-US" sz="2800" dirty="0">
                <a:latin typeface="Georgia" panose="02040502050405020303" pitchFamily="18" charset="0"/>
              </a:rPr>
              <a:t>Integrity</a:t>
            </a:r>
          </a:p>
          <a:p>
            <a:r>
              <a:rPr lang="en-US" sz="2800" dirty="0">
                <a:latin typeface="Georgia" panose="02040502050405020303" pitchFamily="18" charset="0"/>
              </a:rPr>
              <a:t>Availability</a:t>
            </a:r>
          </a:p>
          <a:p>
            <a:r>
              <a:rPr lang="en-US" sz="2800" dirty="0">
                <a:latin typeface="Georgia" panose="02040502050405020303" pitchFamily="18" charset="0"/>
              </a:rPr>
              <a:t>Sometimes two other desirable characteristics:</a:t>
            </a:r>
          </a:p>
          <a:p>
            <a:pPr lvl="1"/>
            <a:r>
              <a:rPr lang="en-US" sz="2400" dirty="0">
                <a:latin typeface="Georgia" panose="02040502050405020303" pitchFamily="18" charset="0"/>
              </a:rPr>
              <a:t>Authentication</a:t>
            </a:r>
          </a:p>
          <a:p>
            <a:pPr lvl="1"/>
            <a:r>
              <a:rPr lang="en-US" sz="2400" dirty="0">
                <a:latin typeface="Georgia" panose="02040502050405020303" pitchFamily="18" charset="0"/>
              </a:rPr>
              <a:t>Nonrepudiation</a:t>
            </a:r>
          </a:p>
        </p:txBody>
      </p:sp>
      <p:sp>
        <p:nvSpPr>
          <p:cNvPr id="4" name="Slide Number Placeholder 3"/>
          <p:cNvSpPr>
            <a:spLocks noGrp="1"/>
          </p:cNvSpPr>
          <p:nvPr>
            <p:ph type="sldNum" sz="quarter" idx="12"/>
          </p:nvPr>
        </p:nvSpPr>
        <p:spPr/>
        <p:txBody>
          <a:bodyPr/>
          <a:lstStyle/>
          <a:p>
            <a:pPr eaLnBrk="0" fontAlgn="base" hangingPunct="0">
              <a:spcBef>
                <a:spcPct val="0"/>
              </a:spcBef>
              <a:spcAft>
                <a:spcPct val="0"/>
              </a:spcAft>
            </a:pPr>
            <a:fld id="{FD01F0F2-74A4-EF40-82B3-DFFDF0BA3880}" type="slidenum">
              <a:rPr lang="en-US">
                <a:solidFill>
                  <a:srgbClr val="000000"/>
                </a:solidFill>
                <a:latin typeface="Arial"/>
              </a:rPr>
              <a:pPr eaLnBrk="0" fontAlgn="base" hangingPunct="0">
                <a:spcBef>
                  <a:spcPct val="0"/>
                </a:spcBef>
                <a:spcAft>
                  <a:spcPct val="0"/>
                </a:spcAft>
              </a:pPr>
              <a:t>27</a:t>
            </a:fld>
            <a:endParaRPr lang="en-US">
              <a:solidFill>
                <a:srgbClr val="000000"/>
              </a:solidFill>
              <a:latin typeface="Arial"/>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3985" y="3250704"/>
            <a:ext cx="3031431" cy="2609553"/>
          </a:xfrm>
          <a:prstGeom prst="rect">
            <a:avLst/>
          </a:prstGeom>
        </p:spPr>
      </p:pic>
    </p:spTree>
    <p:extLst>
      <p:ext uri="{BB962C8B-B14F-4D97-AF65-F5344CB8AC3E}">
        <p14:creationId xmlns:p14="http://schemas.microsoft.com/office/powerpoint/2010/main" val="2914374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21"/>
          <p:cNvSpPr>
            <a:spLocks noGrp="1"/>
          </p:cNvSpPr>
          <p:nvPr>
            <p:ph type="title"/>
          </p:nvPr>
        </p:nvSpPr>
        <p:spPr>
          <a:xfrm>
            <a:off x="1919536" y="-99392"/>
            <a:ext cx="8229600" cy="1600200"/>
          </a:xfrm>
        </p:spPr>
        <p:txBody>
          <a:bodyPr/>
          <a:lstStyle/>
          <a:p>
            <a:r>
              <a:rPr lang="en-US" sz="3600" dirty="0">
                <a:latin typeface="Georgia" panose="02040502050405020303" pitchFamily="18" charset="0"/>
              </a:rPr>
              <a:t>Key Security Concepts</a:t>
            </a:r>
          </a:p>
        </p:txBody>
      </p:sp>
      <p:graphicFrame>
        <p:nvGraphicFramePr>
          <p:cNvPr id="24" name="Content Placeholder 23"/>
          <p:cNvGraphicFramePr>
            <a:graphicFrameLocks noGrp="1"/>
          </p:cNvGraphicFramePr>
          <p:nvPr>
            <p:ph idx="1"/>
            <p:extLst>
              <p:ext uri="{D42A27DB-BD31-4B8C-83A1-F6EECF244321}">
                <p14:modId xmlns:p14="http://schemas.microsoft.com/office/powerpoint/2010/main" val="1279223100"/>
              </p:ext>
            </p:extLst>
          </p:nvPr>
        </p:nvGraphicFramePr>
        <p:xfrm>
          <a:off x="850005" y="1146221"/>
          <a:ext cx="10045521" cy="54511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72879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Georgia" panose="02040502050405020303" pitchFamily="18" charset="0"/>
              </a:rPr>
              <a:t>Access Control</a:t>
            </a:r>
          </a:p>
        </p:txBody>
      </p:sp>
      <p:pic>
        <p:nvPicPr>
          <p:cNvPr id="6" name="Content Placeholder 5" descr="fig01-06.eps"/>
          <p:cNvPicPr>
            <a:picLocks noGrp="1" noChangeAspect="1"/>
          </p:cNvPicPr>
          <p:nvPr>
            <p:ph idx="1"/>
          </p:nvPr>
        </p:nvPicPr>
        <p:blipFill rotWithShape="1">
          <a:blip r:embed="rId3">
            <a:extLst>
              <a:ext uri="{28A0092B-C50C-407E-A947-70E740481C1C}">
                <a14:useLocalDpi xmlns:a14="http://schemas.microsoft.com/office/drawing/2010/main" val="0"/>
              </a:ext>
            </a:extLst>
          </a:blip>
          <a:stretch/>
        </p:blipFill>
        <p:spPr>
          <a:xfrm>
            <a:off x="3215680" y="1556793"/>
            <a:ext cx="5349796" cy="3914795"/>
          </a:xfrm>
        </p:spPr>
      </p:pic>
      <p:sp>
        <p:nvSpPr>
          <p:cNvPr id="3" name="Slide Number Placeholder 2"/>
          <p:cNvSpPr>
            <a:spLocks noGrp="1"/>
          </p:cNvSpPr>
          <p:nvPr>
            <p:ph type="sldNum" sz="quarter" idx="12"/>
          </p:nvPr>
        </p:nvSpPr>
        <p:spPr/>
        <p:txBody>
          <a:bodyPr/>
          <a:lstStyle/>
          <a:p>
            <a:pPr eaLnBrk="0" fontAlgn="base" hangingPunct="0">
              <a:spcBef>
                <a:spcPct val="0"/>
              </a:spcBef>
              <a:spcAft>
                <a:spcPct val="0"/>
              </a:spcAft>
            </a:pPr>
            <a:fld id="{5BFA158B-7C94-F543-87DB-41F59EA4FAFA}" type="slidenum">
              <a:rPr lang="en-US">
                <a:solidFill>
                  <a:srgbClr val="000000"/>
                </a:solidFill>
                <a:latin typeface="Arial"/>
              </a:rPr>
              <a:pPr eaLnBrk="0" fontAlgn="base" hangingPunct="0">
                <a:spcBef>
                  <a:spcPct val="0"/>
                </a:spcBef>
                <a:spcAft>
                  <a:spcPct val="0"/>
                </a:spcAft>
              </a:pPr>
              <a:t>29</a:t>
            </a:fld>
            <a:endParaRPr lang="en-US">
              <a:solidFill>
                <a:srgbClr val="000000"/>
              </a:solidFill>
              <a:latin typeface="Arial"/>
            </a:endParaRPr>
          </a:p>
        </p:txBody>
      </p:sp>
    </p:spTree>
    <p:extLst>
      <p:ext uri="{BB962C8B-B14F-4D97-AF65-F5344CB8AC3E}">
        <p14:creationId xmlns:p14="http://schemas.microsoft.com/office/powerpoint/2010/main" val="2294343781"/>
      </p:ext>
    </p:extLst>
  </p:cSld>
  <p:clrMapOvr>
    <a:masterClrMapping/>
  </p:clrMapOvr>
  <mc:AlternateContent xmlns:mc="http://schemas.openxmlformats.org/markup-compatibility/2006" xmlns:p14="http://schemas.microsoft.com/office/powerpoint/2010/main">
    <mc:Choice Requires="p14">
      <p:transition spd="med" p14:dur="700" advTm="5000">
        <p:fade/>
      </p:transition>
    </mc:Choice>
    <mc:Fallback xmlns="">
      <p:transition spd="med" advTm="5000">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Georgia" panose="02040502050405020303" pitchFamily="18" charset="0"/>
              </a:rPr>
              <a:t>Types of Threats</a:t>
            </a:r>
          </a:p>
        </p:txBody>
      </p:sp>
      <p:pic>
        <p:nvPicPr>
          <p:cNvPr id="4" name="Picture 3" descr="fig01-09.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43672" y="1412777"/>
            <a:ext cx="5768508" cy="4369079"/>
          </a:xfrm>
          <a:prstGeom prst="rect">
            <a:avLst/>
          </a:prstGeom>
        </p:spPr>
      </p:pic>
      <p:sp>
        <p:nvSpPr>
          <p:cNvPr id="3" name="Slide Number Placeholder 2"/>
          <p:cNvSpPr>
            <a:spLocks noGrp="1"/>
          </p:cNvSpPr>
          <p:nvPr>
            <p:ph type="sldNum" sz="quarter" idx="12"/>
          </p:nvPr>
        </p:nvSpPr>
        <p:spPr/>
        <p:txBody>
          <a:bodyPr/>
          <a:lstStyle/>
          <a:p>
            <a:pPr eaLnBrk="0" fontAlgn="base" hangingPunct="0">
              <a:spcBef>
                <a:spcPct val="0"/>
              </a:spcBef>
              <a:spcAft>
                <a:spcPct val="0"/>
              </a:spcAft>
            </a:pPr>
            <a:fld id="{FD01F0F2-74A4-EF40-82B3-DFFDF0BA3880}" type="slidenum">
              <a:rPr lang="en-US">
                <a:solidFill>
                  <a:srgbClr val="000000"/>
                </a:solidFill>
                <a:latin typeface="Arial"/>
              </a:rPr>
              <a:pPr eaLnBrk="0" fontAlgn="base" hangingPunct="0">
                <a:spcBef>
                  <a:spcPct val="0"/>
                </a:spcBef>
                <a:spcAft>
                  <a:spcPct val="0"/>
                </a:spcAft>
              </a:pPr>
              <a:t>30</a:t>
            </a:fld>
            <a:endParaRPr lang="en-US">
              <a:solidFill>
                <a:srgbClr val="000000"/>
              </a:solidFill>
              <a:latin typeface="Arial"/>
            </a:endParaRPr>
          </a:p>
        </p:txBody>
      </p:sp>
    </p:spTree>
    <p:extLst>
      <p:ext uri="{BB962C8B-B14F-4D97-AF65-F5344CB8AC3E}">
        <p14:creationId xmlns:p14="http://schemas.microsoft.com/office/powerpoint/2010/main" val="1757972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2714952" y="1412777"/>
            <a:ext cx="6840244" cy="4631415"/>
          </a:xfrm>
          <a:prstGeom prst="rect">
            <a:avLst/>
          </a:prstGeom>
        </p:spPr>
      </p:pic>
      <p:sp>
        <p:nvSpPr>
          <p:cNvPr id="5" name="Rectangle 4"/>
          <p:cNvSpPr/>
          <p:nvPr/>
        </p:nvSpPr>
        <p:spPr>
          <a:xfrm>
            <a:off x="1635147" y="332657"/>
            <a:ext cx="9036496" cy="646331"/>
          </a:xfrm>
          <a:prstGeom prst="rect">
            <a:avLst/>
          </a:prstGeom>
        </p:spPr>
        <p:txBody>
          <a:bodyPr wrap="square">
            <a:spAutoFit/>
          </a:bodyPr>
          <a:lstStyle/>
          <a:p>
            <a:pPr algn="ctr" eaLnBrk="0" fontAlgn="base" hangingPunct="0">
              <a:spcBef>
                <a:spcPct val="0"/>
              </a:spcBef>
              <a:spcAft>
                <a:spcPct val="0"/>
              </a:spcAft>
            </a:pPr>
            <a:r>
              <a:rPr lang="en-US" sz="3600" dirty="0">
                <a:solidFill>
                  <a:srgbClr val="000000"/>
                </a:solidFill>
                <a:latin typeface="Georgia" panose="02040502050405020303" pitchFamily="18" charset="0"/>
              </a:rPr>
              <a:t>Assets and Threats </a:t>
            </a:r>
          </a:p>
        </p:txBody>
      </p:sp>
    </p:spTree>
    <p:extLst>
      <p:ext uri="{BB962C8B-B14F-4D97-AF65-F5344CB8AC3E}">
        <p14:creationId xmlns:p14="http://schemas.microsoft.com/office/powerpoint/2010/main" val="3068197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1789386" y="6172201"/>
            <a:ext cx="6973614" cy="461665"/>
          </a:xfrm>
          <a:prstGeom prst="rect">
            <a:avLst/>
          </a:prstGeom>
          <a:noFill/>
        </p:spPr>
        <p:txBody>
          <a:bodyPr wrap="square" rtlCol="0">
            <a:spAutoFit/>
          </a:bodyPr>
          <a:lstStyle/>
          <a:p>
            <a:pPr eaLnBrk="0" fontAlgn="base" hangingPunct="0">
              <a:spcBef>
                <a:spcPct val="0"/>
              </a:spcBef>
              <a:spcAft>
                <a:spcPct val="0"/>
              </a:spcAft>
            </a:pPr>
            <a:endParaRPr lang="en-US" sz="2400" dirty="0">
              <a:solidFill>
                <a:srgbClr val="000000"/>
              </a:solidFill>
              <a:latin typeface="Tahoma" panose="020B0604030504040204" pitchFamily="34" charset="0"/>
            </a:endParaRPr>
          </a:p>
        </p:txBody>
      </p:sp>
      <p:pic>
        <p:nvPicPr>
          <p:cNvPr id="6" name="Picture 5"/>
          <p:cNvPicPr>
            <a:picLocks noChangeAspect="1"/>
          </p:cNvPicPr>
          <p:nvPr/>
        </p:nvPicPr>
        <p:blipFill>
          <a:blip r:embed="rId3"/>
          <a:stretch>
            <a:fillRect/>
          </a:stretch>
        </p:blipFill>
        <p:spPr>
          <a:xfrm>
            <a:off x="3791745" y="1052736"/>
            <a:ext cx="4388849" cy="4963462"/>
          </a:xfrm>
          <a:prstGeom prst="rect">
            <a:avLst/>
          </a:prstGeom>
        </p:spPr>
      </p:pic>
      <p:sp>
        <p:nvSpPr>
          <p:cNvPr id="7" name="Rectangle 6"/>
          <p:cNvSpPr/>
          <p:nvPr/>
        </p:nvSpPr>
        <p:spPr>
          <a:xfrm>
            <a:off x="1635147" y="332657"/>
            <a:ext cx="9036496" cy="646331"/>
          </a:xfrm>
          <a:prstGeom prst="rect">
            <a:avLst/>
          </a:prstGeom>
        </p:spPr>
        <p:txBody>
          <a:bodyPr wrap="square">
            <a:spAutoFit/>
          </a:bodyPr>
          <a:lstStyle/>
          <a:p>
            <a:pPr algn="ctr" eaLnBrk="0" fontAlgn="base" hangingPunct="0">
              <a:spcBef>
                <a:spcPct val="0"/>
              </a:spcBef>
              <a:spcAft>
                <a:spcPct val="0"/>
              </a:spcAft>
            </a:pPr>
            <a:r>
              <a:rPr lang="en-US" sz="3600" dirty="0">
                <a:solidFill>
                  <a:srgbClr val="000000"/>
                </a:solidFill>
                <a:latin typeface="Georgia" panose="02040502050405020303" pitchFamily="18" charset="0"/>
              </a:rPr>
              <a:t>Threat consequences and actions</a:t>
            </a:r>
          </a:p>
        </p:txBody>
      </p:sp>
    </p:spTree>
    <p:extLst>
      <p:ext uri="{BB962C8B-B14F-4D97-AF65-F5344CB8AC3E}">
        <p14:creationId xmlns:p14="http://schemas.microsoft.com/office/powerpoint/2010/main" val="3304769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Georgia" panose="02040502050405020303" pitchFamily="18" charset="0"/>
              </a:rPr>
              <a:t>Advanced Persistent Threat (APT)</a:t>
            </a:r>
          </a:p>
        </p:txBody>
      </p:sp>
      <p:sp>
        <p:nvSpPr>
          <p:cNvPr id="3" name="Text Placeholder 2"/>
          <p:cNvSpPr>
            <a:spLocks noGrp="1"/>
          </p:cNvSpPr>
          <p:nvPr>
            <p:ph type="body" idx="1"/>
          </p:nvPr>
        </p:nvSpPr>
        <p:spPr/>
        <p:txBody>
          <a:bodyPr/>
          <a:lstStyle/>
          <a:p>
            <a:r>
              <a:rPr lang="en-US" dirty="0" smtClean="0">
                <a:latin typeface="Georgia" panose="02040502050405020303" pitchFamily="18" charset="0"/>
              </a:rPr>
              <a:t>Organized</a:t>
            </a:r>
          </a:p>
          <a:p>
            <a:r>
              <a:rPr lang="en-US" dirty="0" smtClean="0">
                <a:latin typeface="Georgia" panose="02040502050405020303" pitchFamily="18" charset="0"/>
              </a:rPr>
              <a:t>Directed</a:t>
            </a:r>
          </a:p>
          <a:p>
            <a:r>
              <a:rPr lang="en-US" dirty="0" smtClean="0">
                <a:latin typeface="Georgia" panose="02040502050405020303" pitchFamily="18" charset="0"/>
              </a:rPr>
              <a:t>Well financed</a:t>
            </a:r>
          </a:p>
          <a:p>
            <a:r>
              <a:rPr lang="en-US" dirty="0" smtClean="0">
                <a:latin typeface="Georgia" panose="02040502050405020303" pitchFamily="18" charset="0"/>
              </a:rPr>
              <a:t>Patient</a:t>
            </a:r>
          </a:p>
          <a:p>
            <a:r>
              <a:rPr lang="en-US" dirty="0" smtClean="0">
                <a:latin typeface="Georgia" panose="02040502050405020303" pitchFamily="18" charset="0"/>
              </a:rPr>
              <a:t>Silent</a:t>
            </a:r>
          </a:p>
          <a:p>
            <a:r>
              <a:rPr lang="en-US" dirty="0">
                <a:latin typeface="Georgia" panose="02040502050405020303" pitchFamily="18" charset="0"/>
                <a:hlinkClick r:id="rId3"/>
              </a:rPr>
              <a:t>https://</a:t>
            </a:r>
            <a:r>
              <a:rPr lang="en-US" dirty="0" smtClean="0">
                <a:latin typeface="Georgia" panose="02040502050405020303" pitchFamily="18" charset="0"/>
                <a:hlinkClick r:id="rId3"/>
              </a:rPr>
              <a:t>en.wikipedia.org/wiki/Stuxnet</a:t>
            </a:r>
            <a:endParaRPr lang="en-US" dirty="0">
              <a:latin typeface="Georgia" panose="02040502050405020303" pitchFamily="18" charset="0"/>
            </a:endParaRPr>
          </a:p>
        </p:txBody>
      </p:sp>
      <p:sp>
        <p:nvSpPr>
          <p:cNvPr id="4" name="Slide Number Placeholder 3"/>
          <p:cNvSpPr>
            <a:spLocks noGrp="1"/>
          </p:cNvSpPr>
          <p:nvPr>
            <p:ph type="sldNum" sz="quarter" idx="12"/>
          </p:nvPr>
        </p:nvSpPr>
        <p:spPr/>
        <p:txBody>
          <a:bodyPr/>
          <a:lstStyle/>
          <a:p>
            <a:pPr eaLnBrk="0" fontAlgn="base" hangingPunct="0">
              <a:spcBef>
                <a:spcPct val="0"/>
              </a:spcBef>
              <a:spcAft>
                <a:spcPct val="0"/>
              </a:spcAft>
            </a:pPr>
            <a:fld id="{FD01F0F2-74A4-EF40-82B3-DFFDF0BA3880}" type="slidenum">
              <a:rPr lang="en-US">
                <a:solidFill>
                  <a:srgbClr val="000000"/>
                </a:solidFill>
                <a:latin typeface="Arial"/>
              </a:rPr>
              <a:pPr eaLnBrk="0" fontAlgn="base" hangingPunct="0">
                <a:spcBef>
                  <a:spcPct val="0"/>
                </a:spcBef>
                <a:spcAft>
                  <a:spcPct val="0"/>
                </a:spcAft>
              </a:pPr>
              <a:t>33</a:t>
            </a:fld>
            <a:endParaRPr lang="en-US">
              <a:solidFill>
                <a:srgbClr val="000000"/>
              </a:solidFill>
              <a:latin typeface="Arial"/>
            </a:endParaRPr>
          </a:p>
        </p:txBody>
      </p:sp>
    </p:spTree>
    <p:extLst>
      <p:ext uri="{BB962C8B-B14F-4D97-AF65-F5344CB8AC3E}">
        <p14:creationId xmlns:p14="http://schemas.microsoft.com/office/powerpoint/2010/main" val="767093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Georgia" panose="02040502050405020303" pitchFamily="18" charset="0"/>
              </a:rPr>
              <a:t>Types of Attackers</a:t>
            </a:r>
          </a:p>
        </p:txBody>
      </p:sp>
      <p:pic>
        <p:nvPicPr>
          <p:cNvPr id="6" name="Content Placeholder 5" descr="fig01-10.eps"/>
          <p:cNvPicPr>
            <a:picLocks noGrp="1" noChangeAspect="1"/>
          </p:cNvPicPr>
          <p:nvPr>
            <p:ph idx="1"/>
          </p:nvPr>
        </p:nvPicPr>
        <p:blipFill rotWithShape="1">
          <a:blip r:embed="rId3">
            <a:extLst>
              <a:ext uri="{28A0092B-C50C-407E-A947-70E740481C1C}">
                <a14:useLocalDpi xmlns:a14="http://schemas.microsoft.com/office/drawing/2010/main" val="0"/>
              </a:ext>
            </a:extLst>
          </a:blip>
          <a:srcRect t="-1406" b="-1906"/>
          <a:stretch/>
        </p:blipFill>
        <p:spPr>
          <a:xfrm>
            <a:off x="3872308" y="1700809"/>
            <a:ext cx="4447385" cy="3850051"/>
          </a:xfrm>
        </p:spPr>
      </p:pic>
      <p:sp>
        <p:nvSpPr>
          <p:cNvPr id="3" name="Slide Number Placeholder 2"/>
          <p:cNvSpPr>
            <a:spLocks noGrp="1"/>
          </p:cNvSpPr>
          <p:nvPr>
            <p:ph type="sldNum" sz="quarter" idx="12"/>
          </p:nvPr>
        </p:nvSpPr>
        <p:spPr/>
        <p:txBody>
          <a:bodyPr/>
          <a:lstStyle/>
          <a:p>
            <a:pPr eaLnBrk="0" fontAlgn="base" hangingPunct="0">
              <a:spcBef>
                <a:spcPct val="0"/>
              </a:spcBef>
              <a:spcAft>
                <a:spcPct val="0"/>
              </a:spcAft>
            </a:pPr>
            <a:fld id="{5BFA158B-7C94-F543-87DB-41F59EA4FAFA}" type="slidenum">
              <a:rPr lang="en-US">
                <a:solidFill>
                  <a:srgbClr val="000000"/>
                </a:solidFill>
                <a:latin typeface="Arial"/>
              </a:rPr>
              <a:pPr eaLnBrk="0" fontAlgn="base" hangingPunct="0">
                <a:spcBef>
                  <a:spcPct val="0"/>
                </a:spcBef>
                <a:spcAft>
                  <a:spcPct val="0"/>
                </a:spcAft>
              </a:pPr>
              <a:t>34</a:t>
            </a:fld>
            <a:endParaRPr lang="en-US">
              <a:solidFill>
                <a:srgbClr val="000000"/>
              </a:solidFill>
              <a:latin typeface="Arial"/>
            </a:endParaRPr>
          </a:p>
        </p:txBody>
      </p:sp>
    </p:spTree>
    <p:extLst>
      <p:ext uri="{BB962C8B-B14F-4D97-AF65-F5344CB8AC3E}">
        <p14:creationId xmlns:p14="http://schemas.microsoft.com/office/powerpoint/2010/main" val="276431866"/>
      </p:ext>
    </p:extLst>
  </p:cSld>
  <p:clrMapOvr>
    <a:masterClrMapping/>
  </p:clrMapOvr>
  <mc:AlternateContent xmlns:mc="http://schemas.openxmlformats.org/markup-compatibility/2006" xmlns:p14="http://schemas.microsoft.com/office/powerpoint/2010/main">
    <mc:Choice Requires="p14">
      <p:transition spd="med" p14:dur="700" advTm="5000">
        <p:fade/>
      </p:transition>
    </mc:Choice>
    <mc:Fallback xmlns="">
      <p:transition spd="med" advTm="5000">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Security concepts and relationships</a:t>
            </a:r>
          </a:p>
        </p:txBody>
      </p:sp>
      <p:pic>
        <p:nvPicPr>
          <p:cNvPr id="4" name="Picture 3"/>
          <p:cNvPicPr>
            <a:picLocks noChangeAspect="1"/>
          </p:cNvPicPr>
          <p:nvPr/>
        </p:nvPicPr>
        <p:blipFill>
          <a:blip r:embed="rId2"/>
          <a:stretch>
            <a:fillRect/>
          </a:stretch>
        </p:blipFill>
        <p:spPr>
          <a:xfrm>
            <a:off x="3034494" y="1484784"/>
            <a:ext cx="6123012" cy="4274276"/>
          </a:xfrm>
          <a:prstGeom prst="rect">
            <a:avLst/>
          </a:prstGeom>
        </p:spPr>
      </p:pic>
    </p:spTree>
    <p:extLst>
      <p:ext uri="{BB962C8B-B14F-4D97-AF65-F5344CB8AC3E}">
        <p14:creationId xmlns:p14="http://schemas.microsoft.com/office/powerpoint/2010/main" val="28819620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Georgia" panose="02040502050405020303" pitchFamily="18" charset="0"/>
              </a:rPr>
              <a:t>Attack Surface Categories</a:t>
            </a:r>
          </a:p>
        </p:txBody>
      </p:sp>
      <p:graphicFrame>
        <p:nvGraphicFramePr>
          <p:cNvPr id="10" name="Content Placeholder 9"/>
          <p:cNvGraphicFramePr>
            <a:graphicFrameLocks noGrp="1"/>
          </p:cNvGraphicFramePr>
          <p:nvPr>
            <p:ph idx="1"/>
            <p:extLst/>
          </p:nvPr>
        </p:nvGraphicFramePr>
        <p:xfrm>
          <a:off x="1991544" y="1556793"/>
          <a:ext cx="8229600" cy="42519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77191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981200" y="0"/>
            <a:ext cx="8229600" cy="1340768"/>
          </a:xfrm>
        </p:spPr>
        <p:txBody>
          <a:bodyPr/>
          <a:lstStyle/>
          <a:p>
            <a:r>
              <a:rPr lang="en-US" dirty="0" smtClean="0">
                <a:solidFill>
                  <a:schemeClr val="accent3">
                    <a:lumMod val="60000"/>
                    <a:lumOff val="40000"/>
                  </a:schemeClr>
                </a:solidFill>
              </a:rPr>
              <a:t>Attack Surfaces</a:t>
            </a:r>
            <a:endParaRPr lang="en-US" dirty="0">
              <a:solidFill>
                <a:schemeClr val="accent3">
                  <a:lumMod val="60000"/>
                  <a:lumOff val="40000"/>
                </a:schemeClr>
              </a:solidFill>
            </a:endParaRPr>
          </a:p>
        </p:txBody>
      </p:sp>
      <p:graphicFrame>
        <p:nvGraphicFramePr>
          <p:cNvPr id="4" name="Content Placeholder 3"/>
          <p:cNvGraphicFramePr>
            <a:graphicFrameLocks noGrp="1"/>
          </p:cNvGraphicFramePr>
          <p:nvPr>
            <p:ph idx="1"/>
            <p:extLst/>
          </p:nvPr>
        </p:nvGraphicFramePr>
        <p:xfrm>
          <a:off x="2567608" y="1484784"/>
          <a:ext cx="7200800" cy="43924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itle 1"/>
          <p:cNvSpPr txBox="1">
            <a:spLocks/>
          </p:cNvSpPr>
          <p:nvPr/>
        </p:nvSpPr>
        <p:spPr bwMode="auto">
          <a:xfrm>
            <a:off x="2209800" y="14287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r>
              <a:rPr lang="en-US" sz="3600" kern="0" dirty="0">
                <a:solidFill>
                  <a:srgbClr val="000000"/>
                </a:solidFill>
                <a:latin typeface="Georgia" panose="02040502050405020303" pitchFamily="18" charset="0"/>
              </a:rPr>
              <a:t>Attack Surface Examples</a:t>
            </a:r>
          </a:p>
        </p:txBody>
      </p:sp>
    </p:spTree>
    <p:extLst>
      <p:ext uri="{BB962C8B-B14F-4D97-AF65-F5344CB8AC3E}">
        <p14:creationId xmlns:p14="http://schemas.microsoft.com/office/powerpoint/2010/main" val="708185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Georgia" panose="02040502050405020303" pitchFamily="18" charset="0"/>
              </a:rPr>
              <a:t>Defence in depth and attack surface</a:t>
            </a:r>
          </a:p>
        </p:txBody>
      </p:sp>
      <p:pic>
        <p:nvPicPr>
          <p:cNvPr id="5" name="Picture 4"/>
          <p:cNvPicPr>
            <a:picLocks noChangeAspect="1"/>
          </p:cNvPicPr>
          <p:nvPr/>
        </p:nvPicPr>
        <p:blipFill>
          <a:blip r:embed="rId2"/>
          <a:stretch>
            <a:fillRect/>
          </a:stretch>
        </p:blipFill>
        <p:spPr>
          <a:xfrm>
            <a:off x="3575720" y="1340768"/>
            <a:ext cx="4752380" cy="4520374"/>
          </a:xfrm>
          <a:prstGeom prst="rect">
            <a:avLst/>
          </a:prstGeom>
        </p:spPr>
      </p:pic>
    </p:spTree>
    <p:extLst>
      <p:ext uri="{BB962C8B-B14F-4D97-AF65-F5344CB8AC3E}">
        <p14:creationId xmlns:p14="http://schemas.microsoft.com/office/powerpoint/2010/main" val="1582750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p:txBody>
          <a:bodyPr/>
          <a:lstStyle/>
          <a:p>
            <a:r>
              <a:rPr lang="en-US" sz="3600" dirty="0">
                <a:latin typeface="Georgia" panose="02040502050405020303" pitchFamily="18" charset="0"/>
              </a:rPr>
              <a:t>Passive and Active Attacks</a:t>
            </a:r>
          </a:p>
        </p:txBody>
      </p:sp>
      <p:graphicFrame>
        <p:nvGraphicFramePr>
          <p:cNvPr id="9" name="Table 8"/>
          <p:cNvGraphicFramePr>
            <a:graphicFrameLocks noGrp="1"/>
          </p:cNvGraphicFramePr>
          <p:nvPr>
            <p:extLst/>
          </p:nvPr>
        </p:nvGraphicFramePr>
        <p:xfrm>
          <a:off x="2495600" y="1340770"/>
          <a:ext cx="7416824" cy="4392487"/>
        </p:xfrm>
        <a:graphic>
          <a:graphicData uri="http://schemas.openxmlformats.org/drawingml/2006/table">
            <a:tbl>
              <a:tblPr firstRow="1" bandRow="1">
                <a:tableStyleId>{073A0DAA-6AF3-43AB-8588-CEC1D06C72B9}</a:tableStyleId>
              </a:tblPr>
              <a:tblGrid>
                <a:gridCol w="3708412">
                  <a:extLst>
                    <a:ext uri="{9D8B030D-6E8A-4147-A177-3AD203B41FA5}">
                      <a16:colId xmlns="" xmlns:a16="http://schemas.microsoft.com/office/drawing/2014/main" val="20000"/>
                    </a:ext>
                  </a:extLst>
                </a:gridCol>
                <a:gridCol w="3708412">
                  <a:extLst>
                    <a:ext uri="{9D8B030D-6E8A-4147-A177-3AD203B41FA5}">
                      <a16:colId xmlns="" xmlns:a16="http://schemas.microsoft.com/office/drawing/2014/main" val="20001"/>
                    </a:ext>
                  </a:extLst>
                </a:gridCol>
              </a:tblGrid>
              <a:tr h="469933">
                <a:tc>
                  <a:txBody>
                    <a:bodyPr/>
                    <a:lstStyle/>
                    <a:p>
                      <a:r>
                        <a:rPr lang="en-GB" sz="1200" dirty="0" smtClean="0">
                          <a:latin typeface="Georgia" panose="02040502050405020303" pitchFamily="18" charset="0"/>
                        </a:rPr>
                        <a:t>Passive Attack</a:t>
                      </a:r>
                    </a:p>
                    <a:p>
                      <a:endParaRPr lang="en-GB" sz="1200" dirty="0">
                        <a:latin typeface="Georgia" panose="02040502050405020303"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latin typeface="Georgia" panose="02040502050405020303" pitchFamily="18" charset="0"/>
                        </a:rPr>
                        <a:t>Active Attack</a:t>
                      </a:r>
                    </a:p>
                    <a:p>
                      <a:endParaRPr lang="en-GB" sz="1200" dirty="0">
                        <a:latin typeface="Georgia" panose="02040502050405020303" pitchFamily="18" charset="0"/>
                      </a:endParaRPr>
                    </a:p>
                  </a:txBody>
                  <a:tcPr/>
                </a:tc>
                <a:extLst>
                  <a:ext uri="{0D108BD9-81ED-4DB2-BD59-A6C34878D82A}">
                    <a16:rowId xmlns="" xmlns:a16="http://schemas.microsoft.com/office/drawing/2014/main" val="10000"/>
                  </a:ext>
                </a:extLst>
              </a:tr>
              <a:tr h="1042144">
                <a:tc>
                  <a:txBody>
                    <a:bodyPr/>
                    <a:lstStyle/>
                    <a:p>
                      <a:pPr>
                        <a:lnSpc>
                          <a:spcPct val="120000"/>
                        </a:lnSpc>
                        <a:spcAft>
                          <a:spcPts val="600"/>
                        </a:spcAft>
                      </a:pPr>
                      <a:r>
                        <a:rPr lang="en-US" sz="1200" dirty="0" smtClean="0">
                          <a:latin typeface="Georgia" panose="02040502050405020303" pitchFamily="18" charset="0"/>
                        </a:rPr>
                        <a:t>Attempts to learn or make use of information from the system but does not affect system resources</a:t>
                      </a:r>
                    </a:p>
                    <a:p>
                      <a:endParaRPr lang="en-GB" sz="1200" dirty="0">
                        <a:latin typeface="Georgia" panose="02040502050405020303" pitchFamily="18" charset="0"/>
                      </a:endParaRPr>
                    </a:p>
                  </a:txBody>
                  <a:tcPr/>
                </a:tc>
                <a:tc>
                  <a:txBody>
                    <a:bodyPr/>
                    <a:lstStyle/>
                    <a:p>
                      <a:r>
                        <a:rPr lang="en-US" sz="1200" dirty="0" smtClean="0">
                          <a:latin typeface="Georgia" panose="02040502050405020303" pitchFamily="18" charset="0"/>
                        </a:rPr>
                        <a:t>Attempts to alter system resources or affect their operation</a:t>
                      </a:r>
                    </a:p>
                    <a:p>
                      <a:endParaRPr lang="en-GB" sz="1200" dirty="0">
                        <a:latin typeface="Georgia" panose="02040502050405020303" pitchFamily="18" charset="0"/>
                      </a:endParaRPr>
                    </a:p>
                  </a:txBody>
                  <a:tcPr/>
                </a:tc>
                <a:extLst>
                  <a:ext uri="{0D108BD9-81ED-4DB2-BD59-A6C34878D82A}">
                    <a16:rowId xmlns="" xmlns:a16="http://schemas.microsoft.com/office/drawing/2014/main" val="10001"/>
                  </a:ext>
                </a:extLst>
              </a:tr>
              <a:tr h="66343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latin typeface="Georgia" panose="02040502050405020303" pitchFamily="18" charset="0"/>
                        </a:rPr>
                        <a:t>Eavesdropping on, or monitoring of, transmissions</a:t>
                      </a:r>
                    </a:p>
                    <a:p>
                      <a:endParaRPr lang="en-GB" sz="1200" dirty="0">
                        <a:latin typeface="Georgia" panose="02040502050405020303"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latin typeface="Georgia" panose="02040502050405020303" pitchFamily="18" charset="0"/>
                        </a:rPr>
                        <a:t>Involve some modification of the data stream or the creation of a false stream</a:t>
                      </a:r>
                    </a:p>
                    <a:p>
                      <a:endParaRPr lang="en-GB" sz="1200" dirty="0">
                        <a:latin typeface="Georgia" panose="02040502050405020303" pitchFamily="18" charset="0"/>
                      </a:endParaRPr>
                    </a:p>
                  </a:txBody>
                  <a:tcPr/>
                </a:tc>
                <a:extLst>
                  <a:ext uri="{0D108BD9-81ED-4DB2-BD59-A6C34878D82A}">
                    <a16:rowId xmlns="" xmlns:a16="http://schemas.microsoft.com/office/drawing/2014/main" val="10002"/>
                  </a:ext>
                </a:extLst>
              </a:tr>
              <a:tr h="124393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latin typeface="Georgia" panose="02040502050405020303" pitchFamily="18" charset="0"/>
                        </a:rPr>
                        <a:t>Goal of attacker is to obtain information that is being transmitted</a:t>
                      </a:r>
                    </a:p>
                    <a:p>
                      <a:endParaRPr lang="en-GB" sz="1200" dirty="0">
                        <a:latin typeface="Georgia" panose="02040502050405020303" pitchFamily="18" charset="0"/>
                      </a:endParaRPr>
                    </a:p>
                  </a:txBody>
                  <a:tcPr/>
                </a:tc>
                <a:tc>
                  <a:txBody>
                    <a:bodyPr/>
                    <a:lstStyle/>
                    <a:p>
                      <a:r>
                        <a:rPr lang="en-US" sz="1200" dirty="0" smtClean="0">
                          <a:latin typeface="Georgia" panose="02040502050405020303" pitchFamily="18" charset="0"/>
                        </a:rPr>
                        <a:t>Four categories:</a:t>
                      </a:r>
                    </a:p>
                    <a:p>
                      <a:pPr lvl="1"/>
                      <a:r>
                        <a:rPr lang="en-US" sz="1200" dirty="0" smtClean="0">
                          <a:latin typeface="Georgia" panose="02040502050405020303" pitchFamily="18" charset="0"/>
                        </a:rPr>
                        <a:t>Replay</a:t>
                      </a:r>
                    </a:p>
                    <a:p>
                      <a:pPr lvl="1"/>
                      <a:r>
                        <a:rPr lang="en-US" sz="1200" dirty="0" smtClean="0">
                          <a:latin typeface="Georgia" panose="02040502050405020303" pitchFamily="18" charset="0"/>
                        </a:rPr>
                        <a:t>Masquerade</a:t>
                      </a:r>
                    </a:p>
                    <a:p>
                      <a:pPr lvl="1"/>
                      <a:r>
                        <a:rPr lang="en-US" sz="1200" dirty="0" smtClean="0">
                          <a:latin typeface="Georgia" panose="02040502050405020303" pitchFamily="18" charset="0"/>
                        </a:rPr>
                        <a:t>Modification of messages</a:t>
                      </a:r>
                    </a:p>
                    <a:p>
                      <a:pPr lvl="1"/>
                      <a:r>
                        <a:rPr lang="en-US" sz="1200" dirty="0" smtClean="0">
                          <a:latin typeface="Georgia" panose="02040502050405020303" pitchFamily="18" charset="0"/>
                        </a:rPr>
                        <a:t>Denial of service</a:t>
                      </a:r>
                    </a:p>
                    <a:p>
                      <a:endParaRPr lang="en-GB" sz="1200" dirty="0">
                        <a:latin typeface="Georgia" panose="02040502050405020303" pitchFamily="18" charset="0"/>
                      </a:endParaRPr>
                    </a:p>
                  </a:txBody>
                  <a:tcPr/>
                </a:tc>
                <a:extLst>
                  <a:ext uri="{0D108BD9-81ED-4DB2-BD59-A6C34878D82A}">
                    <a16:rowId xmlns="" xmlns:a16="http://schemas.microsoft.com/office/drawing/2014/main" val="10003"/>
                  </a:ext>
                </a:extLst>
              </a:tr>
              <a:tr h="973037">
                <a:tc>
                  <a:txBody>
                    <a:bodyPr/>
                    <a:lstStyle/>
                    <a:p>
                      <a:pPr>
                        <a:lnSpc>
                          <a:spcPct val="120000"/>
                        </a:lnSpc>
                        <a:spcAft>
                          <a:spcPts val="0"/>
                        </a:spcAft>
                      </a:pPr>
                      <a:r>
                        <a:rPr lang="en-US" sz="1200" dirty="0" smtClean="0">
                          <a:latin typeface="Georgia" panose="02040502050405020303" pitchFamily="18" charset="0"/>
                        </a:rPr>
                        <a:t>Two types:</a:t>
                      </a:r>
                    </a:p>
                    <a:p>
                      <a:pPr lvl="1">
                        <a:lnSpc>
                          <a:spcPct val="120000"/>
                        </a:lnSpc>
                        <a:spcAft>
                          <a:spcPts val="0"/>
                        </a:spcAft>
                      </a:pPr>
                      <a:r>
                        <a:rPr lang="en-US" sz="1200" dirty="0" smtClean="0">
                          <a:latin typeface="Georgia" panose="02040502050405020303" pitchFamily="18" charset="0"/>
                        </a:rPr>
                        <a:t>Release of message contents</a:t>
                      </a:r>
                    </a:p>
                    <a:p>
                      <a:pPr lvl="1">
                        <a:lnSpc>
                          <a:spcPct val="120000"/>
                        </a:lnSpc>
                        <a:spcAft>
                          <a:spcPts val="0"/>
                        </a:spcAft>
                      </a:pPr>
                      <a:r>
                        <a:rPr lang="en-US" sz="1200" dirty="0" smtClean="0">
                          <a:latin typeface="Georgia" panose="02040502050405020303" pitchFamily="18" charset="0"/>
                        </a:rPr>
                        <a:t>Traffic analysis</a:t>
                      </a:r>
                    </a:p>
                    <a:p>
                      <a:endParaRPr lang="en-GB" sz="1200" dirty="0">
                        <a:latin typeface="Georgia" panose="02040502050405020303" pitchFamily="18" charset="0"/>
                      </a:endParaRPr>
                    </a:p>
                  </a:txBody>
                  <a:tcPr/>
                </a:tc>
                <a:tc>
                  <a:txBody>
                    <a:bodyPr/>
                    <a:lstStyle/>
                    <a:p>
                      <a:endParaRPr lang="en-GB" sz="1200" dirty="0">
                        <a:latin typeface="Georgia" panose="02040502050405020303" pitchFamily="18" charset="0"/>
                      </a:endParaRPr>
                    </a:p>
                  </a:txBody>
                  <a:tcPr/>
                </a:tc>
                <a:extLst>
                  <a:ext uri="{0D108BD9-81ED-4DB2-BD59-A6C34878D82A}">
                    <a16:rowId xmlns="" xmlns:a16="http://schemas.microsoft.com/office/drawing/2014/main" val="10004"/>
                  </a:ext>
                </a:extLst>
              </a:tr>
            </a:tbl>
          </a:graphicData>
        </a:graphic>
      </p:graphicFrame>
    </p:spTree>
    <p:extLst>
      <p:ext uri="{BB962C8B-B14F-4D97-AF65-F5344CB8AC3E}">
        <p14:creationId xmlns:p14="http://schemas.microsoft.com/office/powerpoint/2010/main" val="2188489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Georgia" panose="02040502050405020303" pitchFamily="18" charset="0"/>
              </a:rPr>
              <a:t>Types of Harm</a:t>
            </a:r>
          </a:p>
        </p:txBody>
      </p:sp>
      <p:pic>
        <p:nvPicPr>
          <p:cNvPr id="4" name="Picture 3" descr="fig01-05.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43673" y="1628801"/>
            <a:ext cx="5610215" cy="4093447"/>
          </a:xfrm>
          <a:prstGeom prst="rect">
            <a:avLst/>
          </a:prstGeom>
        </p:spPr>
      </p:pic>
      <p:sp>
        <p:nvSpPr>
          <p:cNvPr id="3" name="Slide Number Placeholder 2"/>
          <p:cNvSpPr>
            <a:spLocks noGrp="1"/>
          </p:cNvSpPr>
          <p:nvPr>
            <p:ph type="sldNum" sz="quarter" idx="12"/>
          </p:nvPr>
        </p:nvSpPr>
        <p:spPr/>
        <p:txBody>
          <a:bodyPr/>
          <a:lstStyle/>
          <a:p>
            <a:pPr eaLnBrk="0" fontAlgn="base" hangingPunct="0">
              <a:spcBef>
                <a:spcPct val="0"/>
              </a:spcBef>
              <a:spcAft>
                <a:spcPct val="0"/>
              </a:spcAft>
            </a:pPr>
            <a:fld id="{5BFA158B-7C94-F543-87DB-41F59EA4FAFA}" type="slidenum">
              <a:rPr lang="en-US">
                <a:solidFill>
                  <a:srgbClr val="000000"/>
                </a:solidFill>
                <a:latin typeface="Arial"/>
              </a:rPr>
              <a:pPr eaLnBrk="0" fontAlgn="base" hangingPunct="0">
                <a:spcBef>
                  <a:spcPct val="0"/>
                </a:spcBef>
                <a:spcAft>
                  <a:spcPct val="0"/>
                </a:spcAft>
              </a:pPr>
              <a:t>40</a:t>
            </a:fld>
            <a:endParaRPr lang="en-US">
              <a:solidFill>
                <a:srgbClr val="000000"/>
              </a:solidFill>
              <a:latin typeface="Arial"/>
            </a:endParaRPr>
          </a:p>
        </p:txBody>
      </p:sp>
    </p:spTree>
    <p:extLst>
      <p:ext uri="{BB962C8B-B14F-4D97-AF65-F5344CB8AC3E}">
        <p14:creationId xmlns:p14="http://schemas.microsoft.com/office/powerpoint/2010/main" val="3778130523"/>
      </p:ext>
    </p:extLst>
  </p:cSld>
  <p:clrMapOvr>
    <a:masterClrMapping/>
  </p:clrMapOvr>
  <mc:AlternateContent xmlns:mc="http://schemas.openxmlformats.org/markup-compatibility/2006" xmlns:p14="http://schemas.microsoft.com/office/powerpoint/2010/main">
    <mc:Choice Requires="p14">
      <p:transition spd="med" p14:dur="700" advTm="5000">
        <p:fade/>
      </p:transition>
    </mc:Choice>
    <mc:Fallback xmlns="">
      <p:transition spd="med" advTm="5000">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981200" y="0"/>
            <a:ext cx="8229600" cy="1412776"/>
          </a:xfrm>
        </p:spPr>
        <p:txBody>
          <a:bodyPr/>
          <a:lstStyle/>
          <a:p>
            <a:r>
              <a:rPr lang="en-US" sz="3600" dirty="0">
                <a:latin typeface="Georgia" panose="02040502050405020303" pitchFamily="18" charset="0"/>
              </a:rPr>
              <a:t>Levels of Impact</a:t>
            </a:r>
          </a:p>
        </p:txBody>
      </p:sp>
      <p:graphicFrame>
        <p:nvGraphicFramePr>
          <p:cNvPr id="2" name="Content Placeholder 1"/>
          <p:cNvGraphicFramePr>
            <a:graphicFrameLocks noGrp="1"/>
          </p:cNvGraphicFramePr>
          <p:nvPr>
            <p:ph idx="1"/>
            <p:extLst/>
          </p:nvPr>
        </p:nvGraphicFramePr>
        <p:xfrm>
          <a:off x="2206454" y="1628800"/>
          <a:ext cx="7777978" cy="38884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69618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3463498092"/>
              </p:ext>
            </p:extLst>
          </p:nvPr>
        </p:nvGraphicFramePr>
        <p:xfrm>
          <a:off x="1581665" y="790829"/>
          <a:ext cx="8476734" cy="4094208"/>
        </p:xfrm>
        <a:graphic>
          <a:graphicData uri="http://schemas.openxmlformats.org/drawingml/2006/table">
            <a:tbl>
              <a:tblPr/>
              <a:tblGrid>
                <a:gridCol w="1338432"/>
                <a:gridCol w="1189717"/>
                <a:gridCol w="1189717"/>
                <a:gridCol w="1189717"/>
                <a:gridCol w="1189717"/>
                <a:gridCol w="1189717"/>
                <a:gridCol w="1189717"/>
              </a:tblGrid>
              <a:tr h="511776">
                <a:tc>
                  <a:txBody>
                    <a:bodyPr/>
                    <a:lstStyle/>
                    <a:p>
                      <a:pPr algn="l" fontAlgn="b"/>
                      <a:endParaRPr lang="en-GB" sz="2000" b="0"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gridSpan="3">
                  <a:txBody>
                    <a:bodyPr/>
                    <a:lstStyle/>
                    <a:p>
                      <a:pPr algn="l" fontAlgn="b"/>
                      <a:r>
                        <a:rPr lang="en-GB" sz="2000" b="0" i="0" u="none" strike="noStrike" dirty="0">
                          <a:solidFill>
                            <a:srgbClr val="000000"/>
                          </a:solidFill>
                          <a:effectLst/>
                          <a:latin typeface="Calibri" panose="020F0502020204030204" pitchFamily="34" charset="0"/>
                        </a:rPr>
                        <a:t>Probability / Impact matrix</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GB"/>
                    </a:p>
                  </a:txBody>
                  <a:tcPr/>
                </a:tc>
                <a:tc hMerge="1">
                  <a:txBody>
                    <a:bodyPr/>
                    <a:lstStyle/>
                    <a:p>
                      <a:endParaRPr lang="en-GB"/>
                    </a:p>
                  </a:txBody>
                  <a:tcPr/>
                </a:tc>
                <a:tc>
                  <a:txBody>
                    <a:bodyPr/>
                    <a:lstStyle/>
                    <a:p>
                      <a:pPr algn="l" fontAlgn="b"/>
                      <a:endParaRPr lang="en-GB" sz="2000" b="0"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GB" sz="20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GB" sz="20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r>
              <a:tr h="511776">
                <a:tc>
                  <a:txBody>
                    <a:bodyPr/>
                    <a:lstStyle/>
                    <a:p>
                      <a:pPr algn="l" fontAlgn="b"/>
                      <a:endParaRPr lang="en-GB" sz="2000" b="0" i="0" u="none" strike="noStrike" dirty="0">
                        <a:solidFill>
                          <a:srgbClr val="000000"/>
                        </a:solidFill>
                        <a:effectLst/>
                        <a:latin typeface="Calibri" panose="020F0502020204030204" pitchFamily="34" charset="0"/>
                      </a:endParaRP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l" fontAlgn="b"/>
                      <a:r>
                        <a:rPr lang="en-GB" sz="2000" b="0" i="0" u="none" strike="noStrike">
                          <a:solidFill>
                            <a:srgbClr val="000000"/>
                          </a:solidFill>
                          <a:effectLst/>
                          <a:latin typeface="Calibri" panose="020F0502020204030204" pitchFamily="34" charset="0"/>
                        </a:rPr>
                        <a:t>Impact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2000" b="0" i="0" u="none" strike="noStrike" dirty="0">
                          <a:solidFill>
                            <a:srgbClr val="000000"/>
                          </a:solidFill>
                          <a:effectLst/>
                          <a:latin typeface="Calibri" panose="020F0502020204030204" pitchFamily="34"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2000" b="0" i="0" u="none" strike="noStrike" dirty="0">
                          <a:solidFill>
                            <a:srgbClr val="000000"/>
                          </a:solidFill>
                          <a:effectLst/>
                          <a:latin typeface="Calibri" panose="020F0502020204030204" pitchFamily="34" charset="0"/>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2000" b="0" i="0" u="none" strike="noStrike" dirty="0">
                          <a:solidFill>
                            <a:srgbClr val="000000"/>
                          </a:solidFill>
                          <a:effectLst/>
                          <a:latin typeface="Calibri" panose="020F050202020403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2000" b="0" i="0" u="none" strike="noStrike" dirty="0">
                          <a:solidFill>
                            <a:srgbClr val="000000"/>
                          </a:solidFill>
                          <a:effectLst/>
                          <a:latin typeface="Calibri" panose="020F050202020403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2000" b="0" i="0" u="none" strike="noStrike">
                          <a:solidFill>
                            <a:srgbClr val="000000"/>
                          </a:solidFill>
                          <a:effectLst/>
                          <a:latin typeface="Calibri" panose="020F050202020403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11776">
                <a:tc>
                  <a:txBody>
                    <a:bodyPr/>
                    <a:lstStyle/>
                    <a:p>
                      <a:pPr algn="l" fontAlgn="b"/>
                      <a:r>
                        <a:rPr lang="en-GB" sz="2000" b="0" i="0" u="none" strike="noStrike" dirty="0">
                          <a:solidFill>
                            <a:srgbClr val="000000"/>
                          </a:solidFill>
                          <a:effectLst/>
                          <a:latin typeface="Calibri" panose="020F0502020204030204" pitchFamily="34" charset="0"/>
                        </a:rPr>
                        <a:t>Likelihood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GB" sz="2000" b="0" i="0" u="none" strike="noStrike">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ctr" fontAlgn="b"/>
                      <a:endParaRPr lang="en-GB" sz="20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GB" sz="20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GB" sz="20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GB" sz="20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GB" sz="20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11776">
                <a:tc>
                  <a:txBody>
                    <a:bodyPr/>
                    <a:lstStyle/>
                    <a:p>
                      <a:pPr algn="ctr" fontAlgn="b"/>
                      <a:r>
                        <a:rPr lang="en-GB" sz="2000" b="0" i="0" u="none" strike="noStrike" dirty="0">
                          <a:solidFill>
                            <a:srgbClr val="000000"/>
                          </a:solidFill>
                          <a:effectLst/>
                          <a:latin typeface="Calibri" panose="020F0502020204030204" pitchFamily="34"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GB" sz="2000" b="0" i="0" u="none" strike="noStrike">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GB" sz="2000" b="0" i="0" u="none" strike="noStrike" dirty="0">
                          <a:solidFill>
                            <a:srgbClr val="000000"/>
                          </a:solidFill>
                          <a:effectLst/>
                          <a:latin typeface="Calibri" panose="020F0502020204030204" pitchFamily="34" charset="0"/>
                        </a:rPr>
                        <a:t>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r>
                        <a:rPr lang="en-GB" sz="2000" b="0" i="0" u="none" strike="noStrike" dirty="0">
                          <a:solidFill>
                            <a:srgbClr val="000000"/>
                          </a:solidFill>
                          <a:effectLst/>
                          <a:latin typeface="Calibri" panose="020F0502020204030204" pitchFamily="34" charset="0"/>
                        </a:rPr>
                        <a:t>20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r>
                        <a:rPr lang="en-GB" sz="2000" b="0" i="0" u="none" strike="noStrike" dirty="0">
                          <a:solidFill>
                            <a:srgbClr val="000000"/>
                          </a:solidFill>
                          <a:effectLst/>
                          <a:latin typeface="Calibri" panose="020F0502020204030204" pitchFamily="34" charset="0"/>
                        </a:rPr>
                        <a:t>15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r>
                        <a:rPr lang="en-GB" sz="2000" b="0" i="0" u="none" strike="noStrike" dirty="0">
                          <a:solidFill>
                            <a:srgbClr val="000000"/>
                          </a:solidFill>
                          <a:effectLst/>
                          <a:latin typeface="Calibri" panose="020F0502020204030204" pitchFamily="34" charset="0"/>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r>
                        <a:rPr lang="en-GB" sz="2000" b="0" i="0" u="none" strike="noStrike">
                          <a:solidFill>
                            <a:srgbClr val="000000"/>
                          </a:solidFill>
                          <a:effectLst/>
                          <a:latin typeface="Calibri" panose="020F0502020204030204" pitchFamily="34"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r>
              <a:tr h="511776">
                <a:tc>
                  <a:txBody>
                    <a:bodyPr/>
                    <a:lstStyle/>
                    <a:p>
                      <a:pPr algn="ctr" fontAlgn="b"/>
                      <a:r>
                        <a:rPr lang="en-GB" sz="2000" b="0" i="0" u="none" strike="noStrike" dirty="0">
                          <a:solidFill>
                            <a:srgbClr val="000000"/>
                          </a:solidFill>
                          <a:effectLst/>
                          <a:latin typeface="Calibri" panose="020F0502020204030204" pitchFamily="34" charset="0"/>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GB" sz="2000" b="0"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GB" sz="2000" b="0" i="0" u="none" strike="noStrike" dirty="0">
                          <a:solidFill>
                            <a:srgbClr val="000000"/>
                          </a:solidFill>
                          <a:effectLst/>
                          <a:latin typeface="Calibri" panose="020F0502020204030204" pitchFamily="34" charset="0"/>
                        </a:rPr>
                        <a:t>20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776D"/>
                    </a:solidFill>
                  </a:tcPr>
                </a:tc>
                <a:tc>
                  <a:txBody>
                    <a:bodyPr/>
                    <a:lstStyle/>
                    <a:p>
                      <a:pPr algn="ctr" fontAlgn="b"/>
                      <a:r>
                        <a:rPr lang="en-GB" sz="2000" b="0" i="0" u="none" strike="noStrike" dirty="0">
                          <a:solidFill>
                            <a:srgbClr val="000000"/>
                          </a:solidFill>
                          <a:effectLst/>
                          <a:latin typeface="Calibri" panose="020F0502020204030204" pitchFamily="34" charset="0"/>
                        </a:rPr>
                        <a:t>16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776D"/>
                    </a:solidFill>
                  </a:tcPr>
                </a:tc>
                <a:tc>
                  <a:txBody>
                    <a:bodyPr/>
                    <a:lstStyle/>
                    <a:p>
                      <a:pPr algn="ctr" fontAlgn="b"/>
                      <a:r>
                        <a:rPr lang="en-GB" sz="2000" b="0" i="0" u="none" strike="noStrike" dirty="0">
                          <a:solidFill>
                            <a:srgbClr val="000000"/>
                          </a:solidFill>
                          <a:effectLst/>
                          <a:latin typeface="Calibri" panose="020F0502020204030204" pitchFamily="34" charset="0"/>
                        </a:rPr>
                        <a:t>12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776D"/>
                    </a:solidFill>
                  </a:tcPr>
                </a:tc>
                <a:tc>
                  <a:txBody>
                    <a:bodyPr/>
                    <a:lstStyle/>
                    <a:p>
                      <a:pPr algn="ctr" fontAlgn="b"/>
                      <a:r>
                        <a:rPr lang="en-GB" sz="2000" b="0" i="0" u="none" strike="noStrike" dirty="0">
                          <a:solidFill>
                            <a:srgbClr val="000000"/>
                          </a:solidFill>
                          <a:effectLst/>
                          <a:latin typeface="Calibri" panose="020F0502020204030204" pitchFamily="34" charset="0"/>
                        </a:rPr>
                        <a:t>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2000" b="0" i="0" u="none" strike="noStrike">
                          <a:solidFill>
                            <a:srgbClr val="000000"/>
                          </a:solidFill>
                          <a:effectLst/>
                          <a:latin typeface="Calibri" panose="020F0502020204030204" pitchFamily="34" charset="0"/>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r>
              <a:tr h="511776">
                <a:tc>
                  <a:txBody>
                    <a:bodyPr/>
                    <a:lstStyle/>
                    <a:p>
                      <a:pPr algn="ctr" fontAlgn="b"/>
                      <a:r>
                        <a:rPr lang="en-GB" sz="2000" b="0" i="0" u="none" strike="noStrike" dirty="0">
                          <a:solidFill>
                            <a:srgbClr val="000000"/>
                          </a:solidFill>
                          <a:effectLst/>
                          <a:latin typeface="Calibri" panose="020F050202020403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GB" sz="2000" b="0" i="0" u="none" strike="noStrike">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GB" sz="2000" b="0" i="0" u="none" strike="noStrike" dirty="0">
                          <a:solidFill>
                            <a:srgbClr val="000000"/>
                          </a:solidFill>
                          <a:effectLst/>
                          <a:latin typeface="Calibri" panose="020F0502020204030204" pitchFamily="34" charset="0"/>
                        </a:rPr>
                        <a:t>15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776D"/>
                    </a:solidFill>
                  </a:tcPr>
                </a:tc>
                <a:tc>
                  <a:txBody>
                    <a:bodyPr/>
                    <a:lstStyle/>
                    <a:p>
                      <a:pPr algn="ctr" fontAlgn="b"/>
                      <a:r>
                        <a:rPr lang="en-GB" sz="2000" b="0" i="0" u="none" strike="noStrike" dirty="0">
                          <a:solidFill>
                            <a:srgbClr val="000000"/>
                          </a:solidFill>
                          <a:effectLst/>
                          <a:latin typeface="Calibri" panose="020F0502020204030204" pitchFamily="34" charset="0"/>
                        </a:rPr>
                        <a:t>12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776D"/>
                    </a:solidFill>
                  </a:tcPr>
                </a:tc>
                <a:tc>
                  <a:txBody>
                    <a:bodyPr/>
                    <a:lstStyle/>
                    <a:p>
                      <a:pPr algn="ctr" fontAlgn="b"/>
                      <a:r>
                        <a:rPr lang="en-GB" sz="2000" b="0" i="0" u="none" strike="noStrike" dirty="0">
                          <a:solidFill>
                            <a:srgbClr val="000000"/>
                          </a:solidFill>
                          <a:effectLst/>
                          <a:latin typeface="Calibri" panose="020F0502020204030204" pitchFamily="34" charset="0"/>
                        </a:rPr>
                        <a:t>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2000" b="0" i="0" u="none" strike="noStrike" dirty="0">
                          <a:solidFill>
                            <a:srgbClr val="000000"/>
                          </a:solidFill>
                          <a:effectLst/>
                          <a:latin typeface="Calibri" panose="020F0502020204030204" pitchFamily="34" charset="0"/>
                        </a:rPr>
                        <a:t>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b"/>
                      <a:r>
                        <a:rPr lang="en-GB" sz="2000" b="0" i="0" u="none" strike="noStrike">
                          <a:solidFill>
                            <a:srgbClr val="000000"/>
                          </a:solidFill>
                          <a:effectLst/>
                          <a:latin typeface="Calibri" panose="020F050202020403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r>
              <a:tr h="511776">
                <a:tc>
                  <a:txBody>
                    <a:bodyPr/>
                    <a:lstStyle/>
                    <a:p>
                      <a:pPr algn="ctr" fontAlgn="b"/>
                      <a:r>
                        <a:rPr lang="en-GB" sz="2000" b="0" i="0" u="none" strike="noStrike" dirty="0">
                          <a:solidFill>
                            <a:srgbClr val="000000"/>
                          </a:solidFill>
                          <a:effectLst/>
                          <a:latin typeface="Calibri" panose="020F050202020403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GB" sz="2000" b="0" i="0" u="none" strike="noStrike">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GB" sz="2000" b="0" i="0" u="none" strike="noStrike">
                          <a:solidFill>
                            <a:srgbClr val="000000"/>
                          </a:solidFill>
                          <a:effectLst/>
                          <a:latin typeface="Calibri" panose="020F0502020204030204" pitchFamily="34" charset="0"/>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776D"/>
                    </a:solidFill>
                  </a:tcPr>
                </a:tc>
                <a:tc>
                  <a:txBody>
                    <a:bodyPr/>
                    <a:lstStyle/>
                    <a:p>
                      <a:pPr algn="ctr" fontAlgn="b"/>
                      <a:r>
                        <a:rPr lang="en-GB" sz="2000" b="0" i="0" u="none" strike="noStrike">
                          <a:solidFill>
                            <a:srgbClr val="000000"/>
                          </a:solidFill>
                          <a:effectLst/>
                          <a:latin typeface="Calibri" panose="020F0502020204030204" pitchFamily="34" charset="0"/>
                        </a:rPr>
                        <a:t>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2000" b="0" i="0" u="none" strike="noStrike" dirty="0">
                          <a:solidFill>
                            <a:srgbClr val="000000"/>
                          </a:solidFill>
                          <a:effectLst/>
                          <a:latin typeface="Calibri" panose="020F0502020204030204" pitchFamily="34" charset="0"/>
                        </a:rPr>
                        <a:t>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b"/>
                      <a:r>
                        <a:rPr lang="en-GB" sz="2000" b="0" i="0" u="none" strike="noStrike" dirty="0">
                          <a:solidFill>
                            <a:srgbClr val="000000"/>
                          </a:solidFill>
                          <a:effectLst/>
                          <a:latin typeface="Calibri" panose="020F0502020204030204" pitchFamily="34" charset="0"/>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b"/>
                      <a:r>
                        <a:rPr lang="en-GB" sz="2000" b="0" i="0" u="none" strike="noStrike" dirty="0">
                          <a:solidFill>
                            <a:srgbClr val="000000"/>
                          </a:solidFill>
                          <a:effectLst/>
                          <a:latin typeface="Calibri" panose="020F050202020403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r>
              <a:tr h="511776">
                <a:tc>
                  <a:txBody>
                    <a:bodyPr/>
                    <a:lstStyle/>
                    <a:p>
                      <a:pPr algn="ctr" fontAlgn="b"/>
                      <a:r>
                        <a:rPr lang="en-GB" sz="2000" b="0" i="0" u="none" strike="noStrike" dirty="0">
                          <a:solidFill>
                            <a:srgbClr val="000000"/>
                          </a:solidFill>
                          <a:effectLst/>
                          <a:latin typeface="Calibri" panose="020F050202020403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GB" sz="2000" b="0"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GB" sz="2000" b="0" i="0" u="none" strike="noStrike">
                          <a:solidFill>
                            <a:srgbClr val="000000"/>
                          </a:solidFill>
                          <a:effectLst/>
                          <a:latin typeface="Calibri" panose="020F0502020204030204" pitchFamily="34"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GB" sz="2000" b="0" i="0" u="none" strike="noStrike">
                          <a:solidFill>
                            <a:srgbClr val="000000"/>
                          </a:solidFill>
                          <a:effectLst/>
                          <a:latin typeface="Calibri" panose="020F0502020204030204" pitchFamily="34" charset="0"/>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GB" sz="2000" b="0" i="0" u="none" strike="noStrike">
                          <a:solidFill>
                            <a:srgbClr val="000000"/>
                          </a:solidFill>
                          <a:effectLst/>
                          <a:latin typeface="Calibri" panose="020F050202020403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GB" sz="2000" b="0" i="0" u="none" strike="noStrike" dirty="0">
                          <a:solidFill>
                            <a:srgbClr val="000000"/>
                          </a:solidFill>
                          <a:effectLst/>
                          <a:latin typeface="Calibri" panose="020F050202020403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GB" sz="2000" b="0" i="0" u="none" strike="noStrike" dirty="0">
                          <a:solidFill>
                            <a:srgbClr val="000000"/>
                          </a:solidFill>
                          <a:effectLst/>
                          <a:latin typeface="Calibri" panose="020F050202020403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bl>
          </a:graphicData>
        </a:graphic>
      </p:graphicFrame>
    </p:spTree>
    <p:extLst>
      <p:ext uri="{BB962C8B-B14F-4D97-AF65-F5344CB8AC3E}">
        <p14:creationId xmlns:p14="http://schemas.microsoft.com/office/powerpoint/2010/main" val="1632701646"/>
      </p:ext>
    </p:extLst>
  </p:cSld>
  <p:clrMapOvr>
    <a:masterClrMapping/>
  </p:clrMapOvr>
  <p:transition advTm="5000">
    <p:dissolv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Georgia" panose="02040502050405020303" pitchFamily="18" charset="0"/>
              </a:rPr>
              <a:t>Method—Opportunity--Motive</a:t>
            </a:r>
          </a:p>
        </p:txBody>
      </p:sp>
      <p:pic>
        <p:nvPicPr>
          <p:cNvPr id="6" name="Content Placeholder 5" descr="fig01-11.eps"/>
          <p:cNvPicPr>
            <a:picLocks noGrp="1" noChangeAspect="1"/>
          </p:cNvPicPr>
          <p:nvPr>
            <p:ph idx="1"/>
          </p:nvPr>
        </p:nvPicPr>
        <p:blipFill rotWithShape="1">
          <a:blip r:embed="rId3">
            <a:extLst>
              <a:ext uri="{28A0092B-C50C-407E-A947-70E740481C1C}">
                <a14:useLocalDpi xmlns:a14="http://schemas.microsoft.com/office/drawing/2010/main" val="0"/>
              </a:ext>
            </a:extLst>
          </a:blip>
          <a:stretch/>
        </p:blipFill>
        <p:spPr>
          <a:xfrm>
            <a:off x="4415971" y="1700808"/>
            <a:ext cx="3103984" cy="4008936"/>
          </a:xfrm>
        </p:spPr>
      </p:pic>
      <p:sp>
        <p:nvSpPr>
          <p:cNvPr id="3" name="Slide Number Placeholder 2"/>
          <p:cNvSpPr>
            <a:spLocks noGrp="1"/>
          </p:cNvSpPr>
          <p:nvPr>
            <p:ph type="sldNum" sz="quarter" idx="12"/>
          </p:nvPr>
        </p:nvSpPr>
        <p:spPr/>
        <p:txBody>
          <a:bodyPr/>
          <a:lstStyle/>
          <a:p>
            <a:pPr eaLnBrk="0" fontAlgn="base" hangingPunct="0">
              <a:spcBef>
                <a:spcPct val="0"/>
              </a:spcBef>
              <a:spcAft>
                <a:spcPct val="0"/>
              </a:spcAft>
            </a:pPr>
            <a:fld id="{5BFA158B-7C94-F543-87DB-41F59EA4FAFA}" type="slidenum">
              <a:rPr lang="en-US">
                <a:solidFill>
                  <a:srgbClr val="000000"/>
                </a:solidFill>
                <a:latin typeface="Arial"/>
              </a:rPr>
              <a:pPr eaLnBrk="0" fontAlgn="base" hangingPunct="0">
                <a:spcBef>
                  <a:spcPct val="0"/>
                </a:spcBef>
                <a:spcAft>
                  <a:spcPct val="0"/>
                </a:spcAft>
              </a:pPr>
              <a:t>43</a:t>
            </a:fld>
            <a:endParaRPr lang="en-US">
              <a:solidFill>
                <a:srgbClr val="000000"/>
              </a:solidFill>
              <a:latin typeface="Arial"/>
            </a:endParaRPr>
          </a:p>
        </p:txBody>
      </p:sp>
    </p:spTree>
    <p:extLst>
      <p:ext uri="{BB962C8B-B14F-4D97-AF65-F5344CB8AC3E}">
        <p14:creationId xmlns:p14="http://schemas.microsoft.com/office/powerpoint/2010/main" val="1467834202"/>
      </p:ext>
    </p:extLst>
  </p:cSld>
  <p:clrMapOvr>
    <a:masterClrMapping/>
  </p:clrMapOvr>
  <mc:AlternateContent xmlns:mc="http://schemas.openxmlformats.org/markup-compatibility/2006" xmlns:p14="http://schemas.microsoft.com/office/powerpoint/2010/main">
    <mc:Choice Requires="p14">
      <p:transition spd="med" p14:dur="700" advTm="5000">
        <p:fade/>
      </p:transition>
    </mc:Choice>
    <mc:Fallback xmlns="">
      <p:transition spd="med" advTm="5000">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Georgia" panose="02040502050405020303" pitchFamily="18" charset="0"/>
              </a:rPr>
              <a:t>Controls/Countermeasures</a:t>
            </a:r>
          </a:p>
        </p:txBody>
      </p:sp>
      <p:pic>
        <p:nvPicPr>
          <p:cNvPr id="4" name="Picture 3" descr="fig01-13.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48054" y="1556793"/>
            <a:ext cx="4895893" cy="3988465"/>
          </a:xfrm>
          <a:prstGeom prst="rect">
            <a:avLst/>
          </a:prstGeom>
        </p:spPr>
      </p:pic>
      <p:sp>
        <p:nvSpPr>
          <p:cNvPr id="3" name="Slide Number Placeholder 2"/>
          <p:cNvSpPr>
            <a:spLocks noGrp="1"/>
          </p:cNvSpPr>
          <p:nvPr>
            <p:ph type="sldNum" sz="quarter" idx="12"/>
          </p:nvPr>
        </p:nvSpPr>
        <p:spPr/>
        <p:txBody>
          <a:bodyPr/>
          <a:lstStyle/>
          <a:p>
            <a:pPr eaLnBrk="0" fontAlgn="base" hangingPunct="0">
              <a:spcBef>
                <a:spcPct val="0"/>
              </a:spcBef>
              <a:spcAft>
                <a:spcPct val="0"/>
              </a:spcAft>
            </a:pPr>
            <a:fld id="{FD01F0F2-74A4-EF40-82B3-DFFDF0BA3880}" type="slidenum">
              <a:rPr lang="en-US">
                <a:solidFill>
                  <a:srgbClr val="000000"/>
                </a:solidFill>
                <a:latin typeface="Arial"/>
              </a:rPr>
              <a:pPr eaLnBrk="0" fontAlgn="base" hangingPunct="0">
                <a:spcBef>
                  <a:spcPct val="0"/>
                </a:spcBef>
                <a:spcAft>
                  <a:spcPct val="0"/>
                </a:spcAft>
              </a:pPr>
              <a:t>44</a:t>
            </a:fld>
            <a:endParaRPr lang="en-US">
              <a:solidFill>
                <a:srgbClr val="000000"/>
              </a:solidFill>
              <a:latin typeface="Arial"/>
            </a:endParaRPr>
          </a:p>
        </p:txBody>
      </p:sp>
    </p:spTree>
    <p:extLst>
      <p:ext uri="{BB962C8B-B14F-4D97-AF65-F5344CB8AC3E}">
        <p14:creationId xmlns:p14="http://schemas.microsoft.com/office/powerpoint/2010/main" val="3009280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noChangeArrowheads="1"/>
          </p:cNvSpPr>
          <p:nvPr>
            <p:ph type="title"/>
          </p:nvPr>
        </p:nvSpPr>
        <p:spPr>
          <a:xfrm>
            <a:off x="0" y="0"/>
            <a:ext cx="12192000" cy="687123"/>
          </a:xfrm>
        </p:spPr>
        <p:txBody>
          <a:bodyPr/>
          <a:lstStyle/>
          <a:p>
            <a:r>
              <a:rPr lang="en-US" sz="3600" dirty="0">
                <a:latin typeface="Georgia" panose="02040502050405020303" pitchFamily="18" charset="0"/>
              </a:rPr>
              <a:t>Countermeasures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409058891"/>
              </p:ext>
            </p:extLst>
          </p:nvPr>
        </p:nvGraphicFramePr>
        <p:xfrm>
          <a:off x="2796705" y="875763"/>
          <a:ext cx="6598590" cy="47377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63213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Georgia" panose="02040502050405020303" pitchFamily="18" charset="0"/>
              </a:rPr>
              <a:t>Different Types of Controls</a:t>
            </a:r>
          </a:p>
        </p:txBody>
      </p:sp>
      <p:pic>
        <p:nvPicPr>
          <p:cNvPr id="5" name="Picture 4" descr="fig01-12.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11624" y="1916832"/>
            <a:ext cx="6823418" cy="3118784"/>
          </a:xfrm>
          <a:prstGeom prst="rect">
            <a:avLst/>
          </a:prstGeom>
        </p:spPr>
      </p:pic>
      <p:sp>
        <p:nvSpPr>
          <p:cNvPr id="3" name="Slide Number Placeholder 2"/>
          <p:cNvSpPr>
            <a:spLocks noGrp="1"/>
          </p:cNvSpPr>
          <p:nvPr>
            <p:ph type="sldNum" sz="quarter" idx="12"/>
          </p:nvPr>
        </p:nvSpPr>
        <p:spPr/>
        <p:txBody>
          <a:bodyPr/>
          <a:lstStyle/>
          <a:p>
            <a:pPr eaLnBrk="0" fontAlgn="base" hangingPunct="0">
              <a:spcBef>
                <a:spcPct val="0"/>
              </a:spcBef>
              <a:spcAft>
                <a:spcPct val="0"/>
              </a:spcAft>
            </a:pPr>
            <a:fld id="{FD01F0F2-74A4-EF40-82B3-DFFDF0BA3880}" type="slidenum">
              <a:rPr lang="en-US">
                <a:solidFill>
                  <a:srgbClr val="000000"/>
                </a:solidFill>
                <a:latin typeface="Arial"/>
              </a:rPr>
              <a:pPr eaLnBrk="0" fontAlgn="base" hangingPunct="0">
                <a:spcBef>
                  <a:spcPct val="0"/>
                </a:spcBef>
                <a:spcAft>
                  <a:spcPct val="0"/>
                </a:spcAft>
              </a:pPr>
              <a:t>46</a:t>
            </a:fld>
            <a:endParaRPr lang="en-US">
              <a:solidFill>
                <a:srgbClr val="000000"/>
              </a:solidFill>
              <a:latin typeface="Arial"/>
            </a:endParaRPr>
          </a:p>
        </p:txBody>
      </p:sp>
    </p:spTree>
    <p:extLst>
      <p:ext uri="{BB962C8B-B14F-4D97-AF65-F5344CB8AC3E}">
        <p14:creationId xmlns:p14="http://schemas.microsoft.com/office/powerpoint/2010/main" val="3721930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p:cNvGraphicFramePr>
          <p:nvPr>
            <p:ph idx="4294967295"/>
            <p:extLst/>
          </p:nvPr>
        </p:nvGraphicFramePr>
        <p:xfrm>
          <a:off x="3215680" y="1268760"/>
          <a:ext cx="5436096" cy="46079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le 2"/>
          <p:cNvSpPr>
            <a:spLocks noGrp="1"/>
          </p:cNvSpPr>
          <p:nvPr>
            <p:ph type="title" idx="4294967295"/>
          </p:nvPr>
        </p:nvSpPr>
        <p:spPr>
          <a:xfrm>
            <a:off x="1524000" y="17463"/>
            <a:ext cx="9144000" cy="1143000"/>
          </a:xfrm>
        </p:spPr>
        <p:txBody>
          <a:bodyPr/>
          <a:lstStyle/>
          <a:p>
            <a:r>
              <a:rPr lang="en-US" sz="3600" dirty="0">
                <a:latin typeface="Georgia" panose="02040502050405020303" pitchFamily="18" charset="0"/>
              </a:rPr>
              <a:t>Computer Security Strategy</a:t>
            </a:r>
          </a:p>
        </p:txBody>
      </p:sp>
    </p:spTree>
    <p:extLst>
      <p:ext uri="{BB962C8B-B14F-4D97-AF65-F5344CB8AC3E}">
        <p14:creationId xmlns:p14="http://schemas.microsoft.com/office/powerpoint/2010/main" val="10504767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378</TotalTime>
  <Words>1909</Words>
  <Application>Microsoft Office PowerPoint</Application>
  <PresentationFormat>Widescreen</PresentationFormat>
  <Paragraphs>310</Paragraphs>
  <Slides>47</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47</vt:i4>
      </vt:variant>
    </vt:vector>
  </HeadingPairs>
  <TitlesOfParts>
    <vt:vector size="55" baseType="lpstr">
      <vt:lpstr>Arial</vt:lpstr>
      <vt:lpstr>Calibri</vt:lpstr>
      <vt:lpstr>Courier New</vt:lpstr>
      <vt:lpstr>Georgia</vt:lpstr>
      <vt:lpstr>Tahoma</vt:lpstr>
      <vt:lpstr>Times New Roman</vt:lpstr>
      <vt:lpstr>Wingdings</vt:lpstr>
      <vt:lpstr>Default Design</vt:lpstr>
      <vt:lpstr>Lecture 6 – Threats, Risks and Attacks</vt:lpstr>
      <vt:lpstr>What Is Computer Security?</vt:lpstr>
      <vt:lpstr>NIST Computer Security definition</vt:lpstr>
      <vt:lpstr>Identifying Threats</vt:lpstr>
      <vt:lpstr>Focused on Assets</vt:lpstr>
      <vt:lpstr>Focused on Attackers</vt:lpstr>
      <vt:lpstr>Focused on Software</vt:lpstr>
      <vt:lpstr>S.T.R.I.D.E</vt:lpstr>
      <vt:lpstr>Spoofing</vt:lpstr>
      <vt:lpstr>Tampering</vt:lpstr>
      <vt:lpstr>Repudiation</vt:lpstr>
      <vt:lpstr>Information disclosure</vt:lpstr>
      <vt:lpstr>Denial of service (DoS)</vt:lpstr>
      <vt:lpstr>Elevation of privilege</vt:lpstr>
      <vt:lpstr>S.T.R.I.D.E</vt:lpstr>
      <vt:lpstr>Potential Attacks / Threats</vt:lpstr>
      <vt:lpstr>Potential Attacks / Threats</vt:lpstr>
      <vt:lpstr>Potential Attacks / Threats</vt:lpstr>
      <vt:lpstr>Computer Security Challenges</vt:lpstr>
      <vt:lpstr>Computer Security Challenges</vt:lpstr>
      <vt:lpstr>Assets</vt:lpstr>
      <vt:lpstr>PowerPoint Presentation</vt:lpstr>
      <vt:lpstr>Basic Terms</vt:lpstr>
      <vt:lpstr>Computer Security Terminology  RFC 4949</vt:lpstr>
      <vt:lpstr>Computer Security Terminology  RFC 4949</vt:lpstr>
      <vt:lpstr>Vulnerabilities, Threats and Attacks</vt:lpstr>
      <vt:lpstr>C-I-A Triad</vt:lpstr>
      <vt:lpstr>Key Security Concepts</vt:lpstr>
      <vt:lpstr>Access Control</vt:lpstr>
      <vt:lpstr>Types of Threats</vt:lpstr>
      <vt:lpstr>PowerPoint Presentation</vt:lpstr>
      <vt:lpstr>PowerPoint Presentation</vt:lpstr>
      <vt:lpstr>Advanced Persistent Threat (APT)</vt:lpstr>
      <vt:lpstr>Types of Attackers</vt:lpstr>
      <vt:lpstr>Security concepts and relationships</vt:lpstr>
      <vt:lpstr>Attack Surface Categories</vt:lpstr>
      <vt:lpstr>Attack Surfaces</vt:lpstr>
      <vt:lpstr>Defence in depth and attack surface</vt:lpstr>
      <vt:lpstr>Passive and Active Attacks</vt:lpstr>
      <vt:lpstr>Types of Harm</vt:lpstr>
      <vt:lpstr>Levels of Impact</vt:lpstr>
      <vt:lpstr>PowerPoint Presentation</vt:lpstr>
      <vt:lpstr>Method—Opportunity--Motive</vt:lpstr>
      <vt:lpstr>Controls/Countermeasures</vt:lpstr>
      <vt:lpstr>Countermeasures</vt:lpstr>
      <vt:lpstr>Different Types of Controls</vt:lpstr>
      <vt:lpstr>Computer Security Strategy</vt:lpstr>
    </vt:vector>
  </TitlesOfParts>
  <Company>GU</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Nigel Houlden</dc:creator>
  <cp:lastModifiedBy>Nigel Houlden</cp:lastModifiedBy>
  <cp:revision>20</cp:revision>
  <dcterms:created xsi:type="dcterms:W3CDTF">2019-01-03T15:04:15Z</dcterms:created>
  <dcterms:modified xsi:type="dcterms:W3CDTF">2019-09-19T09:49:41Z</dcterms:modified>
</cp:coreProperties>
</file>