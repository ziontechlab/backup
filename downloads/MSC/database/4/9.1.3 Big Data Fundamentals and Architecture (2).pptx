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3" r:id="rId4"/>
    <p:sldMasterId id="2147483682" r:id="rId5"/>
  </p:sldMasterIdLst>
  <p:notesMasterIdLst>
    <p:notesMasterId r:id="rId27"/>
  </p:notesMasterIdLst>
  <p:handoutMasterIdLst>
    <p:handoutMasterId r:id="rId28"/>
  </p:handoutMasterIdLst>
  <p:sldIdLst>
    <p:sldId id="361" r:id="rId6"/>
    <p:sldId id="310" r:id="rId7"/>
    <p:sldId id="312" r:id="rId8"/>
    <p:sldId id="313" r:id="rId9"/>
    <p:sldId id="363" r:id="rId10"/>
    <p:sldId id="314" r:id="rId11"/>
    <p:sldId id="364" r:id="rId12"/>
    <p:sldId id="365" r:id="rId13"/>
    <p:sldId id="366" r:id="rId14"/>
    <p:sldId id="315" r:id="rId15"/>
    <p:sldId id="316" r:id="rId16"/>
    <p:sldId id="317" r:id="rId17"/>
    <p:sldId id="319" r:id="rId18"/>
    <p:sldId id="320" r:id="rId19"/>
    <p:sldId id="326" r:id="rId20"/>
    <p:sldId id="327" r:id="rId21"/>
    <p:sldId id="329" r:id="rId22"/>
    <p:sldId id="332" r:id="rId23"/>
    <p:sldId id="330" r:id="rId24"/>
    <p:sldId id="362" r:id="rId25"/>
    <p:sldId id="307" r:id="rId26"/>
  </p:sldIdLst>
  <p:sldSz cx="9144000" cy="5143500" type="screen16x9"/>
  <p:notesSz cx="7010400" cy="9296400"/>
  <p:embeddedFontLst>
    <p:embeddedFont>
      <p:font typeface="Century Gothic" panose="020B0502020202020204" pitchFamily="34"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661"/>
    <a:srgbClr val="EC1A3B"/>
    <a:srgbClr val="736663"/>
    <a:srgbClr val="034561"/>
    <a:srgbClr val="F0F3F7"/>
    <a:srgbClr val="7D0063"/>
    <a:srgbClr val="CCCCCC"/>
    <a:srgbClr val="023F5C"/>
    <a:srgbClr val="3D59CE"/>
    <a:srgbClr val="137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F235A-91D7-6F97-5D78-0100298DDFE7}" v="423" dt="2022-12-09T09:41:36.640"/>
    <p1510:client id="{F25AB879-99D8-4BF6-9F93-2664F6950A24}" v="8" dt="2021-03-25T14:27:24.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73898" autoAdjust="0"/>
  </p:normalViewPr>
  <p:slideViewPr>
    <p:cSldViewPr snapToObjects="1">
      <p:cViewPr varScale="1">
        <p:scale>
          <a:sx n="108" d="100"/>
          <a:sy n="108" d="100"/>
        </p:scale>
        <p:origin x="1572" y="96"/>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63" d="100"/>
          <a:sy n="63" d="100"/>
        </p:scale>
        <p:origin x="231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4.fntdata"/><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07A78B-6DDA-430B-8D0B-820A2A6726E1}" type="doc">
      <dgm:prSet loTypeId="urn:microsoft.com/office/officeart/2005/8/layout/lProcess2" loCatId="list" qsTypeId="urn:microsoft.com/office/officeart/2005/8/quickstyle/simple1" qsCatId="simple" csTypeId="urn:microsoft.com/office/officeart/2005/8/colors/colorful3" csCatId="colorful" phldr="1"/>
      <dgm:spPr/>
      <dgm:t>
        <a:bodyPr/>
        <a:lstStyle/>
        <a:p>
          <a:endParaRPr lang="en-US"/>
        </a:p>
      </dgm:t>
    </dgm:pt>
    <dgm:pt modelId="{EFAE961D-67DA-41DF-9EA9-A5982F0D62EE}">
      <dgm:prSet/>
      <dgm:spPr/>
      <dgm:t>
        <a:bodyPr/>
        <a:lstStyle/>
        <a:p>
          <a:pPr rtl="0"/>
          <a:r>
            <a:rPr lang="en-GB"/>
            <a:t>What is Big Data ?</a:t>
          </a:r>
        </a:p>
      </dgm:t>
    </dgm:pt>
    <dgm:pt modelId="{C5894510-2926-48F2-92FD-ACBE21896998}" type="parTrans" cxnId="{2F4FE7F1-5EE0-47C1-BFB6-C2097CF1B692}">
      <dgm:prSet/>
      <dgm:spPr/>
      <dgm:t>
        <a:bodyPr/>
        <a:lstStyle/>
        <a:p>
          <a:endParaRPr lang="en-US"/>
        </a:p>
      </dgm:t>
    </dgm:pt>
    <dgm:pt modelId="{DA32D447-2845-46C8-83B7-F5CB7C40F826}" type="sibTrans" cxnId="{2F4FE7F1-5EE0-47C1-BFB6-C2097CF1B692}">
      <dgm:prSet/>
      <dgm:spPr/>
      <dgm:t>
        <a:bodyPr/>
        <a:lstStyle/>
        <a:p>
          <a:endParaRPr lang="en-US"/>
        </a:p>
      </dgm:t>
    </dgm:pt>
    <dgm:pt modelId="{DB04F9BC-BFDE-44A0-AD29-BEC9BBCB137E}">
      <dgm:prSet/>
      <dgm:spPr/>
      <dgm:t>
        <a:bodyPr/>
        <a:lstStyle/>
        <a:p>
          <a:pPr rtl="0"/>
          <a:r>
            <a:rPr lang="en-GB"/>
            <a:t>Large Volume of Data </a:t>
          </a:r>
        </a:p>
      </dgm:t>
    </dgm:pt>
    <dgm:pt modelId="{23BB664A-8712-4CD6-9045-D1C5F9897104}" type="parTrans" cxnId="{6F50AF7C-DE6D-479E-BAE1-F7C22E82A9B2}">
      <dgm:prSet/>
      <dgm:spPr/>
      <dgm:t>
        <a:bodyPr/>
        <a:lstStyle/>
        <a:p>
          <a:endParaRPr lang="en-US"/>
        </a:p>
      </dgm:t>
    </dgm:pt>
    <dgm:pt modelId="{0CAA8081-3468-46A5-ABFE-8A942AEF23C9}" type="sibTrans" cxnId="{6F50AF7C-DE6D-479E-BAE1-F7C22E82A9B2}">
      <dgm:prSet/>
      <dgm:spPr/>
      <dgm:t>
        <a:bodyPr/>
        <a:lstStyle/>
        <a:p>
          <a:endParaRPr lang="en-US"/>
        </a:p>
      </dgm:t>
    </dgm:pt>
    <dgm:pt modelId="{996246CC-00F2-430C-8674-078C79459EBB}">
      <dgm:prSet/>
      <dgm:spPr/>
      <dgm:t>
        <a:bodyPr/>
        <a:lstStyle/>
        <a:p>
          <a:pPr rtl="0"/>
          <a:r>
            <a:rPr lang="en-GB"/>
            <a:t>Varied Source and format</a:t>
          </a:r>
        </a:p>
      </dgm:t>
    </dgm:pt>
    <dgm:pt modelId="{0B862BBA-7814-4E1E-A5A0-077C2EFCBF7B}" type="parTrans" cxnId="{32A1F00C-3F1F-4ED2-936D-8EE5A2F9A69F}">
      <dgm:prSet/>
      <dgm:spPr/>
      <dgm:t>
        <a:bodyPr/>
        <a:lstStyle/>
        <a:p>
          <a:endParaRPr lang="en-US"/>
        </a:p>
      </dgm:t>
    </dgm:pt>
    <dgm:pt modelId="{EF4DEF43-E81A-4695-A88A-0B0AA3874542}" type="sibTrans" cxnId="{32A1F00C-3F1F-4ED2-936D-8EE5A2F9A69F}">
      <dgm:prSet/>
      <dgm:spPr/>
      <dgm:t>
        <a:bodyPr/>
        <a:lstStyle/>
        <a:p>
          <a:endParaRPr lang="en-US"/>
        </a:p>
      </dgm:t>
    </dgm:pt>
    <dgm:pt modelId="{CAE1014D-FF90-4FA8-896C-0D87E2DD87B9}">
      <dgm:prSet/>
      <dgm:spPr/>
      <dgm:t>
        <a:bodyPr/>
        <a:lstStyle/>
        <a:p>
          <a:pPr rtl="0"/>
          <a:r>
            <a:rPr lang="en-GB"/>
            <a:t>Velocity</a:t>
          </a:r>
        </a:p>
      </dgm:t>
    </dgm:pt>
    <dgm:pt modelId="{A33FC29C-D9F7-4D5E-B9F1-E9C573B51146}" type="parTrans" cxnId="{758BBD51-5F2F-40E4-B5FB-32540489855D}">
      <dgm:prSet/>
      <dgm:spPr/>
      <dgm:t>
        <a:bodyPr/>
        <a:lstStyle/>
        <a:p>
          <a:endParaRPr lang="en-US"/>
        </a:p>
      </dgm:t>
    </dgm:pt>
    <dgm:pt modelId="{1F6871CB-6D1D-470D-9139-5595DA4FE426}" type="sibTrans" cxnId="{758BBD51-5F2F-40E4-B5FB-32540489855D}">
      <dgm:prSet/>
      <dgm:spPr/>
      <dgm:t>
        <a:bodyPr/>
        <a:lstStyle/>
        <a:p>
          <a:endParaRPr lang="en-US"/>
        </a:p>
      </dgm:t>
    </dgm:pt>
    <dgm:pt modelId="{4B8FA6FD-9A4E-4D9F-B0FB-EA64220CD17D}">
      <dgm:prSet/>
      <dgm:spPr/>
      <dgm:t>
        <a:bodyPr/>
        <a:lstStyle/>
        <a:p>
          <a:pPr rtl="0"/>
          <a:r>
            <a:rPr lang="en-GB" dirty="0"/>
            <a:t>Why Big Data ?</a:t>
          </a:r>
        </a:p>
      </dgm:t>
    </dgm:pt>
    <dgm:pt modelId="{478C03EE-5568-417C-88B1-656234A1DC0D}" type="parTrans" cxnId="{431E266A-3C48-4AF4-A676-E9754843DDF8}">
      <dgm:prSet/>
      <dgm:spPr/>
      <dgm:t>
        <a:bodyPr/>
        <a:lstStyle/>
        <a:p>
          <a:endParaRPr lang="en-US"/>
        </a:p>
      </dgm:t>
    </dgm:pt>
    <dgm:pt modelId="{909004CB-209D-49EC-BC34-D20D2FAD7FA7}" type="sibTrans" cxnId="{431E266A-3C48-4AF4-A676-E9754843DDF8}">
      <dgm:prSet/>
      <dgm:spPr/>
      <dgm:t>
        <a:bodyPr/>
        <a:lstStyle/>
        <a:p>
          <a:endParaRPr lang="en-US"/>
        </a:p>
      </dgm:t>
    </dgm:pt>
    <dgm:pt modelId="{6B4DAE74-B0CA-4795-BAD1-14CCD1CCB2EB}">
      <dgm:prSet/>
      <dgm:spPr/>
      <dgm:t>
        <a:bodyPr/>
        <a:lstStyle/>
        <a:p>
          <a:pPr rtl="0"/>
          <a:r>
            <a:rPr lang="en-GB"/>
            <a:t>Gain critical and useful insights</a:t>
          </a:r>
        </a:p>
      </dgm:t>
    </dgm:pt>
    <dgm:pt modelId="{9012D10D-3630-42BA-AE65-0161340CE86D}" type="parTrans" cxnId="{2755B431-4100-4F8E-A204-2988251D8D2F}">
      <dgm:prSet/>
      <dgm:spPr/>
      <dgm:t>
        <a:bodyPr/>
        <a:lstStyle/>
        <a:p>
          <a:endParaRPr lang="en-US"/>
        </a:p>
      </dgm:t>
    </dgm:pt>
    <dgm:pt modelId="{F88E5A6C-08EA-41FA-B002-1282D9D09E9A}" type="sibTrans" cxnId="{2755B431-4100-4F8E-A204-2988251D8D2F}">
      <dgm:prSet/>
      <dgm:spPr/>
      <dgm:t>
        <a:bodyPr/>
        <a:lstStyle/>
        <a:p>
          <a:endParaRPr lang="en-US"/>
        </a:p>
      </dgm:t>
    </dgm:pt>
    <dgm:pt modelId="{60280099-2F53-4ACB-80DA-F86B38A02DC7}">
      <dgm:prSet/>
      <dgm:spPr/>
      <dgm:t>
        <a:bodyPr/>
        <a:lstStyle/>
        <a:p>
          <a:pPr rtl="0"/>
          <a:r>
            <a:rPr lang="en-GB"/>
            <a:t>Machine Learning</a:t>
          </a:r>
        </a:p>
      </dgm:t>
    </dgm:pt>
    <dgm:pt modelId="{24574226-CB4E-46D3-BCE8-B75BB170AD72}" type="parTrans" cxnId="{A9E334C5-FBF4-46D3-A88B-27A987B981FC}">
      <dgm:prSet/>
      <dgm:spPr/>
      <dgm:t>
        <a:bodyPr/>
        <a:lstStyle/>
        <a:p>
          <a:endParaRPr lang="en-US"/>
        </a:p>
      </dgm:t>
    </dgm:pt>
    <dgm:pt modelId="{0619F4A4-BB85-4791-9636-D3D6D229A2C4}" type="sibTrans" cxnId="{A9E334C5-FBF4-46D3-A88B-27A987B981FC}">
      <dgm:prSet/>
      <dgm:spPr/>
      <dgm:t>
        <a:bodyPr/>
        <a:lstStyle/>
        <a:p>
          <a:endParaRPr lang="en-US"/>
        </a:p>
      </dgm:t>
    </dgm:pt>
    <dgm:pt modelId="{290747B8-D073-4C24-9AC4-D528DFB93F50}">
      <dgm:prSet/>
      <dgm:spPr/>
      <dgm:t>
        <a:bodyPr/>
        <a:lstStyle/>
        <a:p>
          <a:pPr rtl="0"/>
          <a:r>
            <a:rPr lang="en-GB"/>
            <a:t>Simpler and error free analysis.</a:t>
          </a:r>
        </a:p>
      </dgm:t>
    </dgm:pt>
    <dgm:pt modelId="{AD615999-AD18-4A27-A1F5-7CA5FCDE1463}" type="parTrans" cxnId="{08D02792-AFF3-4EB6-86AA-A2D5446A70F8}">
      <dgm:prSet/>
      <dgm:spPr/>
      <dgm:t>
        <a:bodyPr/>
        <a:lstStyle/>
        <a:p>
          <a:endParaRPr lang="en-US"/>
        </a:p>
      </dgm:t>
    </dgm:pt>
    <dgm:pt modelId="{023B091D-7958-46E1-8CB8-019551956B46}" type="sibTrans" cxnId="{08D02792-AFF3-4EB6-86AA-A2D5446A70F8}">
      <dgm:prSet/>
      <dgm:spPr/>
      <dgm:t>
        <a:bodyPr/>
        <a:lstStyle/>
        <a:p>
          <a:endParaRPr lang="en-US"/>
        </a:p>
      </dgm:t>
    </dgm:pt>
    <dgm:pt modelId="{D8CAA342-B8FF-4BC5-9C0F-F4551C1B86D5}">
      <dgm:prSet/>
      <dgm:spPr/>
      <dgm:t>
        <a:bodyPr/>
        <a:lstStyle/>
        <a:p>
          <a:pPr rtl="0"/>
          <a:r>
            <a:rPr lang="en-GB"/>
            <a:t>Why now?</a:t>
          </a:r>
        </a:p>
      </dgm:t>
    </dgm:pt>
    <dgm:pt modelId="{74F4DD40-7F47-46FD-8C96-1EB45EC2315D}" type="parTrans" cxnId="{F120948E-131B-44CE-8A2F-0C95D27D0404}">
      <dgm:prSet/>
      <dgm:spPr/>
      <dgm:t>
        <a:bodyPr/>
        <a:lstStyle/>
        <a:p>
          <a:endParaRPr lang="en-US"/>
        </a:p>
      </dgm:t>
    </dgm:pt>
    <dgm:pt modelId="{15C1D588-09B1-4174-A8D3-0F09B251E6F9}" type="sibTrans" cxnId="{F120948E-131B-44CE-8A2F-0C95D27D0404}">
      <dgm:prSet/>
      <dgm:spPr/>
      <dgm:t>
        <a:bodyPr/>
        <a:lstStyle/>
        <a:p>
          <a:endParaRPr lang="en-US"/>
        </a:p>
      </dgm:t>
    </dgm:pt>
    <dgm:pt modelId="{309CD200-9275-4E41-9771-BAD3CDDE759A}">
      <dgm:prSet/>
      <dgm:spPr/>
      <dgm:t>
        <a:bodyPr/>
        <a:lstStyle/>
        <a:p>
          <a:pPr rtl="0"/>
          <a:r>
            <a:rPr lang="en-GB"/>
            <a:t>modern technologies along with new data processing frame works and platforms</a:t>
          </a:r>
        </a:p>
      </dgm:t>
    </dgm:pt>
    <dgm:pt modelId="{D82BD62E-BB03-44D8-AF90-0A9F036904AD}" type="parTrans" cxnId="{1E28F555-85D7-402F-BC03-2459819D905A}">
      <dgm:prSet/>
      <dgm:spPr/>
      <dgm:t>
        <a:bodyPr/>
        <a:lstStyle/>
        <a:p>
          <a:endParaRPr lang="en-US"/>
        </a:p>
      </dgm:t>
    </dgm:pt>
    <dgm:pt modelId="{F7706CD7-B38D-4303-9577-E7E72E5D21B4}" type="sibTrans" cxnId="{1E28F555-85D7-402F-BC03-2459819D905A}">
      <dgm:prSet/>
      <dgm:spPr/>
      <dgm:t>
        <a:bodyPr/>
        <a:lstStyle/>
        <a:p>
          <a:endParaRPr lang="en-US"/>
        </a:p>
      </dgm:t>
    </dgm:pt>
    <dgm:pt modelId="{6A7BB0E5-8B1C-456F-B54F-CE01D326E9CF}">
      <dgm:prSet/>
      <dgm:spPr/>
      <dgm:t>
        <a:bodyPr/>
        <a:lstStyle/>
        <a:p>
          <a:pPr rtl="0"/>
          <a:r>
            <a:rPr lang="en-GB"/>
            <a:t>Increased scalability and flexibility of the processing architecture </a:t>
          </a:r>
        </a:p>
      </dgm:t>
    </dgm:pt>
    <dgm:pt modelId="{74171953-3A61-4278-818D-92E00EBBAEAF}" type="parTrans" cxnId="{1A8D78A4-C44D-4795-8FDF-7FE4CBDE3414}">
      <dgm:prSet/>
      <dgm:spPr/>
      <dgm:t>
        <a:bodyPr/>
        <a:lstStyle/>
        <a:p>
          <a:endParaRPr lang="en-US"/>
        </a:p>
      </dgm:t>
    </dgm:pt>
    <dgm:pt modelId="{CA7D8DAD-9067-4A8E-B067-ABA7C3B40306}" type="sibTrans" cxnId="{1A8D78A4-C44D-4795-8FDF-7FE4CBDE3414}">
      <dgm:prSet/>
      <dgm:spPr/>
      <dgm:t>
        <a:bodyPr/>
        <a:lstStyle/>
        <a:p>
          <a:endParaRPr lang="en-US"/>
        </a:p>
      </dgm:t>
    </dgm:pt>
    <dgm:pt modelId="{F4138F70-2CCB-4687-B2F0-92F2C495B26D}">
      <dgm:prSet/>
      <dgm:spPr/>
      <dgm:t>
        <a:bodyPr/>
        <a:lstStyle/>
        <a:p>
          <a:pPr rtl="0"/>
          <a:r>
            <a:rPr lang="en-GB"/>
            <a:t>Automated data processing capability</a:t>
          </a:r>
        </a:p>
      </dgm:t>
    </dgm:pt>
    <dgm:pt modelId="{075544CF-87A7-4A57-85D2-2048896F6D53}" type="parTrans" cxnId="{EA47316E-C36B-4257-A2D0-C8E7DEFE0ABB}">
      <dgm:prSet/>
      <dgm:spPr/>
      <dgm:t>
        <a:bodyPr/>
        <a:lstStyle/>
        <a:p>
          <a:endParaRPr lang="en-US"/>
        </a:p>
      </dgm:t>
    </dgm:pt>
    <dgm:pt modelId="{DEE39925-609B-4C00-A18F-071205416CFC}" type="sibTrans" cxnId="{EA47316E-C36B-4257-A2D0-C8E7DEFE0ABB}">
      <dgm:prSet/>
      <dgm:spPr/>
      <dgm:t>
        <a:bodyPr/>
        <a:lstStyle/>
        <a:p>
          <a:endParaRPr lang="en-US"/>
        </a:p>
      </dgm:t>
    </dgm:pt>
    <dgm:pt modelId="{6F13F343-85CD-4F6D-8B9C-B3AEB156DEBB}" type="pres">
      <dgm:prSet presAssocID="{D707A78B-6DDA-430B-8D0B-820A2A6726E1}" presName="theList" presStyleCnt="0">
        <dgm:presLayoutVars>
          <dgm:dir/>
          <dgm:animLvl val="lvl"/>
          <dgm:resizeHandles val="exact"/>
        </dgm:presLayoutVars>
      </dgm:prSet>
      <dgm:spPr/>
    </dgm:pt>
    <dgm:pt modelId="{1F5A0ED1-CC89-40BE-BFB5-A224AD598A1D}" type="pres">
      <dgm:prSet presAssocID="{EFAE961D-67DA-41DF-9EA9-A5982F0D62EE}" presName="compNode" presStyleCnt="0"/>
      <dgm:spPr/>
    </dgm:pt>
    <dgm:pt modelId="{6BD6DC30-FC53-41B8-87DC-184EECF93C95}" type="pres">
      <dgm:prSet presAssocID="{EFAE961D-67DA-41DF-9EA9-A5982F0D62EE}" presName="aNode" presStyleLbl="bgShp" presStyleIdx="0" presStyleCnt="3"/>
      <dgm:spPr/>
    </dgm:pt>
    <dgm:pt modelId="{6CA58492-BEE9-4525-936B-147E3B265596}" type="pres">
      <dgm:prSet presAssocID="{EFAE961D-67DA-41DF-9EA9-A5982F0D62EE}" presName="textNode" presStyleLbl="bgShp" presStyleIdx="0" presStyleCnt="3"/>
      <dgm:spPr/>
    </dgm:pt>
    <dgm:pt modelId="{A840B679-208D-4EC4-A0E7-6233BCAEEC1D}" type="pres">
      <dgm:prSet presAssocID="{EFAE961D-67DA-41DF-9EA9-A5982F0D62EE}" presName="compChildNode" presStyleCnt="0"/>
      <dgm:spPr/>
    </dgm:pt>
    <dgm:pt modelId="{8072E849-F2A6-47F1-9AD4-FDED115CF97A}" type="pres">
      <dgm:prSet presAssocID="{EFAE961D-67DA-41DF-9EA9-A5982F0D62EE}" presName="theInnerList" presStyleCnt="0"/>
      <dgm:spPr/>
    </dgm:pt>
    <dgm:pt modelId="{C40CE136-3207-4A2E-8400-4EEE523A7795}" type="pres">
      <dgm:prSet presAssocID="{DB04F9BC-BFDE-44A0-AD29-BEC9BBCB137E}" presName="childNode" presStyleLbl="node1" presStyleIdx="0" presStyleCnt="9">
        <dgm:presLayoutVars>
          <dgm:bulletEnabled val="1"/>
        </dgm:presLayoutVars>
      </dgm:prSet>
      <dgm:spPr/>
    </dgm:pt>
    <dgm:pt modelId="{F2EA5FD6-1F82-4EFA-84DF-577557AED85D}" type="pres">
      <dgm:prSet presAssocID="{DB04F9BC-BFDE-44A0-AD29-BEC9BBCB137E}" presName="aSpace2" presStyleCnt="0"/>
      <dgm:spPr/>
    </dgm:pt>
    <dgm:pt modelId="{024BDF10-F2E4-4E70-BB80-97F07BC6B0DF}" type="pres">
      <dgm:prSet presAssocID="{996246CC-00F2-430C-8674-078C79459EBB}" presName="childNode" presStyleLbl="node1" presStyleIdx="1" presStyleCnt="9">
        <dgm:presLayoutVars>
          <dgm:bulletEnabled val="1"/>
        </dgm:presLayoutVars>
      </dgm:prSet>
      <dgm:spPr/>
    </dgm:pt>
    <dgm:pt modelId="{3E8CB5B6-D36A-461C-A606-C76F41CDA9EE}" type="pres">
      <dgm:prSet presAssocID="{996246CC-00F2-430C-8674-078C79459EBB}" presName="aSpace2" presStyleCnt="0"/>
      <dgm:spPr/>
    </dgm:pt>
    <dgm:pt modelId="{F08297FC-C67D-4E93-B998-7170EF0B19B5}" type="pres">
      <dgm:prSet presAssocID="{CAE1014D-FF90-4FA8-896C-0D87E2DD87B9}" presName="childNode" presStyleLbl="node1" presStyleIdx="2" presStyleCnt="9">
        <dgm:presLayoutVars>
          <dgm:bulletEnabled val="1"/>
        </dgm:presLayoutVars>
      </dgm:prSet>
      <dgm:spPr/>
    </dgm:pt>
    <dgm:pt modelId="{C2819B21-79FD-4618-BE2B-DAE4A97FD301}" type="pres">
      <dgm:prSet presAssocID="{EFAE961D-67DA-41DF-9EA9-A5982F0D62EE}" presName="aSpace" presStyleCnt="0"/>
      <dgm:spPr/>
    </dgm:pt>
    <dgm:pt modelId="{1B85AC04-47A8-4613-B2C9-C994F6366DF2}" type="pres">
      <dgm:prSet presAssocID="{4B8FA6FD-9A4E-4D9F-B0FB-EA64220CD17D}" presName="compNode" presStyleCnt="0"/>
      <dgm:spPr/>
    </dgm:pt>
    <dgm:pt modelId="{39FB0607-063D-477C-9C1C-0D8AFA1F8B8A}" type="pres">
      <dgm:prSet presAssocID="{4B8FA6FD-9A4E-4D9F-B0FB-EA64220CD17D}" presName="aNode" presStyleLbl="bgShp" presStyleIdx="1" presStyleCnt="3" custScaleX="102514"/>
      <dgm:spPr/>
    </dgm:pt>
    <dgm:pt modelId="{2217647E-88F2-448B-A3C1-63E5848C66E3}" type="pres">
      <dgm:prSet presAssocID="{4B8FA6FD-9A4E-4D9F-B0FB-EA64220CD17D}" presName="textNode" presStyleLbl="bgShp" presStyleIdx="1" presStyleCnt="3"/>
      <dgm:spPr/>
    </dgm:pt>
    <dgm:pt modelId="{9479FC54-8D6B-4CE8-BA05-F294FC380DCE}" type="pres">
      <dgm:prSet presAssocID="{4B8FA6FD-9A4E-4D9F-B0FB-EA64220CD17D}" presName="compChildNode" presStyleCnt="0"/>
      <dgm:spPr/>
    </dgm:pt>
    <dgm:pt modelId="{7F09E1F6-0591-4321-A3E4-F2D7FE749AAB}" type="pres">
      <dgm:prSet presAssocID="{4B8FA6FD-9A4E-4D9F-B0FB-EA64220CD17D}" presName="theInnerList" presStyleCnt="0"/>
      <dgm:spPr/>
    </dgm:pt>
    <dgm:pt modelId="{925E28D6-9EF7-4AC4-99B8-D86C9EDA6B35}" type="pres">
      <dgm:prSet presAssocID="{6B4DAE74-B0CA-4795-BAD1-14CCD1CCB2EB}" presName="childNode" presStyleLbl="node1" presStyleIdx="3" presStyleCnt="9">
        <dgm:presLayoutVars>
          <dgm:bulletEnabled val="1"/>
        </dgm:presLayoutVars>
      </dgm:prSet>
      <dgm:spPr/>
    </dgm:pt>
    <dgm:pt modelId="{E83D7980-5730-48D1-96E1-66D186603DED}" type="pres">
      <dgm:prSet presAssocID="{6B4DAE74-B0CA-4795-BAD1-14CCD1CCB2EB}" presName="aSpace2" presStyleCnt="0"/>
      <dgm:spPr/>
    </dgm:pt>
    <dgm:pt modelId="{DA30B993-1DE4-4D45-9BD2-69C882629B1A}" type="pres">
      <dgm:prSet presAssocID="{60280099-2F53-4ACB-80DA-F86B38A02DC7}" presName="childNode" presStyleLbl="node1" presStyleIdx="4" presStyleCnt="9">
        <dgm:presLayoutVars>
          <dgm:bulletEnabled val="1"/>
        </dgm:presLayoutVars>
      </dgm:prSet>
      <dgm:spPr/>
    </dgm:pt>
    <dgm:pt modelId="{D7DE877A-C8D5-4BCA-B6CE-AE9761791E1D}" type="pres">
      <dgm:prSet presAssocID="{60280099-2F53-4ACB-80DA-F86B38A02DC7}" presName="aSpace2" presStyleCnt="0"/>
      <dgm:spPr/>
    </dgm:pt>
    <dgm:pt modelId="{F5A8E80E-0F05-48B8-901E-FF2A6780E241}" type="pres">
      <dgm:prSet presAssocID="{290747B8-D073-4C24-9AC4-D528DFB93F50}" presName="childNode" presStyleLbl="node1" presStyleIdx="5" presStyleCnt="9">
        <dgm:presLayoutVars>
          <dgm:bulletEnabled val="1"/>
        </dgm:presLayoutVars>
      </dgm:prSet>
      <dgm:spPr/>
    </dgm:pt>
    <dgm:pt modelId="{DF60DD8F-20B6-4181-8F21-677EDF80DC2B}" type="pres">
      <dgm:prSet presAssocID="{4B8FA6FD-9A4E-4D9F-B0FB-EA64220CD17D}" presName="aSpace" presStyleCnt="0"/>
      <dgm:spPr/>
    </dgm:pt>
    <dgm:pt modelId="{0C75770D-A3BD-4748-92C3-DB2ABDACD5F8}" type="pres">
      <dgm:prSet presAssocID="{D8CAA342-B8FF-4BC5-9C0F-F4551C1B86D5}" presName="compNode" presStyleCnt="0"/>
      <dgm:spPr/>
    </dgm:pt>
    <dgm:pt modelId="{A694761E-E985-460A-BC0A-E6F3EFC12E87}" type="pres">
      <dgm:prSet presAssocID="{D8CAA342-B8FF-4BC5-9C0F-F4551C1B86D5}" presName="aNode" presStyleLbl="bgShp" presStyleIdx="2" presStyleCnt="3"/>
      <dgm:spPr/>
    </dgm:pt>
    <dgm:pt modelId="{AA0C23A0-FB72-4A5F-A066-BF6E313D2C03}" type="pres">
      <dgm:prSet presAssocID="{D8CAA342-B8FF-4BC5-9C0F-F4551C1B86D5}" presName="textNode" presStyleLbl="bgShp" presStyleIdx="2" presStyleCnt="3"/>
      <dgm:spPr/>
    </dgm:pt>
    <dgm:pt modelId="{99F30EFC-2EED-49D5-A0EA-EA2130246862}" type="pres">
      <dgm:prSet presAssocID="{D8CAA342-B8FF-4BC5-9C0F-F4551C1B86D5}" presName="compChildNode" presStyleCnt="0"/>
      <dgm:spPr/>
    </dgm:pt>
    <dgm:pt modelId="{96554634-EDA6-4A40-A643-D8ED4D9F24E9}" type="pres">
      <dgm:prSet presAssocID="{D8CAA342-B8FF-4BC5-9C0F-F4551C1B86D5}" presName="theInnerList" presStyleCnt="0"/>
      <dgm:spPr/>
    </dgm:pt>
    <dgm:pt modelId="{9261F21D-7C9E-4676-8BAD-2C22A7088DB7}" type="pres">
      <dgm:prSet presAssocID="{309CD200-9275-4E41-9771-BAD3CDDE759A}" presName="childNode" presStyleLbl="node1" presStyleIdx="6" presStyleCnt="9">
        <dgm:presLayoutVars>
          <dgm:bulletEnabled val="1"/>
        </dgm:presLayoutVars>
      </dgm:prSet>
      <dgm:spPr/>
    </dgm:pt>
    <dgm:pt modelId="{30C164D4-2702-4736-A975-DDA1387F1175}" type="pres">
      <dgm:prSet presAssocID="{309CD200-9275-4E41-9771-BAD3CDDE759A}" presName="aSpace2" presStyleCnt="0"/>
      <dgm:spPr/>
    </dgm:pt>
    <dgm:pt modelId="{3452F44C-8ACF-42BB-BCA9-6979D93A3084}" type="pres">
      <dgm:prSet presAssocID="{6A7BB0E5-8B1C-456F-B54F-CE01D326E9CF}" presName="childNode" presStyleLbl="node1" presStyleIdx="7" presStyleCnt="9">
        <dgm:presLayoutVars>
          <dgm:bulletEnabled val="1"/>
        </dgm:presLayoutVars>
      </dgm:prSet>
      <dgm:spPr/>
    </dgm:pt>
    <dgm:pt modelId="{903BEFB9-1123-4B1B-BCD6-50A232463708}" type="pres">
      <dgm:prSet presAssocID="{6A7BB0E5-8B1C-456F-B54F-CE01D326E9CF}" presName="aSpace2" presStyleCnt="0"/>
      <dgm:spPr/>
    </dgm:pt>
    <dgm:pt modelId="{13B7A8A3-6EEA-4B1F-8FA4-B2A82482EE74}" type="pres">
      <dgm:prSet presAssocID="{F4138F70-2CCB-4687-B2F0-92F2C495B26D}" presName="childNode" presStyleLbl="node1" presStyleIdx="8" presStyleCnt="9">
        <dgm:presLayoutVars>
          <dgm:bulletEnabled val="1"/>
        </dgm:presLayoutVars>
      </dgm:prSet>
      <dgm:spPr/>
    </dgm:pt>
  </dgm:ptLst>
  <dgm:cxnLst>
    <dgm:cxn modelId="{16329B07-CA56-4B81-800A-91832EAF1629}" type="presOf" srcId="{DB04F9BC-BFDE-44A0-AD29-BEC9BBCB137E}" destId="{C40CE136-3207-4A2E-8400-4EEE523A7795}" srcOrd="0" destOrd="0" presId="urn:microsoft.com/office/officeart/2005/8/layout/lProcess2"/>
    <dgm:cxn modelId="{C582A307-FE15-4C20-83E8-A5E1A74A9210}" type="presOf" srcId="{D8CAA342-B8FF-4BC5-9C0F-F4551C1B86D5}" destId="{AA0C23A0-FB72-4A5F-A066-BF6E313D2C03}" srcOrd="1" destOrd="0" presId="urn:microsoft.com/office/officeart/2005/8/layout/lProcess2"/>
    <dgm:cxn modelId="{BF2F0409-125A-4587-B538-9AF544E9429F}" type="presOf" srcId="{290747B8-D073-4C24-9AC4-D528DFB93F50}" destId="{F5A8E80E-0F05-48B8-901E-FF2A6780E241}" srcOrd="0" destOrd="0" presId="urn:microsoft.com/office/officeart/2005/8/layout/lProcess2"/>
    <dgm:cxn modelId="{32A1F00C-3F1F-4ED2-936D-8EE5A2F9A69F}" srcId="{EFAE961D-67DA-41DF-9EA9-A5982F0D62EE}" destId="{996246CC-00F2-430C-8674-078C79459EBB}" srcOrd="1" destOrd="0" parTransId="{0B862BBA-7814-4E1E-A5A0-077C2EFCBF7B}" sibTransId="{EF4DEF43-E81A-4695-A88A-0B0AA3874542}"/>
    <dgm:cxn modelId="{ED8D5621-2239-43FF-8082-C357BFD9D89C}" type="presOf" srcId="{D707A78B-6DDA-430B-8D0B-820A2A6726E1}" destId="{6F13F343-85CD-4F6D-8B9C-B3AEB156DEBB}" srcOrd="0" destOrd="0" presId="urn:microsoft.com/office/officeart/2005/8/layout/lProcess2"/>
    <dgm:cxn modelId="{2755B431-4100-4F8E-A204-2988251D8D2F}" srcId="{4B8FA6FD-9A4E-4D9F-B0FB-EA64220CD17D}" destId="{6B4DAE74-B0CA-4795-BAD1-14CCD1CCB2EB}" srcOrd="0" destOrd="0" parTransId="{9012D10D-3630-42BA-AE65-0161340CE86D}" sibTransId="{F88E5A6C-08EA-41FA-B002-1282D9D09E9A}"/>
    <dgm:cxn modelId="{11FCD148-F7BB-4FFF-8EEB-9F9996737597}" type="presOf" srcId="{CAE1014D-FF90-4FA8-896C-0D87E2DD87B9}" destId="{F08297FC-C67D-4E93-B998-7170EF0B19B5}" srcOrd="0" destOrd="0" presId="urn:microsoft.com/office/officeart/2005/8/layout/lProcess2"/>
    <dgm:cxn modelId="{431E266A-3C48-4AF4-A676-E9754843DDF8}" srcId="{D707A78B-6DDA-430B-8D0B-820A2A6726E1}" destId="{4B8FA6FD-9A4E-4D9F-B0FB-EA64220CD17D}" srcOrd="1" destOrd="0" parTransId="{478C03EE-5568-417C-88B1-656234A1DC0D}" sibTransId="{909004CB-209D-49EC-BC34-D20D2FAD7FA7}"/>
    <dgm:cxn modelId="{EA47316E-C36B-4257-A2D0-C8E7DEFE0ABB}" srcId="{D8CAA342-B8FF-4BC5-9C0F-F4551C1B86D5}" destId="{F4138F70-2CCB-4687-B2F0-92F2C495B26D}" srcOrd="2" destOrd="0" parTransId="{075544CF-87A7-4A57-85D2-2048896F6D53}" sibTransId="{DEE39925-609B-4C00-A18F-071205416CFC}"/>
    <dgm:cxn modelId="{758BBD51-5F2F-40E4-B5FB-32540489855D}" srcId="{EFAE961D-67DA-41DF-9EA9-A5982F0D62EE}" destId="{CAE1014D-FF90-4FA8-896C-0D87E2DD87B9}" srcOrd="2" destOrd="0" parTransId="{A33FC29C-D9F7-4D5E-B9F1-E9C573B51146}" sibTransId="{1F6871CB-6D1D-470D-9139-5595DA4FE426}"/>
    <dgm:cxn modelId="{3ADA2575-DE24-49E2-B4B2-156BEE096DF6}" type="presOf" srcId="{D8CAA342-B8FF-4BC5-9C0F-F4551C1B86D5}" destId="{A694761E-E985-460A-BC0A-E6F3EFC12E87}" srcOrd="0" destOrd="0" presId="urn:microsoft.com/office/officeart/2005/8/layout/lProcess2"/>
    <dgm:cxn modelId="{1E28F555-85D7-402F-BC03-2459819D905A}" srcId="{D8CAA342-B8FF-4BC5-9C0F-F4551C1B86D5}" destId="{309CD200-9275-4E41-9771-BAD3CDDE759A}" srcOrd="0" destOrd="0" parTransId="{D82BD62E-BB03-44D8-AF90-0A9F036904AD}" sibTransId="{F7706CD7-B38D-4303-9577-E7E72E5D21B4}"/>
    <dgm:cxn modelId="{1737AE76-943F-4990-8F79-9620B8C3B9F5}" type="presOf" srcId="{4B8FA6FD-9A4E-4D9F-B0FB-EA64220CD17D}" destId="{39FB0607-063D-477C-9C1C-0D8AFA1F8B8A}" srcOrd="0" destOrd="0" presId="urn:microsoft.com/office/officeart/2005/8/layout/lProcess2"/>
    <dgm:cxn modelId="{60C6195A-A115-4121-9803-6ED7CACE3AF0}" type="presOf" srcId="{6A7BB0E5-8B1C-456F-B54F-CE01D326E9CF}" destId="{3452F44C-8ACF-42BB-BCA9-6979D93A3084}" srcOrd="0" destOrd="0" presId="urn:microsoft.com/office/officeart/2005/8/layout/lProcess2"/>
    <dgm:cxn modelId="{6F50AF7C-DE6D-479E-BAE1-F7C22E82A9B2}" srcId="{EFAE961D-67DA-41DF-9EA9-A5982F0D62EE}" destId="{DB04F9BC-BFDE-44A0-AD29-BEC9BBCB137E}" srcOrd="0" destOrd="0" parTransId="{23BB664A-8712-4CD6-9045-D1C5F9897104}" sibTransId="{0CAA8081-3468-46A5-ABFE-8A942AEF23C9}"/>
    <dgm:cxn modelId="{C1669A7E-0641-4D88-8D81-F32B8D5362EB}" type="presOf" srcId="{309CD200-9275-4E41-9771-BAD3CDDE759A}" destId="{9261F21D-7C9E-4676-8BAD-2C22A7088DB7}" srcOrd="0" destOrd="0" presId="urn:microsoft.com/office/officeart/2005/8/layout/lProcess2"/>
    <dgm:cxn modelId="{F120948E-131B-44CE-8A2F-0C95D27D0404}" srcId="{D707A78B-6DDA-430B-8D0B-820A2A6726E1}" destId="{D8CAA342-B8FF-4BC5-9C0F-F4551C1B86D5}" srcOrd="2" destOrd="0" parTransId="{74F4DD40-7F47-46FD-8C96-1EB45EC2315D}" sibTransId="{15C1D588-09B1-4174-A8D3-0F09B251E6F9}"/>
    <dgm:cxn modelId="{08D02792-AFF3-4EB6-86AA-A2D5446A70F8}" srcId="{4B8FA6FD-9A4E-4D9F-B0FB-EA64220CD17D}" destId="{290747B8-D073-4C24-9AC4-D528DFB93F50}" srcOrd="2" destOrd="0" parTransId="{AD615999-AD18-4A27-A1F5-7CA5FCDE1463}" sibTransId="{023B091D-7958-46E1-8CB8-019551956B46}"/>
    <dgm:cxn modelId="{989FEF96-5EDC-4C67-9F72-D693E49FE0D7}" type="presOf" srcId="{6B4DAE74-B0CA-4795-BAD1-14CCD1CCB2EB}" destId="{925E28D6-9EF7-4AC4-99B8-D86C9EDA6B35}" srcOrd="0" destOrd="0" presId="urn:microsoft.com/office/officeart/2005/8/layout/lProcess2"/>
    <dgm:cxn modelId="{1A8D78A4-C44D-4795-8FDF-7FE4CBDE3414}" srcId="{D8CAA342-B8FF-4BC5-9C0F-F4551C1B86D5}" destId="{6A7BB0E5-8B1C-456F-B54F-CE01D326E9CF}" srcOrd="1" destOrd="0" parTransId="{74171953-3A61-4278-818D-92E00EBBAEAF}" sibTransId="{CA7D8DAD-9067-4A8E-B067-ABA7C3B40306}"/>
    <dgm:cxn modelId="{49EA93B9-A2BE-46D7-96ED-C5C962FC07A7}" type="presOf" srcId="{EFAE961D-67DA-41DF-9EA9-A5982F0D62EE}" destId="{6CA58492-BEE9-4525-936B-147E3B265596}" srcOrd="1" destOrd="0" presId="urn:microsoft.com/office/officeart/2005/8/layout/lProcess2"/>
    <dgm:cxn modelId="{2BFD88BA-E4CA-45B9-AD7A-369FC828A968}" type="presOf" srcId="{EFAE961D-67DA-41DF-9EA9-A5982F0D62EE}" destId="{6BD6DC30-FC53-41B8-87DC-184EECF93C95}" srcOrd="0" destOrd="0" presId="urn:microsoft.com/office/officeart/2005/8/layout/lProcess2"/>
    <dgm:cxn modelId="{A9E334C5-FBF4-46D3-A88B-27A987B981FC}" srcId="{4B8FA6FD-9A4E-4D9F-B0FB-EA64220CD17D}" destId="{60280099-2F53-4ACB-80DA-F86B38A02DC7}" srcOrd="1" destOrd="0" parTransId="{24574226-CB4E-46D3-BCE8-B75BB170AD72}" sibTransId="{0619F4A4-BB85-4791-9636-D3D6D229A2C4}"/>
    <dgm:cxn modelId="{50210CC7-F683-4276-A3B0-1CE77E0D7BE2}" type="presOf" srcId="{F4138F70-2CCB-4687-B2F0-92F2C495B26D}" destId="{13B7A8A3-6EEA-4B1F-8FA4-B2A82482EE74}" srcOrd="0" destOrd="0" presId="urn:microsoft.com/office/officeart/2005/8/layout/lProcess2"/>
    <dgm:cxn modelId="{EF9052CF-41DD-4858-BA43-1A2904DA938E}" type="presOf" srcId="{996246CC-00F2-430C-8674-078C79459EBB}" destId="{024BDF10-F2E4-4E70-BB80-97F07BC6B0DF}" srcOrd="0" destOrd="0" presId="urn:microsoft.com/office/officeart/2005/8/layout/lProcess2"/>
    <dgm:cxn modelId="{CF7BB5D4-A5B4-4050-A12D-72005EFB2FA3}" type="presOf" srcId="{60280099-2F53-4ACB-80DA-F86B38A02DC7}" destId="{DA30B993-1DE4-4D45-9BD2-69C882629B1A}" srcOrd="0" destOrd="0" presId="urn:microsoft.com/office/officeart/2005/8/layout/lProcess2"/>
    <dgm:cxn modelId="{2F4FE7F1-5EE0-47C1-BFB6-C2097CF1B692}" srcId="{D707A78B-6DDA-430B-8D0B-820A2A6726E1}" destId="{EFAE961D-67DA-41DF-9EA9-A5982F0D62EE}" srcOrd="0" destOrd="0" parTransId="{C5894510-2926-48F2-92FD-ACBE21896998}" sibTransId="{DA32D447-2845-46C8-83B7-F5CB7C40F826}"/>
    <dgm:cxn modelId="{1B2529F8-1FAC-4DDE-ACFF-A748B07241C8}" type="presOf" srcId="{4B8FA6FD-9A4E-4D9F-B0FB-EA64220CD17D}" destId="{2217647E-88F2-448B-A3C1-63E5848C66E3}" srcOrd="1" destOrd="0" presId="urn:microsoft.com/office/officeart/2005/8/layout/lProcess2"/>
    <dgm:cxn modelId="{47971D64-ED11-4582-9334-5F22DA55F737}" type="presParOf" srcId="{6F13F343-85CD-4F6D-8B9C-B3AEB156DEBB}" destId="{1F5A0ED1-CC89-40BE-BFB5-A224AD598A1D}" srcOrd="0" destOrd="0" presId="urn:microsoft.com/office/officeart/2005/8/layout/lProcess2"/>
    <dgm:cxn modelId="{8B12BD22-2DD9-4FA5-B9DF-EFEA9FF15A9D}" type="presParOf" srcId="{1F5A0ED1-CC89-40BE-BFB5-A224AD598A1D}" destId="{6BD6DC30-FC53-41B8-87DC-184EECF93C95}" srcOrd="0" destOrd="0" presId="urn:microsoft.com/office/officeart/2005/8/layout/lProcess2"/>
    <dgm:cxn modelId="{5867E6EF-8940-48EE-AC5D-41907E2002B1}" type="presParOf" srcId="{1F5A0ED1-CC89-40BE-BFB5-A224AD598A1D}" destId="{6CA58492-BEE9-4525-936B-147E3B265596}" srcOrd="1" destOrd="0" presId="urn:microsoft.com/office/officeart/2005/8/layout/lProcess2"/>
    <dgm:cxn modelId="{0AA3C9EB-59D3-46E3-9194-07ACD4483D26}" type="presParOf" srcId="{1F5A0ED1-CC89-40BE-BFB5-A224AD598A1D}" destId="{A840B679-208D-4EC4-A0E7-6233BCAEEC1D}" srcOrd="2" destOrd="0" presId="urn:microsoft.com/office/officeart/2005/8/layout/lProcess2"/>
    <dgm:cxn modelId="{64CBE8C9-5B8C-4CD7-93C0-8C0303235CB4}" type="presParOf" srcId="{A840B679-208D-4EC4-A0E7-6233BCAEEC1D}" destId="{8072E849-F2A6-47F1-9AD4-FDED115CF97A}" srcOrd="0" destOrd="0" presId="urn:microsoft.com/office/officeart/2005/8/layout/lProcess2"/>
    <dgm:cxn modelId="{152A9A68-B9D1-4EC3-A9A6-3C1D1D00202E}" type="presParOf" srcId="{8072E849-F2A6-47F1-9AD4-FDED115CF97A}" destId="{C40CE136-3207-4A2E-8400-4EEE523A7795}" srcOrd="0" destOrd="0" presId="urn:microsoft.com/office/officeart/2005/8/layout/lProcess2"/>
    <dgm:cxn modelId="{BDABD221-CD0A-4986-8436-10CBD8C17DAC}" type="presParOf" srcId="{8072E849-F2A6-47F1-9AD4-FDED115CF97A}" destId="{F2EA5FD6-1F82-4EFA-84DF-577557AED85D}" srcOrd="1" destOrd="0" presId="urn:microsoft.com/office/officeart/2005/8/layout/lProcess2"/>
    <dgm:cxn modelId="{EE185E82-F5F0-40BD-BD3C-BD52EF26DE5D}" type="presParOf" srcId="{8072E849-F2A6-47F1-9AD4-FDED115CF97A}" destId="{024BDF10-F2E4-4E70-BB80-97F07BC6B0DF}" srcOrd="2" destOrd="0" presId="urn:microsoft.com/office/officeart/2005/8/layout/lProcess2"/>
    <dgm:cxn modelId="{EBC4F0F9-3342-4DA5-80EA-FE00D9752B5D}" type="presParOf" srcId="{8072E849-F2A6-47F1-9AD4-FDED115CF97A}" destId="{3E8CB5B6-D36A-461C-A606-C76F41CDA9EE}" srcOrd="3" destOrd="0" presId="urn:microsoft.com/office/officeart/2005/8/layout/lProcess2"/>
    <dgm:cxn modelId="{242D0025-1996-4811-8284-DBD13DC9BCA7}" type="presParOf" srcId="{8072E849-F2A6-47F1-9AD4-FDED115CF97A}" destId="{F08297FC-C67D-4E93-B998-7170EF0B19B5}" srcOrd="4" destOrd="0" presId="urn:microsoft.com/office/officeart/2005/8/layout/lProcess2"/>
    <dgm:cxn modelId="{CC5B2FED-D8E9-4342-9331-9620AA2FF75D}" type="presParOf" srcId="{6F13F343-85CD-4F6D-8B9C-B3AEB156DEBB}" destId="{C2819B21-79FD-4618-BE2B-DAE4A97FD301}" srcOrd="1" destOrd="0" presId="urn:microsoft.com/office/officeart/2005/8/layout/lProcess2"/>
    <dgm:cxn modelId="{366EB0F5-2B6D-40D5-8D5C-052518BE39D8}" type="presParOf" srcId="{6F13F343-85CD-4F6D-8B9C-B3AEB156DEBB}" destId="{1B85AC04-47A8-4613-B2C9-C994F6366DF2}" srcOrd="2" destOrd="0" presId="urn:microsoft.com/office/officeart/2005/8/layout/lProcess2"/>
    <dgm:cxn modelId="{A1DB13A8-91DE-4A62-BD64-F6F0A6B8F842}" type="presParOf" srcId="{1B85AC04-47A8-4613-B2C9-C994F6366DF2}" destId="{39FB0607-063D-477C-9C1C-0D8AFA1F8B8A}" srcOrd="0" destOrd="0" presId="urn:microsoft.com/office/officeart/2005/8/layout/lProcess2"/>
    <dgm:cxn modelId="{AB45EDFC-584E-4BD3-AB6B-7A888F0A1E13}" type="presParOf" srcId="{1B85AC04-47A8-4613-B2C9-C994F6366DF2}" destId="{2217647E-88F2-448B-A3C1-63E5848C66E3}" srcOrd="1" destOrd="0" presId="urn:microsoft.com/office/officeart/2005/8/layout/lProcess2"/>
    <dgm:cxn modelId="{B64F1FBB-BE49-431B-A88C-C4ED0E6D77CF}" type="presParOf" srcId="{1B85AC04-47A8-4613-B2C9-C994F6366DF2}" destId="{9479FC54-8D6B-4CE8-BA05-F294FC380DCE}" srcOrd="2" destOrd="0" presId="urn:microsoft.com/office/officeart/2005/8/layout/lProcess2"/>
    <dgm:cxn modelId="{E7F41931-0F1B-4504-9610-02682EC95E6B}" type="presParOf" srcId="{9479FC54-8D6B-4CE8-BA05-F294FC380DCE}" destId="{7F09E1F6-0591-4321-A3E4-F2D7FE749AAB}" srcOrd="0" destOrd="0" presId="urn:microsoft.com/office/officeart/2005/8/layout/lProcess2"/>
    <dgm:cxn modelId="{49DB3F7D-749A-449B-BCE0-EF5C2EA405FB}" type="presParOf" srcId="{7F09E1F6-0591-4321-A3E4-F2D7FE749AAB}" destId="{925E28D6-9EF7-4AC4-99B8-D86C9EDA6B35}" srcOrd="0" destOrd="0" presId="urn:microsoft.com/office/officeart/2005/8/layout/lProcess2"/>
    <dgm:cxn modelId="{5B4518CB-0F04-418A-B31C-97B466AE40DF}" type="presParOf" srcId="{7F09E1F6-0591-4321-A3E4-F2D7FE749AAB}" destId="{E83D7980-5730-48D1-96E1-66D186603DED}" srcOrd="1" destOrd="0" presId="urn:microsoft.com/office/officeart/2005/8/layout/lProcess2"/>
    <dgm:cxn modelId="{5CF7E42C-8019-484C-9505-58462CEE6AF9}" type="presParOf" srcId="{7F09E1F6-0591-4321-A3E4-F2D7FE749AAB}" destId="{DA30B993-1DE4-4D45-9BD2-69C882629B1A}" srcOrd="2" destOrd="0" presId="urn:microsoft.com/office/officeart/2005/8/layout/lProcess2"/>
    <dgm:cxn modelId="{487DD71C-79F0-4CB2-8FB4-30B44FDBD3E4}" type="presParOf" srcId="{7F09E1F6-0591-4321-A3E4-F2D7FE749AAB}" destId="{D7DE877A-C8D5-4BCA-B6CE-AE9761791E1D}" srcOrd="3" destOrd="0" presId="urn:microsoft.com/office/officeart/2005/8/layout/lProcess2"/>
    <dgm:cxn modelId="{E00F9F7D-13FC-4EB1-B3DA-44E9C851BE35}" type="presParOf" srcId="{7F09E1F6-0591-4321-A3E4-F2D7FE749AAB}" destId="{F5A8E80E-0F05-48B8-901E-FF2A6780E241}" srcOrd="4" destOrd="0" presId="urn:microsoft.com/office/officeart/2005/8/layout/lProcess2"/>
    <dgm:cxn modelId="{343576CB-7E95-4025-AC41-6A8A55654ECF}" type="presParOf" srcId="{6F13F343-85CD-4F6D-8B9C-B3AEB156DEBB}" destId="{DF60DD8F-20B6-4181-8F21-677EDF80DC2B}" srcOrd="3" destOrd="0" presId="urn:microsoft.com/office/officeart/2005/8/layout/lProcess2"/>
    <dgm:cxn modelId="{1F708A22-4665-4E32-A69F-AA80B1278B00}" type="presParOf" srcId="{6F13F343-85CD-4F6D-8B9C-B3AEB156DEBB}" destId="{0C75770D-A3BD-4748-92C3-DB2ABDACD5F8}" srcOrd="4" destOrd="0" presId="urn:microsoft.com/office/officeart/2005/8/layout/lProcess2"/>
    <dgm:cxn modelId="{F8E3CD43-4E94-443B-B8B6-C41E4DA554BC}" type="presParOf" srcId="{0C75770D-A3BD-4748-92C3-DB2ABDACD5F8}" destId="{A694761E-E985-460A-BC0A-E6F3EFC12E87}" srcOrd="0" destOrd="0" presId="urn:microsoft.com/office/officeart/2005/8/layout/lProcess2"/>
    <dgm:cxn modelId="{EC4B7646-9555-48AB-B29D-A90F84D37F67}" type="presParOf" srcId="{0C75770D-A3BD-4748-92C3-DB2ABDACD5F8}" destId="{AA0C23A0-FB72-4A5F-A066-BF6E313D2C03}" srcOrd="1" destOrd="0" presId="urn:microsoft.com/office/officeart/2005/8/layout/lProcess2"/>
    <dgm:cxn modelId="{69E994B1-3C95-4300-896F-28E4A1221D49}" type="presParOf" srcId="{0C75770D-A3BD-4748-92C3-DB2ABDACD5F8}" destId="{99F30EFC-2EED-49D5-A0EA-EA2130246862}" srcOrd="2" destOrd="0" presId="urn:microsoft.com/office/officeart/2005/8/layout/lProcess2"/>
    <dgm:cxn modelId="{80489EB9-5406-4D32-AD2A-4E36F391226C}" type="presParOf" srcId="{99F30EFC-2EED-49D5-A0EA-EA2130246862}" destId="{96554634-EDA6-4A40-A643-D8ED4D9F24E9}" srcOrd="0" destOrd="0" presId="urn:microsoft.com/office/officeart/2005/8/layout/lProcess2"/>
    <dgm:cxn modelId="{E812AA1F-F124-443B-B1F8-2CCEA51DB759}" type="presParOf" srcId="{96554634-EDA6-4A40-A643-D8ED4D9F24E9}" destId="{9261F21D-7C9E-4676-8BAD-2C22A7088DB7}" srcOrd="0" destOrd="0" presId="urn:microsoft.com/office/officeart/2005/8/layout/lProcess2"/>
    <dgm:cxn modelId="{0D4C5DD7-6C26-4D4F-A97D-9E199F5242CD}" type="presParOf" srcId="{96554634-EDA6-4A40-A643-D8ED4D9F24E9}" destId="{30C164D4-2702-4736-A975-DDA1387F1175}" srcOrd="1" destOrd="0" presId="urn:microsoft.com/office/officeart/2005/8/layout/lProcess2"/>
    <dgm:cxn modelId="{D50D2DD0-3552-47C9-93EC-A2F710D460BB}" type="presParOf" srcId="{96554634-EDA6-4A40-A643-D8ED4D9F24E9}" destId="{3452F44C-8ACF-42BB-BCA9-6979D93A3084}" srcOrd="2" destOrd="0" presId="urn:microsoft.com/office/officeart/2005/8/layout/lProcess2"/>
    <dgm:cxn modelId="{19D956AF-C906-40EB-8C72-D0F25318A0CE}" type="presParOf" srcId="{96554634-EDA6-4A40-A643-D8ED4D9F24E9}" destId="{903BEFB9-1123-4B1B-BCD6-50A232463708}" srcOrd="3" destOrd="0" presId="urn:microsoft.com/office/officeart/2005/8/layout/lProcess2"/>
    <dgm:cxn modelId="{1BBA944F-0B2D-4317-9A4F-70D3C15E2772}" type="presParOf" srcId="{96554634-EDA6-4A40-A643-D8ED4D9F24E9}" destId="{13B7A8A3-6EEA-4B1F-8FA4-B2A82482EE74}"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65A86C-2B15-4C77-AE32-637AADB4BA93}" type="doc">
      <dgm:prSet loTypeId="urn:microsoft.com/office/officeart/2005/8/layout/lProcess2" loCatId="list" qsTypeId="urn:microsoft.com/office/officeart/2005/8/quickstyle/simple1" qsCatId="simple" csTypeId="urn:microsoft.com/office/officeart/2005/8/colors/colorful3" csCatId="colorful" phldr="1"/>
      <dgm:spPr/>
      <dgm:t>
        <a:bodyPr/>
        <a:lstStyle/>
        <a:p>
          <a:endParaRPr lang="en-US"/>
        </a:p>
      </dgm:t>
    </dgm:pt>
    <dgm:pt modelId="{8A1B25F3-7B94-43BD-BEE4-BFE3F563806C}">
      <dgm:prSet/>
      <dgm:spPr/>
      <dgm:t>
        <a:bodyPr/>
        <a:lstStyle/>
        <a:p>
          <a:pPr rtl="0"/>
          <a:r>
            <a:rPr lang="en-GB" dirty="0"/>
            <a:t>Better understanding of</a:t>
          </a:r>
        </a:p>
      </dgm:t>
    </dgm:pt>
    <dgm:pt modelId="{BFBA0E9A-7796-4B35-85E4-6E82E5B839A8}" type="parTrans" cxnId="{3F5F83DB-0CFE-42AD-BA9B-4FA13CAD68E5}">
      <dgm:prSet/>
      <dgm:spPr/>
      <dgm:t>
        <a:bodyPr/>
        <a:lstStyle/>
        <a:p>
          <a:endParaRPr lang="en-US"/>
        </a:p>
      </dgm:t>
    </dgm:pt>
    <dgm:pt modelId="{6B1B16FB-C240-4572-849E-C805EBE3C5D7}" type="sibTrans" cxnId="{3F5F83DB-0CFE-42AD-BA9B-4FA13CAD68E5}">
      <dgm:prSet/>
      <dgm:spPr/>
      <dgm:t>
        <a:bodyPr/>
        <a:lstStyle/>
        <a:p>
          <a:endParaRPr lang="en-US"/>
        </a:p>
      </dgm:t>
    </dgm:pt>
    <dgm:pt modelId="{B44F8EFF-3C64-4403-BFFC-26DA23EE692F}">
      <dgm:prSet/>
      <dgm:spPr/>
      <dgm:t>
        <a:bodyPr/>
        <a:lstStyle/>
        <a:p>
          <a:pPr rtl="0"/>
          <a:r>
            <a:rPr lang="en-GB"/>
            <a:t>Customers</a:t>
          </a:r>
        </a:p>
      </dgm:t>
    </dgm:pt>
    <dgm:pt modelId="{91CECEB7-D2A2-430D-A43B-3B90DBEE453F}" type="parTrans" cxnId="{0C3E8368-F217-4319-9339-9B95D082FBE2}">
      <dgm:prSet/>
      <dgm:spPr/>
      <dgm:t>
        <a:bodyPr/>
        <a:lstStyle/>
        <a:p>
          <a:endParaRPr lang="en-US"/>
        </a:p>
      </dgm:t>
    </dgm:pt>
    <dgm:pt modelId="{44957649-E78F-4D93-96FA-89E57771EBCC}" type="sibTrans" cxnId="{0C3E8368-F217-4319-9339-9B95D082FBE2}">
      <dgm:prSet/>
      <dgm:spPr/>
      <dgm:t>
        <a:bodyPr/>
        <a:lstStyle/>
        <a:p>
          <a:endParaRPr lang="en-US"/>
        </a:p>
      </dgm:t>
    </dgm:pt>
    <dgm:pt modelId="{0FBB7751-D9D8-497B-ADFC-C46699B2F2DE}">
      <dgm:prSet/>
      <dgm:spPr/>
      <dgm:t>
        <a:bodyPr/>
        <a:lstStyle/>
        <a:p>
          <a:pPr rtl="0"/>
          <a:r>
            <a:rPr lang="en-GB"/>
            <a:t>Markets</a:t>
          </a:r>
        </a:p>
      </dgm:t>
    </dgm:pt>
    <dgm:pt modelId="{D8F0AD85-C62B-4BDD-B3A1-113CBE05BD33}" type="parTrans" cxnId="{7F6B7DB3-B841-43A3-9E34-8D9159357EAC}">
      <dgm:prSet/>
      <dgm:spPr/>
      <dgm:t>
        <a:bodyPr/>
        <a:lstStyle/>
        <a:p>
          <a:endParaRPr lang="en-US"/>
        </a:p>
      </dgm:t>
    </dgm:pt>
    <dgm:pt modelId="{0193519C-305B-47C3-AC8E-125461952359}" type="sibTrans" cxnId="{7F6B7DB3-B841-43A3-9E34-8D9159357EAC}">
      <dgm:prSet/>
      <dgm:spPr/>
      <dgm:t>
        <a:bodyPr/>
        <a:lstStyle/>
        <a:p>
          <a:endParaRPr lang="en-US"/>
        </a:p>
      </dgm:t>
    </dgm:pt>
    <dgm:pt modelId="{DAA01C7D-D1FB-4B4F-8A0A-629E5396DCA2}">
      <dgm:prSet/>
      <dgm:spPr/>
      <dgm:t>
        <a:bodyPr/>
        <a:lstStyle/>
        <a:p>
          <a:pPr rtl="0"/>
          <a:r>
            <a:rPr lang="en-GB"/>
            <a:t>Products</a:t>
          </a:r>
        </a:p>
      </dgm:t>
    </dgm:pt>
    <dgm:pt modelId="{7119D97E-C38B-4916-9AEF-13A042816BA0}" type="parTrans" cxnId="{59859A45-DE8C-4F22-A46F-DEC38252D376}">
      <dgm:prSet/>
      <dgm:spPr/>
      <dgm:t>
        <a:bodyPr/>
        <a:lstStyle/>
        <a:p>
          <a:endParaRPr lang="en-US"/>
        </a:p>
      </dgm:t>
    </dgm:pt>
    <dgm:pt modelId="{29D95F9E-2BC3-4BCD-BB9D-9306537748A5}" type="sibTrans" cxnId="{59859A45-DE8C-4F22-A46F-DEC38252D376}">
      <dgm:prSet/>
      <dgm:spPr/>
      <dgm:t>
        <a:bodyPr/>
        <a:lstStyle/>
        <a:p>
          <a:endParaRPr lang="en-US"/>
        </a:p>
      </dgm:t>
    </dgm:pt>
    <dgm:pt modelId="{C4C8F847-2953-493A-8453-B6D83F5243B2}">
      <dgm:prSet/>
      <dgm:spPr/>
      <dgm:t>
        <a:bodyPr/>
        <a:lstStyle/>
        <a:p>
          <a:pPr rtl="0"/>
          <a:r>
            <a:rPr lang="en-GB"/>
            <a:t>Vendors/Suppliers</a:t>
          </a:r>
        </a:p>
      </dgm:t>
    </dgm:pt>
    <dgm:pt modelId="{0F329C46-A120-4794-977F-9ACD2A3FA63C}" type="parTrans" cxnId="{C79E0D49-2EA2-4F17-9340-B656BDFB1835}">
      <dgm:prSet/>
      <dgm:spPr/>
      <dgm:t>
        <a:bodyPr/>
        <a:lstStyle/>
        <a:p>
          <a:endParaRPr lang="en-US"/>
        </a:p>
      </dgm:t>
    </dgm:pt>
    <dgm:pt modelId="{A80BC4A7-AC3A-4C43-9041-25A8E3973374}" type="sibTrans" cxnId="{C79E0D49-2EA2-4F17-9340-B656BDFB1835}">
      <dgm:prSet/>
      <dgm:spPr/>
      <dgm:t>
        <a:bodyPr/>
        <a:lstStyle/>
        <a:p>
          <a:endParaRPr lang="en-US"/>
        </a:p>
      </dgm:t>
    </dgm:pt>
    <dgm:pt modelId="{C0D706D3-61B0-4F62-BB70-BAC855E17914}">
      <dgm:prSet/>
      <dgm:spPr/>
      <dgm:t>
        <a:bodyPr/>
        <a:lstStyle/>
        <a:p>
          <a:pPr rtl="0"/>
          <a:r>
            <a:rPr lang="en-GB"/>
            <a:t>Staff Management</a:t>
          </a:r>
        </a:p>
      </dgm:t>
    </dgm:pt>
    <dgm:pt modelId="{331CD763-68ED-4BD5-A395-73C6E6C4E397}" type="parTrans" cxnId="{64CCAC7C-FF73-418D-ABC9-1D6440BDB3B5}">
      <dgm:prSet/>
      <dgm:spPr/>
      <dgm:t>
        <a:bodyPr/>
        <a:lstStyle/>
        <a:p>
          <a:endParaRPr lang="en-US"/>
        </a:p>
      </dgm:t>
    </dgm:pt>
    <dgm:pt modelId="{C09FA4DE-3A37-4E3E-A46C-5769AD62744E}" type="sibTrans" cxnId="{64CCAC7C-FF73-418D-ABC9-1D6440BDB3B5}">
      <dgm:prSet/>
      <dgm:spPr/>
      <dgm:t>
        <a:bodyPr/>
        <a:lstStyle/>
        <a:p>
          <a:endParaRPr lang="en-US"/>
        </a:p>
      </dgm:t>
    </dgm:pt>
    <dgm:pt modelId="{FA2B4CE4-44BA-429C-A6E0-C36B1B5C8818}">
      <dgm:prSet/>
      <dgm:spPr/>
      <dgm:t>
        <a:bodyPr/>
        <a:lstStyle/>
        <a:p>
          <a:pPr rtl="0"/>
          <a:r>
            <a:rPr lang="en-GB"/>
            <a:t>Campaign</a:t>
          </a:r>
        </a:p>
      </dgm:t>
    </dgm:pt>
    <dgm:pt modelId="{D7E9D557-770F-4F5F-99B9-970804DD1101}" type="parTrans" cxnId="{C345E57A-18AC-40D6-824C-D60ACAB581F2}">
      <dgm:prSet/>
      <dgm:spPr/>
      <dgm:t>
        <a:bodyPr/>
        <a:lstStyle/>
        <a:p>
          <a:endParaRPr lang="en-US"/>
        </a:p>
      </dgm:t>
    </dgm:pt>
    <dgm:pt modelId="{AEC1EF00-0397-4A3B-B1A3-FE44F1BFB2FE}" type="sibTrans" cxnId="{C345E57A-18AC-40D6-824C-D60ACAB581F2}">
      <dgm:prSet/>
      <dgm:spPr/>
      <dgm:t>
        <a:bodyPr/>
        <a:lstStyle/>
        <a:p>
          <a:endParaRPr lang="en-US"/>
        </a:p>
      </dgm:t>
    </dgm:pt>
    <dgm:pt modelId="{042A933B-753A-4F77-AF06-BFC0DFBB9393}">
      <dgm:prSet/>
      <dgm:spPr/>
      <dgm:t>
        <a:bodyPr/>
        <a:lstStyle/>
        <a:p>
          <a:pPr rtl="0"/>
          <a:r>
            <a:rPr lang="en-GB"/>
            <a:t>Location Management</a:t>
          </a:r>
        </a:p>
      </dgm:t>
    </dgm:pt>
    <dgm:pt modelId="{E0074DF5-0881-42CA-8861-396BA7BB2756}" type="parTrans" cxnId="{F76AD36E-DBF6-475A-8561-4A6A7017D126}">
      <dgm:prSet/>
      <dgm:spPr/>
      <dgm:t>
        <a:bodyPr/>
        <a:lstStyle/>
        <a:p>
          <a:endParaRPr lang="en-US"/>
        </a:p>
      </dgm:t>
    </dgm:pt>
    <dgm:pt modelId="{1501FF8F-10F3-4FB3-86BC-14D775695FE5}" type="sibTrans" cxnId="{F76AD36E-DBF6-475A-8561-4A6A7017D126}">
      <dgm:prSet/>
      <dgm:spPr/>
      <dgm:t>
        <a:bodyPr/>
        <a:lstStyle/>
        <a:p>
          <a:endParaRPr lang="en-US"/>
        </a:p>
      </dgm:t>
    </dgm:pt>
    <dgm:pt modelId="{1733738F-C87A-430C-AD69-21CD3C277EE0}">
      <dgm:prSet/>
      <dgm:spPr/>
      <dgm:t>
        <a:bodyPr/>
        <a:lstStyle/>
        <a:p>
          <a:pPr rtl="0"/>
          <a:r>
            <a:rPr lang="en-GB"/>
            <a:t>Better insight into </a:t>
          </a:r>
        </a:p>
      </dgm:t>
    </dgm:pt>
    <dgm:pt modelId="{7AC8DDEA-E3AA-44F1-B042-93BDB9D2DDE5}" type="parTrans" cxnId="{FA66B22E-F461-4E65-8D83-6EB638CC9119}">
      <dgm:prSet/>
      <dgm:spPr/>
      <dgm:t>
        <a:bodyPr/>
        <a:lstStyle/>
        <a:p>
          <a:endParaRPr lang="en-US"/>
        </a:p>
      </dgm:t>
    </dgm:pt>
    <dgm:pt modelId="{C0534317-465A-4556-9FC0-B78FBC00AC44}" type="sibTrans" cxnId="{FA66B22E-F461-4E65-8D83-6EB638CC9119}">
      <dgm:prSet/>
      <dgm:spPr/>
      <dgm:t>
        <a:bodyPr/>
        <a:lstStyle/>
        <a:p>
          <a:endParaRPr lang="en-US"/>
        </a:p>
      </dgm:t>
    </dgm:pt>
    <dgm:pt modelId="{78181D41-4025-4CA8-BBC3-CA57062D219D}">
      <dgm:prSet/>
      <dgm:spPr/>
      <dgm:t>
        <a:bodyPr/>
        <a:lstStyle/>
        <a:p>
          <a:pPr rtl="0"/>
          <a:r>
            <a:rPr lang="en-GB"/>
            <a:t>What drives the business</a:t>
          </a:r>
        </a:p>
      </dgm:t>
    </dgm:pt>
    <dgm:pt modelId="{BB900D82-1550-4B44-B17E-863D5A8805C2}" type="parTrans" cxnId="{71D11C49-43FD-47E3-9D36-B40DB088848F}">
      <dgm:prSet/>
      <dgm:spPr/>
      <dgm:t>
        <a:bodyPr/>
        <a:lstStyle/>
        <a:p>
          <a:endParaRPr lang="en-US"/>
        </a:p>
      </dgm:t>
    </dgm:pt>
    <dgm:pt modelId="{6CD3128C-88F4-4DD3-A647-4637D08546A1}" type="sibTrans" cxnId="{71D11C49-43FD-47E3-9D36-B40DB088848F}">
      <dgm:prSet/>
      <dgm:spPr/>
      <dgm:t>
        <a:bodyPr/>
        <a:lstStyle/>
        <a:p>
          <a:endParaRPr lang="en-US"/>
        </a:p>
      </dgm:t>
    </dgm:pt>
    <dgm:pt modelId="{AEC8657A-C6D5-43C2-A4E8-77A34A7A0547}">
      <dgm:prSet/>
      <dgm:spPr/>
      <dgm:t>
        <a:bodyPr/>
        <a:lstStyle/>
        <a:p>
          <a:pPr rtl="0"/>
          <a:r>
            <a:rPr lang="en-GB"/>
            <a:t>Impact / Power of the weather </a:t>
          </a:r>
        </a:p>
      </dgm:t>
    </dgm:pt>
    <dgm:pt modelId="{9B05FA7B-978A-4FB7-A628-95C9E1FBFD2D}" type="parTrans" cxnId="{A497EA97-24CB-4790-A95F-98C8BC8EDE6A}">
      <dgm:prSet/>
      <dgm:spPr/>
      <dgm:t>
        <a:bodyPr/>
        <a:lstStyle/>
        <a:p>
          <a:endParaRPr lang="en-US"/>
        </a:p>
      </dgm:t>
    </dgm:pt>
    <dgm:pt modelId="{9FF0937E-E9C3-46FE-B59F-E94022F54C26}" type="sibTrans" cxnId="{A497EA97-24CB-4790-A95F-98C8BC8EDE6A}">
      <dgm:prSet/>
      <dgm:spPr/>
      <dgm:t>
        <a:bodyPr/>
        <a:lstStyle/>
        <a:p>
          <a:endParaRPr lang="en-US"/>
        </a:p>
      </dgm:t>
    </dgm:pt>
    <dgm:pt modelId="{AEBFBDA2-78B7-4B90-82FB-305C60E0A6C1}">
      <dgm:prSet/>
      <dgm:spPr/>
      <dgm:t>
        <a:bodyPr/>
        <a:lstStyle/>
        <a:p>
          <a:pPr rtl="0"/>
          <a:r>
            <a:rPr lang="en-GB" dirty="0"/>
            <a:t>The business and the consumer.</a:t>
          </a:r>
        </a:p>
      </dgm:t>
    </dgm:pt>
    <dgm:pt modelId="{7C698B0D-1A06-4D07-AF40-256FBC1EA96C}" type="parTrans" cxnId="{74D3ED08-018D-46D9-8992-95C6D138B531}">
      <dgm:prSet/>
      <dgm:spPr/>
      <dgm:t>
        <a:bodyPr/>
        <a:lstStyle/>
        <a:p>
          <a:endParaRPr lang="en-US"/>
        </a:p>
      </dgm:t>
    </dgm:pt>
    <dgm:pt modelId="{A278AC37-F6C3-484F-8C50-5C446C232B90}" type="sibTrans" cxnId="{74D3ED08-018D-46D9-8992-95C6D138B531}">
      <dgm:prSet/>
      <dgm:spPr/>
      <dgm:t>
        <a:bodyPr/>
        <a:lstStyle/>
        <a:p>
          <a:endParaRPr lang="en-US"/>
        </a:p>
      </dgm:t>
    </dgm:pt>
    <dgm:pt modelId="{9CFF1CEA-4EFF-49B8-B645-A1DA714BA316}" type="pres">
      <dgm:prSet presAssocID="{E465A86C-2B15-4C77-AE32-637AADB4BA93}" presName="theList" presStyleCnt="0">
        <dgm:presLayoutVars>
          <dgm:dir/>
          <dgm:animLvl val="lvl"/>
          <dgm:resizeHandles val="exact"/>
        </dgm:presLayoutVars>
      </dgm:prSet>
      <dgm:spPr/>
    </dgm:pt>
    <dgm:pt modelId="{32EC1E3B-5B41-4C4B-B496-B969A1E5517C}" type="pres">
      <dgm:prSet presAssocID="{8A1B25F3-7B94-43BD-BEE4-BFE3F563806C}" presName="compNode" presStyleCnt="0"/>
      <dgm:spPr/>
    </dgm:pt>
    <dgm:pt modelId="{C1D7B672-9BEF-47D5-89E8-CD38630EB7E8}" type="pres">
      <dgm:prSet presAssocID="{8A1B25F3-7B94-43BD-BEE4-BFE3F563806C}" presName="aNode" presStyleLbl="bgShp" presStyleIdx="0" presStyleCnt="2"/>
      <dgm:spPr/>
    </dgm:pt>
    <dgm:pt modelId="{FE37C81D-3894-45FA-B494-47D0DC0B34F4}" type="pres">
      <dgm:prSet presAssocID="{8A1B25F3-7B94-43BD-BEE4-BFE3F563806C}" presName="textNode" presStyleLbl="bgShp" presStyleIdx="0" presStyleCnt="2"/>
      <dgm:spPr/>
    </dgm:pt>
    <dgm:pt modelId="{2E9C775C-A1CB-42D0-8BD6-DC943CCC3278}" type="pres">
      <dgm:prSet presAssocID="{8A1B25F3-7B94-43BD-BEE4-BFE3F563806C}" presName="compChildNode" presStyleCnt="0"/>
      <dgm:spPr/>
    </dgm:pt>
    <dgm:pt modelId="{7FF8FDD8-0C80-4C5C-A7BB-C33CFFB24B82}" type="pres">
      <dgm:prSet presAssocID="{8A1B25F3-7B94-43BD-BEE4-BFE3F563806C}" presName="theInnerList" presStyleCnt="0"/>
      <dgm:spPr/>
    </dgm:pt>
    <dgm:pt modelId="{6BC58D9E-66C1-4821-A6B2-D53AA34D6D1E}" type="pres">
      <dgm:prSet presAssocID="{B44F8EFF-3C64-4403-BFFC-26DA23EE692F}" presName="childNode" presStyleLbl="node1" presStyleIdx="0" presStyleCnt="10">
        <dgm:presLayoutVars>
          <dgm:bulletEnabled val="1"/>
        </dgm:presLayoutVars>
      </dgm:prSet>
      <dgm:spPr/>
    </dgm:pt>
    <dgm:pt modelId="{A529566B-EE57-41A6-9250-F88EF1DC1549}" type="pres">
      <dgm:prSet presAssocID="{B44F8EFF-3C64-4403-BFFC-26DA23EE692F}" presName="aSpace2" presStyleCnt="0"/>
      <dgm:spPr/>
    </dgm:pt>
    <dgm:pt modelId="{76A386AD-316C-4CF2-89B3-E28068B85662}" type="pres">
      <dgm:prSet presAssocID="{0FBB7751-D9D8-497B-ADFC-C46699B2F2DE}" presName="childNode" presStyleLbl="node1" presStyleIdx="1" presStyleCnt="10">
        <dgm:presLayoutVars>
          <dgm:bulletEnabled val="1"/>
        </dgm:presLayoutVars>
      </dgm:prSet>
      <dgm:spPr/>
    </dgm:pt>
    <dgm:pt modelId="{6D70BBF1-B3C5-4877-98A6-DA89F8C6A32A}" type="pres">
      <dgm:prSet presAssocID="{0FBB7751-D9D8-497B-ADFC-C46699B2F2DE}" presName="aSpace2" presStyleCnt="0"/>
      <dgm:spPr/>
    </dgm:pt>
    <dgm:pt modelId="{435A9C8B-E53B-4288-B074-44BC301556BE}" type="pres">
      <dgm:prSet presAssocID="{DAA01C7D-D1FB-4B4F-8A0A-629E5396DCA2}" presName="childNode" presStyleLbl="node1" presStyleIdx="2" presStyleCnt="10">
        <dgm:presLayoutVars>
          <dgm:bulletEnabled val="1"/>
        </dgm:presLayoutVars>
      </dgm:prSet>
      <dgm:spPr/>
    </dgm:pt>
    <dgm:pt modelId="{71526C66-A83D-4D1C-8965-5884CA37C802}" type="pres">
      <dgm:prSet presAssocID="{DAA01C7D-D1FB-4B4F-8A0A-629E5396DCA2}" presName="aSpace2" presStyleCnt="0"/>
      <dgm:spPr/>
    </dgm:pt>
    <dgm:pt modelId="{0316B2A6-EDFE-4E37-9E0E-C1155C115D8A}" type="pres">
      <dgm:prSet presAssocID="{C4C8F847-2953-493A-8453-B6D83F5243B2}" presName="childNode" presStyleLbl="node1" presStyleIdx="3" presStyleCnt="10">
        <dgm:presLayoutVars>
          <dgm:bulletEnabled val="1"/>
        </dgm:presLayoutVars>
      </dgm:prSet>
      <dgm:spPr/>
    </dgm:pt>
    <dgm:pt modelId="{24874867-F6A4-4B1F-8FC0-3914F577A9B0}" type="pres">
      <dgm:prSet presAssocID="{C4C8F847-2953-493A-8453-B6D83F5243B2}" presName="aSpace2" presStyleCnt="0"/>
      <dgm:spPr/>
    </dgm:pt>
    <dgm:pt modelId="{50FBDADB-F025-4E72-9B93-A88FCDF3B3A5}" type="pres">
      <dgm:prSet presAssocID="{C0D706D3-61B0-4F62-BB70-BAC855E17914}" presName="childNode" presStyleLbl="node1" presStyleIdx="4" presStyleCnt="10">
        <dgm:presLayoutVars>
          <dgm:bulletEnabled val="1"/>
        </dgm:presLayoutVars>
      </dgm:prSet>
      <dgm:spPr/>
    </dgm:pt>
    <dgm:pt modelId="{705F6E08-D143-4EA2-AB20-916C330D0197}" type="pres">
      <dgm:prSet presAssocID="{C0D706D3-61B0-4F62-BB70-BAC855E17914}" presName="aSpace2" presStyleCnt="0"/>
      <dgm:spPr/>
    </dgm:pt>
    <dgm:pt modelId="{288AF6A5-4C3F-433D-B6FC-151D34F20999}" type="pres">
      <dgm:prSet presAssocID="{FA2B4CE4-44BA-429C-A6E0-C36B1B5C8818}" presName="childNode" presStyleLbl="node1" presStyleIdx="5" presStyleCnt="10">
        <dgm:presLayoutVars>
          <dgm:bulletEnabled val="1"/>
        </dgm:presLayoutVars>
      </dgm:prSet>
      <dgm:spPr/>
    </dgm:pt>
    <dgm:pt modelId="{5162F3C9-61C6-4C63-B663-11776573E238}" type="pres">
      <dgm:prSet presAssocID="{FA2B4CE4-44BA-429C-A6E0-C36B1B5C8818}" presName="aSpace2" presStyleCnt="0"/>
      <dgm:spPr/>
    </dgm:pt>
    <dgm:pt modelId="{20BD074F-0227-4120-8C3A-80D358431758}" type="pres">
      <dgm:prSet presAssocID="{042A933B-753A-4F77-AF06-BFC0DFBB9393}" presName="childNode" presStyleLbl="node1" presStyleIdx="6" presStyleCnt="10">
        <dgm:presLayoutVars>
          <dgm:bulletEnabled val="1"/>
        </dgm:presLayoutVars>
      </dgm:prSet>
      <dgm:spPr/>
    </dgm:pt>
    <dgm:pt modelId="{E363A0D4-53AF-48F1-91B4-703E590508D8}" type="pres">
      <dgm:prSet presAssocID="{8A1B25F3-7B94-43BD-BEE4-BFE3F563806C}" presName="aSpace" presStyleCnt="0"/>
      <dgm:spPr/>
    </dgm:pt>
    <dgm:pt modelId="{D524D677-F5CB-4B6A-9BA6-23A758C8C5F4}" type="pres">
      <dgm:prSet presAssocID="{1733738F-C87A-430C-AD69-21CD3C277EE0}" presName="compNode" presStyleCnt="0"/>
      <dgm:spPr/>
    </dgm:pt>
    <dgm:pt modelId="{82BAAB40-5BE2-4D1F-BC7F-5BDE46AF795A}" type="pres">
      <dgm:prSet presAssocID="{1733738F-C87A-430C-AD69-21CD3C277EE0}" presName="aNode" presStyleLbl="bgShp" presStyleIdx="1" presStyleCnt="2"/>
      <dgm:spPr/>
    </dgm:pt>
    <dgm:pt modelId="{B138BA43-5E94-481F-94B1-5E85CC221CD8}" type="pres">
      <dgm:prSet presAssocID="{1733738F-C87A-430C-AD69-21CD3C277EE0}" presName="textNode" presStyleLbl="bgShp" presStyleIdx="1" presStyleCnt="2"/>
      <dgm:spPr/>
    </dgm:pt>
    <dgm:pt modelId="{2003D727-0D2A-4004-A0E9-C532A0971A01}" type="pres">
      <dgm:prSet presAssocID="{1733738F-C87A-430C-AD69-21CD3C277EE0}" presName="compChildNode" presStyleCnt="0"/>
      <dgm:spPr/>
    </dgm:pt>
    <dgm:pt modelId="{41076ACB-7FC4-4C9D-8D5F-DEE6848A7F36}" type="pres">
      <dgm:prSet presAssocID="{1733738F-C87A-430C-AD69-21CD3C277EE0}" presName="theInnerList" presStyleCnt="0"/>
      <dgm:spPr/>
    </dgm:pt>
    <dgm:pt modelId="{87498C1D-E112-4E32-BB75-6176C336651A}" type="pres">
      <dgm:prSet presAssocID="{78181D41-4025-4CA8-BBC3-CA57062D219D}" presName="childNode" presStyleLbl="node1" presStyleIdx="7" presStyleCnt="10">
        <dgm:presLayoutVars>
          <dgm:bulletEnabled val="1"/>
        </dgm:presLayoutVars>
      </dgm:prSet>
      <dgm:spPr/>
    </dgm:pt>
    <dgm:pt modelId="{BE0EBB10-2ABE-45EE-B919-2778A3BF26B2}" type="pres">
      <dgm:prSet presAssocID="{78181D41-4025-4CA8-BBC3-CA57062D219D}" presName="aSpace2" presStyleCnt="0"/>
      <dgm:spPr/>
    </dgm:pt>
    <dgm:pt modelId="{16157773-7768-46AB-AFA8-09FDB3D61739}" type="pres">
      <dgm:prSet presAssocID="{AEC8657A-C6D5-43C2-A4E8-77A34A7A0547}" presName="childNode" presStyleLbl="node1" presStyleIdx="8" presStyleCnt="10">
        <dgm:presLayoutVars>
          <dgm:bulletEnabled val="1"/>
        </dgm:presLayoutVars>
      </dgm:prSet>
      <dgm:spPr/>
    </dgm:pt>
    <dgm:pt modelId="{C51EAEA3-77CE-41B6-B209-F9AA416C1CAC}" type="pres">
      <dgm:prSet presAssocID="{AEC8657A-C6D5-43C2-A4E8-77A34A7A0547}" presName="aSpace2" presStyleCnt="0"/>
      <dgm:spPr/>
    </dgm:pt>
    <dgm:pt modelId="{E6FF7193-2BE7-4325-972C-4ED5F0065C13}" type="pres">
      <dgm:prSet presAssocID="{AEBFBDA2-78B7-4B90-82FB-305C60E0A6C1}" presName="childNode" presStyleLbl="node1" presStyleIdx="9" presStyleCnt="10">
        <dgm:presLayoutVars>
          <dgm:bulletEnabled val="1"/>
        </dgm:presLayoutVars>
      </dgm:prSet>
      <dgm:spPr/>
    </dgm:pt>
  </dgm:ptLst>
  <dgm:cxnLst>
    <dgm:cxn modelId="{34169B03-D85B-40E9-9E3D-8E4922F08EB6}" type="presOf" srcId="{E465A86C-2B15-4C77-AE32-637AADB4BA93}" destId="{9CFF1CEA-4EFF-49B8-B645-A1DA714BA316}" srcOrd="0" destOrd="0" presId="urn:microsoft.com/office/officeart/2005/8/layout/lProcess2"/>
    <dgm:cxn modelId="{74D3ED08-018D-46D9-8992-95C6D138B531}" srcId="{1733738F-C87A-430C-AD69-21CD3C277EE0}" destId="{AEBFBDA2-78B7-4B90-82FB-305C60E0A6C1}" srcOrd="2" destOrd="0" parTransId="{7C698B0D-1A06-4D07-AF40-256FBC1EA96C}" sibTransId="{A278AC37-F6C3-484F-8C50-5C446C232B90}"/>
    <dgm:cxn modelId="{3F03901B-3A71-4542-BA4C-113FF7A7BA59}" type="presOf" srcId="{8A1B25F3-7B94-43BD-BEE4-BFE3F563806C}" destId="{FE37C81D-3894-45FA-B494-47D0DC0B34F4}" srcOrd="1" destOrd="0" presId="urn:microsoft.com/office/officeart/2005/8/layout/lProcess2"/>
    <dgm:cxn modelId="{7AC18921-EC92-4317-847C-2BF42A08F7A8}" type="presOf" srcId="{042A933B-753A-4F77-AF06-BFC0DFBB9393}" destId="{20BD074F-0227-4120-8C3A-80D358431758}" srcOrd="0" destOrd="0" presId="urn:microsoft.com/office/officeart/2005/8/layout/lProcess2"/>
    <dgm:cxn modelId="{AC6D672B-CF52-4258-8414-0982A5361A52}" type="presOf" srcId="{1733738F-C87A-430C-AD69-21CD3C277EE0}" destId="{82BAAB40-5BE2-4D1F-BC7F-5BDE46AF795A}" srcOrd="0" destOrd="0" presId="urn:microsoft.com/office/officeart/2005/8/layout/lProcess2"/>
    <dgm:cxn modelId="{FA66B22E-F461-4E65-8D83-6EB638CC9119}" srcId="{E465A86C-2B15-4C77-AE32-637AADB4BA93}" destId="{1733738F-C87A-430C-AD69-21CD3C277EE0}" srcOrd="1" destOrd="0" parTransId="{7AC8DDEA-E3AA-44F1-B042-93BDB9D2DDE5}" sibTransId="{C0534317-465A-4556-9FC0-B78FBC00AC44}"/>
    <dgm:cxn modelId="{3729072F-F79B-4898-912B-D956E8643221}" type="presOf" srcId="{8A1B25F3-7B94-43BD-BEE4-BFE3F563806C}" destId="{C1D7B672-9BEF-47D5-89E8-CD38630EB7E8}" srcOrd="0" destOrd="0" presId="urn:microsoft.com/office/officeart/2005/8/layout/lProcess2"/>
    <dgm:cxn modelId="{44F6783E-7C45-40FA-9DDE-395DA470613C}" type="presOf" srcId="{FA2B4CE4-44BA-429C-A6E0-C36B1B5C8818}" destId="{288AF6A5-4C3F-433D-B6FC-151D34F20999}" srcOrd="0" destOrd="0" presId="urn:microsoft.com/office/officeart/2005/8/layout/lProcess2"/>
    <dgm:cxn modelId="{59859A45-DE8C-4F22-A46F-DEC38252D376}" srcId="{8A1B25F3-7B94-43BD-BEE4-BFE3F563806C}" destId="{DAA01C7D-D1FB-4B4F-8A0A-629E5396DCA2}" srcOrd="2" destOrd="0" parTransId="{7119D97E-C38B-4916-9AEF-13A042816BA0}" sibTransId="{29D95F9E-2BC3-4BCD-BB9D-9306537748A5}"/>
    <dgm:cxn modelId="{0C3E8368-F217-4319-9339-9B95D082FBE2}" srcId="{8A1B25F3-7B94-43BD-BEE4-BFE3F563806C}" destId="{B44F8EFF-3C64-4403-BFFC-26DA23EE692F}" srcOrd="0" destOrd="0" parTransId="{91CECEB7-D2A2-430D-A43B-3B90DBEE453F}" sibTransId="{44957649-E78F-4D93-96FA-89E57771EBCC}"/>
    <dgm:cxn modelId="{C79E0D49-2EA2-4F17-9340-B656BDFB1835}" srcId="{8A1B25F3-7B94-43BD-BEE4-BFE3F563806C}" destId="{C4C8F847-2953-493A-8453-B6D83F5243B2}" srcOrd="3" destOrd="0" parTransId="{0F329C46-A120-4794-977F-9ACD2A3FA63C}" sibTransId="{A80BC4A7-AC3A-4C43-9041-25A8E3973374}"/>
    <dgm:cxn modelId="{71D11C49-43FD-47E3-9D36-B40DB088848F}" srcId="{1733738F-C87A-430C-AD69-21CD3C277EE0}" destId="{78181D41-4025-4CA8-BBC3-CA57062D219D}" srcOrd="0" destOrd="0" parTransId="{BB900D82-1550-4B44-B17E-863D5A8805C2}" sibTransId="{6CD3128C-88F4-4DD3-A647-4637D08546A1}"/>
    <dgm:cxn modelId="{F76AD36E-DBF6-475A-8561-4A6A7017D126}" srcId="{8A1B25F3-7B94-43BD-BEE4-BFE3F563806C}" destId="{042A933B-753A-4F77-AF06-BFC0DFBB9393}" srcOrd="6" destOrd="0" parTransId="{E0074DF5-0881-42CA-8861-396BA7BB2756}" sibTransId="{1501FF8F-10F3-4FB3-86BC-14D775695FE5}"/>
    <dgm:cxn modelId="{BA608571-B0AB-4948-80A3-6F3BC070D26F}" type="presOf" srcId="{AEC8657A-C6D5-43C2-A4E8-77A34A7A0547}" destId="{16157773-7768-46AB-AFA8-09FDB3D61739}" srcOrd="0" destOrd="0" presId="urn:microsoft.com/office/officeart/2005/8/layout/lProcess2"/>
    <dgm:cxn modelId="{C345E57A-18AC-40D6-824C-D60ACAB581F2}" srcId="{8A1B25F3-7B94-43BD-BEE4-BFE3F563806C}" destId="{FA2B4CE4-44BA-429C-A6E0-C36B1B5C8818}" srcOrd="5" destOrd="0" parTransId="{D7E9D557-770F-4F5F-99B9-970804DD1101}" sibTransId="{AEC1EF00-0397-4A3B-B1A3-FE44F1BFB2FE}"/>
    <dgm:cxn modelId="{64CCAC7C-FF73-418D-ABC9-1D6440BDB3B5}" srcId="{8A1B25F3-7B94-43BD-BEE4-BFE3F563806C}" destId="{C0D706D3-61B0-4F62-BB70-BAC855E17914}" srcOrd="4" destOrd="0" parTransId="{331CD763-68ED-4BD5-A395-73C6E6C4E397}" sibTransId="{C09FA4DE-3A37-4E3E-A46C-5769AD62744E}"/>
    <dgm:cxn modelId="{DCAE4394-293D-418B-96A4-FB545A9B9399}" type="presOf" srcId="{DAA01C7D-D1FB-4B4F-8A0A-629E5396DCA2}" destId="{435A9C8B-E53B-4288-B074-44BC301556BE}" srcOrd="0" destOrd="0" presId="urn:microsoft.com/office/officeart/2005/8/layout/lProcess2"/>
    <dgm:cxn modelId="{33B93696-BFEA-4CE5-B390-A46B7A279F6E}" type="presOf" srcId="{78181D41-4025-4CA8-BBC3-CA57062D219D}" destId="{87498C1D-E112-4E32-BB75-6176C336651A}" srcOrd="0" destOrd="0" presId="urn:microsoft.com/office/officeart/2005/8/layout/lProcess2"/>
    <dgm:cxn modelId="{A497EA97-24CB-4790-A95F-98C8BC8EDE6A}" srcId="{1733738F-C87A-430C-AD69-21CD3C277EE0}" destId="{AEC8657A-C6D5-43C2-A4E8-77A34A7A0547}" srcOrd="1" destOrd="0" parTransId="{9B05FA7B-978A-4FB7-A628-95C9E1FBFD2D}" sibTransId="{9FF0937E-E9C3-46FE-B59F-E94022F54C26}"/>
    <dgm:cxn modelId="{654CCDA5-C3F2-4452-9F87-7CD78681EDB8}" type="presOf" srcId="{0FBB7751-D9D8-497B-ADFC-C46699B2F2DE}" destId="{76A386AD-316C-4CF2-89B3-E28068B85662}" srcOrd="0" destOrd="0" presId="urn:microsoft.com/office/officeart/2005/8/layout/lProcess2"/>
    <dgm:cxn modelId="{7F6B7DB3-B841-43A3-9E34-8D9159357EAC}" srcId="{8A1B25F3-7B94-43BD-BEE4-BFE3F563806C}" destId="{0FBB7751-D9D8-497B-ADFC-C46699B2F2DE}" srcOrd="1" destOrd="0" parTransId="{D8F0AD85-C62B-4BDD-B3A1-113CBE05BD33}" sibTransId="{0193519C-305B-47C3-AC8E-125461952359}"/>
    <dgm:cxn modelId="{C3A9C5C5-B6FC-42B9-A714-C8EEC2E377E0}" type="presOf" srcId="{B44F8EFF-3C64-4403-BFFC-26DA23EE692F}" destId="{6BC58D9E-66C1-4821-A6B2-D53AA34D6D1E}" srcOrd="0" destOrd="0" presId="urn:microsoft.com/office/officeart/2005/8/layout/lProcess2"/>
    <dgm:cxn modelId="{89CE02D8-0445-4A26-9AE4-405D31ABC06B}" type="presOf" srcId="{C4C8F847-2953-493A-8453-B6D83F5243B2}" destId="{0316B2A6-EDFE-4E37-9E0E-C1155C115D8A}" srcOrd="0" destOrd="0" presId="urn:microsoft.com/office/officeart/2005/8/layout/lProcess2"/>
    <dgm:cxn modelId="{3F5F83DB-0CFE-42AD-BA9B-4FA13CAD68E5}" srcId="{E465A86C-2B15-4C77-AE32-637AADB4BA93}" destId="{8A1B25F3-7B94-43BD-BEE4-BFE3F563806C}" srcOrd="0" destOrd="0" parTransId="{BFBA0E9A-7796-4B35-85E4-6E82E5B839A8}" sibTransId="{6B1B16FB-C240-4572-849E-C805EBE3C5D7}"/>
    <dgm:cxn modelId="{C898AFE4-54DE-42F1-AA13-D2425ADEEFEA}" type="presOf" srcId="{1733738F-C87A-430C-AD69-21CD3C277EE0}" destId="{B138BA43-5E94-481F-94B1-5E85CC221CD8}" srcOrd="1" destOrd="0" presId="urn:microsoft.com/office/officeart/2005/8/layout/lProcess2"/>
    <dgm:cxn modelId="{BB218FFB-3308-4069-8609-023C9EFC3CAC}" type="presOf" srcId="{C0D706D3-61B0-4F62-BB70-BAC855E17914}" destId="{50FBDADB-F025-4E72-9B93-A88FCDF3B3A5}" srcOrd="0" destOrd="0" presId="urn:microsoft.com/office/officeart/2005/8/layout/lProcess2"/>
    <dgm:cxn modelId="{BDA31DFE-65C2-4C27-874E-93E5AFF593D3}" type="presOf" srcId="{AEBFBDA2-78B7-4B90-82FB-305C60E0A6C1}" destId="{E6FF7193-2BE7-4325-972C-4ED5F0065C13}" srcOrd="0" destOrd="0" presId="urn:microsoft.com/office/officeart/2005/8/layout/lProcess2"/>
    <dgm:cxn modelId="{8135402F-EB07-43E9-B18B-DC82EAEF1687}" type="presParOf" srcId="{9CFF1CEA-4EFF-49B8-B645-A1DA714BA316}" destId="{32EC1E3B-5B41-4C4B-B496-B969A1E5517C}" srcOrd="0" destOrd="0" presId="urn:microsoft.com/office/officeart/2005/8/layout/lProcess2"/>
    <dgm:cxn modelId="{9776AF46-1873-4306-8E08-993D2148E959}" type="presParOf" srcId="{32EC1E3B-5B41-4C4B-B496-B969A1E5517C}" destId="{C1D7B672-9BEF-47D5-89E8-CD38630EB7E8}" srcOrd="0" destOrd="0" presId="urn:microsoft.com/office/officeart/2005/8/layout/lProcess2"/>
    <dgm:cxn modelId="{196F864E-5B54-4FB4-8123-56FC4A985E4D}" type="presParOf" srcId="{32EC1E3B-5B41-4C4B-B496-B969A1E5517C}" destId="{FE37C81D-3894-45FA-B494-47D0DC0B34F4}" srcOrd="1" destOrd="0" presId="urn:microsoft.com/office/officeart/2005/8/layout/lProcess2"/>
    <dgm:cxn modelId="{2DCC7823-F789-4DED-AD75-33C7FA6D0D4E}" type="presParOf" srcId="{32EC1E3B-5B41-4C4B-B496-B969A1E5517C}" destId="{2E9C775C-A1CB-42D0-8BD6-DC943CCC3278}" srcOrd="2" destOrd="0" presId="urn:microsoft.com/office/officeart/2005/8/layout/lProcess2"/>
    <dgm:cxn modelId="{9390C11A-C254-498A-B17A-8202E2433159}" type="presParOf" srcId="{2E9C775C-A1CB-42D0-8BD6-DC943CCC3278}" destId="{7FF8FDD8-0C80-4C5C-A7BB-C33CFFB24B82}" srcOrd="0" destOrd="0" presId="urn:microsoft.com/office/officeart/2005/8/layout/lProcess2"/>
    <dgm:cxn modelId="{5DCB5C9A-9CE7-4C42-9963-D208AAEC48B7}" type="presParOf" srcId="{7FF8FDD8-0C80-4C5C-A7BB-C33CFFB24B82}" destId="{6BC58D9E-66C1-4821-A6B2-D53AA34D6D1E}" srcOrd="0" destOrd="0" presId="urn:microsoft.com/office/officeart/2005/8/layout/lProcess2"/>
    <dgm:cxn modelId="{5F351E63-DCAB-4DFF-9858-5F0661BAC3E5}" type="presParOf" srcId="{7FF8FDD8-0C80-4C5C-A7BB-C33CFFB24B82}" destId="{A529566B-EE57-41A6-9250-F88EF1DC1549}" srcOrd="1" destOrd="0" presId="urn:microsoft.com/office/officeart/2005/8/layout/lProcess2"/>
    <dgm:cxn modelId="{03581744-EE87-4744-999F-EE66407F121A}" type="presParOf" srcId="{7FF8FDD8-0C80-4C5C-A7BB-C33CFFB24B82}" destId="{76A386AD-316C-4CF2-89B3-E28068B85662}" srcOrd="2" destOrd="0" presId="urn:microsoft.com/office/officeart/2005/8/layout/lProcess2"/>
    <dgm:cxn modelId="{6A2AD37A-D720-4D85-B9AE-BC605B9EDFD7}" type="presParOf" srcId="{7FF8FDD8-0C80-4C5C-A7BB-C33CFFB24B82}" destId="{6D70BBF1-B3C5-4877-98A6-DA89F8C6A32A}" srcOrd="3" destOrd="0" presId="urn:microsoft.com/office/officeart/2005/8/layout/lProcess2"/>
    <dgm:cxn modelId="{6678D65F-0DAC-47A0-9F04-765017DC31E1}" type="presParOf" srcId="{7FF8FDD8-0C80-4C5C-A7BB-C33CFFB24B82}" destId="{435A9C8B-E53B-4288-B074-44BC301556BE}" srcOrd="4" destOrd="0" presId="urn:microsoft.com/office/officeart/2005/8/layout/lProcess2"/>
    <dgm:cxn modelId="{913B2442-2BFE-4CDA-B7B4-05E690DE56A2}" type="presParOf" srcId="{7FF8FDD8-0C80-4C5C-A7BB-C33CFFB24B82}" destId="{71526C66-A83D-4D1C-8965-5884CA37C802}" srcOrd="5" destOrd="0" presId="urn:microsoft.com/office/officeart/2005/8/layout/lProcess2"/>
    <dgm:cxn modelId="{39F562B0-44F5-4D69-893F-B107DDC2D954}" type="presParOf" srcId="{7FF8FDD8-0C80-4C5C-A7BB-C33CFFB24B82}" destId="{0316B2A6-EDFE-4E37-9E0E-C1155C115D8A}" srcOrd="6" destOrd="0" presId="urn:microsoft.com/office/officeart/2005/8/layout/lProcess2"/>
    <dgm:cxn modelId="{7879B2E3-EFDC-43D8-A694-95D688AF5D71}" type="presParOf" srcId="{7FF8FDD8-0C80-4C5C-A7BB-C33CFFB24B82}" destId="{24874867-F6A4-4B1F-8FC0-3914F577A9B0}" srcOrd="7" destOrd="0" presId="urn:microsoft.com/office/officeart/2005/8/layout/lProcess2"/>
    <dgm:cxn modelId="{4AAB1BB1-67DF-4D54-9BAB-6CFBD2EC62C7}" type="presParOf" srcId="{7FF8FDD8-0C80-4C5C-A7BB-C33CFFB24B82}" destId="{50FBDADB-F025-4E72-9B93-A88FCDF3B3A5}" srcOrd="8" destOrd="0" presId="urn:microsoft.com/office/officeart/2005/8/layout/lProcess2"/>
    <dgm:cxn modelId="{8795DEFD-8353-4AC3-8878-6B91FB49A1C1}" type="presParOf" srcId="{7FF8FDD8-0C80-4C5C-A7BB-C33CFFB24B82}" destId="{705F6E08-D143-4EA2-AB20-916C330D0197}" srcOrd="9" destOrd="0" presId="urn:microsoft.com/office/officeart/2005/8/layout/lProcess2"/>
    <dgm:cxn modelId="{79C9ED30-58D5-456C-B4AC-6AE2F0D3437D}" type="presParOf" srcId="{7FF8FDD8-0C80-4C5C-A7BB-C33CFFB24B82}" destId="{288AF6A5-4C3F-433D-B6FC-151D34F20999}" srcOrd="10" destOrd="0" presId="urn:microsoft.com/office/officeart/2005/8/layout/lProcess2"/>
    <dgm:cxn modelId="{986C58F3-4F02-40F8-8131-8C5908D33519}" type="presParOf" srcId="{7FF8FDD8-0C80-4C5C-A7BB-C33CFFB24B82}" destId="{5162F3C9-61C6-4C63-B663-11776573E238}" srcOrd="11" destOrd="0" presId="urn:microsoft.com/office/officeart/2005/8/layout/lProcess2"/>
    <dgm:cxn modelId="{28C33F47-3E3E-4500-A5C4-85B22630EA95}" type="presParOf" srcId="{7FF8FDD8-0C80-4C5C-A7BB-C33CFFB24B82}" destId="{20BD074F-0227-4120-8C3A-80D358431758}" srcOrd="12" destOrd="0" presId="urn:microsoft.com/office/officeart/2005/8/layout/lProcess2"/>
    <dgm:cxn modelId="{2DFB808B-1E8F-4425-B305-415752304E07}" type="presParOf" srcId="{9CFF1CEA-4EFF-49B8-B645-A1DA714BA316}" destId="{E363A0D4-53AF-48F1-91B4-703E590508D8}" srcOrd="1" destOrd="0" presId="urn:microsoft.com/office/officeart/2005/8/layout/lProcess2"/>
    <dgm:cxn modelId="{3380A359-5202-447C-9E54-0A3688363B96}" type="presParOf" srcId="{9CFF1CEA-4EFF-49B8-B645-A1DA714BA316}" destId="{D524D677-F5CB-4B6A-9BA6-23A758C8C5F4}" srcOrd="2" destOrd="0" presId="urn:microsoft.com/office/officeart/2005/8/layout/lProcess2"/>
    <dgm:cxn modelId="{8B085EA3-4A84-494D-984B-C8692737DF54}" type="presParOf" srcId="{D524D677-F5CB-4B6A-9BA6-23A758C8C5F4}" destId="{82BAAB40-5BE2-4D1F-BC7F-5BDE46AF795A}" srcOrd="0" destOrd="0" presId="urn:microsoft.com/office/officeart/2005/8/layout/lProcess2"/>
    <dgm:cxn modelId="{9E1B0C99-E832-4EB6-BDAD-5CD197FBF217}" type="presParOf" srcId="{D524D677-F5CB-4B6A-9BA6-23A758C8C5F4}" destId="{B138BA43-5E94-481F-94B1-5E85CC221CD8}" srcOrd="1" destOrd="0" presId="urn:microsoft.com/office/officeart/2005/8/layout/lProcess2"/>
    <dgm:cxn modelId="{C84746DA-EC32-4650-9B0F-A553A4D6CB3A}" type="presParOf" srcId="{D524D677-F5CB-4B6A-9BA6-23A758C8C5F4}" destId="{2003D727-0D2A-4004-A0E9-C532A0971A01}" srcOrd="2" destOrd="0" presId="urn:microsoft.com/office/officeart/2005/8/layout/lProcess2"/>
    <dgm:cxn modelId="{97AABD1F-A564-4567-A90D-542BCB3F10B1}" type="presParOf" srcId="{2003D727-0D2A-4004-A0E9-C532A0971A01}" destId="{41076ACB-7FC4-4C9D-8D5F-DEE6848A7F36}" srcOrd="0" destOrd="0" presId="urn:microsoft.com/office/officeart/2005/8/layout/lProcess2"/>
    <dgm:cxn modelId="{3F535020-8047-4647-9073-3D2F96E72829}" type="presParOf" srcId="{41076ACB-7FC4-4C9D-8D5F-DEE6848A7F36}" destId="{87498C1D-E112-4E32-BB75-6176C336651A}" srcOrd="0" destOrd="0" presId="urn:microsoft.com/office/officeart/2005/8/layout/lProcess2"/>
    <dgm:cxn modelId="{436D6D8B-25ED-4927-A484-5E18E3E8D3B9}" type="presParOf" srcId="{41076ACB-7FC4-4C9D-8D5F-DEE6848A7F36}" destId="{BE0EBB10-2ABE-45EE-B919-2778A3BF26B2}" srcOrd="1" destOrd="0" presId="urn:microsoft.com/office/officeart/2005/8/layout/lProcess2"/>
    <dgm:cxn modelId="{39EFA207-7F90-48C9-8E72-78ECAF6FF7AD}" type="presParOf" srcId="{41076ACB-7FC4-4C9D-8D5F-DEE6848A7F36}" destId="{16157773-7768-46AB-AFA8-09FDB3D61739}" srcOrd="2" destOrd="0" presId="urn:microsoft.com/office/officeart/2005/8/layout/lProcess2"/>
    <dgm:cxn modelId="{12672BC4-1138-42C9-BB0A-00D3EA34AAE6}" type="presParOf" srcId="{41076ACB-7FC4-4C9D-8D5F-DEE6848A7F36}" destId="{C51EAEA3-77CE-41B6-B209-F9AA416C1CAC}" srcOrd="3" destOrd="0" presId="urn:microsoft.com/office/officeart/2005/8/layout/lProcess2"/>
    <dgm:cxn modelId="{9163E380-ED62-464F-832A-7B657BB76A08}" type="presParOf" srcId="{41076ACB-7FC4-4C9D-8D5F-DEE6848A7F36}" destId="{E6FF7193-2BE7-4325-972C-4ED5F0065C13}"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7E8189-7A6A-4A29-861C-8AD242CE0C7C}" type="doc">
      <dgm:prSet loTypeId="urn:microsoft.com/office/officeart/2005/8/layout/lProcess2" loCatId="list" qsTypeId="urn:microsoft.com/office/officeart/2005/8/quickstyle/simple1" qsCatId="simple" csTypeId="urn:microsoft.com/office/officeart/2005/8/colors/colorful4" csCatId="colorful"/>
      <dgm:spPr/>
      <dgm:t>
        <a:bodyPr/>
        <a:lstStyle/>
        <a:p>
          <a:endParaRPr lang="en-US"/>
        </a:p>
      </dgm:t>
    </dgm:pt>
    <dgm:pt modelId="{60E4ECB3-B1C7-4D65-B49D-AB21EE8590E8}">
      <dgm:prSet/>
      <dgm:spPr/>
      <dgm:t>
        <a:bodyPr/>
        <a:lstStyle/>
        <a:p>
          <a:pPr rtl="0"/>
          <a:r>
            <a:rPr lang="en-GB"/>
            <a:t>Data Growth is characterised by </a:t>
          </a:r>
        </a:p>
      </dgm:t>
    </dgm:pt>
    <dgm:pt modelId="{4043CD10-4BBE-4FD2-B814-1A24DFA38535}" type="parTrans" cxnId="{F8E468CE-A9AF-451A-BF71-6AEC7AC1F5E4}">
      <dgm:prSet/>
      <dgm:spPr/>
      <dgm:t>
        <a:bodyPr/>
        <a:lstStyle/>
        <a:p>
          <a:endParaRPr lang="en-US"/>
        </a:p>
      </dgm:t>
    </dgm:pt>
    <dgm:pt modelId="{17EE65CC-C2D3-4B2B-8C66-894C643E37CD}" type="sibTrans" cxnId="{F8E468CE-A9AF-451A-BF71-6AEC7AC1F5E4}">
      <dgm:prSet/>
      <dgm:spPr/>
      <dgm:t>
        <a:bodyPr/>
        <a:lstStyle/>
        <a:p>
          <a:endParaRPr lang="en-US"/>
        </a:p>
      </dgm:t>
    </dgm:pt>
    <dgm:pt modelId="{45C75BB3-ED67-47EB-ACD0-12C2EEF334BB}">
      <dgm:prSet/>
      <dgm:spPr/>
      <dgm:t>
        <a:bodyPr/>
        <a:lstStyle/>
        <a:p>
          <a:pPr rtl="0"/>
          <a:r>
            <a:rPr lang="en-GB"/>
            <a:t>Volume (amount of Data), </a:t>
          </a:r>
        </a:p>
      </dgm:t>
    </dgm:pt>
    <dgm:pt modelId="{0D1FC4A7-7F5F-4733-A19D-A7EB4C30D7A5}" type="parTrans" cxnId="{B5B50BE6-99CE-463D-A158-48A62E710253}">
      <dgm:prSet/>
      <dgm:spPr/>
      <dgm:t>
        <a:bodyPr/>
        <a:lstStyle/>
        <a:p>
          <a:endParaRPr lang="en-US"/>
        </a:p>
      </dgm:t>
    </dgm:pt>
    <dgm:pt modelId="{F704F721-581B-475D-A6DF-06B3B159DFA3}" type="sibTrans" cxnId="{B5B50BE6-99CE-463D-A158-48A62E710253}">
      <dgm:prSet/>
      <dgm:spPr/>
      <dgm:t>
        <a:bodyPr/>
        <a:lstStyle/>
        <a:p>
          <a:endParaRPr lang="en-US"/>
        </a:p>
      </dgm:t>
    </dgm:pt>
    <dgm:pt modelId="{D760EE3A-F82D-4245-81EC-2B937C5579F4}">
      <dgm:prSet/>
      <dgm:spPr/>
      <dgm:t>
        <a:bodyPr/>
        <a:lstStyle/>
        <a:p>
          <a:pPr rtl="0"/>
          <a:r>
            <a:rPr lang="en-GB"/>
            <a:t>Velocity (speed of data in and out), </a:t>
          </a:r>
        </a:p>
      </dgm:t>
    </dgm:pt>
    <dgm:pt modelId="{0B6489F8-4141-4FBC-9B1B-8A3535D3A074}" type="parTrans" cxnId="{D5949FD9-C6E1-4320-BC62-10B3672EB2B2}">
      <dgm:prSet/>
      <dgm:spPr/>
      <dgm:t>
        <a:bodyPr/>
        <a:lstStyle/>
        <a:p>
          <a:endParaRPr lang="en-US"/>
        </a:p>
      </dgm:t>
    </dgm:pt>
    <dgm:pt modelId="{AE072EF7-E4F6-4D5B-B2FE-B466D7862EE4}" type="sibTrans" cxnId="{D5949FD9-C6E1-4320-BC62-10B3672EB2B2}">
      <dgm:prSet/>
      <dgm:spPr/>
      <dgm:t>
        <a:bodyPr/>
        <a:lstStyle/>
        <a:p>
          <a:endParaRPr lang="en-US"/>
        </a:p>
      </dgm:t>
    </dgm:pt>
    <dgm:pt modelId="{152DEA70-4518-45F1-AA21-8DFA6C749FFD}">
      <dgm:prSet/>
      <dgm:spPr/>
      <dgm:t>
        <a:bodyPr/>
        <a:lstStyle/>
        <a:p>
          <a:pPr rtl="0"/>
          <a:r>
            <a:rPr lang="en-GB"/>
            <a:t>Variety (range of data type and sources).</a:t>
          </a:r>
        </a:p>
      </dgm:t>
    </dgm:pt>
    <dgm:pt modelId="{2D173C7A-E51D-43B1-BF13-D752C5D7B179}" type="parTrans" cxnId="{BAAA4401-9CD1-4D82-A7E4-170F6B2005E3}">
      <dgm:prSet/>
      <dgm:spPr/>
      <dgm:t>
        <a:bodyPr/>
        <a:lstStyle/>
        <a:p>
          <a:endParaRPr lang="en-US"/>
        </a:p>
      </dgm:t>
    </dgm:pt>
    <dgm:pt modelId="{3928AAD2-890D-4258-9C58-C60766BCA0F2}" type="sibTrans" cxnId="{BAAA4401-9CD1-4D82-A7E4-170F6B2005E3}">
      <dgm:prSet/>
      <dgm:spPr/>
      <dgm:t>
        <a:bodyPr/>
        <a:lstStyle/>
        <a:p>
          <a:endParaRPr lang="en-US"/>
        </a:p>
      </dgm:t>
    </dgm:pt>
    <dgm:pt modelId="{146BA05C-525F-4B17-A172-A37FB247438B}">
      <dgm:prSet/>
      <dgm:spPr/>
      <dgm:t>
        <a:bodyPr/>
        <a:lstStyle/>
        <a:p>
          <a:pPr rtl="0"/>
          <a:r>
            <a:rPr lang="en-GB"/>
            <a:t>Business model transformation </a:t>
          </a:r>
        </a:p>
      </dgm:t>
    </dgm:pt>
    <dgm:pt modelId="{0865FE33-5590-41E8-8EA7-1B8C64341C08}" type="parTrans" cxnId="{B742BC6B-099D-440C-8A89-5FAEB68F7F11}">
      <dgm:prSet/>
      <dgm:spPr/>
      <dgm:t>
        <a:bodyPr/>
        <a:lstStyle/>
        <a:p>
          <a:endParaRPr lang="en-US"/>
        </a:p>
      </dgm:t>
    </dgm:pt>
    <dgm:pt modelId="{44BE0635-E0CF-482A-8703-BC8C82F1A1F2}" type="sibTrans" cxnId="{B742BC6B-099D-440C-8A89-5FAEB68F7F11}">
      <dgm:prSet/>
      <dgm:spPr/>
      <dgm:t>
        <a:bodyPr/>
        <a:lstStyle/>
        <a:p>
          <a:endParaRPr lang="en-US"/>
        </a:p>
      </dgm:t>
    </dgm:pt>
    <dgm:pt modelId="{685D9A87-7FBD-466C-A1FA-D1D78DEF770C}">
      <dgm:prSet/>
      <dgm:spPr/>
      <dgm:t>
        <a:bodyPr/>
        <a:lstStyle/>
        <a:p>
          <a:pPr rtl="0"/>
          <a:r>
            <a:rPr lang="en-GB"/>
            <a:t>Service oriented rather than product oriented. </a:t>
          </a:r>
        </a:p>
      </dgm:t>
    </dgm:pt>
    <dgm:pt modelId="{BA0EAB86-6A90-4E1E-95A0-B7597C153016}" type="parTrans" cxnId="{5424C6BB-B293-40FA-88F0-215457EA44ED}">
      <dgm:prSet/>
      <dgm:spPr/>
      <dgm:t>
        <a:bodyPr/>
        <a:lstStyle/>
        <a:p>
          <a:endParaRPr lang="en-US"/>
        </a:p>
      </dgm:t>
    </dgm:pt>
    <dgm:pt modelId="{39D3D04B-26B4-45A4-92BD-C2CB00462270}" type="sibTrans" cxnId="{5424C6BB-B293-40FA-88F0-215457EA44ED}">
      <dgm:prSet/>
      <dgm:spPr/>
      <dgm:t>
        <a:bodyPr/>
        <a:lstStyle/>
        <a:p>
          <a:endParaRPr lang="en-US"/>
        </a:p>
      </dgm:t>
    </dgm:pt>
    <dgm:pt modelId="{98E17876-ED44-424D-82C4-4F23302FF98A}">
      <dgm:prSet/>
      <dgm:spPr/>
      <dgm:t>
        <a:bodyPr/>
        <a:lstStyle/>
        <a:p>
          <a:pPr rtl="0"/>
          <a:r>
            <a:rPr lang="en-GB"/>
            <a:t>Success is measured by the customer satisfaction not by the usefulness of the product (?). </a:t>
          </a:r>
        </a:p>
      </dgm:t>
    </dgm:pt>
    <dgm:pt modelId="{2792E7A5-588E-4B74-80ED-602D337CD296}" type="parTrans" cxnId="{F39F264E-67F0-4F59-93C2-2447ED2EF4F7}">
      <dgm:prSet/>
      <dgm:spPr/>
      <dgm:t>
        <a:bodyPr/>
        <a:lstStyle/>
        <a:p>
          <a:endParaRPr lang="en-US"/>
        </a:p>
      </dgm:t>
    </dgm:pt>
    <dgm:pt modelId="{A0BE0E67-9FF5-42A7-B793-6F3528BA376D}" type="sibTrans" cxnId="{F39F264E-67F0-4F59-93C2-2447ED2EF4F7}">
      <dgm:prSet/>
      <dgm:spPr/>
      <dgm:t>
        <a:bodyPr/>
        <a:lstStyle/>
        <a:p>
          <a:endParaRPr lang="en-US"/>
        </a:p>
      </dgm:t>
    </dgm:pt>
    <dgm:pt modelId="{0405EAAC-D3A6-4E93-B611-D7488C275365}">
      <dgm:prSet/>
      <dgm:spPr/>
      <dgm:t>
        <a:bodyPr/>
        <a:lstStyle/>
        <a:p>
          <a:pPr rtl="0"/>
          <a:r>
            <a:rPr lang="en-GB"/>
            <a:t>Huge amount of supporting data is generated through various mediums. (Volume)</a:t>
          </a:r>
        </a:p>
      </dgm:t>
    </dgm:pt>
    <dgm:pt modelId="{247A28A1-8BF9-415B-BDEE-9F0F09973110}" type="parTrans" cxnId="{4D0FD24A-0278-4991-82FA-ABA2A008D8D1}">
      <dgm:prSet/>
      <dgm:spPr/>
      <dgm:t>
        <a:bodyPr/>
        <a:lstStyle/>
        <a:p>
          <a:endParaRPr lang="en-US"/>
        </a:p>
      </dgm:t>
    </dgm:pt>
    <dgm:pt modelId="{3AFDFEB2-2830-4443-B6B5-82E683A2F9FE}" type="sibTrans" cxnId="{4D0FD24A-0278-4991-82FA-ABA2A008D8D1}">
      <dgm:prSet/>
      <dgm:spPr/>
      <dgm:t>
        <a:bodyPr/>
        <a:lstStyle/>
        <a:p>
          <a:endParaRPr lang="en-US"/>
        </a:p>
      </dgm:t>
    </dgm:pt>
    <dgm:pt modelId="{5DD19020-9A68-46D1-B651-976A9412F365}">
      <dgm:prSet/>
      <dgm:spPr/>
      <dgm:t>
        <a:bodyPr/>
        <a:lstStyle/>
        <a:p>
          <a:pPr rtl="0"/>
          <a:r>
            <a:rPr lang="en-GB"/>
            <a:t>Globalisation: key trend, changed the format of the data. (Variety)</a:t>
          </a:r>
        </a:p>
      </dgm:t>
    </dgm:pt>
    <dgm:pt modelId="{655BA1BD-63FF-489A-A8CA-BA75832BB2F8}" type="parTrans" cxnId="{9876C6A2-D57C-48D9-A64C-082F530404C2}">
      <dgm:prSet/>
      <dgm:spPr/>
      <dgm:t>
        <a:bodyPr/>
        <a:lstStyle/>
        <a:p>
          <a:endParaRPr lang="en-US"/>
        </a:p>
      </dgm:t>
    </dgm:pt>
    <dgm:pt modelId="{1C97C5CF-5062-4B81-8525-88E5E41AF871}" type="sibTrans" cxnId="{9876C6A2-D57C-48D9-A64C-082F530404C2}">
      <dgm:prSet/>
      <dgm:spPr/>
      <dgm:t>
        <a:bodyPr/>
        <a:lstStyle/>
        <a:p>
          <a:endParaRPr lang="en-US"/>
        </a:p>
      </dgm:t>
    </dgm:pt>
    <dgm:pt modelId="{4F9E472A-C9CF-4BB1-859C-C784693A82F0}">
      <dgm:prSet/>
      <dgm:spPr/>
      <dgm:t>
        <a:bodyPr/>
        <a:lstStyle/>
        <a:p>
          <a:pPr rtl="0"/>
          <a:r>
            <a:rPr lang="en-GB"/>
            <a:t>Personalisation of services, generating data with every click. (Velocity)</a:t>
          </a:r>
        </a:p>
      </dgm:t>
    </dgm:pt>
    <dgm:pt modelId="{912A04A6-8E38-4FC8-8170-F7477BA23F2D}" type="parTrans" cxnId="{981BF6AF-E101-4D4C-9F7C-B515AC1BFECF}">
      <dgm:prSet/>
      <dgm:spPr/>
      <dgm:t>
        <a:bodyPr/>
        <a:lstStyle/>
        <a:p>
          <a:endParaRPr lang="en-US"/>
        </a:p>
      </dgm:t>
    </dgm:pt>
    <dgm:pt modelId="{2508CD35-EADE-4AE2-83A7-E273E700BA8F}" type="sibTrans" cxnId="{981BF6AF-E101-4D4C-9F7C-B515AC1BFECF}">
      <dgm:prSet/>
      <dgm:spPr/>
      <dgm:t>
        <a:bodyPr/>
        <a:lstStyle/>
        <a:p>
          <a:endParaRPr lang="en-US"/>
        </a:p>
      </dgm:t>
    </dgm:pt>
    <dgm:pt modelId="{51BC25D2-4D0B-4347-A5B8-36091DABA501}" type="pres">
      <dgm:prSet presAssocID="{3C7E8189-7A6A-4A29-861C-8AD242CE0C7C}" presName="theList" presStyleCnt="0">
        <dgm:presLayoutVars>
          <dgm:dir/>
          <dgm:animLvl val="lvl"/>
          <dgm:resizeHandles val="exact"/>
        </dgm:presLayoutVars>
      </dgm:prSet>
      <dgm:spPr/>
    </dgm:pt>
    <dgm:pt modelId="{2325EDA2-3693-4C67-8FF6-CAED62894F54}" type="pres">
      <dgm:prSet presAssocID="{60E4ECB3-B1C7-4D65-B49D-AB21EE8590E8}" presName="compNode" presStyleCnt="0"/>
      <dgm:spPr/>
    </dgm:pt>
    <dgm:pt modelId="{C0D9AC49-2D24-4C7B-AB72-219DC127D147}" type="pres">
      <dgm:prSet presAssocID="{60E4ECB3-B1C7-4D65-B49D-AB21EE8590E8}" presName="aNode" presStyleLbl="bgShp" presStyleIdx="0" presStyleCnt="2"/>
      <dgm:spPr/>
    </dgm:pt>
    <dgm:pt modelId="{C2352352-2B49-44AF-BE33-66DFB6F53AB6}" type="pres">
      <dgm:prSet presAssocID="{60E4ECB3-B1C7-4D65-B49D-AB21EE8590E8}" presName="textNode" presStyleLbl="bgShp" presStyleIdx="0" presStyleCnt="2"/>
      <dgm:spPr/>
    </dgm:pt>
    <dgm:pt modelId="{6668838B-B8C5-4D67-84B1-4BAE5E1D1A7D}" type="pres">
      <dgm:prSet presAssocID="{60E4ECB3-B1C7-4D65-B49D-AB21EE8590E8}" presName="compChildNode" presStyleCnt="0"/>
      <dgm:spPr/>
    </dgm:pt>
    <dgm:pt modelId="{C6732841-EA8C-4D08-8BA3-80364FA754F1}" type="pres">
      <dgm:prSet presAssocID="{60E4ECB3-B1C7-4D65-B49D-AB21EE8590E8}" presName="theInnerList" presStyleCnt="0"/>
      <dgm:spPr/>
    </dgm:pt>
    <dgm:pt modelId="{DD4D8738-B365-4CA0-A358-434B8095CDDB}" type="pres">
      <dgm:prSet presAssocID="{45C75BB3-ED67-47EB-ACD0-12C2EEF334BB}" presName="childNode" presStyleLbl="node1" presStyleIdx="0" presStyleCnt="8">
        <dgm:presLayoutVars>
          <dgm:bulletEnabled val="1"/>
        </dgm:presLayoutVars>
      </dgm:prSet>
      <dgm:spPr/>
    </dgm:pt>
    <dgm:pt modelId="{FA193498-4881-476D-8EDC-3B6069D23AB7}" type="pres">
      <dgm:prSet presAssocID="{45C75BB3-ED67-47EB-ACD0-12C2EEF334BB}" presName="aSpace2" presStyleCnt="0"/>
      <dgm:spPr/>
    </dgm:pt>
    <dgm:pt modelId="{9F2861F5-9FBF-4767-94E8-01C9C1EB881B}" type="pres">
      <dgm:prSet presAssocID="{D760EE3A-F82D-4245-81EC-2B937C5579F4}" presName="childNode" presStyleLbl="node1" presStyleIdx="1" presStyleCnt="8">
        <dgm:presLayoutVars>
          <dgm:bulletEnabled val="1"/>
        </dgm:presLayoutVars>
      </dgm:prSet>
      <dgm:spPr/>
    </dgm:pt>
    <dgm:pt modelId="{991B06B0-BB95-4623-9571-B5066789789F}" type="pres">
      <dgm:prSet presAssocID="{D760EE3A-F82D-4245-81EC-2B937C5579F4}" presName="aSpace2" presStyleCnt="0"/>
      <dgm:spPr/>
    </dgm:pt>
    <dgm:pt modelId="{B7C6EF0C-315D-49CC-BAFA-689774698F8E}" type="pres">
      <dgm:prSet presAssocID="{152DEA70-4518-45F1-AA21-8DFA6C749FFD}" presName="childNode" presStyleLbl="node1" presStyleIdx="2" presStyleCnt="8">
        <dgm:presLayoutVars>
          <dgm:bulletEnabled val="1"/>
        </dgm:presLayoutVars>
      </dgm:prSet>
      <dgm:spPr/>
    </dgm:pt>
    <dgm:pt modelId="{B45AFB40-C1CC-4C86-A4B4-F391371AF529}" type="pres">
      <dgm:prSet presAssocID="{60E4ECB3-B1C7-4D65-B49D-AB21EE8590E8}" presName="aSpace" presStyleCnt="0"/>
      <dgm:spPr/>
    </dgm:pt>
    <dgm:pt modelId="{175DEC7D-F270-44A7-B0C5-84CCEBF4B254}" type="pres">
      <dgm:prSet presAssocID="{146BA05C-525F-4B17-A172-A37FB247438B}" presName="compNode" presStyleCnt="0"/>
      <dgm:spPr/>
    </dgm:pt>
    <dgm:pt modelId="{A165E002-0178-49DF-A6BA-30D788FB54F2}" type="pres">
      <dgm:prSet presAssocID="{146BA05C-525F-4B17-A172-A37FB247438B}" presName="aNode" presStyleLbl="bgShp" presStyleIdx="1" presStyleCnt="2"/>
      <dgm:spPr/>
    </dgm:pt>
    <dgm:pt modelId="{C6158D78-FF2B-48FE-A31D-F5CE187CAED1}" type="pres">
      <dgm:prSet presAssocID="{146BA05C-525F-4B17-A172-A37FB247438B}" presName="textNode" presStyleLbl="bgShp" presStyleIdx="1" presStyleCnt="2"/>
      <dgm:spPr/>
    </dgm:pt>
    <dgm:pt modelId="{3DBCDF96-E3FD-4349-856F-EB3882ABA4C7}" type="pres">
      <dgm:prSet presAssocID="{146BA05C-525F-4B17-A172-A37FB247438B}" presName="compChildNode" presStyleCnt="0"/>
      <dgm:spPr/>
    </dgm:pt>
    <dgm:pt modelId="{68211C3F-0983-4E3E-807D-95D8111EFB6C}" type="pres">
      <dgm:prSet presAssocID="{146BA05C-525F-4B17-A172-A37FB247438B}" presName="theInnerList" presStyleCnt="0"/>
      <dgm:spPr/>
    </dgm:pt>
    <dgm:pt modelId="{A75F8B0C-AFAD-463A-ABB0-CA463066539F}" type="pres">
      <dgm:prSet presAssocID="{685D9A87-7FBD-466C-A1FA-D1D78DEF770C}" presName="childNode" presStyleLbl="node1" presStyleIdx="3" presStyleCnt="8">
        <dgm:presLayoutVars>
          <dgm:bulletEnabled val="1"/>
        </dgm:presLayoutVars>
      </dgm:prSet>
      <dgm:spPr/>
    </dgm:pt>
    <dgm:pt modelId="{1AE196F0-65CF-49D9-8C03-65F465016404}" type="pres">
      <dgm:prSet presAssocID="{685D9A87-7FBD-466C-A1FA-D1D78DEF770C}" presName="aSpace2" presStyleCnt="0"/>
      <dgm:spPr/>
    </dgm:pt>
    <dgm:pt modelId="{534A7718-EA16-4226-8A49-AAA8CEA69661}" type="pres">
      <dgm:prSet presAssocID="{98E17876-ED44-424D-82C4-4F23302FF98A}" presName="childNode" presStyleLbl="node1" presStyleIdx="4" presStyleCnt="8">
        <dgm:presLayoutVars>
          <dgm:bulletEnabled val="1"/>
        </dgm:presLayoutVars>
      </dgm:prSet>
      <dgm:spPr/>
    </dgm:pt>
    <dgm:pt modelId="{22D4821C-EE73-4B8A-9070-AF740B16ECBE}" type="pres">
      <dgm:prSet presAssocID="{98E17876-ED44-424D-82C4-4F23302FF98A}" presName="aSpace2" presStyleCnt="0"/>
      <dgm:spPr/>
    </dgm:pt>
    <dgm:pt modelId="{CC536129-0148-4630-9B72-057A7AC99D56}" type="pres">
      <dgm:prSet presAssocID="{0405EAAC-D3A6-4E93-B611-D7488C275365}" presName="childNode" presStyleLbl="node1" presStyleIdx="5" presStyleCnt="8">
        <dgm:presLayoutVars>
          <dgm:bulletEnabled val="1"/>
        </dgm:presLayoutVars>
      </dgm:prSet>
      <dgm:spPr/>
    </dgm:pt>
    <dgm:pt modelId="{A5FE1BD7-6ADB-4A4C-A584-4A9622D7330B}" type="pres">
      <dgm:prSet presAssocID="{0405EAAC-D3A6-4E93-B611-D7488C275365}" presName="aSpace2" presStyleCnt="0"/>
      <dgm:spPr/>
    </dgm:pt>
    <dgm:pt modelId="{7D41A10F-3231-46C1-B6EE-514DAFD61D5D}" type="pres">
      <dgm:prSet presAssocID="{5DD19020-9A68-46D1-B651-976A9412F365}" presName="childNode" presStyleLbl="node1" presStyleIdx="6" presStyleCnt="8">
        <dgm:presLayoutVars>
          <dgm:bulletEnabled val="1"/>
        </dgm:presLayoutVars>
      </dgm:prSet>
      <dgm:spPr/>
    </dgm:pt>
    <dgm:pt modelId="{06AECED9-F417-4C6E-951F-8AFE8CCE7146}" type="pres">
      <dgm:prSet presAssocID="{5DD19020-9A68-46D1-B651-976A9412F365}" presName="aSpace2" presStyleCnt="0"/>
      <dgm:spPr/>
    </dgm:pt>
    <dgm:pt modelId="{7737A8CF-E049-42DA-BBCD-B5CFF7FB8723}" type="pres">
      <dgm:prSet presAssocID="{4F9E472A-C9CF-4BB1-859C-C784693A82F0}" presName="childNode" presStyleLbl="node1" presStyleIdx="7" presStyleCnt="8">
        <dgm:presLayoutVars>
          <dgm:bulletEnabled val="1"/>
        </dgm:presLayoutVars>
      </dgm:prSet>
      <dgm:spPr/>
    </dgm:pt>
  </dgm:ptLst>
  <dgm:cxnLst>
    <dgm:cxn modelId="{BAAA4401-9CD1-4D82-A7E4-170F6B2005E3}" srcId="{60E4ECB3-B1C7-4D65-B49D-AB21EE8590E8}" destId="{152DEA70-4518-45F1-AA21-8DFA6C749FFD}" srcOrd="2" destOrd="0" parTransId="{2D173C7A-E51D-43B1-BF13-D752C5D7B179}" sibTransId="{3928AAD2-890D-4258-9C58-C60766BCA0F2}"/>
    <dgm:cxn modelId="{7BB30304-4E19-4363-9486-22CF65403A4E}" type="presOf" srcId="{D760EE3A-F82D-4245-81EC-2B937C5579F4}" destId="{9F2861F5-9FBF-4767-94E8-01C9C1EB881B}" srcOrd="0" destOrd="0" presId="urn:microsoft.com/office/officeart/2005/8/layout/lProcess2"/>
    <dgm:cxn modelId="{836FE41B-A4BA-42BE-9B3A-64EE88FBBED4}" type="presOf" srcId="{685D9A87-7FBD-466C-A1FA-D1D78DEF770C}" destId="{A75F8B0C-AFAD-463A-ABB0-CA463066539F}" srcOrd="0" destOrd="0" presId="urn:microsoft.com/office/officeart/2005/8/layout/lProcess2"/>
    <dgm:cxn modelId="{DD951820-577B-44CF-8C99-F6B05A07344E}" type="presOf" srcId="{3C7E8189-7A6A-4A29-861C-8AD242CE0C7C}" destId="{51BC25D2-4D0B-4347-A5B8-36091DABA501}" srcOrd="0" destOrd="0" presId="urn:microsoft.com/office/officeart/2005/8/layout/lProcess2"/>
    <dgm:cxn modelId="{9D7CD021-04C8-43C4-8297-C37C3C8C4326}" type="presOf" srcId="{152DEA70-4518-45F1-AA21-8DFA6C749FFD}" destId="{B7C6EF0C-315D-49CC-BAFA-689774698F8E}" srcOrd="0" destOrd="0" presId="urn:microsoft.com/office/officeart/2005/8/layout/lProcess2"/>
    <dgm:cxn modelId="{76B61731-2815-403F-BC56-491CD804CEE0}" type="presOf" srcId="{5DD19020-9A68-46D1-B651-976A9412F365}" destId="{7D41A10F-3231-46C1-B6EE-514DAFD61D5D}" srcOrd="0" destOrd="0" presId="urn:microsoft.com/office/officeart/2005/8/layout/lProcess2"/>
    <dgm:cxn modelId="{C84B2437-8564-4D02-97E3-7D6CC5FA28DD}" type="presOf" srcId="{45C75BB3-ED67-47EB-ACD0-12C2EEF334BB}" destId="{DD4D8738-B365-4CA0-A358-434B8095CDDB}" srcOrd="0" destOrd="0" presId="urn:microsoft.com/office/officeart/2005/8/layout/lProcess2"/>
    <dgm:cxn modelId="{B8319F62-1D9B-452C-ABED-6C7540DFCC05}" type="presOf" srcId="{146BA05C-525F-4B17-A172-A37FB247438B}" destId="{C6158D78-FF2B-48FE-A31D-F5CE187CAED1}" srcOrd="1" destOrd="0" presId="urn:microsoft.com/office/officeart/2005/8/layout/lProcess2"/>
    <dgm:cxn modelId="{4D0FD24A-0278-4991-82FA-ABA2A008D8D1}" srcId="{146BA05C-525F-4B17-A172-A37FB247438B}" destId="{0405EAAC-D3A6-4E93-B611-D7488C275365}" srcOrd="2" destOrd="0" parTransId="{247A28A1-8BF9-415B-BDEE-9F0F09973110}" sibTransId="{3AFDFEB2-2830-4443-B6B5-82E683A2F9FE}"/>
    <dgm:cxn modelId="{B742BC6B-099D-440C-8A89-5FAEB68F7F11}" srcId="{3C7E8189-7A6A-4A29-861C-8AD242CE0C7C}" destId="{146BA05C-525F-4B17-A172-A37FB247438B}" srcOrd="1" destOrd="0" parTransId="{0865FE33-5590-41E8-8EA7-1B8C64341C08}" sibTransId="{44BE0635-E0CF-482A-8703-BC8C82F1A1F2}"/>
    <dgm:cxn modelId="{F39F264E-67F0-4F59-93C2-2447ED2EF4F7}" srcId="{146BA05C-525F-4B17-A172-A37FB247438B}" destId="{98E17876-ED44-424D-82C4-4F23302FF98A}" srcOrd="1" destOrd="0" parTransId="{2792E7A5-588E-4B74-80ED-602D337CD296}" sibTransId="{A0BE0E67-9FF5-42A7-B793-6F3528BA376D}"/>
    <dgm:cxn modelId="{4E988990-F526-41FB-9B00-E1A0FD1777CF}" type="presOf" srcId="{4F9E472A-C9CF-4BB1-859C-C784693A82F0}" destId="{7737A8CF-E049-42DA-BBCD-B5CFF7FB8723}" srcOrd="0" destOrd="0" presId="urn:microsoft.com/office/officeart/2005/8/layout/lProcess2"/>
    <dgm:cxn modelId="{DBFB519A-3F06-4EE9-8372-E9EE751537C0}" type="presOf" srcId="{146BA05C-525F-4B17-A172-A37FB247438B}" destId="{A165E002-0178-49DF-A6BA-30D788FB54F2}" srcOrd="0" destOrd="0" presId="urn:microsoft.com/office/officeart/2005/8/layout/lProcess2"/>
    <dgm:cxn modelId="{9876C6A2-D57C-48D9-A64C-082F530404C2}" srcId="{146BA05C-525F-4B17-A172-A37FB247438B}" destId="{5DD19020-9A68-46D1-B651-976A9412F365}" srcOrd="3" destOrd="0" parTransId="{655BA1BD-63FF-489A-A8CA-BA75832BB2F8}" sibTransId="{1C97C5CF-5062-4B81-8525-88E5E41AF871}"/>
    <dgm:cxn modelId="{981BF6AF-E101-4D4C-9F7C-B515AC1BFECF}" srcId="{146BA05C-525F-4B17-A172-A37FB247438B}" destId="{4F9E472A-C9CF-4BB1-859C-C784693A82F0}" srcOrd="4" destOrd="0" parTransId="{912A04A6-8E38-4FC8-8170-F7477BA23F2D}" sibTransId="{2508CD35-EADE-4AE2-83A7-E273E700BA8F}"/>
    <dgm:cxn modelId="{5424C6BB-B293-40FA-88F0-215457EA44ED}" srcId="{146BA05C-525F-4B17-A172-A37FB247438B}" destId="{685D9A87-7FBD-466C-A1FA-D1D78DEF770C}" srcOrd="0" destOrd="0" parTransId="{BA0EAB86-6A90-4E1E-95A0-B7597C153016}" sibTransId="{39D3D04B-26B4-45A4-92BD-C2CB00462270}"/>
    <dgm:cxn modelId="{5D2767C5-85AE-4022-B02F-EAEDBA070E44}" type="presOf" srcId="{0405EAAC-D3A6-4E93-B611-D7488C275365}" destId="{CC536129-0148-4630-9B72-057A7AC99D56}" srcOrd="0" destOrd="0" presId="urn:microsoft.com/office/officeart/2005/8/layout/lProcess2"/>
    <dgm:cxn modelId="{E5A817CC-E2EB-4F8B-B227-628C6CA7B5D9}" type="presOf" srcId="{60E4ECB3-B1C7-4D65-B49D-AB21EE8590E8}" destId="{C2352352-2B49-44AF-BE33-66DFB6F53AB6}" srcOrd="1" destOrd="0" presId="urn:microsoft.com/office/officeart/2005/8/layout/lProcess2"/>
    <dgm:cxn modelId="{F8E468CE-A9AF-451A-BF71-6AEC7AC1F5E4}" srcId="{3C7E8189-7A6A-4A29-861C-8AD242CE0C7C}" destId="{60E4ECB3-B1C7-4D65-B49D-AB21EE8590E8}" srcOrd="0" destOrd="0" parTransId="{4043CD10-4BBE-4FD2-B814-1A24DFA38535}" sibTransId="{17EE65CC-C2D3-4B2B-8C66-894C643E37CD}"/>
    <dgm:cxn modelId="{3473C3CF-5EB0-46A4-8D14-6333DB60793E}" type="presOf" srcId="{98E17876-ED44-424D-82C4-4F23302FF98A}" destId="{534A7718-EA16-4226-8A49-AAA8CEA69661}" srcOrd="0" destOrd="0" presId="urn:microsoft.com/office/officeart/2005/8/layout/lProcess2"/>
    <dgm:cxn modelId="{D5949FD9-C6E1-4320-BC62-10B3672EB2B2}" srcId="{60E4ECB3-B1C7-4D65-B49D-AB21EE8590E8}" destId="{D760EE3A-F82D-4245-81EC-2B937C5579F4}" srcOrd="1" destOrd="0" parTransId="{0B6489F8-4141-4FBC-9B1B-8A3535D3A074}" sibTransId="{AE072EF7-E4F6-4D5B-B2FE-B466D7862EE4}"/>
    <dgm:cxn modelId="{B5B50BE6-99CE-463D-A158-48A62E710253}" srcId="{60E4ECB3-B1C7-4D65-B49D-AB21EE8590E8}" destId="{45C75BB3-ED67-47EB-ACD0-12C2EEF334BB}" srcOrd="0" destOrd="0" parTransId="{0D1FC4A7-7F5F-4733-A19D-A7EB4C30D7A5}" sibTransId="{F704F721-581B-475D-A6DF-06B3B159DFA3}"/>
    <dgm:cxn modelId="{0271DEF0-E8F8-4E62-BAD2-99F34E635260}" type="presOf" srcId="{60E4ECB3-B1C7-4D65-B49D-AB21EE8590E8}" destId="{C0D9AC49-2D24-4C7B-AB72-219DC127D147}" srcOrd="0" destOrd="0" presId="urn:microsoft.com/office/officeart/2005/8/layout/lProcess2"/>
    <dgm:cxn modelId="{1C74FF59-602E-4DAE-B690-70B9FDD265D5}" type="presParOf" srcId="{51BC25D2-4D0B-4347-A5B8-36091DABA501}" destId="{2325EDA2-3693-4C67-8FF6-CAED62894F54}" srcOrd="0" destOrd="0" presId="urn:microsoft.com/office/officeart/2005/8/layout/lProcess2"/>
    <dgm:cxn modelId="{D2BDB85C-D14F-461E-9E42-3E16B98B11CC}" type="presParOf" srcId="{2325EDA2-3693-4C67-8FF6-CAED62894F54}" destId="{C0D9AC49-2D24-4C7B-AB72-219DC127D147}" srcOrd="0" destOrd="0" presId="urn:microsoft.com/office/officeart/2005/8/layout/lProcess2"/>
    <dgm:cxn modelId="{41F06B66-E2D7-4504-AA14-71A595F06A9E}" type="presParOf" srcId="{2325EDA2-3693-4C67-8FF6-CAED62894F54}" destId="{C2352352-2B49-44AF-BE33-66DFB6F53AB6}" srcOrd="1" destOrd="0" presId="urn:microsoft.com/office/officeart/2005/8/layout/lProcess2"/>
    <dgm:cxn modelId="{5E6A62E7-DF73-40EF-AAEB-7BDD88A9C4BD}" type="presParOf" srcId="{2325EDA2-3693-4C67-8FF6-CAED62894F54}" destId="{6668838B-B8C5-4D67-84B1-4BAE5E1D1A7D}" srcOrd="2" destOrd="0" presId="urn:microsoft.com/office/officeart/2005/8/layout/lProcess2"/>
    <dgm:cxn modelId="{63BD1335-374C-4E8A-885A-5C2C8164102C}" type="presParOf" srcId="{6668838B-B8C5-4D67-84B1-4BAE5E1D1A7D}" destId="{C6732841-EA8C-4D08-8BA3-80364FA754F1}" srcOrd="0" destOrd="0" presId="urn:microsoft.com/office/officeart/2005/8/layout/lProcess2"/>
    <dgm:cxn modelId="{1D26DE4F-50BE-4D7B-97FE-C73CFEC178A2}" type="presParOf" srcId="{C6732841-EA8C-4D08-8BA3-80364FA754F1}" destId="{DD4D8738-B365-4CA0-A358-434B8095CDDB}" srcOrd="0" destOrd="0" presId="urn:microsoft.com/office/officeart/2005/8/layout/lProcess2"/>
    <dgm:cxn modelId="{ABDBB923-02C3-48DE-AC51-E467848C3042}" type="presParOf" srcId="{C6732841-EA8C-4D08-8BA3-80364FA754F1}" destId="{FA193498-4881-476D-8EDC-3B6069D23AB7}" srcOrd="1" destOrd="0" presId="urn:microsoft.com/office/officeart/2005/8/layout/lProcess2"/>
    <dgm:cxn modelId="{549513AD-A65A-43BC-96C3-17F806FA54EA}" type="presParOf" srcId="{C6732841-EA8C-4D08-8BA3-80364FA754F1}" destId="{9F2861F5-9FBF-4767-94E8-01C9C1EB881B}" srcOrd="2" destOrd="0" presId="urn:microsoft.com/office/officeart/2005/8/layout/lProcess2"/>
    <dgm:cxn modelId="{400D3473-5369-4741-BCC7-28DFA1569AB6}" type="presParOf" srcId="{C6732841-EA8C-4D08-8BA3-80364FA754F1}" destId="{991B06B0-BB95-4623-9571-B5066789789F}" srcOrd="3" destOrd="0" presId="urn:microsoft.com/office/officeart/2005/8/layout/lProcess2"/>
    <dgm:cxn modelId="{A14C951C-97C5-4410-8330-69047198D1F9}" type="presParOf" srcId="{C6732841-EA8C-4D08-8BA3-80364FA754F1}" destId="{B7C6EF0C-315D-49CC-BAFA-689774698F8E}" srcOrd="4" destOrd="0" presId="urn:microsoft.com/office/officeart/2005/8/layout/lProcess2"/>
    <dgm:cxn modelId="{BB51126D-F6BA-40CD-9DE0-610264FF5D91}" type="presParOf" srcId="{51BC25D2-4D0B-4347-A5B8-36091DABA501}" destId="{B45AFB40-C1CC-4C86-A4B4-F391371AF529}" srcOrd="1" destOrd="0" presId="urn:microsoft.com/office/officeart/2005/8/layout/lProcess2"/>
    <dgm:cxn modelId="{43800153-EFA7-437B-9050-8464EBADAE8C}" type="presParOf" srcId="{51BC25D2-4D0B-4347-A5B8-36091DABA501}" destId="{175DEC7D-F270-44A7-B0C5-84CCEBF4B254}" srcOrd="2" destOrd="0" presId="urn:microsoft.com/office/officeart/2005/8/layout/lProcess2"/>
    <dgm:cxn modelId="{64B469D5-90A3-4EA1-AE4C-BF1F1E808DD6}" type="presParOf" srcId="{175DEC7D-F270-44A7-B0C5-84CCEBF4B254}" destId="{A165E002-0178-49DF-A6BA-30D788FB54F2}" srcOrd="0" destOrd="0" presId="urn:microsoft.com/office/officeart/2005/8/layout/lProcess2"/>
    <dgm:cxn modelId="{3F6A77D3-11C8-4E70-BA26-C29D22FA3009}" type="presParOf" srcId="{175DEC7D-F270-44A7-B0C5-84CCEBF4B254}" destId="{C6158D78-FF2B-48FE-A31D-F5CE187CAED1}" srcOrd="1" destOrd="0" presId="urn:microsoft.com/office/officeart/2005/8/layout/lProcess2"/>
    <dgm:cxn modelId="{E1B278A8-915F-4D09-903F-15A9E8DFBAD2}" type="presParOf" srcId="{175DEC7D-F270-44A7-B0C5-84CCEBF4B254}" destId="{3DBCDF96-E3FD-4349-856F-EB3882ABA4C7}" srcOrd="2" destOrd="0" presId="urn:microsoft.com/office/officeart/2005/8/layout/lProcess2"/>
    <dgm:cxn modelId="{EAC306CA-5E75-4865-B369-65A8331EE8B4}" type="presParOf" srcId="{3DBCDF96-E3FD-4349-856F-EB3882ABA4C7}" destId="{68211C3F-0983-4E3E-807D-95D8111EFB6C}" srcOrd="0" destOrd="0" presId="urn:microsoft.com/office/officeart/2005/8/layout/lProcess2"/>
    <dgm:cxn modelId="{13342A05-F069-4731-8535-3319B2A5AD47}" type="presParOf" srcId="{68211C3F-0983-4E3E-807D-95D8111EFB6C}" destId="{A75F8B0C-AFAD-463A-ABB0-CA463066539F}" srcOrd="0" destOrd="0" presId="urn:microsoft.com/office/officeart/2005/8/layout/lProcess2"/>
    <dgm:cxn modelId="{6B3DA547-B144-465C-A348-1F3F2269B125}" type="presParOf" srcId="{68211C3F-0983-4E3E-807D-95D8111EFB6C}" destId="{1AE196F0-65CF-49D9-8C03-65F465016404}" srcOrd="1" destOrd="0" presId="urn:microsoft.com/office/officeart/2005/8/layout/lProcess2"/>
    <dgm:cxn modelId="{9AF0968D-709C-4620-8B62-2DEA03D86AFD}" type="presParOf" srcId="{68211C3F-0983-4E3E-807D-95D8111EFB6C}" destId="{534A7718-EA16-4226-8A49-AAA8CEA69661}" srcOrd="2" destOrd="0" presId="urn:microsoft.com/office/officeart/2005/8/layout/lProcess2"/>
    <dgm:cxn modelId="{5215AABD-D757-4207-8146-B21E72775F30}" type="presParOf" srcId="{68211C3F-0983-4E3E-807D-95D8111EFB6C}" destId="{22D4821C-EE73-4B8A-9070-AF740B16ECBE}" srcOrd="3" destOrd="0" presId="urn:microsoft.com/office/officeart/2005/8/layout/lProcess2"/>
    <dgm:cxn modelId="{1071ACFB-D09F-40F2-9708-8D9497BF4477}" type="presParOf" srcId="{68211C3F-0983-4E3E-807D-95D8111EFB6C}" destId="{CC536129-0148-4630-9B72-057A7AC99D56}" srcOrd="4" destOrd="0" presId="urn:microsoft.com/office/officeart/2005/8/layout/lProcess2"/>
    <dgm:cxn modelId="{36D6382A-44FC-4FFA-9928-C9B7DB3CA65A}" type="presParOf" srcId="{68211C3F-0983-4E3E-807D-95D8111EFB6C}" destId="{A5FE1BD7-6ADB-4A4C-A584-4A9622D7330B}" srcOrd="5" destOrd="0" presId="urn:microsoft.com/office/officeart/2005/8/layout/lProcess2"/>
    <dgm:cxn modelId="{0D203B9A-41D6-49D7-BA90-59725561A02E}" type="presParOf" srcId="{68211C3F-0983-4E3E-807D-95D8111EFB6C}" destId="{7D41A10F-3231-46C1-B6EE-514DAFD61D5D}" srcOrd="6" destOrd="0" presId="urn:microsoft.com/office/officeart/2005/8/layout/lProcess2"/>
    <dgm:cxn modelId="{7DA68639-90FE-4441-8DE7-AEBC98A48738}" type="presParOf" srcId="{68211C3F-0983-4E3E-807D-95D8111EFB6C}" destId="{06AECED9-F417-4C6E-951F-8AFE8CCE7146}" srcOrd="7" destOrd="0" presId="urn:microsoft.com/office/officeart/2005/8/layout/lProcess2"/>
    <dgm:cxn modelId="{F959C29F-7C5A-425A-A9EB-FE1BDE9ACE10}" type="presParOf" srcId="{68211C3F-0983-4E3E-807D-95D8111EFB6C}" destId="{7737A8CF-E049-42DA-BBCD-B5CFF7FB8723}"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E3F474-87DA-4340-98E7-982C42C83093}" type="doc">
      <dgm:prSet loTypeId="urn:microsoft.com/office/officeart/2005/8/layout/lProcess2" loCatId="list" qsTypeId="urn:microsoft.com/office/officeart/2005/8/quickstyle/simple1" qsCatId="simple" csTypeId="urn:microsoft.com/office/officeart/2005/8/colors/colorful3" csCatId="colorful" phldr="1"/>
      <dgm:spPr/>
      <dgm:t>
        <a:bodyPr/>
        <a:lstStyle/>
        <a:p>
          <a:endParaRPr lang="en-US"/>
        </a:p>
      </dgm:t>
    </dgm:pt>
    <dgm:pt modelId="{5C710E24-8B50-4F77-901E-715322E06931}">
      <dgm:prSet/>
      <dgm:spPr/>
      <dgm:t>
        <a:bodyPr/>
        <a:lstStyle/>
        <a:p>
          <a:pPr rtl="0"/>
          <a:r>
            <a:rPr lang="en-GB"/>
            <a:t>Machine Data</a:t>
          </a:r>
        </a:p>
      </dgm:t>
    </dgm:pt>
    <dgm:pt modelId="{ECD62FE4-F38A-4884-9CD3-F5313A9FEAB8}" type="parTrans" cxnId="{CADF3599-446C-4BE6-AA25-6D188A4A69CB}">
      <dgm:prSet/>
      <dgm:spPr/>
      <dgm:t>
        <a:bodyPr/>
        <a:lstStyle/>
        <a:p>
          <a:endParaRPr lang="en-US"/>
        </a:p>
      </dgm:t>
    </dgm:pt>
    <dgm:pt modelId="{883C04CA-48C8-40AA-BFEF-76EE3C423B30}" type="sibTrans" cxnId="{CADF3599-446C-4BE6-AA25-6D188A4A69CB}">
      <dgm:prSet/>
      <dgm:spPr/>
      <dgm:t>
        <a:bodyPr/>
        <a:lstStyle/>
        <a:p>
          <a:endParaRPr lang="en-US"/>
        </a:p>
      </dgm:t>
    </dgm:pt>
    <dgm:pt modelId="{518DEE77-FCD8-40E1-B4E4-D1E04C67BDDD}">
      <dgm:prSet/>
      <dgm:spPr/>
      <dgm:t>
        <a:bodyPr/>
        <a:lstStyle/>
        <a:p>
          <a:pPr rtl="0"/>
          <a:r>
            <a:rPr lang="en-GB"/>
            <a:t>Steady Patterns of numbers and Text, occurs in a rapid fire fashion</a:t>
          </a:r>
        </a:p>
      </dgm:t>
    </dgm:pt>
    <dgm:pt modelId="{18FB7827-BC3E-49CB-BBEB-79C4CD5D0971}" type="parTrans" cxnId="{09F31F6A-D3E5-4541-9F55-56DF8C03A663}">
      <dgm:prSet/>
      <dgm:spPr/>
      <dgm:t>
        <a:bodyPr/>
        <a:lstStyle/>
        <a:p>
          <a:endParaRPr lang="en-US"/>
        </a:p>
      </dgm:t>
    </dgm:pt>
    <dgm:pt modelId="{32E7275D-828E-4150-A3B6-AD1030F81481}" type="sibTrans" cxnId="{09F31F6A-D3E5-4541-9F55-56DF8C03A663}">
      <dgm:prSet/>
      <dgm:spPr/>
      <dgm:t>
        <a:bodyPr/>
        <a:lstStyle/>
        <a:p>
          <a:endParaRPr lang="en-US"/>
        </a:p>
      </dgm:t>
    </dgm:pt>
    <dgm:pt modelId="{C5D3FE66-2474-4B17-A9EA-6E8DB424D6A4}">
      <dgm:prSet/>
      <dgm:spPr/>
      <dgm:t>
        <a:bodyPr/>
        <a:lstStyle/>
        <a:p>
          <a:pPr rtl="0"/>
          <a:r>
            <a:rPr lang="en-GB"/>
            <a:t>Sensor Data</a:t>
          </a:r>
        </a:p>
      </dgm:t>
    </dgm:pt>
    <dgm:pt modelId="{A522089C-F33E-49A8-BD73-F07E76E5ED31}" type="parTrans" cxnId="{439C70D2-7113-4459-92B3-40476667A436}">
      <dgm:prSet/>
      <dgm:spPr/>
      <dgm:t>
        <a:bodyPr/>
        <a:lstStyle/>
        <a:p>
          <a:endParaRPr lang="en-US"/>
        </a:p>
      </dgm:t>
    </dgm:pt>
    <dgm:pt modelId="{BF40BDAE-CFEE-440A-84B3-4D59D1369223}" type="sibTrans" cxnId="{439C70D2-7113-4459-92B3-40476667A436}">
      <dgm:prSet/>
      <dgm:spPr/>
      <dgm:t>
        <a:bodyPr/>
        <a:lstStyle/>
        <a:p>
          <a:endParaRPr lang="en-US"/>
        </a:p>
      </dgm:t>
    </dgm:pt>
    <dgm:pt modelId="{3AEE64E2-DD24-4388-9E97-E2C63C2BE847}">
      <dgm:prSet/>
      <dgm:spPr/>
      <dgm:t>
        <a:bodyPr/>
        <a:lstStyle/>
        <a:p>
          <a:pPr rtl="0"/>
          <a:r>
            <a:rPr lang="en-GB"/>
            <a:t>Application Log</a:t>
          </a:r>
        </a:p>
      </dgm:t>
    </dgm:pt>
    <dgm:pt modelId="{16134529-8BBC-4EEE-AFD6-28C2F52D03AD}" type="parTrans" cxnId="{4823021C-D2A4-48A3-AD70-86D1648C8293}">
      <dgm:prSet/>
      <dgm:spPr/>
      <dgm:t>
        <a:bodyPr/>
        <a:lstStyle/>
        <a:p>
          <a:endParaRPr lang="en-US"/>
        </a:p>
      </dgm:t>
    </dgm:pt>
    <dgm:pt modelId="{E6DDA4B4-D4DD-4B04-B096-4EAA91A16C4B}" type="sibTrans" cxnId="{4823021C-D2A4-48A3-AD70-86D1648C8293}">
      <dgm:prSet/>
      <dgm:spPr/>
      <dgm:t>
        <a:bodyPr/>
        <a:lstStyle/>
        <a:p>
          <a:endParaRPr lang="en-US"/>
        </a:p>
      </dgm:t>
    </dgm:pt>
    <dgm:pt modelId="{9F0F664C-955B-4703-80D6-FEFF9152B97B}">
      <dgm:prSet/>
      <dgm:spPr/>
      <dgm:t>
        <a:bodyPr/>
        <a:lstStyle/>
        <a:p>
          <a:pPr rtl="0"/>
          <a:r>
            <a:rPr lang="en-GB"/>
            <a:t>Click Stream Data</a:t>
          </a:r>
        </a:p>
      </dgm:t>
    </dgm:pt>
    <dgm:pt modelId="{CA427341-C139-4B8C-A836-264DB318C0BE}" type="parTrans" cxnId="{D63AF131-88EF-4540-B5F1-7CF18ACF0675}">
      <dgm:prSet/>
      <dgm:spPr/>
      <dgm:t>
        <a:bodyPr/>
        <a:lstStyle/>
        <a:p>
          <a:endParaRPr lang="en-US"/>
        </a:p>
      </dgm:t>
    </dgm:pt>
    <dgm:pt modelId="{3E3D05AF-52DB-42CC-8260-BE29C61AD0A8}" type="sibTrans" cxnId="{D63AF131-88EF-4540-B5F1-7CF18ACF0675}">
      <dgm:prSet/>
      <dgm:spPr/>
      <dgm:t>
        <a:bodyPr/>
        <a:lstStyle/>
        <a:p>
          <a:endParaRPr lang="en-US"/>
        </a:p>
      </dgm:t>
    </dgm:pt>
    <dgm:pt modelId="{A3A9D7C5-F827-4E13-B15E-DB154A714003}">
      <dgm:prSet/>
      <dgm:spPr/>
      <dgm:t>
        <a:bodyPr/>
        <a:lstStyle/>
        <a:p>
          <a:pPr rtl="0"/>
          <a:r>
            <a:rPr lang="en-GB" dirty="0"/>
            <a:t>External data</a:t>
          </a:r>
        </a:p>
      </dgm:t>
    </dgm:pt>
    <dgm:pt modelId="{1B6271B6-3AF2-45B1-92D9-B777F2B25C66}" type="parTrans" cxnId="{C77A8528-6438-4794-AFA1-49E281A0E412}">
      <dgm:prSet/>
      <dgm:spPr/>
      <dgm:t>
        <a:bodyPr/>
        <a:lstStyle/>
        <a:p>
          <a:endParaRPr lang="en-US"/>
        </a:p>
      </dgm:t>
    </dgm:pt>
    <dgm:pt modelId="{22BFCFCD-1DBB-455A-9131-A2D835CA51C2}" type="sibTrans" cxnId="{C77A8528-6438-4794-AFA1-49E281A0E412}">
      <dgm:prSet/>
      <dgm:spPr/>
      <dgm:t>
        <a:bodyPr/>
        <a:lstStyle/>
        <a:p>
          <a:endParaRPr lang="en-US"/>
        </a:p>
      </dgm:t>
    </dgm:pt>
    <dgm:pt modelId="{A94AD19D-C1A6-4350-8EB6-3976FF04FBCB}">
      <dgm:prSet/>
      <dgm:spPr/>
      <dgm:t>
        <a:bodyPr/>
        <a:lstStyle/>
        <a:p>
          <a:pPr rtl="0"/>
          <a:r>
            <a:rPr lang="en-GB"/>
            <a:t>Data feed from external parties</a:t>
          </a:r>
        </a:p>
      </dgm:t>
    </dgm:pt>
    <dgm:pt modelId="{20336C18-76F5-4649-BEE4-A2EC5B3E17A9}" type="parTrans" cxnId="{95CAE6FE-3CA2-438E-8E08-D35B89B4FEE5}">
      <dgm:prSet/>
      <dgm:spPr/>
      <dgm:t>
        <a:bodyPr/>
        <a:lstStyle/>
        <a:p>
          <a:endParaRPr lang="en-US"/>
        </a:p>
      </dgm:t>
    </dgm:pt>
    <dgm:pt modelId="{E75F2177-9A57-491C-B921-7CD02252D750}" type="sibTrans" cxnId="{95CAE6FE-3CA2-438E-8E08-D35B89B4FEE5}">
      <dgm:prSet/>
      <dgm:spPr/>
      <dgm:t>
        <a:bodyPr/>
        <a:lstStyle/>
        <a:p>
          <a:endParaRPr lang="en-US"/>
        </a:p>
      </dgm:t>
    </dgm:pt>
    <dgm:pt modelId="{74DE494E-2DE7-4214-9720-D11B87A4172B}">
      <dgm:prSet/>
      <dgm:spPr/>
      <dgm:t>
        <a:bodyPr/>
        <a:lstStyle/>
        <a:p>
          <a:pPr rtl="0"/>
          <a:r>
            <a:rPr lang="en-GB"/>
            <a:t>Weather data</a:t>
          </a:r>
        </a:p>
      </dgm:t>
    </dgm:pt>
    <dgm:pt modelId="{F8101AC2-C99A-4CCA-92CF-9729BE7DD33A}" type="parTrans" cxnId="{9EF66B32-7774-4CC1-8165-52540F753B24}">
      <dgm:prSet/>
      <dgm:spPr/>
      <dgm:t>
        <a:bodyPr/>
        <a:lstStyle/>
        <a:p>
          <a:endParaRPr lang="en-US"/>
        </a:p>
      </dgm:t>
    </dgm:pt>
    <dgm:pt modelId="{12ABC199-7646-47DA-A78D-6799C96D6FC3}" type="sibTrans" cxnId="{9EF66B32-7774-4CC1-8165-52540F753B24}">
      <dgm:prSet/>
      <dgm:spPr/>
      <dgm:t>
        <a:bodyPr/>
        <a:lstStyle/>
        <a:p>
          <a:endParaRPr lang="en-US"/>
        </a:p>
      </dgm:t>
    </dgm:pt>
    <dgm:pt modelId="{715663C6-0DA2-4578-B66D-6EF353ABD4BF}">
      <dgm:prSet/>
      <dgm:spPr/>
      <dgm:t>
        <a:bodyPr/>
        <a:lstStyle/>
        <a:p>
          <a:pPr rtl="0"/>
          <a:r>
            <a:rPr lang="en-GB"/>
            <a:t>Emails</a:t>
          </a:r>
        </a:p>
      </dgm:t>
    </dgm:pt>
    <dgm:pt modelId="{6A84C947-6A86-423E-A055-E26D95C28283}" type="parTrans" cxnId="{DD1FE1EB-C344-4A8A-8B15-253AB049D125}">
      <dgm:prSet/>
      <dgm:spPr/>
      <dgm:t>
        <a:bodyPr/>
        <a:lstStyle/>
        <a:p>
          <a:endParaRPr lang="en-US"/>
        </a:p>
      </dgm:t>
    </dgm:pt>
    <dgm:pt modelId="{FA5578B5-48CE-4FAE-9D77-8C1773515076}" type="sibTrans" cxnId="{DD1FE1EB-C344-4A8A-8B15-253AB049D125}">
      <dgm:prSet/>
      <dgm:spPr/>
      <dgm:t>
        <a:bodyPr/>
        <a:lstStyle/>
        <a:p>
          <a:endParaRPr lang="en-US"/>
        </a:p>
      </dgm:t>
    </dgm:pt>
    <dgm:pt modelId="{97188924-C593-4A97-B08E-FBC4D725229E}">
      <dgm:prSet/>
      <dgm:spPr/>
      <dgm:t>
        <a:bodyPr/>
        <a:lstStyle/>
        <a:p>
          <a:pPr rtl="0"/>
          <a:r>
            <a:rPr lang="en-GB"/>
            <a:t>Contracts</a:t>
          </a:r>
        </a:p>
      </dgm:t>
    </dgm:pt>
    <dgm:pt modelId="{D9F54942-43EA-4A89-9FBE-C03600C1ED5E}" type="parTrans" cxnId="{42934C66-873F-45B4-BDA7-6B7FDC46B7C8}">
      <dgm:prSet/>
      <dgm:spPr/>
      <dgm:t>
        <a:bodyPr/>
        <a:lstStyle/>
        <a:p>
          <a:endParaRPr lang="en-US"/>
        </a:p>
      </dgm:t>
    </dgm:pt>
    <dgm:pt modelId="{BF20D332-2C15-400E-9831-2B61017C38D1}" type="sibTrans" cxnId="{42934C66-873F-45B4-BDA7-6B7FDC46B7C8}">
      <dgm:prSet/>
      <dgm:spPr/>
      <dgm:t>
        <a:bodyPr/>
        <a:lstStyle/>
        <a:p>
          <a:endParaRPr lang="en-US"/>
        </a:p>
      </dgm:t>
    </dgm:pt>
    <dgm:pt modelId="{B0A68B2F-7FFD-4B23-91BA-A00B296A4DA1}">
      <dgm:prSet/>
      <dgm:spPr/>
      <dgm:t>
        <a:bodyPr/>
        <a:lstStyle/>
        <a:p>
          <a:pPr rtl="0"/>
          <a:r>
            <a:rPr lang="en-GB"/>
            <a:t>Human resources</a:t>
          </a:r>
        </a:p>
      </dgm:t>
    </dgm:pt>
    <dgm:pt modelId="{FE4A94ED-53E9-4E8E-A6F8-7B206977ED7D}" type="parTrans" cxnId="{83AB30C2-6953-4EA7-AC2A-6F02C7C63243}">
      <dgm:prSet/>
      <dgm:spPr/>
      <dgm:t>
        <a:bodyPr/>
        <a:lstStyle/>
        <a:p>
          <a:endParaRPr lang="en-US"/>
        </a:p>
      </dgm:t>
    </dgm:pt>
    <dgm:pt modelId="{D6B7DD29-D2F6-4474-A536-FD77B1253CE6}" type="sibTrans" cxnId="{83AB30C2-6953-4EA7-AC2A-6F02C7C63243}">
      <dgm:prSet/>
      <dgm:spPr/>
      <dgm:t>
        <a:bodyPr/>
        <a:lstStyle/>
        <a:p>
          <a:endParaRPr lang="en-US"/>
        </a:p>
      </dgm:t>
    </dgm:pt>
    <dgm:pt modelId="{AA072FC9-6C0A-4F42-B129-D0AA1B710B2A}">
      <dgm:prSet/>
      <dgm:spPr/>
      <dgm:t>
        <a:bodyPr/>
        <a:lstStyle/>
        <a:p>
          <a:pPr rtl="0"/>
          <a:r>
            <a:rPr lang="en-GB"/>
            <a:t>Legal</a:t>
          </a:r>
        </a:p>
      </dgm:t>
    </dgm:pt>
    <dgm:pt modelId="{C445E7F7-9E37-4930-9353-71F625EC469F}" type="parTrans" cxnId="{9E729B94-8D91-4996-9732-EBB6FB947103}">
      <dgm:prSet/>
      <dgm:spPr/>
      <dgm:t>
        <a:bodyPr/>
        <a:lstStyle/>
        <a:p>
          <a:endParaRPr lang="en-US"/>
        </a:p>
      </dgm:t>
    </dgm:pt>
    <dgm:pt modelId="{CE7C073F-839F-468E-8A6D-28D5D56E3D50}" type="sibTrans" cxnId="{9E729B94-8D91-4996-9732-EBB6FB947103}">
      <dgm:prSet/>
      <dgm:spPr/>
      <dgm:t>
        <a:bodyPr/>
        <a:lstStyle/>
        <a:p>
          <a:endParaRPr lang="en-US"/>
        </a:p>
      </dgm:t>
    </dgm:pt>
    <dgm:pt modelId="{0ADA3BEA-E4F9-4F75-AC58-F31995816A97}">
      <dgm:prSet/>
      <dgm:spPr/>
      <dgm:t>
        <a:bodyPr/>
        <a:lstStyle/>
        <a:p>
          <a:pPr rtl="0"/>
          <a:r>
            <a:rPr lang="en-GB"/>
            <a:t>Vendor </a:t>
          </a:r>
        </a:p>
      </dgm:t>
    </dgm:pt>
    <dgm:pt modelId="{55C00A57-F492-4704-ADF5-2DD4B1A42F74}" type="parTrans" cxnId="{F144D6A5-7359-4371-BC12-FCD9B2E89353}">
      <dgm:prSet/>
      <dgm:spPr/>
      <dgm:t>
        <a:bodyPr/>
        <a:lstStyle/>
        <a:p>
          <a:endParaRPr lang="en-US"/>
        </a:p>
      </dgm:t>
    </dgm:pt>
    <dgm:pt modelId="{A0E22D3A-99E7-45B4-B9B4-3E5BC2BED7E5}" type="sibTrans" cxnId="{F144D6A5-7359-4371-BC12-FCD9B2E89353}">
      <dgm:prSet/>
      <dgm:spPr/>
      <dgm:t>
        <a:bodyPr/>
        <a:lstStyle/>
        <a:p>
          <a:endParaRPr lang="en-US"/>
        </a:p>
      </dgm:t>
    </dgm:pt>
    <dgm:pt modelId="{944ABB39-665F-46DB-A96F-A32EC34B0F38}">
      <dgm:prSet/>
      <dgm:spPr/>
      <dgm:t>
        <a:bodyPr/>
        <a:lstStyle/>
        <a:p>
          <a:pPr rtl="0"/>
          <a:r>
            <a:rPr lang="en-GB"/>
            <a:t>Supplier</a:t>
          </a:r>
        </a:p>
      </dgm:t>
    </dgm:pt>
    <dgm:pt modelId="{52A22372-4199-4116-BE19-A63033054245}" type="parTrans" cxnId="{58E9EE05-867D-4F00-B81A-2F1D58FE9D23}">
      <dgm:prSet/>
      <dgm:spPr/>
      <dgm:t>
        <a:bodyPr/>
        <a:lstStyle/>
        <a:p>
          <a:endParaRPr lang="en-US"/>
        </a:p>
      </dgm:t>
    </dgm:pt>
    <dgm:pt modelId="{39D3A357-64EF-4297-89A8-70EE4BE8E3C4}" type="sibTrans" cxnId="{58E9EE05-867D-4F00-B81A-2F1D58FE9D23}">
      <dgm:prSet/>
      <dgm:spPr/>
      <dgm:t>
        <a:bodyPr/>
        <a:lstStyle/>
        <a:p>
          <a:endParaRPr lang="en-US"/>
        </a:p>
      </dgm:t>
    </dgm:pt>
    <dgm:pt modelId="{416E3D51-8D03-4C09-9AE6-01014AAE06A7}">
      <dgm:prSet/>
      <dgm:spPr/>
      <dgm:t>
        <a:bodyPr/>
        <a:lstStyle/>
        <a:p>
          <a:pPr rtl="0"/>
          <a:r>
            <a:rPr lang="en-GB"/>
            <a:t>Customer etc.</a:t>
          </a:r>
        </a:p>
      </dgm:t>
    </dgm:pt>
    <dgm:pt modelId="{FB3F2AC3-4961-4D51-8D65-F5ED25E7390F}" type="parTrans" cxnId="{5AD72F9E-3C06-477E-A862-AEF87C982108}">
      <dgm:prSet/>
      <dgm:spPr/>
      <dgm:t>
        <a:bodyPr/>
        <a:lstStyle/>
        <a:p>
          <a:endParaRPr lang="en-US"/>
        </a:p>
      </dgm:t>
    </dgm:pt>
    <dgm:pt modelId="{CAA9205A-59A2-4CD6-BD63-776AC8A5C4F2}" type="sibTrans" cxnId="{5AD72F9E-3C06-477E-A862-AEF87C982108}">
      <dgm:prSet/>
      <dgm:spPr/>
      <dgm:t>
        <a:bodyPr/>
        <a:lstStyle/>
        <a:p>
          <a:endParaRPr lang="en-US"/>
        </a:p>
      </dgm:t>
    </dgm:pt>
    <dgm:pt modelId="{79EA0E9F-39FB-4BD8-99EA-051D1F83CBE6}" type="pres">
      <dgm:prSet presAssocID="{C8E3F474-87DA-4340-98E7-982C42C83093}" presName="theList" presStyleCnt="0">
        <dgm:presLayoutVars>
          <dgm:dir/>
          <dgm:animLvl val="lvl"/>
          <dgm:resizeHandles val="exact"/>
        </dgm:presLayoutVars>
      </dgm:prSet>
      <dgm:spPr/>
    </dgm:pt>
    <dgm:pt modelId="{5D6CA201-1BD9-4ED1-B2E5-10546886E565}" type="pres">
      <dgm:prSet presAssocID="{5C710E24-8B50-4F77-901E-715322E06931}" presName="compNode" presStyleCnt="0"/>
      <dgm:spPr/>
    </dgm:pt>
    <dgm:pt modelId="{78849EAD-A584-4BB9-94A1-D7091CCC89C8}" type="pres">
      <dgm:prSet presAssocID="{5C710E24-8B50-4F77-901E-715322E06931}" presName="aNode" presStyleLbl="bgShp" presStyleIdx="0" presStyleCnt="3"/>
      <dgm:spPr/>
    </dgm:pt>
    <dgm:pt modelId="{2DCE7388-E6A0-4327-A667-B81E76A19C9E}" type="pres">
      <dgm:prSet presAssocID="{5C710E24-8B50-4F77-901E-715322E06931}" presName="textNode" presStyleLbl="bgShp" presStyleIdx="0" presStyleCnt="3"/>
      <dgm:spPr/>
    </dgm:pt>
    <dgm:pt modelId="{CD2C5CDE-8C16-402A-A394-A159A54D68EB}" type="pres">
      <dgm:prSet presAssocID="{5C710E24-8B50-4F77-901E-715322E06931}" presName="compChildNode" presStyleCnt="0"/>
      <dgm:spPr/>
    </dgm:pt>
    <dgm:pt modelId="{B4EA249C-9A9C-4FE1-BFA1-43E16C132F1A}" type="pres">
      <dgm:prSet presAssocID="{5C710E24-8B50-4F77-901E-715322E06931}" presName="theInnerList" presStyleCnt="0"/>
      <dgm:spPr/>
    </dgm:pt>
    <dgm:pt modelId="{9426B107-74AC-413A-9315-0B2C679C41B0}" type="pres">
      <dgm:prSet presAssocID="{518DEE77-FCD8-40E1-B4E4-D1E04C67BDDD}" presName="childNode" presStyleLbl="node1" presStyleIdx="0" presStyleCnt="12">
        <dgm:presLayoutVars>
          <dgm:bulletEnabled val="1"/>
        </dgm:presLayoutVars>
      </dgm:prSet>
      <dgm:spPr/>
    </dgm:pt>
    <dgm:pt modelId="{F7B9285F-CB3C-44B7-9635-3D41E6A7871A}" type="pres">
      <dgm:prSet presAssocID="{518DEE77-FCD8-40E1-B4E4-D1E04C67BDDD}" presName="aSpace2" presStyleCnt="0"/>
      <dgm:spPr/>
    </dgm:pt>
    <dgm:pt modelId="{A85D08B7-85E1-4A89-9DF6-1232A3B043F3}" type="pres">
      <dgm:prSet presAssocID="{C5D3FE66-2474-4B17-A9EA-6E8DB424D6A4}" presName="childNode" presStyleLbl="node1" presStyleIdx="1" presStyleCnt="12">
        <dgm:presLayoutVars>
          <dgm:bulletEnabled val="1"/>
        </dgm:presLayoutVars>
      </dgm:prSet>
      <dgm:spPr/>
    </dgm:pt>
    <dgm:pt modelId="{1BAFC2F0-3E09-4F01-B3F4-EF7CA2A988A3}" type="pres">
      <dgm:prSet presAssocID="{C5D3FE66-2474-4B17-A9EA-6E8DB424D6A4}" presName="aSpace2" presStyleCnt="0"/>
      <dgm:spPr/>
    </dgm:pt>
    <dgm:pt modelId="{2626F811-F565-4B1A-8603-F281FBB4E1F6}" type="pres">
      <dgm:prSet presAssocID="{3AEE64E2-DD24-4388-9E97-E2C63C2BE847}" presName="childNode" presStyleLbl="node1" presStyleIdx="2" presStyleCnt="12">
        <dgm:presLayoutVars>
          <dgm:bulletEnabled val="1"/>
        </dgm:presLayoutVars>
      </dgm:prSet>
      <dgm:spPr/>
    </dgm:pt>
    <dgm:pt modelId="{A86AE2B4-CFBA-4879-B385-1B4C5BAA0670}" type="pres">
      <dgm:prSet presAssocID="{3AEE64E2-DD24-4388-9E97-E2C63C2BE847}" presName="aSpace2" presStyleCnt="0"/>
      <dgm:spPr/>
    </dgm:pt>
    <dgm:pt modelId="{65EF9F06-4C8F-4D87-A2A6-8057FBC1A90B}" type="pres">
      <dgm:prSet presAssocID="{9F0F664C-955B-4703-80D6-FEFF9152B97B}" presName="childNode" presStyleLbl="node1" presStyleIdx="3" presStyleCnt="12">
        <dgm:presLayoutVars>
          <dgm:bulletEnabled val="1"/>
        </dgm:presLayoutVars>
      </dgm:prSet>
      <dgm:spPr/>
    </dgm:pt>
    <dgm:pt modelId="{EE738068-AA96-4296-9620-33860FF980A7}" type="pres">
      <dgm:prSet presAssocID="{5C710E24-8B50-4F77-901E-715322E06931}" presName="aSpace" presStyleCnt="0"/>
      <dgm:spPr/>
    </dgm:pt>
    <dgm:pt modelId="{59C9AF94-4584-49C5-8456-C82951172036}" type="pres">
      <dgm:prSet presAssocID="{A3A9D7C5-F827-4E13-B15E-DB154A714003}" presName="compNode" presStyleCnt="0"/>
      <dgm:spPr/>
    </dgm:pt>
    <dgm:pt modelId="{86D4EE5E-AAE4-4A6C-ABD3-6A010F28ABD2}" type="pres">
      <dgm:prSet presAssocID="{A3A9D7C5-F827-4E13-B15E-DB154A714003}" presName="aNode" presStyleLbl="bgShp" presStyleIdx="1" presStyleCnt="3"/>
      <dgm:spPr/>
    </dgm:pt>
    <dgm:pt modelId="{73F790D1-7194-465A-A44A-6F73B394ED25}" type="pres">
      <dgm:prSet presAssocID="{A3A9D7C5-F827-4E13-B15E-DB154A714003}" presName="textNode" presStyleLbl="bgShp" presStyleIdx="1" presStyleCnt="3"/>
      <dgm:spPr/>
    </dgm:pt>
    <dgm:pt modelId="{F744E1CC-4F3F-4AE3-AC55-DC2ADF711FFD}" type="pres">
      <dgm:prSet presAssocID="{A3A9D7C5-F827-4E13-B15E-DB154A714003}" presName="compChildNode" presStyleCnt="0"/>
      <dgm:spPr/>
    </dgm:pt>
    <dgm:pt modelId="{5D63D220-B136-4B09-9BDA-44CD5B919850}" type="pres">
      <dgm:prSet presAssocID="{A3A9D7C5-F827-4E13-B15E-DB154A714003}" presName="theInnerList" presStyleCnt="0"/>
      <dgm:spPr/>
    </dgm:pt>
    <dgm:pt modelId="{88B7AACF-4FBF-4542-B07A-14EEC848E1FC}" type="pres">
      <dgm:prSet presAssocID="{A94AD19D-C1A6-4350-8EB6-3976FF04FBCB}" presName="childNode" presStyleLbl="node1" presStyleIdx="4" presStyleCnt="12">
        <dgm:presLayoutVars>
          <dgm:bulletEnabled val="1"/>
        </dgm:presLayoutVars>
      </dgm:prSet>
      <dgm:spPr/>
    </dgm:pt>
    <dgm:pt modelId="{B4C85686-C778-4BD4-BC07-E628A5C99CD8}" type="pres">
      <dgm:prSet presAssocID="{A94AD19D-C1A6-4350-8EB6-3976FF04FBCB}" presName="aSpace2" presStyleCnt="0"/>
      <dgm:spPr/>
    </dgm:pt>
    <dgm:pt modelId="{6D793848-5A66-4F7C-B3A6-5723D3571116}" type="pres">
      <dgm:prSet presAssocID="{74DE494E-2DE7-4214-9720-D11B87A4172B}" presName="childNode" presStyleLbl="node1" presStyleIdx="5" presStyleCnt="12">
        <dgm:presLayoutVars>
          <dgm:bulletEnabled val="1"/>
        </dgm:presLayoutVars>
      </dgm:prSet>
      <dgm:spPr/>
    </dgm:pt>
    <dgm:pt modelId="{076804F6-8B8F-4311-9E98-6F47C3EE36A4}" type="pres">
      <dgm:prSet presAssocID="{74DE494E-2DE7-4214-9720-D11B87A4172B}" presName="aSpace2" presStyleCnt="0"/>
      <dgm:spPr/>
    </dgm:pt>
    <dgm:pt modelId="{E07BE49C-3F7C-4551-96CD-6030ADE7C4FF}" type="pres">
      <dgm:prSet presAssocID="{715663C6-0DA2-4578-B66D-6EF353ABD4BF}" presName="childNode" presStyleLbl="node1" presStyleIdx="6" presStyleCnt="12">
        <dgm:presLayoutVars>
          <dgm:bulletEnabled val="1"/>
        </dgm:presLayoutVars>
      </dgm:prSet>
      <dgm:spPr/>
    </dgm:pt>
    <dgm:pt modelId="{B234DC69-6EFE-4AA5-9579-482315DD7218}" type="pres">
      <dgm:prSet presAssocID="{A3A9D7C5-F827-4E13-B15E-DB154A714003}" presName="aSpace" presStyleCnt="0"/>
      <dgm:spPr/>
    </dgm:pt>
    <dgm:pt modelId="{999233A8-2172-4E56-BCB9-45385883A00A}" type="pres">
      <dgm:prSet presAssocID="{97188924-C593-4A97-B08E-FBC4D725229E}" presName="compNode" presStyleCnt="0"/>
      <dgm:spPr/>
    </dgm:pt>
    <dgm:pt modelId="{B8C14EA3-0960-45C2-BDFA-CCE5548E3B0F}" type="pres">
      <dgm:prSet presAssocID="{97188924-C593-4A97-B08E-FBC4D725229E}" presName="aNode" presStyleLbl="bgShp" presStyleIdx="2" presStyleCnt="3"/>
      <dgm:spPr/>
    </dgm:pt>
    <dgm:pt modelId="{15762C16-174D-4CDC-9FDC-F09689424D74}" type="pres">
      <dgm:prSet presAssocID="{97188924-C593-4A97-B08E-FBC4D725229E}" presName="textNode" presStyleLbl="bgShp" presStyleIdx="2" presStyleCnt="3"/>
      <dgm:spPr/>
    </dgm:pt>
    <dgm:pt modelId="{3DF9F389-6210-479F-9384-B23CD565AE2F}" type="pres">
      <dgm:prSet presAssocID="{97188924-C593-4A97-B08E-FBC4D725229E}" presName="compChildNode" presStyleCnt="0"/>
      <dgm:spPr/>
    </dgm:pt>
    <dgm:pt modelId="{A40DC0AC-F6D8-421F-90A7-D8027C294FDD}" type="pres">
      <dgm:prSet presAssocID="{97188924-C593-4A97-B08E-FBC4D725229E}" presName="theInnerList" presStyleCnt="0"/>
      <dgm:spPr/>
    </dgm:pt>
    <dgm:pt modelId="{627E3100-7A0C-4E6F-B5A4-A7F56FDDDE81}" type="pres">
      <dgm:prSet presAssocID="{B0A68B2F-7FFD-4B23-91BA-A00B296A4DA1}" presName="childNode" presStyleLbl="node1" presStyleIdx="7" presStyleCnt="12">
        <dgm:presLayoutVars>
          <dgm:bulletEnabled val="1"/>
        </dgm:presLayoutVars>
      </dgm:prSet>
      <dgm:spPr/>
    </dgm:pt>
    <dgm:pt modelId="{D2965A76-7E9A-4641-AEDA-0755A24F0873}" type="pres">
      <dgm:prSet presAssocID="{B0A68B2F-7FFD-4B23-91BA-A00B296A4DA1}" presName="aSpace2" presStyleCnt="0"/>
      <dgm:spPr/>
    </dgm:pt>
    <dgm:pt modelId="{736FE7C6-8D2C-4E4F-944A-A6A386CE112D}" type="pres">
      <dgm:prSet presAssocID="{AA072FC9-6C0A-4F42-B129-D0AA1B710B2A}" presName="childNode" presStyleLbl="node1" presStyleIdx="8" presStyleCnt="12">
        <dgm:presLayoutVars>
          <dgm:bulletEnabled val="1"/>
        </dgm:presLayoutVars>
      </dgm:prSet>
      <dgm:spPr/>
    </dgm:pt>
    <dgm:pt modelId="{B9A9CB55-FCA9-42BD-9247-88ACE812F6A2}" type="pres">
      <dgm:prSet presAssocID="{AA072FC9-6C0A-4F42-B129-D0AA1B710B2A}" presName="aSpace2" presStyleCnt="0"/>
      <dgm:spPr/>
    </dgm:pt>
    <dgm:pt modelId="{6B5FD9CA-BB44-4811-9EE8-32DA070FB542}" type="pres">
      <dgm:prSet presAssocID="{0ADA3BEA-E4F9-4F75-AC58-F31995816A97}" presName="childNode" presStyleLbl="node1" presStyleIdx="9" presStyleCnt="12">
        <dgm:presLayoutVars>
          <dgm:bulletEnabled val="1"/>
        </dgm:presLayoutVars>
      </dgm:prSet>
      <dgm:spPr/>
    </dgm:pt>
    <dgm:pt modelId="{E160A6CB-5AE2-4F5C-A51F-3CFAD7B29FC6}" type="pres">
      <dgm:prSet presAssocID="{0ADA3BEA-E4F9-4F75-AC58-F31995816A97}" presName="aSpace2" presStyleCnt="0"/>
      <dgm:spPr/>
    </dgm:pt>
    <dgm:pt modelId="{3797BADF-27BA-4BE0-86B7-8A425A775389}" type="pres">
      <dgm:prSet presAssocID="{944ABB39-665F-46DB-A96F-A32EC34B0F38}" presName="childNode" presStyleLbl="node1" presStyleIdx="10" presStyleCnt="12">
        <dgm:presLayoutVars>
          <dgm:bulletEnabled val="1"/>
        </dgm:presLayoutVars>
      </dgm:prSet>
      <dgm:spPr/>
    </dgm:pt>
    <dgm:pt modelId="{8D244D30-9E94-4D98-8AC0-0C7AFA7A1B89}" type="pres">
      <dgm:prSet presAssocID="{944ABB39-665F-46DB-A96F-A32EC34B0F38}" presName="aSpace2" presStyleCnt="0"/>
      <dgm:spPr/>
    </dgm:pt>
    <dgm:pt modelId="{C0D30DAD-B5E8-4473-8F09-F92D92105B13}" type="pres">
      <dgm:prSet presAssocID="{416E3D51-8D03-4C09-9AE6-01014AAE06A7}" presName="childNode" presStyleLbl="node1" presStyleIdx="11" presStyleCnt="12">
        <dgm:presLayoutVars>
          <dgm:bulletEnabled val="1"/>
        </dgm:presLayoutVars>
      </dgm:prSet>
      <dgm:spPr/>
    </dgm:pt>
  </dgm:ptLst>
  <dgm:cxnLst>
    <dgm:cxn modelId="{CC1AF200-01CD-4D4E-97E0-E95F24A22F37}" type="presOf" srcId="{AA072FC9-6C0A-4F42-B129-D0AA1B710B2A}" destId="{736FE7C6-8D2C-4E4F-944A-A6A386CE112D}" srcOrd="0" destOrd="0" presId="urn:microsoft.com/office/officeart/2005/8/layout/lProcess2"/>
    <dgm:cxn modelId="{58E9EE05-867D-4F00-B81A-2F1D58FE9D23}" srcId="{97188924-C593-4A97-B08E-FBC4D725229E}" destId="{944ABB39-665F-46DB-A96F-A32EC34B0F38}" srcOrd="3" destOrd="0" parTransId="{52A22372-4199-4116-BE19-A63033054245}" sibTransId="{39D3A357-64EF-4297-89A8-70EE4BE8E3C4}"/>
    <dgm:cxn modelId="{4823021C-D2A4-48A3-AD70-86D1648C8293}" srcId="{5C710E24-8B50-4F77-901E-715322E06931}" destId="{3AEE64E2-DD24-4388-9E97-E2C63C2BE847}" srcOrd="2" destOrd="0" parTransId="{16134529-8BBC-4EEE-AFD6-28C2F52D03AD}" sibTransId="{E6DDA4B4-D4DD-4B04-B096-4EAA91A16C4B}"/>
    <dgm:cxn modelId="{039E3D20-114C-4FF7-A291-13B34B861F7F}" type="presOf" srcId="{944ABB39-665F-46DB-A96F-A32EC34B0F38}" destId="{3797BADF-27BA-4BE0-86B7-8A425A775389}" srcOrd="0" destOrd="0" presId="urn:microsoft.com/office/officeart/2005/8/layout/lProcess2"/>
    <dgm:cxn modelId="{C77A8528-6438-4794-AFA1-49E281A0E412}" srcId="{C8E3F474-87DA-4340-98E7-982C42C83093}" destId="{A3A9D7C5-F827-4E13-B15E-DB154A714003}" srcOrd="1" destOrd="0" parTransId="{1B6271B6-3AF2-45B1-92D9-B777F2B25C66}" sibTransId="{22BFCFCD-1DBB-455A-9131-A2D835CA51C2}"/>
    <dgm:cxn modelId="{CC681D30-1CE4-4736-9EF5-B6DEA7315887}" type="presOf" srcId="{0ADA3BEA-E4F9-4F75-AC58-F31995816A97}" destId="{6B5FD9CA-BB44-4811-9EE8-32DA070FB542}" srcOrd="0" destOrd="0" presId="urn:microsoft.com/office/officeart/2005/8/layout/lProcess2"/>
    <dgm:cxn modelId="{D63AF131-88EF-4540-B5F1-7CF18ACF0675}" srcId="{5C710E24-8B50-4F77-901E-715322E06931}" destId="{9F0F664C-955B-4703-80D6-FEFF9152B97B}" srcOrd="3" destOrd="0" parTransId="{CA427341-C139-4B8C-A836-264DB318C0BE}" sibTransId="{3E3D05AF-52DB-42CC-8260-BE29C61AD0A8}"/>
    <dgm:cxn modelId="{9EF66B32-7774-4CC1-8165-52540F753B24}" srcId="{A3A9D7C5-F827-4E13-B15E-DB154A714003}" destId="{74DE494E-2DE7-4214-9720-D11B87A4172B}" srcOrd="1" destOrd="0" parTransId="{F8101AC2-C99A-4CCA-92CF-9729BE7DD33A}" sibTransId="{12ABC199-7646-47DA-A78D-6799C96D6FC3}"/>
    <dgm:cxn modelId="{386F5439-48A4-4EB0-B68D-346D74495202}" type="presOf" srcId="{97188924-C593-4A97-B08E-FBC4D725229E}" destId="{15762C16-174D-4CDC-9FDC-F09689424D74}" srcOrd="1" destOrd="0" presId="urn:microsoft.com/office/officeart/2005/8/layout/lProcess2"/>
    <dgm:cxn modelId="{386C093F-4DF1-464F-A50A-BA57BDEF651D}" type="presOf" srcId="{5C710E24-8B50-4F77-901E-715322E06931}" destId="{78849EAD-A584-4BB9-94A1-D7091CCC89C8}" srcOrd="0" destOrd="0" presId="urn:microsoft.com/office/officeart/2005/8/layout/lProcess2"/>
    <dgm:cxn modelId="{B565AE5D-A45F-438C-87BD-B9F8F9439ABC}" type="presOf" srcId="{715663C6-0DA2-4578-B66D-6EF353ABD4BF}" destId="{E07BE49C-3F7C-4551-96CD-6030ADE7C4FF}" srcOrd="0" destOrd="0" presId="urn:microsoft.com/office/officeart/2005/8/layout/lProcess2"/>
    <dgm:cxn modelId="{F3052A62-E498-4A26-8422-C5C8CBBC3A1A}" type="presOf" srcId="{C8E3F474-87DA-4340-98E7-982C42C83093}" destId="{79EA0E9F-39FB-4BD8-99EA-051D1F83CBE6}" srcOrd="0" destOrd="0" presId="urn:microsoft.com/office/officeart/2005/8/layout/lProcess2"/>
    <dgm:cxn modelId="{814E3F45-3ABE-4D23-B9E6-213D30643C15}" type="presOf" srcId="{A94AD19D-C1A6-4350-8EB6-3976FF04FBCB}" destId="{88B7AACF-4FBF-4542-B07A-14EEC848E1FC}" srcOrd="0" destOrd="0" presId="urn:microsoft.com/office/officeart/2005/8/layout/lProcess2"/>
    <dgm:cxn modelId="{1C244145-5C42-482F-A496-6B918804169D}" type="presOf" srcId="{B0A68B2F-7FFD-4B23-91BA-A00B296A4DA1}" destId="{627E3100-7A0C-4E6F-B5A4-A7F56FDDDE81}" srcOrd="0" destOrd="0" presId="urn:microsoft.com/office/officeart/2005/8/layout/lProcess2"/>
    <dgm:cxn modelId="{42934C66-873F-45B4-BDA7-6B7FDC46B7C8}" srcId="{C8E3F474-87DA-4340-98E7-982C42C83093}" destId="{97188924-C593-4A97-B08E-FBC4D725229E}" srcOrd="2" destOrd="0" parTransId="{D9F54942-43EA-4A89-9FBE-C03600C1ED5E}" sibTransId="{BF20D332-2C15-400E-9831-2B61017C38D1}"/>
    <dgm:cxn modelId="{DB388F67-381A-4818-9F19-B0F9E2DFC4E0}" type="presOf" srcId="{5C710E24-8B50-4F77-901E-715322E06931}" destId="{2DCE7388-E6A0-4327-A667-B81E76A19C9E}" srcOrd="1" destOrd="0" presId="urn:microsoft.com/office/officeart/2005/8/layout/lProcess2"/>
    <dgm:cxn modelId="{09F31F6A-D3E5-4541-9F55-56DF8C03A663}" srcId="{5C710E24-8B50-4F77-901E-715322E06931}" destId="{518DEE77-FCD8-40E1-B4E4-D1E04C67BDDD}" srcOrd="0" destOrd="0" parTransId="{18FB7827-BC3E-49CB-BBEB-79C4CD5D0971}" sibTransId="{32E7275D-828E-4150-A3B6-AD1030F81481}"/>
    <dgm:cxn modelId="{D59EAD4A-1FE9-47C3-8E5A-96535DBBDEA8}" type="presOf" srcId="{9F0F664C-955B-4703-80D6-FEFF9152B97B}" destId="{65EF9F06-4C8F-4D87-A2A6-8057FBC1A90B}" srcOrd="0" destOrd="0" presId="urn:microsoft.com/office/officeart/2005/8/layout/lProcess2"/>
    <dgm:cxn modelId="{BA507B71-39A8-477B-B97F-2CA38F2AA579}" type="presOf" srcId="{C5D3FE66-2474-4B17-A9EA-6E8DB424D6A4}" destId="{A85D08B7-85E1-4A89-9DF6-1232A3B043F3}" srcOrd="0" destOrd="0" presId="urn:microsoft.com/office/officeart/2005/8/layout/lProcess2"/>
    <dgm:cxn modelId="{8AB58F84-ACBD-462F-8E04-61757BA7BAD4}" type="presOf" srcId="{A3A9D7C5-F827-4E13-B15E-DB154A714003}" destId="{73F790D1-7194-465A-A44A-6F73B394ED25}" srcOrd="1" destOrd="0" presId="urn:microsoft.com/office/officeart/2005/8/layout/lProcess2"/>
    <dgm:cxn modelId="{D5C65388-7905-42D3-8ABD-2BE24027E594}" type="presOf" srcId="{A3A9D7C5-F827-4E13-B15E-DB154A714003}" destId="{86D4EE5E-AAE4-4A6C-ABD3-6A010F28ABD2}" srcOrd="0" destOrd="0" presId="urn:microsoft.com/office/officeart/2005/8/layout/lProcess2"/>
    <dgm:cxn modelId="{9E729B94-8D91-4996-9732-EBB6FB947103}" srcId="{97188924-C593-4A97-B08E-FBC4D725229E}" destId="{AA072FC9-6C0A-4F42-B129-D0AA1B710B2A}" srcOrd="1" destOrd="0" parTransId="{C445E7F7-9E37-4930-9353-71F625EC469F}" sibTransId="{CE7C073F-839F-468E-8A6D-28D5D56E3D50}"/>
    <dgm:cxn modelId="{CADF3599-446C-4BE6-AA25-6D188A4A69CB}" srcId="{C8E3F474-87DA-4340-98E7-982C42C83093}" destId="{5C710E24-8B50-4F77-901E-715322E06931}" srcOrd="0" destOrd="0" parTransId="{ECD62FE4-F38A-4884-9CD3-F5313A9FEAB8}" sibTransId="{883C04CA-48C8-40AA-BFEF-76EE3C423B30}"/>
    <dgm:cxn modelId="{5AD72F9E-3C06-477E-A862-AEF87C982108}" srcId="{97188924-C593-4A97-B08E-FBC4D725229E}" destId="{416E3D51-8D03-4C09-9AE6-01014AAE06A7}" srcOrd="4" destOrd="0" parTransId="{FB3F2AC3-4961-4D51-8D65-F5ED25E7390F}" sibTransId="{CAA9205A-59A2-4CD6-BD63-776AC8A5C4F2}"/>
    <dgm:cxn modelId="{ED7E4BA1-27D3-4C2B-AE5F-59A5059CBA67}" type="presOf" srcId="{97188924-C593-4A97-B08E-FBC4D725229E}" destId="{B8C14EA3-0960-45C2-BDFA-CCE5548E3B0F}" srcOrd="0" destOrd="0" presId="urn:microsoft.com/office/officeart/2005/8/layout/lProcess2"/>
    <dgm:cxn modelId="{F144D6A5-7359-4371-BC12-FCD9B2E89353}" srcId="{97188924-C593-4A97-B08E-FBC4D725229E}" destId="{0ADA3BEA-E4F9-4F75-AC58-F31995816A97}" srcOrd="2" destOrd="0" parTransId="{55C00A57-F492-4704-ADF5-2DD4B1A42F74}" sibTransId="{A0E22D3A-99E7-45B4-B9B4-3E5BC2BED7E5}"/>
    <dgm:cxn modelId="{BEAF7BB4-B254-4BB9-96EA-B332F8A85096}" type="presOf" srcId="{416E3D51-8D03-4C09-9AE6-01014AAE06A7}" destId="{C0D30DAD-B5E8-4473-8F09-F92D92105B13}" srcOrd="0" destOrd="0" presId="urn:microsoft.com/office/officeart/2005/8/layout/lProcess2"/>
    <dgm:cxn modelId="{095CCEBC-850D-460B-9208-4376DDE41AAE}" type="presOf" srcId="{518DEE77-FCD8-40E1-B4E4-D1E04C67BDDD}" destId="{9426B107-74AC-413A-9315-0B2C679C41B0}" srcOrd="0" destOrd="0" presId="urn:microsoft.com/office/officeart/2005/8/layout/lProcess2"/>
    <dgm:cxn modelId="{8B761FBD-25F6-4069-82BF-9D4FC75B7F34}" type="presOf" srcId="{74DE494E-2DE7-4214-9720-D11B87A4172B}" destId="{6D793848-5A66-4F7C-B3A6-5723D3571116}" srcOrd="0" destOrd="0" presId="urn:microsoft.com/office/officeart/2005/8/layout/lProcess2"/>
    <dgm:cxn modelId="{83AB30C2-6953-4EA7-AC2A-6F02C7C63243}" srcId="{97188924-C593-4A97-B08E-FBC4D725229E}" destId="{B0A68B2F-7FFD-4B23-91BA-A00B296A4DA1}" srcOrd="0" destOrd="0" parTransId="{FE4A94ED-53E9-4E8E-A6F8-7B206977ED7D}" sibTransId="{D6B7DD29-D2F6-4474-A536-FD77B1253CE6}"/>
    <dgm:cxn modelId="{439C70D2-7113-4459-92B3-40476667A436}" srcId="{5C710E24-8B50-4F77-901E-715322E06931}" destId="{C5D3FE66-2474-4B17-A9EA-6E8DB424D6A4}" srcOrd="1" destOrd="0" parTransId="{A522089C-F33E-49A8-BD73-F07E76E5ED31}" sibTransId="{BF40BDAE-CFEE-440A-84B3-4D59D1369223}"/>
    <dgm:cxn modelId="{DD1FE1EB-C344-4A8A-8B15-253AB049D125}" srcId="{A3A9D7C5-F827-4E13-B15E-DB154A714003}" destId="{715663C6-0DA2-4578-B66D-6EF353ABD4BF}" srcOrd="2" destOrd="0" parTransId="{6A84C947-6A86-423E-A055-E26D95C28283}" sibTransId="{FA5578B5-48CE-4FAE-9D77-8C1773515076}"/>
    <dgm:cxn modelId="{015DB1F7-E14E-4C7D-A1F8-42673D12844A}" type="presOf" srcId="{3AEE64E2-DD24-4388-9E97-E2C63C2BE847}" destId="{2626F811-F565-4B1A-8603-F281FBB4E1F6}" srcOrd="0" destOrd="0" presId="urn:microsoft.com/office/officeart/2005/8/layout/lProcess2"/>
    <dgm:cxn modelId="{95CAE6FE-3CA2-438E-8E08-D35B89B4FEE5}" srcId="{A3A9D7C5-F827-4E13-B15E-DB154A714003}" destId="{A94AD19D-C1A6-4350-8EB6-3976FF04FBCB}" srcOrd="0" destOrd="0" parTransId="{20336C18-76F5-4649-BEE4-A2EC5B3E17A9}" sibTransId="{E75F2177-9A57-491C-B921-7CD02252D750}"/>
    <dgm:cxn modelId="{6803A930-D201-4071-BA00-B4162A0B5259}" type="presParOf" srcId="{79EA0E9F-39FB-4BD8-99EA-051D1F83CBE6}" destId="{5D6CA201-1BD9-4ED1-B2E5-10546886E565}" srcOrd="0" destOrd="0" presId="urn:microsoft.com/office/officeart/2005/8/layout/lProcess2"/>
    <dgm:cxn modelId="{3E876990-90ED-4779-8413-824544F1C21B}" type="presParOf" srcId="{5D6CA201-1BD9-4ED1-B2E5-10546886E565}" destId="{78849EAD-A584-4BB9-94A1-D7091CCC89C8}" srcOrd="0" destOrd="0" presId="urn:microsoft.com/office/officeart/2005/8/layout/lProcess2"/>
    <dgm:cxn modelId="{B67BD107-C91D-4BF8-AC87-AB9EE227C058}" type="presParOf" srcId="{5D6CA201-1BD9-4ED1-B2E5-10546886E565}" destId="{2DCE7388-E6A0-4327-A667-B81E76A19C9E}" srcOrd="1" destOrd="0" presId="urn:microsoft.com/office/officeart/2005/8/layout/lProcess2"/>
    <dgm:cxn modelId="{4F5D9115-E72A-4F35-A9AD-89B5720DBD16}" type="presParOf" srcId="{5D6CA201-1BD9-4ED1-B2E5-10546886E565}" destId="{CD2C5CDE-8C16-402A-A394-A159A54D68EB}" srcOrd="2" destOrd="0" presId="urn:microsoft.com/office/officeart/2005/8/layout/lProcess2"/>
    <dgm:cxn modelId="{A7A599FC-8940-424F-A34A-E38C96D3915D}" type="presParOf" srcId="{CD2C5CDE-8C16-402A-A394-A159A54D68EB}" destId="{B4EA249C-9A9C-4FE1-BFA1-43E16C132F1A}" srcOrd="0" destOrd="0" presId="urn:microsoft.com/office/officeart/2005/8/layout/lProcess2"/>
    <dgm:cxn modelId="{B6CBE803-449A-40FD-B944-806CD4ABA776}" type="presParOf" srcId="{B4EA249C-9A9C-4FE1-BFA1-43E16C132F1A}" destId="{9426B107-74AC-413A-9315-0B2C679C41B0}" srcOrd="0" destOrd="0" presId="urn:microsoft.com/office/officeart/2005/8/layout/lProcess2"/>
    <dgm:cxn modelId="{D1B8D561-69B1-4D5D-89BE-55B8D8262785}" type="presParOf" srcId="{B4EA249C-9A9C-4FE1-BFA1-43E16C132F1A}" destId="{F7B9285F-CB3C-44B7-9635-3D41E6A7871A}" srcOrd="1" destOrd="0" presId="urn:microsoft.com/office/officeart/2005/8/layout/lProcess2"/>
    <dgm:cxn modelId="{8E6CBF7C-66AC-4C38-B92D-2E6C2180AF2C}" type="presParOf" srcId="{B4EA249C-9A9C-4FE1-BFA1-43E16C132F1A}" destId="{A85D08B7-85E1-4A89-9DF6-1232A3B043F3}" srcOrd="2" destOrd="0" presId="urn:microsoft.com/office/officeart/2005/8/layout/lProcess2"/>
    <dgm:cxn modelId="{40BDBB13-310D-49DC-BACD-D237D97306EC}" type="presParOf" srcId="{B4EA249C-9A9C-4FE1-BFA1-43E16C132F1A}" destId="{1BAFC2F0-3E09-4F01-B3F4-EF7CA2A988A3}" srcOrd="3" destOrd="0" presId="urn:microsoft.com/office/officeart/2005/8/layout/lProcess2"/>
    <dgm:cxn modelId="{74C3788B-CAF4-41D6-AC3E-03A59A182A40}" type="presParOf" srcId="{B4EA249C-9A9C-4FE1-BFA1-43E16C132F1A}" destId="{2626F811-F565-4B1A-8603-F281FBB4E1F6}" srcOrd="4" destOrd="0" presId="urn:microsoft.com/office/officeart/2005/8/layout/lProcess2"/>
    <dgm:cxn modelId="{EEC7048A-F6FA-460C-92FB-BC5B91525A57}" type="presParOf" srcId="{B4EA249C-9A9C-4FE1-BFA1-43E16C132F1A}" destId="{A86AE2B4-CFBA-4879-B385-1B4C5BAA0670}" srcOrd="5" destOrd="0" presId="urn:microsoft.com/office/officeart/2005/8/layout/lProcess2"/>
    <dgm:cxn modelId="{E2A3EC37-75A8-4EBB-92FC-0ADC7150190C}" type="presParOf" srcId="{B4EA249C-9A9C-4FE1-BFA1-43E16C132F1A}" destId="{65EF9F06-4C8F-4D87-A2A6-8057FBC1A90B}" srcOrd="6" destOrd="0" presId="urn:microsoft.com/office/officeart/2005/8/layout/lProcess2"/>
    <dgm:cxn modelId="{59E23499-BC04-4AF6-90B6-4EB85A50AFC5}" type="presParOf" srcId="{79EA0E9F-39FB-4BD8-99EA-051D1F83CBE6}" destId="{EE738068-AA96-4296-9620-33860FF980A7}" srcOrd="1" destOrd="0" presId="urn:microsoft.com/office/officeart/2005/8/layout/lProcess2"/>
    <dgm:cxn modelId="{F486B925-324C-4E97-AC68-F14AB713B403}" type="presParOf" srcId="{79EA0E9F-39FB-4BD8-99EA-051D1F83CBE6}" destId="{59C9AF94-4584-49C5-8456-C82951172036}" srcOrd="2" destOrd="0" presId="urn:microsoft.com/office/officeart/2005/8/layout/lProcess2"/>
    <dgm:cxn modelId="{D1B703BA-1F10-4EA5-BF64-348416D5E5C3}" type="presParOf" srcId="{59C9AF94-4584-49C5-8456-C82951172036}" destId="{86D4EE5E-AAE4-4A6C-ABD3-6A010F28ABD2}" srcOrd="0" destOrd="0" presId="urn:microsoft.com/office/officeart/2005/8/layout/lProcess2"/>
    <dgm:cxn modelId="{0F5C4542-902A-4B3D-AD07-CFF23E4B1FEF}" type="presParOf" srcId="{59C9AF94-4584-49C5-8456-C82951172036}" destId="{73F790D1-7194-465A-A44A-6F73B394ED25}" srcOrd="1" destOrd="0" presId="urn:microsoft.com/office/officeart/2005/8/layout/lProcess2"/>
    <dgm:cxn modelId="{000F45DB-1EF8-4B5A-9E7D-209F61CB0025}" type="presParOf" srcId="{59C9AF94-4584-49C5-8456-C82951172036}" destId="{F744E1CC-4F3F-4AE3-AC55-DC2ADF711FFD}" srcOrd="2" destOrd="0" presId="urn:microsoft.com/office/officeart/2005/8/layout/lProcess2"/>
    <dgm:cxn modelId="{CE7E6459-77FB-4D6E-B5F4-A522390CC26E}" type="presParOf" srcId="{F744E1CC-4F3F-4AE3-AC55-DC2ADF711FFD}" destId="{5D63D220-B136-4B09-9BDA-44CD5B919850}" srcOrd="0" destOrd="0" presId="urn:microsoft.com/office/officeart/2005/8/layout/lProcess2"/>
    <dgm:cxn modelId="{7107B56F-92DF-4664-BD46-BBA32FE7703A}" type="presParOf" srcId="{5D63D220-B136-4B09-9BDA-44CD5B919850}" destId="{88B7AACF-4FBF-4542-B07A-14EEC848E1FC}" srcOrd="0" destOrd="0" presId="urn:microsoft.com/office/officeart/2005/8/layout/lProcess2"/>
    <dgm:cxn modelId="{0A930BC2-6BEA-4DF2-85BE-B46AC2B0128A}" type="presParOf" srcId="{5D63D220-B136-4B09-9BDA-44CD5B919850}" destId="{B4C85686-C778-4BD4-BC07-E628A5C99CD8}" srcOrd="1" destOrd="0" presId="urn:microsoft.com/office/officeart/2005/8/layout/lProcess2"/>
    <dgm:cxn modelId="{12DDD200-6FD8-4F71-A36C-D6CEBE7591B0}" type="presParOf" srcId="{5D63D220-B136-4B09-9BDA-44CD5B919850}" destId="{6D793848-5A66-4F7C-B3A6-5723D3571116}" srcOrd="2" destOrd="0" presId="urn:microsoft.com/office/officeart/2005/8/layout/lProcess2"/>
    <dgm:cxn modelId="{E2EA9A4B-EC38-42E0-B4E5-1134BB6D37BB}" type="presParOf" srcId="{5D63D220-B136-4B09-9BDA-44CD5B919850}" destId="{076804F6-8B8F-4311-9E98-6F47C3EE36A4}" srcOrd="3" destOrd="0" presId="urn:microsoft.com/office/officeart/2005/8/layout/lProcess2"/>
    <dgm:cxn modelId="{C35789C3-7DD5-4170-946A-2329CC096E1A}" type="presParOf" srcId="{5D63D220-B136-4B09-9BDA-44CD5B919850}" destId="{E07BE49C-3F7C-4551-96CD-6030ADE7C4FF}" srcOrd="4" destOrd="0" presId="urn:microsoft.com/office/officeart/2005/8/layout/lProcess2"/>
    <dgm:cxn modelId="{DB985671-34A0-4665-A29A-5AD3C8E980F0}" type="presParOf" srcId="{79EA0E9F-39FB-4BD8-99EA-051D1F83CBE6}" destId="{B234DC69-6EFE-4AA5-9579-482315DD7218}" srcOrd="3" destOrd="0" presId="urn:microsoft.com/office/officeart/2005/8/layout/lProcess2"/>
    <dgm:cxn modelId="{B5A4C00D-C324-4304-B6EA-BD86EB0DE288}" type="presParOf" srcId="{79EA0E9F-39FB-4BD8-99EA-051D1F83CBE6}" destId="{999233A8-2172-4E56-BCB9-45385883A00A}" srcOrd="4" destOrd="0" presId="urn:microsoft.com/office/officeart/2005/8/layout/lProcess2"/>
    <dgm:cxn modelId="{15181874-7B0B-4ED7-A8D4-77CC95A7DC1A}" type="presParOf" srcId="{999233A8-2172-4E56-BCB9-45385883A00A}" destId="{B8C14EA3-0960-45C2-BDFA-CCE5548E3B0F}" srcOrd="0" destOrd="0" presId="urn:microsoft.com/office/officeart/2005/8/layout/lProcess2"/>
    <dgm:cxn modelId="{4B01B9B1-860E-4C5C-8F64-363C8C063E5F}" type="presParOf" srcId="{999233A8-2172-4E56-BCB9-45385883A00A}" destId="{15762C16-174D-4CDC-9FDC-F09689424D74}" srcOrd="1" destOrd="0" presId="urn:microsoft.com/office/officeart/2005/8/layout/lProcess2"/>
    <dgm:cxn modelId="{C7ADFB60-CDE7-4453-BFE8-A0973C1C8EF6}" type="presParOf" srcId="{999233A8-2172-4E56-BCB9-45385883A00A}" destId="{3DF9F389-6210-479F-9384-B23CD565AE2F}" srcOrd="2" destOrd="0" presId="urn:microsoft.com/office/officeart/2005/8/layout/lProcess2"/>
    <dgm:cxn modelId="{15328842-1E5A-4FF9-8385-D63E0AA71D6A}" type="presParOf" srcId="{3DF9F389-6210-479F-9384-B23CD565AE2F}" destId="{A40DC0AC-F6D8-421F-90A7-D8027C294FDD}" srcOrd="0" destOrd="0" presId="urn:microsoft.com/office/officeart/2005/8/layout/lProcess2"/>
    <dgm:cxn modelId="{7112C49A-397B-4349-9726-58D6BD6BAE67}" type="presParOf" srcId="{A40DC0AC-F6D8-421F-90A7-D8027C294FDD}" destId="{627E3100-7A0C-4E6F-B5A4-A7F56FDDDE81}" srcOrd="0" destOrd="0" presId="urn:microsoft.com/office/officeart/2005/8/layout/lProcess2"/>
    <dgm:cxn modelId="{1A1008AE-DAA0-4CD2-ACA8-9FCCBA347C86}" type="presParOf" srcId="{A40DC0AC-F6D8-421F-90A7-D8027C294FDD}" destId="{D2965A76-7E9A-4641-AEDA-0755A24F0873}" srcOrd="1" destOrd="0" presId="urn:microsoft.com/office/officeart/2005/8/layout/lProcess2"/>
    <dgm:cxn modelId="{62FDE771-DF54-49E2-8580-D5D8B0D90B03}" type="presParOf" srcId="{A40DC0AC-F6D8-421F-90A7-D8027C294FDD}" destId="{736FE7C6-8D2C-4E4F-944A-A6A386CE112D}" srcOrd="2" destOrd="0" presId="urn:microsoft.com/office/officeart/2005/8/layout/lProcess2"/>
    <dgm:cxn modelId="{75978252-D9E6-43B1-8D41-5DA95FD93179}" type="presParOf" srcId="{A40DC0AC-F6D8-421F-90A7-D8027C294FDD}" destId="{B9A9CB55-FCA9-42BD-9247-88ACE812F6A2}" srcOrd="3" destOrd="0" presId="urn:microsoft.com/office/officeart/2005/8/layout/lProcess2"/>
    <dgm:cxn modelId="{FF254427-3262-46D4-A37F-A6A7A86938D8}" type="presParOf" srcId="{A40DC0AC-F6D8-421F-90A7-D8027C294FDD}" destId="{6B5FD9CA-BB44-4811-9EE8-32DA070FB542}" srcOrd="4" destOrd="0" presId="urn:microsoft.com/office/officeart/2005/8/layout/lProcess2"/>
    <dgm:cxn modelId="{AD902166-5EEC-4B71-A52A-D30D3769D0DE}" type="presParOf" srcId="{A40DC0AC-F6D8-421F-90A7-D8027C294FDD}" destId="{E160A6CB-5AE2-4F5C-A51F-3CFAD7B29FC6}" srcOrd="5" destOrd="0" presId="urn:microsoft.com/office/officeart/2005/8/layout/lProcess2"/>
    <dgm:cxn modelId="{53ED54B5-4B3B-4CAD-9A55-E2896AF55E31}" type="presParOf" srcId="{A40DC0AC-F6D8-421F-90A7-D8027C294FDD}" destId="{3797BADF-27BA-4BE0-86B7-8A425A775389}" srcOrd="6" destOrd="0" presId="urn:microsoft.com/office/officeart/2005/8/layout/lProcess2"/>
    <dgm:cxn modelId="{435A40CC-F351-4A9D-BE15-AE6F9195B07C}" type="presParOf" srcId="{A40DC0AC-F6D8-421F-90A7-D8027C294FDD}" destId="{8D244D30-9E94-4D98-8AC0-0C7AFA7A1B89}" srcOrd="7" destOrd="0" presId="urn:microsoft.com/office/officeart/2005/8/layout/lProcess2"/>
    <dgm:cxn modelId="{6F1E7104-115A-4CB3-A145-22520595620B}" type="presParOf" srcId="{A40DC0AC-F6D8-421F-90A7-D8027C294FDD}" destId="{C0D30DAD-B5E8-4473-8F09-F92D92105B13}"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B270C4-6A13-4FDB-B10C-4538C657156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7FAB89C1-0C42-45B0-A370-85843F4FE800}">
      <dgm:prSet/>
      <dgm:spPr/>
      <dgm:t>
        <a:bodyPr/>
        <a:lstStyle/>
        <a:p>
          <a:pPr rtl="0"/>
          <a:r>
            <a:rPr lang="en-GB"/>
            <a:t>Geo-Spatial Data</a:t>
          </a:r>
        </a:p>
      </dgm:t>
    </dgm:pt>
    <dgm:pt modelId="{3891407B-78F7-47A3-BCC6-CA9345D155CE}" type="parTrans" cxnId="{0ADD531A-F19F-4F99-873F-A11E3E45DD3B}">
      <dgm:prSet/>
      <dgm:spPr/>
      <dgm:t>
        <a:bodyPr/>
        <a:lstStyle/>
        <a:p>
          <a:endParaRPr lang="en-US"/>
        </a:p>
      </dgm:t>
    </dgm:pt>
    <dgm:pt modelId="{05FCB859-9315-4C67-BD81-7E0E0A8EE3E0}" type="sibTrans" cxnId="{0ADD531A-F19F-4F99-873F-A11E3E45DD3B}">
      <dgm:prSet/>
      <dgm:spPr/>
      <dgm:t>
        <a:bodyPr/>
        <a:lstStyle/>
        <a:p>
          <a:endParaRPr lang="en-US"/>
        </a:p>
      </dgm:t>
    </dgm:pt>
    <dgm:pt modelId="{F27A6FA5-B0D4-4104-91F8-D45E7628BBFA}">
      <dgm:prSet/>
      <dgm:spPr/>
      <dgm:t>
        <a:bodyPr/>
        <a:lstStyle/>
        <a:p>
          <a:pPr rtl="0"/>
          <a:r>
            <a:rPr lang="en-GB"/>
            <a:t>Mobile devices use GPS for navigation and personalisation. </a:t>
          </a:r>
        </a:p>
      </dgm:t>
    </dgm:pt>
    <dgm:pt modelId="{7D3A8976-88AF-4977-807D-CBB5AF56212A}" type="parTrans" cxnId="{5AC19B70-E8E7-4EDA-94F4-05B49AE8A337}">
      <dgm:prSet/>
      <dgm:spPr/>
      <dgm:t>
        <a:bodyPr/>
        <a:lstStyle/>
        <a:p>
          <a:endParaRPr lang="en-US"/>
        </a:p>
      </dgm:t>
    </dgm:pt>
    <dgm:pt modelId="{2C645F18-144A-49B0-A416-65501252A192}" type="sibTrans" cxnId="{5AC19B70-E8E7-4EDA-94F4-05B49AE8A337}">
      <dgm:prSet/>
      <dgm:spPr/>
      <dgm:t>
        <a:bodyPr/>
        <a:lstStyle/>
        <a:p>
          <a:endParaRPr lang="en-US"/>
        </a:p>
      </dgm:t>
    </dgm:pt>
    <dgm:pt modelId="{1BB71423-1B64-4634-9ADB-B2AEB0CEF071}">
      <dgm:prSet/>
      <dgm:spPr/>
      <dgm:t>
        <a:bodyPr/>
        <a:lstStyle/>
        <a:p>
          <a:pPr rtl="0"/>
          <a:r>
            <a:rPr lang="en-GB"/>
            <a:t>GPS added to the camera’s and camcorders to set the location of the picture</a:t>
          </a:r>
        </a:p>
      </dgm:t>
    </dgm:pt>
    <dgm:pt modelId="{A7EFF6EE-8FDC-4006-8910-3A869C1FD761}" type="parTrans" cxnId="{03DA117E-984A-4704-953C-D04B3BF31F46}">
      <dgm:prSet/>
      <dgm:spPr/>
      <dgm:t>
        <a:bodyPr/>
        <a:lstStyle/>
        <a:p>
          <a:endParaRPr lang="en-US"/>
        </a:p>
      </dgm:t>
    </dgm:pt>
    <dgm:pt modelId="{90219F22-B554-4BB6-AA4D-C721B27686C3}" type="sibTrans" cxnId="{03DA117E-984A-4704-953C-D04B3BF31F46}">
      <dgm:prSet/>
      <dgm:spPr/>
      <dgm:t>
        <a:bodyPr/>
        <a:lstStyle/>
        <a:p>
          <a:endParaRPr lang="en-US"/>
        </a:p>
      </dgm:t>
    </dgm:pt>
    <dgm:pt modelId="{616D0F59-CB3A-44F8-A3A3-315BE0515AAE}">
      <dgm:prSet/>
      <dgm:spPr/>
      <dgm:t>
        <a:bodyPr/>
        <a:lstStyle/>
        <a:p>
          <a:pPr rtl="0"/>
          <a:r>
            <a:rPr lang="en-GB"/>
            <a:t>Social media</a:t>
          </a:r>
        </a:p>
      </dgm:t>
    </dgm:pt>
    <dgm:pt modelId="{6902DC97-EE0E-477F-ADB5-AFC5FCB68A75}" type="parTrans" cxnId="{364F583E-278A-4AAF-8B46-E85133F1739D}">
      <dgm:prSet/>
      <dgm:spPr/>
      <dgm:t>
        <a:bodyPr/>
        <a:lstStyle/>
        <a:p>
          <a:endParaRPr lang="en-US"/>
        </a:p>
      </dgm:t>
    </dgm:pt>
    <dgm:pt modelId="{AF481CB4-A67F-4FBC-9554-87C9C7037449}" type="sibTrans" cxnId="{364F583E-278A-4AAF-8B46-E85133F1739D}">
      <dgm:prSet/>
      <dgm:spPr/>
      <dgm:t>
        <a:bodyPr/>
        <a:lstStyle/>
        <a:p>
          <a:endParaRPr lang="en-US"/>
        </a:p>
      </dgm:t>
    </dgm:pt>
    <dgm:pt modelId="{F4471027-71D2-42D4-B387-707EBB6DBC99}">
      <dgm:prSet/>
      <dgm:spPr/>
      <dgm:t>
        <a:bodyPr/>
        <a:lstStyle/>
        <a:p>
          <a:pPr rtl="0"/>
          <a:r>
            <a:rPr lang="en-GB"/>
            <a:t>Facebook</a:t>
          </a:r>
        </a:p>
      </dgm:t>
    </dgm:pt>
    <dgm:pt modelId="{261668EF-298C-46FA-AD9A-17A8771D5791}" type="parTrans" cxnId="{4106161C-E8E4-40D8-92E1-CB00AB49F4D2}">
      <dgm:prSet/>
      <dgm:spPr/>
      <dgm:t>
        <a:bodyPr/>
        <a:lstStyle/>
        <a:p>
          <a:endParaRPr lang="en-US"/>
        </a:p>
      </dgm:t>
    </dgm:pt>
    <dgm:pt modelId="{1EE026B5-45B8-4EB1-B799-1BCB061208D6}" type="sibTrans" cxnId="{4106161C-E8E4-40D8-92E1-CB00AB49F4D2}">
      <dgm:prSet/>
      <dgm:spPr/>
      <dgm:t>
        <a:bodyPr/>
        <a:lstStyle/>
        <a:p>
          <a:endParaRPr lang="en-US"/>
        </a:p>
      </dgm:t>
    </dgm:pt>
    <dgm:pt modelId="{8C5FA05D-6DFA-4CA8-BDC9-D0566CE83FED}">
      <dgm:prSet/>
      <dgm:spPr/>
      <dgm:t>
        <a:bodyPr/>
        <a:lstStyle/>
        <a:p>
          <a:pPr rtl="0"/>
          <a:r>
            <a:rPr lang="en-GB"/>
            <a:t>Twitter</a:t>
          </a:r>
        </a:p>
      </dgm:t>
    </dgm:pt>
    <dgm:pt modelId="{389F772A-899E-4593-B1FB-D6B966228A8B}" type="parTrans" cxnId="{DBC0783D-9862-497F-9421-3D9A58C55009}">
      <dgm:prSet/>
      <dgm:spPr/>
      <dgm:t>
        <a:bodyPr/>
        <a:lstStyle/>
        <a:p>
          <a:endParaRPr lang="en-US"/>
        </a:p>
      </dgm:t>
    </dgm:pt>
    <dgm:pt modelId="{7D118716-C8A2-44BB-AB4F-93227B8FAFBE}" type="sibTrans" cxnId="{DBC0783D-9862-497F-9421-3D9A58C55009}">
      <dgm:prSet/>
      <dgm:spPr/>
      <dgm:t>
        <a:bodyPr/>
        <a:lstStyle/>
        <a:p>
          <a:endParaRPr lang="en-US"/>
        </a:p>
      </dgm:t>
    </dgm:pt>
    <dgm:pt modelId="{81380504-F4BF-423C-9229-FBA92ADEA0AB}">
      <dgm:prSet/>
      <dgm:spPr/>
      <dgm:t>
        <a:bodyPr/>
        <a:lstStyle/>
        <a:p>
          <a:pPr rtl="0"/>
          <a:r>
            <a:rPr lang="en-GB"/>
            <a:t>Instagram </a:t>
          </a:r>
        </a:p>
      </dgm:t>
    </dgm:pt>
    <dgm:pt modelId="{9BDDC7D1-73AF-420D-87FD-B69478FA10AD}" type="parTrans" cxnId="{D64A7E46-F21F-4CD1-8079-C882ADCBF11F}">
      <dgm:prSet/>
      <dgm:spPr/>
      <dgm:t>
        <a:bodyPr/>
        <a:lstStyle/>
        <a:p>
          <a:endParaRPr lang="en-US"/>
        </a:p>
      </dgm:t>
    </dgm:pt>
    <dgm:pt modelId="{55AA0390-9A8D-414E-AF56-721A6063FC6E}" type="sibTrans" cxnId="{D64A7E46-F21F-4CD1-8079-C882ADCBF11F}">
      <dgm:prSet/>
      <dgm:spPr/>
      <dgm:t>
        <a:bodyPr/>
        <a:lstStyle/>
        <a:p>
          <a:endParaRPr lang="en-US"/>
        </a:p>
      </dgm:t>
    </dgm:pt>
    <dgm:pt modelId="{21720244-C478-44C4-89BE-4F354F1F83D6}">
      <dgm:prSet/>
      <dgm:spPr/>
      <dgm:t>
        <a:bodyPr/>
        <a:lstStyle/>
        <a:p>
          <a:pPr rtl="0"/>
          <a:r>
            <a:rPr lang="en-GB" dirty="0"/>
            <a:t>Companies must make use of the available data</a:t>
          </a:r>
        </a:p>
      </dgm:t>
    </dgm:pt>
    <dgm:pt modelId="{C4D7CABE-FEB8-4A39-853E-E70950FA6FF3}" type="parTrans" cxnId="{CF191DAC-D021-427E-9486-85B095366A9E}">
      <dgm:prSet/>
      <dgm:spPr/>
      <dgm:t>
        <a:bodyPr/>
        <a:lstStyle/>
        <a:p>
          <a:endParaRPr lang="en-US"/>
        </a:p>
      </dgm:t>
    </dgm:pt>
    <dgm:pt modelId="{6890D570-3B8D-4C4D-844E-3C36F4FB6DE2}" type="sibTrans" cxnId="{CF191DAC-D021-427E-9486-85B095366A9E}">
      <dgm:prSet/>
      <dgm:spPr/>
      <dgm:t>
        <a:bodyPr/>
        <a:lstStyle/>
        <a:p>
          <a:endParaRPr lang="en-US"/>
        </a:p>
      </dgm:t>
    </dgm:pt>
    <dgm:pt modelId="{CEEDE5B1-43BC-4EFC-B9A9-4393C85C163E}">
      <dgm:prSet/>
      <dgm:spPr/>
      <dgm:t>
        <a:bodyPr/>
        <a:lstStyle/>
        <a:p>
          <a:pPr rtl="0"/>
          <a:r>
            <a:rPr lang="en-GB"/>
            <a:t>Different format</a:t>
          </a:r>
        </a:p>
      </dgm:t>
    </dgm:pt>
    <dgm:pt modelId="{12896D78-136E-473E-8F9E-95E658DCF97A}" type="parTrans" cxnId="{36004F0C-E550-4B21-A28E-DF2014EF549F}">
      <dgm:prSet/>
      <dgm:spPr/>
      <dgm:t>
        <a:bodyPr/>
        <a:lstStyle/>
        <a:p>
          <a:endParaRPr lang="en-US"/>
        </a:p>
      </dgm:t>
    </dgm:pt>
    <dgm:pt modelId="{D176A275-4872-4233-864D-4A3C8D8405DC}" type="sibTrans" cxnId="{36004F0C-E550-4B21-A28E-DF2014EF549F}">
      <dgm:prSet/>
      <dgm:spPr/>
      <dgm:t>
        <a:bodyPr/>
        <a:lstStyle/>
        <a:p>
          <a:endParaRPr lang="en-US"/>
        </a:p>
      </dgm:t>
    </dgm:pt>
    <dgm:pt modelId="{57E95850-AC21-48FA-BD93-E239BC4DAA01}">
      <dgm:prSet/>
      <dgm:spPr/>
      <dgm:t>
        <a:bodyPr/>
        <a:lstStyle/>
        <a:p>
          <a:pPr rtl="0"/>
          <a:r>
            <a:rPr lang="en-GB"/>
            <a:t>Large volume</a:t>
          </a:r>
        </a:p>
      </dgm:t>
    </dgm:pt>
    <dgm:pt modelId="{363FB6CC-10CF-4F7A-80C3-4A2A0E1C2DB3}" type="parTrans" cxnId="{3C923589-0466-4832-8124-6B38FE17DC7D}">
      <dgm:prSet/>
      <dgm:spPr/>
      <dgm:t>
        <a:bodyPr/>
        <a:lstStyle/>
        <a:p>
          <a:endParaRPr lang="en-US"/>
        </a:p>
      </dgm:t>
    </dgm:pt>
    <dgm:pt modelId="{F1204A04-37BD-4BE6-919F-DFE16DB797DE}" type="sibTrans" cxnId="{3C923589-0466-4832-8124-6B38FE17DC7D}">
      <dgm:prSet/>
      <dgm:spPr/>
      <dgm:t>
        <a:bodyPr/>
        <a:lstStyle/>
        <a:p>
          <a:endParaRPr lang="en-US"/>
        </a:p>
      </dgm:t>
    </dgm:pt>
    <dgm:pt modelId="{347F0580-F554-4412-800A-74F06BC519F0}">
      <dgm:prSet/>
      <dgm:spPr/>
      <dgm:t>
        <a:bodyPr/>
        <a:lstStyle/>
        <a:p>
          <a:pPr rtl="0"/>
          <a:r>
            <a:rPr lang="en-GB"/>
            <a:t>Speed etc.</a:t>
          </a:r>
        </a:p>
      </dgm:t>
    </dgm:pt>
    <dgm:pt modelId="{FBE2FCA3-415E-40AA-9294-048D50535CD6}" type="parTrans" cxnId="{D75B339C-4BE4-4BB4-8296-DD03C6CD72D6}">
      <dgm:prSet/>
      <dgm:spPr/>
      <dgm:t>
        <a:bodyPr/>
        <a:lstStyle/>
        <a:p>
          <a:endParaRPr lang="en-US"/>
        </a:p>
      </dgm:t>
    </dgm:pt>
    <dgm:pt modelId="{F239CC8D-5DCB-4493-B89F-E46917DFA56F}" type="sibTrans" cxnId="{D75B339C-4BE4-4BB4-8296-DD03C6CD72D6}">
      <dgm:prSet/>
      <dgm:spPr/>
      <dgm:t>
        <a:bodyPr/>
        <a:lstStyle/>
        <a:p>
          <a:endParaRPr lang="en-US"/>
        </a:p>
      </dgm:t>
    </dgm:pt>
    <dgm:pt modelId="{58463C2B-0A30-4978-B069-F15113017493}" type="pres">
      <dgm:prSet presAssocID="{39B270C4-6A13-4FDB-B10C-4538C657156E}" presName="linear" presStyleCnt="0">
        <dgm:presLayoutVars>
          <dgm:animLvl val="lvl"/>
          <dgm:resizeHandles val="exact"/>
        </dgm:presLayoutVars>
      </dgm:prSet>
      <dgm:spPr/>
    </dgm:pt>
    <dgm:pt modelId="{6B70C479-F51C-4D85-9DA6-24720BC59786}" type="pres">
      <dgm:prSet presAssocID="{7FAB89C1-0C42-45B0-A370-85843F4FE800}" presName="parentText" presStyleLbl="node1" presStyleIdx="0" presStyleCnt="3">
        <dgm:presLayoutVars>
          <dgm:chMax val="0"/>
          <dgm:bulletEnabled val="1"/>
        </dgm:presLayoutVars>
      </dgm:prSet>
      <dgm:spPr/>
    </dgm:pt>
    <dgm:pt modelId="{7D08F14F-74BC-451E-B315-FD88E971816A}" type="pres">
      <dgm:prSet presAssocID="{7FAB89C1-0C42-45B0-A370-85843F4FE800}" presName="childText" presStyleLbl="revTx" presStyleIdx="0" presStyleCnt="3">
        <dgm:presLayoutVars>
          <dgm:bulletEnabled val="1"/>
        </dgm:presLayoutVars>
      </dgm:prSet>
      <dgm:spPr/>
    </dgm:pt>
    <dgm:pt modelId="{90A1DD39-A636-48CD-A23D-24300C4C8FDE}" type="pres">
      <dgm:prSet presAssocID="{616D0F59-CB3A-44F8-A3A3-315BE0515AAE}" presName="parentText" presStyleLbl="node1" presStyleIdx="1" presStyleCnt="3">
        <dgm:presLayoutVars>
          <dgm:chMax val="0"/>
          <dgm:bulletEnabled val="1"/>
        </dgm:presLayoutVars>
      </dgm:prSet>
      <dgm:spPr/>
    </dgm:pt>
    <dgm:pt modelId="{AF85AB5A-39B5-4A14-8947-B03149A3C15A}" type="pres">
      <dgm:prSet presAssocID="{616D0F59-CB3A-44F8-A3A3-315BE0515AAE}" presName="childText" presStyleLbl="revTx" presStyleIdx="1" presStyleCnt="3">
        <dgm:presLayoutVars>
          <dgm:bulletEnabled val="1"/>
        </dgm:presLayoutVars>
      </dgm:prSet>
      <dgm:spPr/>
    </dgm:pt>
    <dgm:pt modelId="{A0595C9F-0793-429C-809B-396DC7184D57}" type="pres">
      <dgm:prSet presAssocID="{21720244-C478-44C4-89BE-4F354F1F83D6}" presName="parentText" presStyleLbl="node1" presStyleIdx="2" presStyleCnt="3">
        <dgm:presLayoutVars>
          <dgm:chMax val="0"/>
          <dgm:bulletEnabled val="1"/>
        </dgm:presLayoutVars>
      </dgm:prSet>
      <dgm:spPr/>
    </dgm:pt>
    <dgm:pt modelId="{3AFCC988-A1E7-4120-A4E5-DE905D7E1F18}" type="pres">
      <dgm:prSet presAssocID="{21720244-C478-44C4-89BE-4F354F1F83D6}" presName="childText" presStyleLbl="revTx" presStyleIdx="2" presStyleCnt="3">
        <dgm:presLayoutVars>
          <dgm:bulletEnabled val="1"/>
        </dgm:presLayoutVars>
      </dgm:prSet>
      <dgm:spPr/>
    </dgm:pt>
  </dgm:ptLst>
  <dgm:cxnLst>
    <dgm:cxn modelId="{4CF90405-D5CF-4182-B58F-B109CE4A42B5}" type="presOf" srcId="{39B270C4-6A13-4FDB-B10C-4538C657156E}" destId="{58463C2B-0A30-4978-B069-F15113017493}" srcOrd="0" destOrd="0" presId="urn:microsoft.com/office/officeart/2005/8/layout/vList2"/>
    <dgm:cxn modelId="{0CEFE306-A92B-4B01-9959-8446809E7080}" type="presOf" srcId="{616D0F59-CB3A-44F8-A3A3-315BE0515AAE}" destId="{90A1DD39-A636-48CD-A23D-24300C4C8FDE}" srcOrd="0" destOrd="0" presId="urn:microsoft.com/office/officeart/2005/8/layout/vList2"/>
    <dgm:cxn modelId="{88778708-4C8A-465B-B362-3F5023007333}" type="presOf" srcId="{347F0580-F554-4412-800A-74F06BC519F0}" destId="{3AFCC988-A1E7-4120-A4E5-DE905D7E1F18}" srcOrd="0" destOrd="2" presId="urn:microsoft.com/office/officeart/2005/8/layout/vList2"/>
    <dgm:cxn modelId="{36004F0C-E550-4B21-A28E-DF2014EF549F}" srcId="{21720244-C478-44C4-89BE-4F354F1F83D6}" destId="{CEEDE5B1-43BC-4EFC-B9A9-4393C85C163E}" srcOrd="0" destOrd="0" parTransId="{12896D78-136E-473E-8F9E-95E658DCF97A}" sibTransId="{D176A275-4872-4233-864D-4A3C8D8405DC}"/>
    <dgm:cxn modelId="{0ADD531A-F19F-4F99-873F-A11E3E45DD3B}" srcId="{39B270C4-6A13-4FDB-B10C-4538C657156E}" destId="{7FAB89C1-0C42-45B0-A370-85843F4FE800}" srcOrd="0" destOrd="0" parTransId="{3891407B-78F7-47A3-BCC6-CA9345D155CE}" sibTransId="{05FCB859-9315-4C67-BD81-7E0E0A8EE3E0}"/>
    <dgm:cxn modelId="{4106161C-E8E4-40D8-92E1-CB00AB49F4D2}" srcId="{616D0F59-CB3A-44F8-A3A3-315BE0515AAE}" destId="{F4471027-71D2-42D4-B387-707EBB6DBC99}" srcOrd="0" destOrd="0" parTransId="{261668EF-298C-46FA-AD9A-17A8771D5791}" sibTransId="{1EE026B5-45B8-4EB1-B799-1BCB061208D6}"/>
    <dgm:cxn modelId="{FEF8262C-E2A9-49D5-8DC0-5F3AEEF74081}" type="presOf" srcId="{7FAB89C1-0C42-45B0-A370-85843F4FE800}" destId="{6B70C479-F51C-4D85-9DA6-24720BC59786}" srcOrd="0" destOrd="0" presId="urn:microsoft.com/office/officeart/2005/8/layout/vList2"/>
    <dgm:cxn modelId="{DBC0783D-9862-497F-9421-3D9A58C55009}" srcId="{616D0F59-CB3A-44F8-A3A3-315BE0515AAE}" destId="{8C5FA05D-6DFA-4CA8-BDC9-D0566CE83FED}" srcOrd="1" destOrd="0" parTransId="{389F772A-899E-4593-B1FB-D6B966228A8B}" sibTransId="{7D118716-C8A2-44BB-AB4F-93227B8FAFBE}"/>
    <dgm:cxn modelId="{364F583E-278A-4AAF-8B46-E85133F1739D}" srcId="{39B270C4-6A13-4FDB-B10C-4538C657156E}" destId="{616D0F59-CB3A-44F8-A3A3-315BE0515AAE}" srcOrd="1" destOrd="0" parTransId="{6902DC97-EE0E-477F-ADB5-AFC5FCB68A75}" sibTransId="{AF481CB4-A67F-4FBC-9554-87C9C7037449}"/>
    <dgm:cxn modelId="{79D36744-5F28-4084-ACB1-19A91CFDEA6E}" type="presOf" srcId="{CEEDE5B1-43BC-4EFC-B9A9-4393C85C163E}" destId="{3AFCC988-A1E7-4120-A4E5-DE905D7E1F18}" srcOrd="0" destOrd="0" presId="urn:microsoft.com/office/officeart/2005/8/layout/vList2"/>
    <dgm:cxn modelId="{D64A7E46-F21F-4CD1-8079-C882ADCBF11F}" srcId="{616D0F59-CB3A-44F8-A3A3-315BE0515AAE}" destId="{81380504-F4BF-423C-9229-FBA92ADEA0AB}" srcOrd="2" destOrd="0" parTransId="{9BDDC7D1-73AF-420D-87FD-B69478FA10AD}" sibTransId="{55AA0390-9A8D-414E-AF56-721A6063FC6E}"/>
    <dgm:cxn modelId="{A9D9516B-3752-410A-813A-FC1262BE76AA}" type="presOf" srcId="{81380504-F4BF-423C-9229-FBA92ADEA0AB}" destId="{AF85AB5A-39B5-4A14-8947-B03149A3C15A}" srcOrd="0" destOrd="2" presId="urn:microsoft.com/office/officeart/2005/8/layout/vList2"/>
    <dgm:cxn modelId="{5AC19B70-E8E7-4EDA-94F4-05B49AE8A337}" srcId="{7FAB89C1-0C42-45B0-A370-85843F4FE800}" destId="{F27A6FA5-B0D4-4104-91F8-D45E7628BBFA}" srcOrd="0" destOrd="0" parTransId="{7D3A8976-88AF-4977-807D-CBB5AF56212A}" sibTransId="{2C645F18-144A-49B0-A416-65501252A192}"/>
    <dgm:cxn modelId="{03DA117E-984A-4704-953C-D04B3BF31F46}" srcId="{7FAB89C1-0C42-45B0-A370-85843F4FE800}" destId="{1BB71423-1B64-4634-9ADB-B2AEB0CEF071}" srcOrd="1" destOrd="0" parTransId="{A7EFF6EE-8FDC-4006-8910-3A869C1FD761}" sibTransId="{90219F22-B554-4BB6-AA4D-C721B27686C3}"/>
    <dgm:cxn modelId="{3C923589-0466-4832-8124-6B38FE17DC7D}" srcId="{21720244-C478-44C4-89BE-4F354F1F83D6}" destId="{57E95850-AC21-48FA-BD93-E239BC4DAA01}" srcOrd="1" destOrd="0" parTransId="{363FB6CC-10CF-4F7A-80C3-4A2A0E1C2DB3}" sibTransId="{F1204A04-37BD-4BE6-919F-DFE16DB797DE}"/>
    <dgm:cxn modelId="{954B199B-435C-4924-909A-84CA00B6DDAC}" type="presOf" srcId="{F27A6FA5-B0D4-4104-91F8-D45E7628BBFA}" destId="{7D08F14F-74BC-451E-B315-FD88E971816A}" srcOrd="0" destOrd="0" presId="urn:microsoft.com/office/officeart/2005/8/layout/vList2"/>
    <dgm:cxn modelId="{D75B339C-4BE4-4BB4-8296-DD03C6CD72D6}" srcId="{21720244-C478-44C4-89BE-4F354F1F83D6}" destId="{347F0580-F554-4412-800A-74F06BC519F0}" srcOrd="2" destOrd="0" parTransId="{FBE2FCA3-415E-40AA-9294-048D50535CD6}" sibTransId="{F239CC8D-5DCB-4493-B89F-E46917DFA56F}"/>
    <dgm:cxn modelId="{4572AFA8-7A11-472E-A315-33275345CD26}" type="presOf" srcId="{57E95850-AC21-48FA-BD93-E239BC4DAA01}" destId="{3AFCC988-A1E7-4120-A4E5-DE905D7E1F18}" srcOrd="0" destOrd="1" presId="urn:microsoft.com/office/officeart/2005/8/layout/vList2"/>
    <dgm:cxn modelId="{CF191DAC-D021-427E-9486-85B095366A9E}" srcId="{39B270C4-6A13-4FDB-B10C-4538C657156E}" destId="{21720244-C478-44C4-89BE-4F354F1F83D6}" srcOrd="2" destOrd="0" parTransId="{C4D7CABE-FEB8-4A39-853E-E70950FA6FF3}" sibTransId="{6890D570-3B8D-4C4D-844E-3C36F4FB6DE2}"/>
    <dgm:cxn modelId="{AAB1EDAD-A6A8-4546-8672-D3120F6AA89B}" type="presOf" srcId="{1BB71423-1B64-4634-9ADB-B2AEB0CEF071}" destId="{7D08F14F-74BC-451E-B315-FD88E971816A}" srcOrd="0" destOrd="1" presId="urn:microsoft.com/office/officeart/2005/8/layout/vList2"/>
    <dgm:cxn modelId="{888AFFC5-7D4F-4377-8FFF-F7E70A1547FD}" type="presOf" srcId="{F4471027-71D2-42D4-B387-707EBB6DBC99}" destId="{AF85AB5A-39B5-4A14-8947-B03149A3C15A}" srcOrd="0" destOrd="0" presId="urn:microsoft.com/office/officeart/2005/8/layout/vList2"/>
    <dgm:cxn modelId="{3C3BAFDF-54E6-4BB3-8780-A4780E26A9A1}" type="presOf" srcId="{8C5FA05D-6DFA-4CA8-BDC9-D0566CE83FED}" destId="{AF85AB5A-39B5-4A14-8947-B03149A3C15A}" srcOrd="0" destOrd="1" presId="urn:microsoft.com/office/officeart/2005/8/layout/vList2"/>
    <dgm:cxn modelId="{8E3585E4-DB90-4592-9398-A7B708DE0F69}" type="presOf" srcId="{21720244-C478-44C4-89BE-4F354F1F83D6}" destId="{A0595C9F-0793-429C-809B-396DC7184D57}" srcOrd="0" destOrd="0" presId="urn:microsoft.com/office/officeart/2005/8/layout/vList2"/>
    <dgm:cxn modelId="{463E3E48-B8F3-41F4-8449-02217D8CCC5D}" type="presParOf" srcId="{58463C2B-0A30-4978-B069-F15113017493}" destId="{6B70C479-F51C-4D85-9DA6-24720BC59786}" srcOrd="0" destOrd="0" presId="urn:microsoft.com/office/officeart/2005/8/layout/vList2"/>
    <dgm:cxn modelId="{B725033B-85D5-4415-A47F-17DDA40DD0A4}" type="presParOf" srcId="{58463C2B-0A30-4978-B069-F15113017493}" destId="{7D08F14F-74BC-451E-B315-FD88E971816A}" srcOrd="1" destOrd="0" presId="urn:microsoft.com/office/officeart/2005/8/layout/vList2"/>
    <dgm:cxn modelId="{55F2F592-40E2-487A-B0CD-A3637EEE4242}" type="presParOf" srcId="{58463C2B-0A30-4978-B069-F15113017493}" destId="{90A1DD39-A636-48CD-A23D-24300C4C8FDE}" srcOrd="2" destOrd="0" presId="urn:microsoft.com/office/officeart/2005/8/layout/vList2"/>
    <dgm:cxn modelId="{7BC827BA-D386-415D-B47F-A0FB9B6520F2}" type="presParOf" srcId="{58463C2B-0A30-4978-B069-F15113017493}" destId="{AF85AB5A-39B5-4A14-8947-B03149A3C15A}" srcOrd="3" destOrd="0" presId="urn:microsoft.com/office/officeart/2005/8/layout/vList2"/>
    <dgm:cxn modelId="{01C5BEE8-CE7B-4C21-B76F-D3584C638F4A}" type="presParOf" srcId="{58463C2B-0A30-4978-B069-F15113017493}" destId="{A0595C9F-0793-429C-809B-396DC7184D57}" srcOrd="4" destOrd="0" presId="urn:microsoft.com/office/officeart/2005/8/layout/vList2"/>
    <dgm:cxn modelId="{3F22BA8F-7016-4187-9DC6-6203BBBC142A}" type="presParOf" srcId="{58463C2B-0A30-4978-B069-F15113017493}" destId="{3AFCC988-A1E7-4120-A4E5-DE905D7E1F18}"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69445F9-A793-4BEB-A62D-282B1B1F63B2}"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US"/>
        </a:p>
      </dgm:t>
    </dgm:pt>
    <dgm:pt modelId="{F87F6E6D-AF3A-4F3E-8540-28A1163F93D2}">
      <dgm:prSet/>
      <dgm:spPr/>
      <dgm:t>
        <a:bodyPr/>
        <a:lstStyle/>
        <a:p>
          <a:pPr rtl="0"/>
          <a:r>
            <a:rPr lang="en-GB"/>
            <a:t>Speed and direction of motion of an (physical) object.</a:t>
          </a:r>
        </a:p>
      </dgm:t>
    </dgm:pt>
    <dgm:pt modelId="{9F9D9C9B-0C21-490C-BA83-C641B01B03F3}" type="parTrans" cxnId="{D64CB4FC-C728-4411-B249-3D3321FB6018}">
      <dgm:prSet/>
      <dgm:spPr/>
      <dgm:t>
        <a:bodyPr/>
        <a:lstStyle/>
        <a:p>
          <a:endParaRPr lang="en-US"/>
        </a:p>
      </dgm:t>
    </dgm:pt>
    <dgm:pt modelId="{5CFEF6D0-CBCA-4CFF-A18C-5F8345E98A0D}" type="sibTrans" cxnId="{D64CB4FC-C728-4411-B249-3D3321FB6018}">
      <dgm:prSet/>
      <dgm:spPr/>
      <dgm:t>
        <a:bodyPr/>
        <a:lstStyle/>
        <a:p>
          <a:endParaRPr lang="en-US"/>
        </a:p>
      </dgm:t>
    </dgm:pt>
    <dgm:pt modelId="{469D2D6C-FD2E-4574-AE49-4005CB62E034}">
      <dgm:prSet/>
      <dgm:spPr/>
      <dgm:t>
        <a:bodyPr/>
        <a:lstStyle/>
        <a:p>
          <a:pPr rtl="0"/>
          <a:r>
            <a:rPr lang="en-GB"/>
            <a:t>Data needs to be processed in a continuous stream, not as a batch</a:t>
          </a:r>
        </a:p>
      </dgm:t>
    </dgm:pt>
    <dgm:pt modelId="{44C5C79D-EEC0-4C55-BD68-99C1A9D556F2}" type="parTrans" cxnId="{51C4DF20-7F3F-48E3-A0DD-A810D261EAF6}">
      <dgm:prSet/>
      <dgm:spPr/>
      <dgm:t>
        <a:bodyPr/>
        <a:lstStyle/>
        <a:p>
          <a:endParaRPr lang="en-US"/>
        </a:p>
      </dgm:t>
    </dgm:pt>
    <dgm:pt modelId="{019C85AC-3CCB-4576-8F30-C8B6DEE984B8}" type="sibTrans" cxnId="{51C4DF20-7F3F-48E3-A0DD-A810D261EAF6}">
      <dgm:prSet/>
      <dgm:spPr/>
      <dgm:t>
        <a:bodyPr/>
        <a:lstStyle/>
        <a:p>
          <a:endParaRPr lang="en-US"/>
        </a:p>
      </dgm:t>
    </dgm:pt>
    <dgm:pt modelId="{6E070679-B484-453E-A0BF-8AB236D87DE8}">
      <dgm:prSet/>
      <dgm:spPr/>
      <dgm:t>
        <a:bodyPr/>
        <a:lstStyle/>
        <a:p>
          <a:pPr rtl="0"/>
          <a:r>
            <a:rPr lang="en-GB"/>
            <a:t>For example websites tracking the customer clicks and navigation and provide personalised browsing experience</a:t>
          </a:r>
        </a:p>
      </dgm:t>
    </dgm:pt>
    <dgm:pt modelId="{F687CDFE-AF36-4DE3-806E-0D7056064BCB}" type="parTrans" cxnId="{DDBCA25F-7164-4365-8E6A-14CC43FF98B5}">
      <dgm:prSet/>
      <dgm:spPr/>
      <dgm:t>
        <a:bodyPr/>
        <a:lstStyle/>
        <a:p>
          <a:endParaRPr lang="en-US"/>
        </a:p>
      </dgm:t>
    </dgm:pt>
    <dgm:pt modelId="{2969D122-3005-454E-B2CA-DF190A0C38F2}" type="sibTrans" cxnId="{DDBCA25F-7164-4365-8E6A-14CC43FF98B5}">
      <dgm:prSet/>
      <dgm:spPr/>
      <dgm:t>
        <a:bodyPr/>
        <a:lstStyle/>
        <a:p>
          <a:endParaRPr lang="en-US"/>
        </a:p>
      </dgm:t>
    </dgm:pt>
    <dgm:pt modelId="{CDD7D640-5265-4BD3-BE9A-DB881DAEFCF5}">
      <dgm:prSet/>
      <dgm:spPr/>
      <dgm:t>
        <a:bodyPr/>
        <a:lstStyle/>
        <a:p>
          <a:pPr rtl="0"/>
          <a:r>
            <a:rPr lang="en-GB"/>
            <a:t>Millions of clicks every second resulting in large amount of data</a:t>
          </a:r>
        </a:p>
      </dgm:t>
    </dgm:pt>
    <dgm:pt modelId="{9F5B90FA-89F6-41B2-8CB2-A6352F327EED}" type="parTrans" cxnId="{68EC5027-69D3-443E-AA98-84A54BE2D915}">
      <dgm:prSet/>
      <dgm:spPr/>
      <dgm:t>
        <a:bodyPr/>
        <a:lstStyle/>
        <a:p>
          <a:endParaRPr lang="en-US"/>
        </a:p>
      </dgm:t>
    </dgm:pt>
    <dgm:pt modelId="{5CC7F8AC-4E6E-4A6A-84B5-26C9DF1F5BB1}" type="sibTrans" cxnId="{68EC5027-69D3-443E-AA98-84A54BE2D915}">
      <dgm:prSet/>
      <dgm:spPr/>
      <dgm:t>
        <a:bodyPr/>
        <a:lstStyle/>
        <a:p>
          <a:endParaRPr lang="en-US"/>
        </a:p>
      </dgm:t>
    </dgm:pt>
    <dgm:pt modelId="{DD4877E3-A1C1-4342-A3C1-9878D42E1AA1}">
      <dgm:prSet/>
      <dgm:spPr/>
      <dgm:t>
        <a:bodyPr/>
        <a:lstStyle/>
        <a:p>
          <a:pPr rtl="0"/>
          <a:r>
            <a:rPr lang="en-GB"/>
            <a:t>The speed of the data generated here demonstrates Data Velocity</a:t>
          </a:r>
        </a:p>
      </dgm:t>
    </dgm:pt>
    <dgm:pt modelId="{2C02506F-074D-4AFA-80BC-4A8E57949A96}" type="parTrans" cxnId="{1D892489-C4B3-453B-BA14-1650880B1018}">
      <dgm:prSet/>
      <dgm:spPr/>
      <dgm:t>
        <a:bodyPr/>
        <a:lstStyle/>
        <a:p>
          <a:endParaRPr lang="en-US"/>
        </a:p>
      </dgm:t>
    </dgm:pt>
    <dgm:pt modelId="{0E888236-789C-41FF-B1B3-6BEC195B5138}" type="sibTrans" cxnId="{1D892489-C4B3-453B-BA14-1650880B1018}">
      <dgm:prSet/>
      <dgm:spPr/>
      <dgm:t>
        <a:bodyPr/>
        <a:lstStyle/>
        <a:p>
          <a:endParaRPr lang="en-US"/>
        </a:p>
      </dgm:t>
    </dgm:pt>
    <dgm:pt modelId="{C80FABE2-B932-4329-887F-930157FD9BAF}" type="pres">
      <dgm:prSet presAssocID="{D69445F9-A793-4BEB-A62D-282B1B1F63B2}" presName="linear" presStyleCnt="0">
        <dgm:presLayoutVars>
          <dgm:animLvl val="lvl"/>
          <dgm:resizeHandles val="exact"/>
        </dgm:presLayoutVars>
      </dgm:prSet>
      <dgm:spPr/>
    </dgm:pt>
    <dgm:pt modelId="{CB4B8329-49B4-4283-9D7A-0F846C26D0E7}" type="pres">
      <dgm:prSet presAssocID="{F87F6E6D-AF3A-4F3E-8540-28A1163F93D2}" presName="parentText" presStyleLbl="node1" presStyleIdx="0" presStyleCnt="5">
        <dgm:presLayoutVars>
          <dgm:chMax val="0"/>
          <dgm:bulletEnabled val="1"/>
        </dgm:presLayoutVars>
      </dgm:prSet>
      <dgm:spPr/>
    </dgm:pt>
    <dgm:pt modelId="{C21A7D04-37BB-447A-ACAA-B752DEDC97BC}" type="pres">
      <dgm:prSet presAssocID="{5CFEF6D0-CBCA-4CFF-A18C-5F8345E98A0D}" presName="spacer" presStyleCnt="0"/>
      <dgm:spPr/>
    </dgm:pt>
    <dgm:pt modelId="{C0628B77-C86F-442B-8046-CEE3A70F698A}" type="pres">
      <dgm:prSet presAssocID="{469D2D6C-FD2E-4574-AE49-4005CB62E034}" presName="parentText" presStyleLbl="node1" presStyleIdx="1" presStyleCnt="5">
        <dgm:presLayoutVars>
          <dgm:chMax val="0"/>
          <dgm:bulletEnabled val="1"/>
        </dgm:presLayoutVars>
      </dgm:prSet>
      <dgm:spPr/>
    </dgm:pt>
    <dgm:pt modelId="{A737DF74-BBEB-4399-BD59-DC6FE3B962D0}" type="pres">
      <dgm:prSet presAssocID="{019C85AC-3CCB-4576-8F30-C8B6DEE984B8}" presName="spacer" presStyleCnt="0"/>
      <dgm:spPr/>
    </dgm:pt>
    <dgm:pt modelId="{263D9E3D-0813-4F0A-934C-E2EF6A75960F}" type="pres">
      <dgm:prSet presAssocID="{6E070679-B484-453E-A0BF-8AB236D87DE8}" presName="parentText" presStyleLbl="node1" presStyleIdx="2" presStyleCnt="5">
        <dgm:presLayoutVars>
          <dgm:chMax val="0"/>
          <dgm:bulletEnabled val="1"/>
        </dgm:presLayoutVars>
      </dgm:prSet>
      <dgm:spPr/>
    </dgm:pt>
    <dgm:pt modelId="{B4AE24EC-7A4A-49C7-B2F6-9F29DFC31F4F}" type="pres">
      <dgm:prSet presAssocID="{2969D122-3005-454E-B2CA-DF190A0C38F2}" presName="spacer" presStyleCnt="0"/>
      <dgm:spPr/>
    </dgm:pt>
    <dgm:pt modelId="{99C7758B-9479-4A95-9ABA-80163E49AA74}" type="pres">
      <dgm:prSet presAssocID="{CDD7D640-5265-4BD3-BE9A-DB881DAEFCF5}" presName="parentText" presStyleLbl="node1" presStyleIdx="3" presStyleCnt="5">
        <dgm:presLayoutVars>
          <dgm:chMax val="0"/>
          <dgm:bulletEnabled val="1"/>
        </dgm:presLayoutVars>
      </dgm:prSet>
      <dgm:spPr/>
    </dgm:pt>
    <dgm:pt modelId="{F78BD98B-49EC-4602-A650-7AC81864E039}" type="pres">
      <dgm:prSet presAssocID="{5CC7F8AC-4E6E-4A6A-84B5-26C9DF1F5BB1}" presName="spacer" presStyleCnt="0"/>
      <dgm:spPr/>
    </dgm:pt>
    <dgm:pt modelId="{4024A61F-ADC3-4A58-AE88-7DA369C7072B}" type="pres">
      <dgm:prSet presAssocID="{DD4877E3-A1C1-4342-A3C1-9878D42E1AA1}" presName="parentText" presStyleLbl="node1" presStyleIdx="4" presStyleCnt="5">
        <dgm:presLayoutVars>
          <dgm:chMax val="0"/>
          <dgm:bulletEnabled val="1"/>
        </dgm:presLayoutVars>
      </dgm:prSet>
      <dgm:spPr/>
    </dgm:pt>
  </dgm:ptLst>
  <dgm:cxnLst>
    <dgm:cxn modelId="{D2668C03-9AF1-4D33-AFAF-DC8B6E6A0B31}" type="presOf" srcId="{DD4877E3-A1C1-4342-A3C1-9878D42E1AA1}" destId="{4024A61F-ADC3-4A58-AE88-7DA369C7072B}" srcOrd="0" destOrd="0" presId="urn:microsoft.com/office/officeart/2005/8/layout/vList2"/>
    <dgm:cxn modelId="{23B75E0B-BF2B-444B-A8EB-D8679303EC6C}" type="presOf" srcId="{469D2D6C-FD2E-4574-AE49-4005CB62E034}" destId="{C0628B77-C86F-442B-8046-CEE3A70F698A}" srcOrd="0" destOrd="0" presId="urn:microsoft.com/office/officeart/2005/8/layout/vList2"/>
    <dgm:cxn modelId="{D711A312-7EC0-420E-9F29-2DE57B9C9F6B}" type="presOf" srcId="{F87F6E6D-AF3A-4F3E-8540-28A1163F93D2}" destId="{CB4B8329-49B4-4283-9D7A-0F846C26D0E7}" srcOrd="0" destOrd="0" presId="urn:microsoft.com/office/officeart/2005/8/layout/vList2"/>
    <dgm:cxn modelId="{51C4DF20-7F3F-48E3-A0DD-A810D261EAF6}" srcId="{D69445F9-A793-4BEB-A62D-282B1B1F63B2}" destId="{469D2D6C-FD2E-4574-AE49-4005CB62E034}" srcOrd="1" destOrd="0" parTransId="{44C5C79D-EEC0-4C55-BD68-99C1A9D556F2}" sibTransId="{019C85AC-3CCB-4576-8F30-C8B6DEE984B8}"/>
    <dgm:cxn modelId="{68EC5027-69D3-443E-AA98-84A54BE2D915}" srcId="{D69445F9-A793-4BEB-A62D-282B1B1F63B2}" destId="{CDD7D640-5265-4BD3-BE9A-DB881DAEFCF5}" srcOrd="3" destOrd="0" parTransId="{9F5B90FA-89F6-41B2-8CB2-A6352F327EED}" sibTransId="{5CC7F8AC-4E6E-4A6A-84B5-26C9DF1F5BB1}"/>
    <dgm:cxn modelId="{DDBCA25F-7164-4365-8E6A-14CC43FF98B5}" srcId="{D69445F9-A793-4BEB-A62D-282B1B1F63B2}" destId="{6E070679-B484-453E-A0BF-8AB236D87DE8}" srcOrd="2" destOrd="0" parTransId="{F687CDFE-AF36-4DE3-806E-0D7056064BCB}" sibTransId="{2969D122-3005-454E-B2CA-DF190A0C38F2}"/>
    <dgm:cxn modelId="{B2E85A62-BB4B-4B9B-A7E3-324F8D2D9DEB}" type="presOf" srcId="{D69445F9-A793-4BEB-A62D-282B1B1F63B2}" destId="{C80FABE2-B932-4329-887F-930157FD9BAF}" srcOrd="0" destOrd="0" presId="urn:microsoft.com/office/officeart/2005/8/layout/vList2"/>
    <dgm:cxn modelId="{FB0CA256-B499-48A0-947C-75EDC21F5184}" type="presOf" srcId="{CDD7D640-5265-4BD3-BE9A-DB881DAEFCF5}" destId="{99C7758B-9479-4A95-9ABA-80163E49AA74}" srcOrd="0" destOrd="0" presId="urn:microsoft.com/office/officeart/2005/8/layout/vList2"/>
    <dgm:cxn modelId="{1D892489-C4B3-453B-BA14-1650880B1018}" srcId="{D69445F9-A793-4BEB-A62D-282B1B1F63B2}" destId="{DD4877E3-A1C1-4342-A3C1-9878D42E1AA1}" srcOrd="4" destOrd="0" parTransId="{2C02506F-074D-4AFA-80BC-4A8E57949A96}" sibTransId="{0E888236-789C-41FF-B1B3-6BEC195B5138}"/>
    <dgm:cxn modelId="{423C79AB-06DE-483D-85DF-FED487CA349F}" type="presOf" srcId="{6E070679-B484-453E-A0BF-8AB236D87DE8}" destId="{263D9E3D-0813-4F0A-934C-E2EF6A75960F}" srcOrd="0" destOrd="0" presId="urn:microsoft.com/office/officeart/2005/8/layout/vList2"/>
    <dgm:cxn modelId="{D64CB4FC-C728-4411-B249-3D3321FB6018}" srcId="{D69445F9-A793-4BEB-A62D-282B1B1F63B2}" destId="{F87F6E6D-AF3A-4F3E-8540-28A1163F93D2}" srcOrd="0" destOrd="0" parTransId="{9F9D9C9B-0C21-490C-BA83-C641B01B03F3}" sibTransId="{5CFEF6D0-CBCA-4CFF-A18C-5F8345E98A0D}"/>
    <dgm:cxn modelId="{5BA6F3B6-FB67-4295-B038-CCF9CBEDEAA4}" type="presParOf" srcId="{C80FABE2-B932-4329-887F-930157FD9BAF}" destId="{CB4B8329-49B4-4283-9D7A-0F846C26D0E7}" srcOrd="0" destOrd="0" presId="urn:microsoft.com/office/officeart/2005/8/layout/vList2"/>
    <dgm:cxn modelId="{95DAEF1A-0766-4D74-8572-08BBA2C6ECC0}" type="presParOf" srcId="{C80FABE2-B932-4329-887F-930157FD9BAF}" destId="{C21A7D04-37BB-447A-ACAA-B752DEDC97BC}" srcOrd="1" destOrd="0" presId="urn:microsoft.com/office/officeart/2005/8/layout/vList2"/>
    <dgm:cxn modelId="{87F057EA-9048-4B19-9823-587F2D3A5A9A}" type="presParOf" srcId="{C80FABE2-B932-4329-887F-930157FD9BAF}" destId="{C0628B77-C86F-442B-8046-CEE3A70F698A}" srcOrd="2" destOrd="0" presId="urn:microsoft.com/office/officeart/2005/8/layout/vList2"/>
    <dgm:cxn modelId="{5852EFA8-4463-4DF9-BDCC-65D0FB6E19C2}" type="presParOf" srcId="{C80FABE2-B932-4329-887F-930157FD9BAF}" destId="{A737DF74-BBEB-4399-BD59-DC6FE3B962D0}" srcOrd="3" destOrd="0" presId="urn:microsoft.com/office/officeart/2005/8/layout/vList2"/>
    <dgm:cxn modelId="{C485E899-184D-46A1-9B31-D917FB9F67B7}" type="presParOf" srcId="{C80FABE2-B932-4329-887F-930157FD9BAF}" destId="{263D9E3D-0813-4F0A-934C-E2EF6A75960F}" srcOrd="4" destOrd="0" presId="urn:microsoft.com/office/officeart/2005/8/layout/vList2"/>
    <dgm:cxn modelId="{0CDC85D5-54F4-418B-BDEB-F9CC6DFF21E6}" type="presParOf" srcId="{C80FABE2-B932-4329-887F-930157FD9BAF}" destId="{B4AE24EC-7A4A-49C7-B2F6-9F29DFC31F4F}" srcOrd="5" destOrd="0" presId="urn:microsoft.com/office/officeart/2005/8/layout/vList2"/>
    <dgm:cxn modelId="{87772201-5E57-4229-AEE3-65A978576B07}" type="presParOf" srcId="{C80FABE2-B932-4329-887F-930157FD9BAF}" destId="{99C7758B-9479-4A95-9ABA-80163E49AA74}" srcOrd="6" destOrd="0" presId="urn:microsoft.com/office/officeart/2005/8/layout/vList2"/>
    <dgm:cxn modelId="{8FCC1A17-6590-45F4-BA96-FACCF5DDBCC5}" type="presParOf" srcId="{C80FABE2-B932-4329-887F-930157FD9BAF}" destId="{F78BD98B-49EC-4602-A650-7AC81864E039}" srcOrd="7" destOrd="0" presId="urn:microsoft.com/office/officeart/2005/8/layout/vList2"/>
    <dgm:cxn modelId="{3E9DBF34-23BE-43B5-B2C1-C41CF47C3687}" type="presParOf" srcId="{C80FABE2-B932-4329-887F-930157FD9BAF}" destId="{4024A61F-ADC3-4A58-AE88-7DA369C7072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7758D6-70B5-4D03-A395-ED31434BC2CB}"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en-US"/>
        </a:p>
      </dgm:t>
    </dgm:pt>
    <dgm:pt modelId="{6C4CA045-502D-406B-8A9D-7FFF872F31BA}">
      <dgm:prSet/>
      <dgm:spPr/>
      <dgm:t>
        <a:bodyPr/>
        <a:lstStyle/>
        <a:p>
          <a:pPr rtl="0"/>
          <a:r>
            <a:rPr lang="en-GB" dirty="0"/>
            <a:t>Sensor data </a:t>
          </a:r>
        </a:p>
      </dgm:t>
    </dgm:pt>
    <dgm:pt modelId="{51A43795-8F7F-4F4A-9F11-A012A5AB4E0D}" type="parTrans" cxnId="{369055E0-A8F3-4DA2-976F-566D2FCC56CB}">
      <dgm:prSet/>
      <dgm:spPr/>
      <dgm:t>
        <a:bodyPr/>
        <a:lstStyle/>
        <a:p>
          <a:endParaRPr lang="en-US"/>
        </a:p>
      </dgm:t>
    </dgm:pt>
    <dgm:pt modelId="{74024385-B2C3-4FD1-A8E2-DA20827B0436}" type="sibTrans" cxnId="{369055E0-A8F3-4DA2-976F-566D2FCC56CB}">
      <dgm:prSet/>
      <dgm:spPr/>
      <dgm:t>
        <a:bodyPr/>
        <a:lstStyle/>
        <a:p>
          <a:endParaRPr lang="en-US"/>
        </a:p>
      </dgm:t>
    </dgm:pt>
    <dgm:pt modelId="{E9BCE634-D79F-4B32-A7A5-CDE6FF31703E}">
      <dgm:prSet/>
      <dgm:spPr/>
      <dgm:t>
        <a:bodyPr/>
        <a:lstStyle/>
        <a:p>
          <a:pPr rtl="0"/>
          <a:r>
            <a:rPr lang="en-GB"/>
            <a:t>Data comes from variety of sensors, GPS, tyre pressure systems, temperature sensors, mobile devices</a:t>
          </a:r>
        </a:p>
      </dgm:t>
    </dgm:pt>
    <dgm:pt modelId="{DE8D2042-95FD-44DC-86A9-7CF8CA4BE3AE}" type="parTrans" cxnId="{E06F2284-50AE-4FC9-A7E6-962F7D697F33}">
      <dgm:prSet/>
      <dgm:spPr/>
      <dgm:t>
        <a:bodyPr/>
        <a:lstStyle/>
        <a:p>
          <a:endParaRPr lang="en-US"/>
        </a:p>
      </dgm:t>
    </dgm:pt>
    <dgm:pt modelId="{DBBB735D-4DDB-42D6-9B78-18807E617664}" type="sibTrans" cxnId="{E06F2284-50AE-4FC9-A7E6-962F7D697F33}">
      <dgm:prSet/>
      <dgm:spPr/>
      <dgm:t>
        <a:bodyPr/>
        <a:lstStyle/>
        <a:p>
          <a:endParaRPr lang="en-US"/>
        </a:p>
      </dgm:t>
    </dgm:pt>
    <dgm:pt modelId="{E721C6D5-5141-4BB6-A63C-B97787354A39}">
      <dgm:prSet/>
      <dgm:spPr/>
      <dgm:t>
        <a:bodyPr/>
        <a:lstStyle/>
        <a:p>
          <a:pPr rtl="0"/>
          <a:r>
            <a:rPr lang="en-GB"/>
            <a:t>Mobile networks </a:t>
          </a:r>
        </a:p>
      </dgm:t>
    </dgm:pt>
    <dgm:pt modelId="{101D6D79-675B-49AC-AE0A-D21B8F3337EA}" type="parTrans" cxnId="{BC42516B-8935-415E-B9D1-3CF78A2FF64F}">
      <dgm:prSet/>
      <dgm:spPr/>
      <dgm:t>
        <a:bodyPr/>
        <a:lstStyle/>
        <a:p>
          <a:endParaRPr lang="en-US"/>
        </a:p>
      </dgm:t>
    </dgm:pt>
    <dgm:pt modelId="{1FF8B7A7-3638-46B9-A90C-629BA6BDF7E6}" type="sibTrans" cxnId="{BC42516B-8935-415E-B9D1-3CF78A2FF64F}">
      <dgm:prSet/>
      <dgm:spPr/>
      <dgm:t>
        <a:bodyPr/>
        <a:lstStyle/>
        <a:p>
          <a:endParaRPr lang="en-US"/>
        </a:p>
      </dgm:t>
    </dgm:pt>
    <dgm:pt modelId="{A4F51402-BF11-4F2D-9AAC-2693CBD2C1C8}">
      <dgm:prSet/>
      <dgm:spPr/>
      <dgm:t>
        <a:bodyPr/>
        <a:lstStyle/>
        <a:p>
          <a:pPr rtl="0"/>
          <a:r>
            <a:rPr lang="en-GB"/>
            <a:t>Sharing data and pictures through mobile device, volume and velocity</a:t>
          </a:r>
        </a:p>
      </dgm:t>
    </dgm:pt>
    <dgm:pt modelId="{C407A13E-4D9B-4F1B-849F-7F5419C0DBDF}" type="parTrans" cxnId="{E62C582E-3B7B-48AE-AD35-DEA537EF2E5B}">
      <dgm:prSet/>
      <dgm:spPr/>
      <dgm:t>
        <a:bodyPr/>
        <a:lstStyle/>
        <a:p>
          <a:endParaRPr lang="en-US"/>
        </a:p>
      </dgm:t>
    </dgm:pt>
    <dgm:pt modelId="{7FDA5353-B013-43E7-A453-9E53107BE701}" type="sibTrans" cxnId="{E62C582E-3B7B-48AE-AD35-DEA537EF2E5B}">
      <dgm:prSet/>
      <dgm:spPr/>
      <dgm:t>
        <a:bodyPr/>
        <a:lstStyle/>
        <a:p>
          <a:endParaRPr lang="en-US"/>
        </a:p>
      </dgm:t>
    </dgm:pt>
    <dgm:pt modelId="{D63F6C6E-81AA-49D0-AC20-699B6C530F36}">
      <dgm:prSet/>
      <dgm:spPr/>
      <dgm:t>
        <a:bodyPr/>
        <a:lstStyle/>
        <a:p>
          <a:pPr rtl="0"/>
          <a:r>
            <a:rPr lang="en-GB"/>
            <a:t>Social Media </a:t>
          </a:r>
        </a:p>
      </dgm:t>
    </dgm:pt>
    <dgm:pt modelId="{DEBC883F-2F80-45B9-8B70-B10B5C20C290}" type="parTrans" cxnId="{C48FFEFB-C339-4448-BE0A-F2D524EC1196}">
      <dgm:prSet/>
      <dgm:spPr/>
      <dgm:t>
        <a:bodyPr/>
        <a:lstStyle/>
        <a:p>
          <a:endParaRPr lang="en-US"/>
        </a:p>
      </dgm:t>
    </dgm:pt>
    <dgm:pt modelId="{AC22AD08-C129-4D1D-85D7-127D51765F30}" type="sibTrans" cxnId="{C48FFEFB-C339-4448-BE0A-F2D524EC1196}">
      <dgm:prSet/>
      <dgm:spPr/>
      <dgm:t>
        <a:bodyPr/>
        <a:lstStyle/>
        <a:p>
          <a:endParaRPr lang="en-US"/>
        </a:p>
      </dgm:t>
    </dgm:pt>
    <dgm:pt modelId="{E86F86FB-0CCA-409B-AA55-3C6EC7BE7616}">
      <dgm:prSet/>
      <dgm:spPr/>
      <dgm:t>
        <a:bodyPr/>
        <a:lstStyle/>
        <a:p>
          <a:pPr rtl="0"/>
          <a:r>
            <a:rPr lang="en-GB"/>
            <a:t>Twitter, Facebook, YouTube, Flickr, data at different velocities, multiple format</a:t>
          </a:r>
        </a:p>
      </dgm:t>
    </dgm:pt>
    <dgm:pt modelId="{E58DC8B8-7159-4E07-A494-9AEFB70A22C2}" type="parTrans" cxnId="{BA3FD8CF-685D-4E7E-85B7-2F3A7D8B91CE}">
      <dgm:prSet/>
      <dgm:spPr/>
      <dgm:t>
        <a:bodyPr/>
        <a:lstStyle/>
        <a:p>
          <a:endParaRPr lang="en-US"/>
        </a:p>
      </dgm:t>
    </dgm:pt>
    <dgm:pt modelId="{9E79B5AF-607A-4A96-88AF-F5D7670D1D0F}" type="sibTrans" cxnId="{BA3FD8CF-685D-4E7E-85B7-2F3A7D8B91CE}">
      <dgm:prSet/>
      <dgm:spPr/>
      <dgm:t>
        <a:bodyPr/>
        <a:lstStyle/>
        <a:p>
          <a:endParaRPr lang="en-US"/>
        </a:p>
      </dgm:t>
    </dgm:pt>
    <dgm:pt modelId="{D573E70A-5308-4956-8172-9861A534D03F}">
      <dgm:prSet/>
      <dgm:spPr/>
      <dgm:t>
        <a:bodyPr/>
        <a:lstStyle/>
        <a:p>
          <a:pPr rtl="0"/>
          <a:r>
            <a:rPr lang="en-GB"/>
            <a:t>Data velocity </a:t>
          </a:r>
        </a:p>
      </dgm:t>
    </dgm:pt>
    <dgm:pt modelId="{F10F5F65-1AA3-4233-9E0E-8616C7E83C7D}" type="parTrans" cxnId="{FE42161C-53E2-4A19-8104-A29CF67C3001}">
      <dgm:prSet/>
      <dgm:spPr/>
      <dgm:t>
        <a:bodyPr/>
        <a:lstStyle/>
        <a:p>
          <a:endParaRPr lang="en-US"/>
        </a:p>
      </dgm:t>
    </dgm:pt>
    <dgm:pt modelId="{3DBA7465-E274-42B0-B171-86F1CF753CEE}" type="sibTrans" cxnId="{FE42161C-53E2-4A19-8104-A29CF67C3001}">
      <dgm:prSet/>
      <dgm:spPr/>
      <dgm:t>
        <a:bodyPr/>
        <a:lstStyle/>
        <a:p>
          <a:endParaRPr lang="en-US"/>
        </a:p>
      </dgm:t>
    </dgm:pt>
    <dgm:pt modelId="{3C3F8D2A-068D-4996-B11B-70555E87E77D}">
      <dgm:prSet/>
      <dgm:spPr/>
      <dgm:t>
        <a:bodyPr/>
        <a:lstStyle/>
        <a:p>
          <a:pPr rtl="0"/>
          <a:r>
            <a:rPr lang="en-GB" dirty="0"/>
            <a:t>Along with the data volume will be tricky for RDBMS, creating silos of solutions to process the data type means scalability will be an issue.</a:t>
          </a:r>
        </a:p>
      </dgm:t>
    </dgm:pt>
    <dgm:pt modelId="{F9F5FBDE-EB78-4105-9D79-001BCA8117D7}" type="parTrans" cxnId="{F9E56424-4487-4A3F-8D55-030B39B8125A}">
      <dgm:prSet/>
      <dgm:spPr/>
      <dgm:t>
        <a:bodyPr/>
        <a:lstStyle/>
        <a:p>
          <a:endParaRPr lang="en-US"/>
        </a:p>
      </dgm:t>
    </dgm:pt>
    <dgm:pt modelId="{30F31338-7D27-4E1C-9175-00C01F3DCA7D}" type="sibTrans" cxnId="{F9E56424-4487-4A3F-8D55-030B39B8125A}">
      <dgm:prSet/>
      <dgm:spPr/>
      <dgm:t>
        <a:bodyPr/>
        <a:lstStyle/>
        <a:p>
          <a:endParaRPr lang="en-US"/>
        </a:p>
      </dgm:t>
    </dgm:pt>
    <dgm:pt modelId="{645D0CBB-5A9B-446E-B7B5-8C5BC033726D}" type="pres">
      <dgm:prSet presAssocID="{417758D6-70B5-4D03-A395-ED31434BC2CB}" presName="linearFlow" presStyleCnt="0">
        <dgm:presLayoutVars>
          <dgm:dir/>
          <dgm:animLvl val="lvl"/>
          <dgm:resizeHandles val="exact"/>
        </dgm:presLayoutVars>
      </dgm:prSet>
      <dgm:spPr/>
    </dgm:pt>
    <dgm:pt modelId="{96C323A6-79E8-4CFA-B1BE-BA77CA47FCEF}" type="pres">
      <dgm:prSet presAssocID="{6C4CA045-502D-406B-8A9D-7FFF872F31BA}" presName="composite" presStyleCnt="0"/>
      <dgm:spPr/>
    </dgm:pt>
    <dgm:pt modelId="{BCEFDC8E-6922-4802-A3AD-638A992DB2B1}" type="pres">
      <dgm:prSet presAssocID="{6C4CA045-502D-406B-8A9D-7FFF872F31BA}" presName="parentText" presStyleLbl="alignNode1" presStyleIdx="0" presStyleCnt="4">
        <dgm:presLayoutVars>
          <dgm:chMax val="1"/>
          <dgm:bulletEnabled val="1"/>
        </dgm:presLayoutVars>
      </dgm:prSet>
      <dgm:spPr/>
    </dgm:pt>
    <dgm:pt modelId="{175FEA37-28D5-49B7-BBD2-3A5F832350F9}" type="pres">
      <dgm:prSet presAssocID="{6C4CA045-502D-406B-8A9D-7FFF872F31BA}" presName="descendantText" presStyleLbl="alignAcc1" presStyleIdx="0" presStyleCnt="4">
        <dgm:presLayoutVars>
          <dgm:bulletEnabled val="1"/>
        </dgm:presLayoutVars>
      </dgm:prSet>
      <dgm:spPr/>
    </dgm:pt>
    <dgm:pt modelId="{AC01D3DE-886C-484B-B499-DFF2C9A146A5}" type="pres">
      <dgm:prSet presAssocID="{74024385-B2C3-4FD1-A8E2-DA20827B0436}" presName="sp" presStyleCnt="0"/>
      <dgm:spPr/>
    </dgm:pt>
    <dgm:pt modelId="{A4B960B1-0D88-42AF-B7C5-B45399D620DF}" type="pres">
      <dgm:prSet presAssocID="{E721C6D5-5141-4BB6-A63C-B97787354A39}" presName="composite" presStyleCnt="0"/>
      <dgm:spPr/>
    </dgm:pt>
    <dgm:pt modelId="{E21B89A4-BD08-4EA5-9513-9F32426D0A48}" type="pres">
      <dgm:prSet presAssocID="{E721C6D5-5141-4BB6-A63C-B97787354A39}" presName="parentText" presStyleLbl="alignNode1" presStyleIdx="1" presStyleCnt="4">
        <dgm:presLayoutVars>
          <dgm:chMax val="1"/>
          <dgm:bulletEnabled val="1"/>
        </dgm:presLayoutVars>
      </dgm:prSet>
      <dgm:spPr/>
    </dgm:pt>
    <dgm:pt modelId="{24426C21-FD25-4845-9CAC-BB17FB4FCCE9}" type="pres">
      <dgm:prSet presAssocID="{E721C6D5-5141-4BB6-A63C-B97787354A39}" presName="descendantText" presStyleLbl="alignAcc1" presStyleIdx="1" presStyleCnt="4">
        <dgm:presLayoutVars>
          <dgm:bulletEnabled val="1"/>
        </dgm:presLayoutVars>
      </dgm:prSet>
      <dgm:spPr/>
    </dgm:pt>
    <dgm:pt modelId="{F9D0E79C-640F-40E8-B2AB-74C13C589592}" type="pres">
      <dgm:prSet presAssocID="{1FF8B7A7-3638-46B9-A90C-629BA6BDF7E6}" presName="sp" presStyleCnt="0"/>
      <dgm:spPr/>
    </dgm:pt>
    <dgm:pt modelId="{35B13CCE-BCC0-46E5-8181-53DBE1F1C9A7}" type="pres">
      <dgm:prSet presAssocID="{D63F6C6E-81AA-49D0-AC20-699B6C530F36}" presName="composite" presStyleCnt="0"/>
      <dgm:spPr/>
    </dgm:pt>
    <dgm:pt modelId="{BCC67906-3E9A-4CC5-9826-768EF2C94683}" type="pres">
      <dgm:prSet presAssocID="{D63F6C6E-81AA-49D0-AC20-699B6C530F36}" presName="parentText" presStyleLbl="alignNode1" presStyleIdx="2" presStyleCnt="4">
        <dgm:presLayoutVars>
          <dgm:chMax val="1"/>
          <dgm:bulletEnabled val="1"/>
        </dgm:presLayoutVars>
      </dgm:prSet>
      <dgm:spPr/>
    </dgm:pt>
    <dgm:pt modelId="{05DD644D-67BC-4EEA-A134-2DE6FBF4E50E}" type="pres">
      <dgm:prSet presAssocID="{D63F6C6E-81AA-49D0-AC20-699B6C530F36}" presName="descendantText" presStyleLbl="alignAcc1" presStyleIdx="2" presStyleCnt="4">
        <dgm:presLayoutVars>
          <dgm:bulletEnabled val="1"/>
        </dgm:presLayoutVars>
      </dgm:prSet>
      <dgm:spPr/>
    </dgm:pt>
    <dgm:pt modelId="{6566612E-6967-4C65-B3C9-F7BE2212410C}" type="pres">
      <dgm:prSet presAssocID="{AC22AD08-C129-4D1D-85D7-127D51765F30}" presName="sp" presStyleCnt="0"/>
      <dgm:spPr/>
    </dgm:pt>
    <dgm:pt modelId="{0E6D65EE-D08E-44E1-A095-31A3EECE1B54}" type="pres">
      <dgm:prSet presAssocID="{D573E70A-5308-4956-8172-9861A534D03F}" presName="composite" presStyleCnt="0"/>
      <dgm:spPr/>
    </dgm:pt>
    <dgm:pt modelId="{725FC4DE-4F07-4A69-A3DC-1E816EAA3127}" type="pres">
      <dgm:prSet presAssocID="{D573E70A-5308-4956-8172-9861A534D03F}" presName="parentText" presStyleLbl="alignNode1" presStyleIdx="3" presStyleCnt="4">
        <dgm:presLayoutVars>
          <dgm:chMax val="1"/>
          <dgm:bulletEnabled val="1"/>
        </dgm:presLayoutVars>
      </dgm:prSet>
      <dgm:spPr/>
    </dgm:pt>
    <dgm:pt modelId="{2B5205C8-846A-4E36-A646-378A13D3550A}" type="pres">
      <dgm:prSet presAssocID="{D573E70A-5308-4956-8172-9861A534D03F}" presName="descendantText" presStyleLbl="alignAcc1" presStyleIdx="3" presStyleCnt="4">
        <dgm:presLayoutVars>
          <dgm:bulletEnabled val="1"/>
        </dgm:presLayoutVars>
      </dgm:prSet>
      <dgm:spPr/>
    </dgm:pt>
  </dgm:ptLst>
  <dgm:cxnLst>
    <dgm:cxn modelId="{FE42161C-53E2-4A19-8104-A29CF67C3001}" srcId="{417758D6-70B5-4D03-A395-ED31434BC2CB}" destId="{D573E70A-5308-4956-8172-9861A534D03F}" srcOrd="3" destOrd="0" parTransId="{F10F5F65-1AA3-4233-9E0E-8616C7E83C7D}" sibTransId="{3DBA7465-E274-42B0-B171-86F1CF753CEE}"/>
    <dgm:cxn modelId="{F9E56424-4487-4A3F-8D55-030B39B8125A}" srcId="{D573E70A-5308-4956-8172-9861A534D03F}" destId="{3C3F8D2A-068D-4996-B11B-70555E87E77D}" srcOrd="0" destOrd="0" parTransId="{F9F5FBDE-EB78-4105-9D79-001BCA8117D7}" sibTransId="{30F31338-7D27-4E1C-9175-00C01F3DCA7D}"/>
    <dgm:cxn modelId="{E62C582E-3B7B-48AE-AD35-DEA537EF2E5B}" srcId="{E721C6D5-5141-4BB6-A63C-B97787354A39}" destId="{A4F51402-BF11-4F2D-9AAC-2693CBD2C1C8}" srcOrd="0" destOrd="0" parTransId="{C407A13E-4D9B-4F1B-849F-7F5419C0DBDF}" sibTransId="{7FDA5353-B013-43E7-A453-9E53107BE701}"/>
    <dgm:cxn modelId="{7A3F9D3A-F0FF-4868-8044-114ABACE42B4}" type="presOf" srcId="{A4F51402-BF11-4F2D-9AAC-2693CBD2C1C8}" destId="{24426C21-FD25-4845-9CAC-BB17FB4FCCE9}" srcOrd="0" destOrd="0" presId="urn:microsoft.com/office/officeart/2005/8/layout/chevron2"/>
    <dgm:cxn modelId="{CDC3F33B-C3C4-4D4E-95DF-A02957F4E5B9}" type="presOf" srcId="{E9BCE634-D79F-4B32-A7A5-CDE6FF31703E}" destId="{175FEA37-28D5-49B7-BBD2-3A5F832350F9}" srcOrd="0" destOrd="0" presId="urn:microsoft.com/office/officeart/2005/8/layout/chevron2"/>
    <dgm:cxn modelId="{1A09393E-D301-49D0-B337-E492D30BB23F}" type="presOf" srcId="{D573E70A-5308-4956-8172-9861A534D03F}" destId="{725FC4DE-4F07-4A69-A3DC-1E816EAA3127}" srcOrd="0" destOrd="0" presId="urn:microsoft.com/office/officeart/2005/8/layout/chevron2"/>
    <dgm:cxn modelId="{BC42516B-8935-415E-B9D1-3CF78A2FF64F}" srcId="{417758D6-70B5-4D03-A395-ED31434BC2CB}" destId="{E721C6D5-5141-4BB6-A63C-B97787354A39}" srcOrd="1" destOrd="0" parTransId="{101D6D79-675B-49AC-AE0A-D21B8F3337EA}" sibTransId="{1FF8B7A7-3638-46B9-A90C-629BA6BDF7E6}"/>
    <dgm:cxn modelId="{FFD15058-69F1-4BD2-BD6E-BE7BA15AB81D}" type="presOf" srcId="{E721C6D5-5141-4BB6-A63C-B97787354A39}" destId="{E21B89A4-BD08-4EA5-9513-9F32426D0A48}" srcOrd="0" destOrd="0" presId="urn:microsoft.com/office/officeart/2005/8/layout/chevron2"/>
    <dgm:cxn modelId="{563DE75A-5819-465A-814C-084EA6294E85}" type="presOf" srcId="{3C3F8D2A-068D-4996-B11B-70555E87E77D}" destId="{2B5205C8-846A-4E36-A646-378A13D3550A}" srcOrd="0" destOrd="0" presId="urn:microsoft.com/office/officeart/2005/8/layout/chevron2"/>
    <dgm:cxn modelId="{E06F2284-50AE-4FC9-A7E6-962F7D697F33}" srcId="{6C4CA045-502D-406B-8A9D-7FFF872F31BA}" destId="{E9BCE634-D79F-4B32-A7A5-CDE6FF31703E}" srcOrd="0" destOrd="0" parTransId="{DE8D2042-95FD-44DC-86A9-7CF8CA4BE3AE}" sibTransId="{DBBB735D-4DDB-42D6-9B78-18807E617664}"/>
    <dgm:cxn modelId="{5C5EE48D-F3B4-4AA7-B287-16321D738FF9}" type="presOf" srcId="{417758D6-70B5-4D03-A395-ED31434BC2CB}" destId="{645D0CBB-5A9B-446E-B7B5-8C5BC033726D}" srcOrd="0" destOrd="0" presId="urn:microsoft.com/office/officeart/2005/8/layout/chevron2"/>
    <dgm:cxn modelId="{44AEBBA7-C4D6-4F42-81A9-451367F1FCCC}" type="presOf" srcId="{6C4CA045-502D-406B-8A9D-7FFF872F31BA}" destId="{BCEFDC8E-6922-4802-A3AD-638A992DB2B1}" srcOrd="0" destOrd="0" presId="urn:microsoft.com/office/officeart/2005/8/layout/chevron2"/>
    <dgm:cxn modelId="{BA3FD8CF-685D-4E7E-85B7-2F3A7D8B91CE}" srcId="{D63F6C6E-81AA-49D0-AC20-699B6C530F36}" destId="{E86F86FB-0CCA-409B-AA55-3C6EC7BE7616}" srcOrd="0" destOrd="0" parTransId="{E58DC8B8-7159-4E07-A494-9AEFB70A22C2}" sibTransId="{9E79B5AF-607A-4A96-88AF-F5D7670D1D0F}"/>
    <dgm:cxn modelId="{7E8C29D2-7063-48AB-A0A3-748B1CA42964}" type="presOf" srcId="{D63F6C6E-81AA-49D0-AC20-699B6C530F36}" destId="{BCC67906-3E9A-4CC5-9826-768EF2C94683}" srcOrd="0" destOrd="0" presId="urn:microsoft.com/office/officeart/2005/8/layout/chevron2"/>
    <dgm:cxn modelId="{369055E0-A8F3-4DA2-976F-566D2FCC56CB}" srcId="{417758D6-70B5-4D03-A395-ED31434BC2CB}" destId="{6C4CA045-502D-406B-8A9D-7FFF872F31BA}" srcOrd="0" destOrd="0" parTransId="{51A43795-8F7F-4F4A-9F11-A012A5AB4E0D}" sibTransId="{74024385-B2C3-4FD1-A8E2-DA20827B0436}"/>
    <dgm:cxn modelId="{4FF7DFE4-ACEB-47FF-BFC1-5FA5BF8BE66A}" type="presOf" srcId="{E86F86FB-0CCA-409B-AA55-3C6EC7BE7616}" destId="{05DD644D-67BC-4EEA-A134-2DE6FBF4E50E}" srcOrd="0" destOrd="0" presId="urn:microsoft.com/office/officeart/2005/8/layout/chevron2"/>
    <dgm:cxn modelId="{C48FFEFB-C339-4448-BE0A-F2D524EC1196}" srcId="{417758D6-70B5-4D03-A395-ED31434BC2CB}" destId="{D63F6C6E-81AA-49D0-AC20-699B6C530F36}" srcOrd="2" destOrd="0" parTransId="{DEBC883F-2F80-45B9-8B70-B10B5C20C290}" sibTransId="{AC22AD08-C129-4D1D-85D7-127D51765F30}"/>
    <dgm:cxn modelId="{F65B7894-CA19-4DC0-B00E-D5AB13F6F03B}" type="presParOf" srcId="{645D0CBB-5A9B-446E-B7B5-8C5BC033726D}" destId="{96C323A6-79E8-4CFA-B1BE-BA77CA47FCEF}" srcOrd="0" destOrd="0" presId="urn:microsoft.com/office/officeart/2005/8/layout/chevron2"/>
    <dgm:cxn modelId="{29606724-1E48-447E-99AB-60C2346C5629}" type="presParOf" srcId="{96C323A6-79E8-4CFA-B1BE-BA77CA47FCEF}" destId="{BCEFDC8E-6922-4802-A3AD-638A992DB2B1}" srcOrd="0" destOrd="0" presId="urn:microsoft.com/office/officeart/2005/8/layout/chevron2"/>
    <dgm:cxn modelId="{D70065CA-DF7A-4608-881E-1AEBE5B6AF50}" type="presParOf" srcId="{96C323A6-79E8-4CFA-B1BE-BA77CA47FCEF}" destId="{175FEA37-28D5-49B7-BBD2-3A5F832350F9}" srcOrd="1" destOrd="0" presId="urn:microsoft.com/office/officeart/2005/8/layout/chevron2"/>
    <dgm:cxn modelId="{18A0888A-1C91-4F02-B753-E1FE5AB82DE6}" type="presParOf" srcId="{645D0CBB-5A9B-446E-B7B5-8C5BC033726D}" destId="{AC01D3DE-886C-484B-B499-DFF2C9A146A5}" srcOrd="1" destOrd="0" presId="urn:microsoft.com/office/officeart/2005/8/layout/chevron2"/>
    <dgm:cxn modelId="{5E1A165C-8B24-4C83-9349-2CF1DBCCF007}" type="presParOf" srcId="{645D0CBB-5A9B-446E-B7B5-8C5BC033726D}" destId="{A4B960B1-0D88-42AF-B7C5-B45399D620DF}" srcOrd="2" destOrd="0" presId="urn:microsoft.com/office/officeart/2005/8/layout/chevron2"/>
    <dgm:cxn modelId="{2121028D-5FEA-422C-AEAA-80BBB8891EAA}" type="presParOf" srcId="{A4B960B1-0D88-42AF-B7C5-B45399D620DF}" destId="{E21B89A4-BD08-4EA5-9513-9F32426D0A48}" srcOrd="0" destOrd="0" presId="urn:microsoft.com/office/officeart/2005/8/layout/chevron2"/>
    <dgm:cxn modelId="{8C60FFE5-77C7-455B-A3B1-F64E3884FD2C}" type="presParOf" srcId="{A4B960B1-0D88-42AF-B7C5-B45399D620DF}" destId="{24426C21-FD25-4845-9CAC-BB17FB4FCCE9}" srcOrd="1" destOrd="0" presId="urn:microsoft.com/office/officeart/2005/8/layout/chevron2"/>
    <dgm:cxn modelId="{0C546473-E448-48DE-903E-3308F338171F}" type="presParOf" srcId="{645D0CBB-5A9B-446E-B7B5-8C5BC033726D}" destId="{F9D0E79C-640F-40E8-B2AB-74C13C589592}" srcOrd="3" destOrd="0" presId="urn:microsoft.com/office/officeart/2005/8/layout/chevron2"/>
    <dgm:cxn modelId="{BB15D151-9637-44F0-BEAE-17DBCCD9F9BC}" type="presParOf" srcId="{645D0CBB-5A9B-446E-B7B5-8C5BC033726D}" destId="{35B13CCE-BCC0-46E5-8181-53DBE1F1C9A7}" srcOrd="4" destOrd="0" presId="urn:microsoft.com/office/officeart/2005/8/layout/chevron2"/>
    <dgm:cxn modelId="{C6697606-EB2D-45AC-A659-576B9B1A8316}" type="presParOf" srcId="{35B13CCE-BCC0-46E5-8181-53DBE1F1C9A7}" destId="{BCC67906-3E9A-4CC5-9826-768EF2C94683}" srcOrd="0" destOrd="0" presId="urn:microsoft.com/office/officeart/2005/8/layout/chevron2"/>
    <dgm:cxn modelId="{5BB1CD72-2F01-4875-AFFD-A6B66BC3AD36}" type="presParOf" srcId="{35B13CCE-BCC0-46E5-8181-53DBE1F1C9A7}" destId="{05DD644D-67BC-4EEA-A134-2DE6FBF4E50E}" srcOrd="1" destOrd="0" presId="urn:microsoft.com/office/officeart/2005/8/layout/chevron2"/>
    <dgm:cxn modelId="{FB4EDD36-F2BF-43C3-98FB-9A0692F02DE3}" type="presParOf" srcId="{645D0CBB-5A9B-446E-B7B5-8C5BC033726D}" destId="{6566612E-6967-4C65-B3C9-F7BE2212410C}" srcOrd="5" destOrd="0" presId="urn:microsoft.com/office/officeart/2005/8/layout/chevron2"/>
    <dgm:cxn modelId="{9F703C5F-8DEB-4CE1-92BB-E6C5D9CA78BC}" type="presParOf" srcId="{645D0CBB-5A9B-446E-B7B5-8C5BC033726D}" destId="{0E6D65EE-D08E-44E1-A095-31A3EECE1B54}" srcOrd="6" destOrd="0" presId="urn:microsoft.com/office/officeart/2005/8/layout/chevron2"/>
    <dgm:cxn modelId="{A20B0E6F-B614-4551-8E3C-F6AEE3102BE4}" type="presParOf" srcId="{0E6D65EE-D08E-44E1-A095-31A3EECE1B54}" destId="{725FC4DE-4F07-4A69-A3DC-1E816EAA3127}" srcOrd="0" destOrd="0" presId="urn:microsoft.com/office/officeart/2005/8/layout/chevron2"/>
    <dgm:cxn modelId="{E48DBA7C-CEC5-466C-87C0-ADF2FA6A5F01}" type="presParOf" srcId="{0E6D65EE-D08E-44E1-A095-31A3EECE1B54}" destId="{2B5205C8-846A-4E36-A646-378A13D3550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FCAF782-890A-49F9-B673-2C4F96E3C18E}" type="doc">
      <dgm:prSet loTypeId="urn:microsoft.com/office/officeart/2005/8/layout/hierarchy4" loCatId="list" qsTypeId="urn:microsoft.com/office/officeart/2005/8/quickstyle/simple1" qsCatId="simple" csTypeId="urn:microsoft.com/office/officeart/2005/8/colors/colorful4" csCatId="colorful" phldr="1"/>
      <dgm:spPr/>
      <dgm:t>
        <a:bodyPr/>
        <a:lstStyle/>
        <a:p>
          <a:endParaRPr lang="en-US"/>
        </a:p>
      </dgm:t>
    </dgm:pt>
    <dgm:pt modelId="{268F0F24-EF35-4E67-872A-43235BA17D19}">
      <dgm:prSet custT="1"/>
      <dgm:spPr/>
      <dgm:t>
        <a:bodyPr/>
        <a:lstStyle/>
        <a:p>
          <a:pPr rtl="0"/>
          <a:r>
            <a:rPr lang="en-GB" sz="2000"/>
            <a:t>Big Data comes in different data formats</a:t>
          </a:r>
        </a:p>
      </dgm:t>
    </dgm:pt>
    <dgm:pt modelId="{86173385-C1A3-4756-8091-29E91F9E9811}" type="parTrans" cxnId="{89A1644A-8C59-40B3-8308-A9BCE958E803}">
      <dgm:prSet/>
      <dgm:spPr/>
      <dgm:t>
        <a:bodyPr/>
        <a:lstStyle/>
        <a:p>
          <a:endParaRPr lang="en-US"/>
        </a:p>
      </dgm:t>
    </dgm:pt>
    <dgm:pt modelId="{7D015A95-A392-457C-B53A-75D758FFEBEC}" type="sibTrans" cxnId="{89A1644A-8C59-40B3-8308-A9BCE958E803}">
      <dgm:prSet/>
      <dgm:spPr/>
      <dgm:t>
        <a:bodyPr/>
        <a:lstStyle/>
        <a:p>
          <a:endParaRPr lang="en-US"/>
        </a:p>
      </dgm:t>
    </dgm:pt>
    <dgm:pt modelId="{47FAE845-108B-4130-8A15-5A456EB7511C}">
      <dgm:prSet custT="1"/>
      <dgm:spPr/>
      <dgm:t>
        <a:bodyPr/>
        <a:lstStyle/>
        <a:p>
          <a:pPr rtl="0"/>
          <a:r>
            <a:rPr lang="en-GB" sz="1600" dirty="0"/>
            <a:t>Emails, Tweets, Social Media, Sensor Data, Video, Audio…. </a:t>
          </a:r>
        </a:p>
      </dgm:t>
    </dgm:pt>
    <dgm:pt modelId="{99718389-92EB-4F4E-BD6B-E21ACB569BA5}" type="parTrans" cxnId="{F8E3CD9F-D3D0-4E58-920D-FE1306EB9B92}">
      <dgm:prSet/>
      <dgm:spPr/>
      <dgm:t>
        <a:bodyPr/>
        <a:lstStyle/>
        <a:p>
          <a:endParaRPr lang="en-US"/>
        </a:p>
      </dgm:t>
    </dgm:pt>
    <dgm:pt modelId="{9E067C19-BD9F-41E9-9745-49D8AA116C4B}" type="sibTrans" cxnId="{F8E3CD9F-D3D0-4E58-920D-FE1306EB9B92}">
      <dgm:prSet/>
      <dgm:spPr/>
      <dgm:t>
        <a:bodyPr/>
        <a:lstStyle/>
        <a:p>
          <a:endParaRPr lang="en-US"/>
        </a:p>
      </dgm:t>
    </dgm:pt>
    <dgm:pt modelId="{C145BD71-4AC0-400B-A2E8-338D4DF2ADFD}">
      <dgm:prSet custT="1"/>
      <dgm:spPr/>
      <dgm:t>
        <a:bodyPr/>
        <a:lstStyle/>
        <a:p>
          <a:pPr rtl="0"/>
          <a:r>
            <a:rPr lang="en-GB" sz="2000"/>
            <a:t>Every form of data is important</a:t>
          </a:r>
        </a:p>
      </dgm:t>
    </dgm:pt>
    <dgm:pt modelId="{311525C4-A2AB-4CDD-B82B-B639F5501B43}" type="parTrans" cxnId="{998EB393-BD24-46D4-8237-F45D292CA66D}">
      <dgm:prSet/>
      <dgm:spPr/>
      <dgm:t>
        <a:bodyPr/>
        <a:lstStyle/>
        <a:p>
          <a:endParaRPr lang="en-US"/>
        </a:p>
      </dgm:t>
    </dgm:pt>
    <dgm:pt modelId="{3BE31183-018C-413D-964F-CF04C12735C4}" type="sibTrans" cxnId="{998EB393-BD24-46D4-8237-F45D292CA66D}">
      <dgm:prSet/>
      <dgm:spPr/>
      <dgm:t>
        <a:bodyPr/>
        <a:lstStyle/>
        <a:p>
          <a:endParaRPr lang="en-US"/>
        </a:p>
      </dgm:t>
    </dgm:pt>
    <dgm:pt modelId="{1977F18D-3124-4566-8B65-43A472048FCB}">
      <dgm:prSet custT="1"/>
      <dgm:spPr/>
      <dgm:t>
        <a:bodyPr/>
        <a:lstStyle/>
        <a:p>
          <a:pPr rtl="0"/>
          <a:r>
            <a:rPr lang="en-GB" sz="2000" dirty="0"/>
            <a:t>Appropriate metadata  is very critical.</a:t>
          </a:r>
        </a:p>
      </dgm:t>
    </dgm:pt>
    <dgm:pt modelId="{7C84EF5F-8781-4957-BE61-82EC1F697DAA}" type="parTrans" cxnId="{A58A7358-569C-4A90-A191-9B9B85D2A223}">
      <dgm:prSet/>
      <dgm:spPr/>
      <dgm:t>
        <a:bodyPr/>
        <a:lstStyle/>
        <a:p>
          <a:endParaRPr lang="en-US"/>
        </a:p>
      </dgm:t>
    </dgm:pt>
    <dgm:pt modelId="{F8B835D9-2139-4127-9C4A-6DBB485EE8EE}" type="sibTrans" cxnId="{A58A7358-569C-4A90-A191-9B9B85D2A223}">
      <dgm:prSet/>
      <dgm:spPr/>
      <dgm:t>
        <a:bodyPr/>
        <a:lstStyle/>
        <a:p>
          <a:endParaRPr lang="en-US"/>
        </a:p>
      </dgm:t>
    </dgm:pt>
    <dgm:pt modelId="{988238FB-94BC-458A-B002-B71DB31C34AA}">
      <dgm:prSet custT="1"/>
      <dgm:spPr/>
      <dgm:t>
        <a:bodyPr/>
        <a:lstStyle/>
        <a:p>
          <a:pPr rtl="0"/>
          <a:r>
            <a:rPr lang="en-GB" sz="2000" dirty="0"/>
            <a:t>Absence of or partial metadata means processing delays</a:t>
          </a:r>
        </a:p>
      </dgm:t>
    </dgm:pt>
    <dgm:pt modelId="{B6CB1BD6-5299-4C2C-B941-0CD9DED065D8}" type="parTrans" cxnId="{CB070C4E-B344-444F-9418-8803B2C4600D}">
      <dgm:prSet/>
      <dgm:spPr/>
      <dgm:t>
        <a:bodyPr/>
        <a:lstStyle/>
        <a:p>
          <a:endParaRPr lang="en-US"/>
        </a:p>
      </dgm:t>
    </dgm:pt>
    <dgm:pt modelId="{211B30C2-473B-4229-B899-BD1DAB54378E}" type="sibTrans" cxnId="{CB070C4E-B344-444F-9418-8803B2C4600D}">
      <dgm:prSet/>
      <dgm:spPr/>
      <dgm:t>
        <a:bodyPr/>
        <a:lstStyle/>
        <a:p>
          <a:endParaRPr lang="en-US"/>
        </a:p>
      </dgm:t>
    </dgm:pt>
    <dgm:pt modelId="{2F53F177-2430-4EAF-9400-7811D5DC29DC}" type="pres">
      <dgm:prSet presAssocID="{6FCAF782-890A-49F9-B673-2C4F96E3C18E}" presName="Name0" presStyleCnt="0">
        <dgm:presLayoutVars>
          <dgm:chPref val="1"/>
          <dgm:dir/>
          <dgm:animOne val="branch"/>
          <dgm:animLvl val="lvl"/>
          <dgm:resizeHandles/>
        </dgm:presLayoutVars>
      </dgm:prSet>
      <dgm:spPr/>
    </dgm:pt>
    <dgm:pt modelId="{E9B13DA1-F82D-43F2-8902-06F7B17C1D91}" type="pres">
      <dgm:prSet presAssocID="{268F0F24-EF35-4E67-872A-43235BA17D19}" presName="vertOne" presStyleCnt="0"/>
      <dgm:spPr/>
    </dgm:pt>
    <dgm:pt modelId="{943801E1-1984-43A7-8B5C-157791C843C6}" type="pres">
      <dgm:prSet presAssocID="{268F0F24-EF35-4E67-872A-43235BA17D19}" presName="txOne" presStyleLbl="node0" presStyleIdx="0" presStyleCnt="4">
        <dgm:presLayoutVars>
          <dgm:chPref val="3"/>
        </dgm:presLayoutVars>
      </dgm:prSet>
      <dgm:spPr/>
    </dgm:pt>
    <dgm:pt modelId="{3D741F9F-FB33-40C6-8DAC-04E8FE942029}" type="pres">
      <dgm:prSet presAssocID="{268F0F24-EF35-4E67-872A-43235BA17D19}" presName="parTransOne" presStyleCnt="0"/>
      <dgm:spPr/>
    </dgm:pt>
    <dgm:pt modelId="{E4FA1BE8-8BC8-438A-822F-4BC25D92D992}" type="pres">
      <dgm:prSet presAssocID="{268F0F24-EF35-4E67-872A-43235BA17D19}" presName="horzOne" presStyleCnt="0"/>
      <dgm:spPr/>
    </dgm:pt>
    <dgm:pt modelId="{FC75FB11-018F-47E4-B66B-FA9D9F412AA0}" type="pres">
      <dgm:prSet presAssocID="{47FAE845-108B-4130-8A15-5A456EB7511C}" presName="vertTwo" presStyleCnt="0"/>
      <dgm:spPr/>
    </dgm:pt>
    <dgm:pt modelId="{91814B48-074C-449B-9651-675D0FC829F7}" type="pres">
      <dgm:prSet presAssocID="{47FAE845-108B-4130-8A15-5A456EB7511C}" presName="txTwo" presStyleLbl="node2" presStyleIdx="0" presStyleCnt="1">
        <dgm:presLayoutVars>
          <dgm:chPref val="3"/>
        </dgm:presLayoutVars>
      </dgm:prSet>
      <dgm:spPr/>
    </dgm:pt>
    <dgm:pt modelId="{4FA89204-B4E3-4071-9083-95D7AD1174BC}" type="pres">
      <dgm:prSet presAssocID="{47FAE845-108B-4130-8A15-5A456EB7511C}" presName="horzTwo" presStyleCnt="0"/>
      <dgm:spPr/>
    </dgm:pt>
    <dgm:pt modelId="{3C8F3652-2DF0-480F-A20F-4F55F042C846}" type="pres">
      <dgm:prSet presAssocID="{7D015A95-A392-457C-B53A-75D758FFEBEC}" presName="sibSpaceOne" presStyleCnt="0"/>
      <dgm:spPr/>
    </dgm:pt>
    <dgm:pt modelId="{093041B9-9320-4D35-84F9-D04B22D36757}" type="pres">
      <dgm:prSet presAssocID="{C145BD71-4AC0-400B-A2E8-338D4DF2ADFD}" presName="vertOne" presStyleCnt="0"/>
      <dgm:spPr/>
    </dgm:pt>
    <dgm:pt modelId="{19A5ABE0-F4D8-4DB4-967B-71AE5AC2F2D2}" type="pres">
      <dgm:prSet presAssocID="{C145BD71-4AC0-400B-A2E8-338D4DF2ADFD}" presName="txOne" presStyleLbl="node0" presStyleIdx="1" presStyleCnt="4">
        <dgm:presLayoutVars>
          <dgm:chPref val="3"/>
        </dgm:presLayoutVars>
      </dgm:prSet>
      <dgm:spPr/>
    </dgm:pt>
    <dgm:pt modelId="{ED4DA191-7715-4B44-885F-079E4B39E983}" type="pres">
      <dgm:prSet presAssocID="{C145BD71-4AC0-400B-A2E8-338D4DF2ADFD}" presName="horzOne" presStyleCnt="0"/>
      <dgm:spPr/>
    </dgm:pt>
    <dgm:pt modelId="{C4FD588C-B86B-4351-8CB5-8A3DCC6C7AF7}" type="pres">
      <dgm:prSet presAssocID="{3BE31183-018C-413D-964F-CF04C12735C4}" presName="sibSpaceOne" presStyleCnt="0"/>
      <dgm:spPr/>
    </dgm:pt>
    <dgm:pt modelId="{14B528D9-D868-43B4-99C4-709DB5494778}" type="pres">
      <dgm:prSet presAssocID="{1977F18D-3124-4566-8B65-43A472048FCB}" presName="vertOne" presStyleCnt="0"/>
      <dgm:spPr/>
    </dgm:pt>
    <dgm:pt modelId="{C09735E8-51D4-4B32-ABA6-62F7903E7B3F}" type="pres">
      <dgm:prSet presAssocID="{1977F18D-3124-4566-8B65-43A472048FCB}" presName="txOne" presStyleLbl="node0" presStyleIdx="2" presStyleCnt="4">
        <dgm:presLayoutVars>
          <dgm:chPref val="3"/>
        </dgm:presLayoutVars>
      </dgm:prSet>
      <dgm:spPr/>
    </dgm:pt>
    <dgm:pt modelId="{0B62BB4A-2DBC-45A7-B1ED-C115FF181EEF}" type="pres">
      <dgm:prSet presAssocID="{1977F18D-3124-4566-8B65-43A472048FCB}" presName="horzOne" presStyleCnt="0"/>
      <dgm:spPr/>
    </dgm:pt>
    <dgm:pt modelId="{BD45FA34-C0F4-4A50-B7EC-93356539CDBC}" type="pres">
      <dgm:prSet presAssocID="{F8B835D9-2139-4127-9C4A-6DBB485EE8EE}" presName="sibSpaceOne" presStyleCnt="0"/>
      <dgm:spPr/>
    </dgm:pt>
    <dgm:pt modelId="{6865687D-5D31-469C-BEC0-0B0FDA423D3C}" type="pres">
      <dgm:prSet presAssocID="{988238FB-94BC-458A-B002-B71DB31C34AA}" presName="vertOne" presStyleCnt="0"/>
      <dgm:spPr/>
    </dgm:pt>
    <dgm:pt modelId="{58D0D6D5-FE96-4BA2-BCC9-5EEF5E304B63}" type="pres">
      <dgm:prSet presAssocID="{988238FB-94BC-458A-B002-B71DB31C34AA}" presName="txOne" presStyleLbl="node0" presStyleIdx="3" presStyleCnt="4">
        <dgm:presLayoutVars>
          <dgm:chPref val="3"/>
        </dgm:presLayoutVars>
      </dgm:prSet>
      <dgm:spPr/>
    </dgm:pt>
    <dgm:pt modelId="{C1FE3AAD-A2FD-45BB-AC68-61DAA9103345}" type="pres">
      <dgm:prSet presAssocID="{988238FB-94BC-458A-B002-B71DB31C34AA}" presName="horzOne" presStyleCnt="0"/>
      <dgm:spPr/>
    </dgm:pt>
  </dgm:ptLst>
  <dgm:cxnLst>
    <dgm:cxn modelId="{41C77D00-63F6-40C9-9397-90F708C07BD0}" type="presOf" srcId="{C145BD71-4AC0-400B-A2E8-338D4DF2ADFD}" destId="{19A5ABE0-F4D8-4DB4-967B-71AE5AC2F2D2}" srcOrd="0" destOrd="0" presId="urn:microsoft.com/office/officeart/2005/8/layout/hierarchy4"/>
    <dgm:cxn modelId="{A4FF3812-A24A-492E-A460-54ACBF161D77}" type="presOf" srcId="{6FCAF782-890A-49F9-B673-2C4F96E3C18E}" destId="{2F53F177-2430-4EAF-9400-7811D5DC29DC}" srcOrd="0" destOrd="0" presId="urn:microsoft.com/office/officeart/2005/8/layout/hierarchy4"/>
    <dgm:cxn modelId="{89A1644A-8C59-40B3-8308-A9BCE958E803}" srcId="{6FCAF782-890A-49F9-B673-2C4F96E3C18E}" destId="{268F0F24-EF35-4E67-872A-43235BA17D19}" srcOrd="0" destOrd="0" parTransId="{86173385-C1A3-4756-8091-29E91F9E9811}" sibTransId="{7D015A95-A392-457C-B53A-75D758FFEBEC}"/>
    <dgm:cxn modelId="{CB070C4E-B344-444F-9418-8803B2C4600D}" srcId="{6FCAF782-890A-49F9-B673-2C4F96E3C18E}" destId="{988238FB-94BC-458A-B002-B71DB31C34AA}" srcOrd="3" destOrd="0" parTransId="{B6CB1BD6-5299-4C2C-B941-0CD9DED065D8}" sibTransId="{211B30C2-473B-4229-B899-BD1DAB54378E}"/>
    <dgm:cxn modelId="{A58A7358-569C-4A90-A191-9B9B85D2A223}" srcId="{6FCAF782-890A-49F9-B673-2C4F96E3C18E}" destId="{1977F18D-3124-4566-8B65-43A472048FCB}" srcOrd="2" destOrd="0" parTransId="{7C84EF5F-8781-4957-BE61-82EC1F697DAA}" sibTransId="{F8B835D9-2139-4127-9C4A-6DBB485EE8EE}"/>
    <dgm:cxn modelId="{6FBFD184-0E26-43E2-974E-4A52F66C980F}" type="presOf" srcId="{268F0F24-EF35-4E67-872A-43235BA17D19}" destId="{943801E1-1984-43A7-8B5C-157791C843C6}" srcOrd="0" destOrd="0" presId="urn:microsoft.com/office/officeart/2005/8/layout/hierarchy4"/>
    <dgm:cxn modelId="{3C2CA08E-9EB3-4D46-88C6-22792CB70EE6}" type="presOf" srcId="{47FAE845-108B-4130-8A15-5A456EB7511C}" destId="{91814B48-074C-449B-9651-675D0FC829F7}" srcOrd="0" destOrd="0" presId="urn:microsoft.com/office/officeart/2005/8/layout/hierarchy4"/>
    <dgm:cxn modelId="{998EB393-BD24-46D4-8237-F45D292CA66D}" srcId="{6FCAF782-890A-49F9-B673-2C4F96E3C18E}" destId="{C145BD71-4AC0-400B-A2E8-338D4DF2ADFD}" srcOrd="1" destOrd="0" parTransId="{311525C4-A2AB-4CDD-B82B-B639F5501B43}" sibTransId="{3BE31183-018C-413D-964F-CF04C12735C4}"/>
    <dgm:cxn modelId="{F8E3CD9F-D3D0-4E58-920D-FE1306EB9B92}" srcId="{268F0F24-EF35-4E67-872A-43235BA17D19}" destId="{47FAE845-108B-4130-8A15-5A456EB7511C}" srcOrd="0" destOrd="0" parTransId="{99718389-92EB-4F4E-BD6B-E21ACB569BA5}" sibTransId="{9E067C19-BD9F-41E9-9745-49D8AA116C4B}"/>
    <dgm:cxn modelId="{32BF34EA-8AD9-4747-98AD-E8C8209C0CB5}" type="presOf" srcId="{988238FB-94BC-458A-B002-B71DB31C34AA}" destId="{58D0D6D5-FE96-4BA2-BCC9-5EEF5E304B63}" srcOrd="0" destOrd="0" presId="urn:microsoft.com/office/officeart/2005/8/layout/hierarchy4"/>
    <dgm:cxn modelId="{ECC4B8F9-5AC1-4E5F-84D2-D7F4F11CC7AD}" type="presOf" srcId="{1977F18D-3124-4566-8B65-43A472048FCB}" destId="{C09735E8-51D4-4B32-ABA6-62F7903E7B3F}" srcOrd="0" destOrd="0" presId="urn:microsoft.com/office/officeart/2005/8/layout/hierarchy4"/>
    <dgm:cxn modelId="{00A01B5E-C691-40BE-8DED-D68B0F4A106D}" type="presParOf" srcId="{2F53F177-2430-4EAF-9400-7811D5DC29DC}" destId="{E9B13DA1-F82D-43F2-8902-06F7B17C1D91}" srcOrd="0" destOrd="0" presId="urn:microsoft.com/office/officeart/2005/8/layout/hierarchy4"/>
    <dgm:cxn modelId="{7AAC2D6A-E9D1-4436-85D9-B9C14A7F6188}" type="presParOf" srcId="{E9B13DA1-F82D-43F2-8902-06F7B17C1D91}" destId="{943801E1-1984-43A7-8B5C-157791C843C6}" srcOrd="0" destOrd="0" presId="urn:microsoft.com/office/officeart/2005/8/layout/hierarchy4"/>
    <dgm:cxn modelId="{EA266CBF-A638-4AEF-8772-553E59A6B7E4}" type="presParOf" srcId="{E9B13DA1-F82D-43F2-8902-06F7B17C1D91}" destId="{3D741F9F-FB33-40C6-8DAC-04E8FE942029}" srcOrd="1" destOrd="0" presId="urn:microsoft.com/office/officeart/2005/8/layout/hierarchy4"/>
    <dgm:cxn modelId="{FFC97A66-B41F-41F6-9242-A658F0B24944}" type="presParOf" srcId="{E9B13DA1-F82D-43F2-8902-06F7B17C1D91}" destId="{E4FA1BE8-8BC8-438A-822F-4BC25D92D992}" srcOrd="2" destOrd="0" presId="urn:microsoft.com/office/officeart/2005/8/layout/hierarchy4"/>
    <dgm:cxn modelId="{86DCC3E6-B7F3-46CC-B02B-42521D94EB44}" type="presParOf" srcId="{E4FA1BE8-8BC8-438A-822F-4BC25D92D992}" destId="{FC75FB11-018F-47E4-B66B-FA9D9F412AA0}" srcOrd="0" destOrd="0" presId="urn:microsoft.com/office/officeart/2005/8/layout/hierarchy4"/>
    <dgm:cxn modelId="{64EC4B3F-DD97-469C-B53C-69527D0DED4B}" type="presParOf" srcId="{FC75FB11-018F-47E4-B66B-FA9D9F412AA0}" destId="{91814B48-074C-449B-9651-675D0FC829F7}" srcOrd="0" destOrd="0" presId="urn:microsoft.com/office/officeart/2005/8/layout/hierarchy4"/>
    <dgm:cxn modelId="{F32BC5BA-D033-464E-989E-9CBD0E937FE2}" type="presParOf" srcId="{FC75FB11-018F-47E4-B66B-FA9D9F412AA0}" destId="{4FA89204-B4E3-4071-9083-95D7AD1174BC}" srcOrd="1" destOrd="0" presId="urn:microsoft.com/office/officeart/2005/8/layout/hierarchy4"/>
    <dgm:cxn modelId="{77894113-7E11-4ADA-8D30-34E352E192FF}" type="presParOf" srcId="{2F53F177-2430-4EAF-9400-7811D5DC29DC}" destId="{3C8F3652-2DF0-480F-A20F-4F55F042C846}" srcOrd="1" destOrd="0" presId="urn:microsoft.com/office/officeart/2005/8/layout/hierarchy4"/>
    <dgm:cxn modelId="{AA6CC552-5F1D-444F-BE32-15B540A6DDC9}" type="presParOf" srcId="{2F53F177-2430-4EAF-9400-7811D5DC29DC}" destId="{093041B9-9320-4D35-84F9-D04B22D36757}" srcOrd="2" destOrd="0" presId="urn:microsoft.com/office/officeart/2005/8/layout/hierarchy4"/>
    <dgm:cxn modelId="{620F3069-EDE0-4960-A259-D5EC0AEB9F54}" type="presParOf" srcId="{093041B9-9320-4D35-84F9-D04B22D36757}" destId="{19A5ABE0-F4D8-4DB4-967B-71AE5AC2F2D2}" srcOrd="0" destOrd="0" presId="urn:microsoft.com/office/officeart/2005/8/layout/hierarchy4"/>
    <dgm:cxn modelId="{54C0A897-C660-4582-91C5-8F0A193695FD}" type="presParOf" srcId="{093041B9-9320-4D35-84F9-D04B22D36757}" destId="{ED4DA191-7715-4B44-885F-079E4B39E983}" srcOrd="1" destOrd="0" presId="urn:microsoft.com/office/officeart/2005/8/layout/hierarchy4"/>
    <dgm:cxn modelId="{E5AC72BA-587E-4062-9692-6710DAA84F5A}" type="presParOf" srcId="{2F53F177-2430-4EAF-9400-7811D5DC29DC}" destId="{C4FD588C-B86B-4351-8CB5-8A3DCC6C7AF7}" srcOrd="3" destOrd="0" presId="urn:microsoft.com/office/officeart/2005/8/layout/hierarchy4"/>
    <dgm:cxn modelId="{8225DDCE-5E91-4FFC-A94F-1BD8BD4EE173}" type="presParOf" srcId="{2F53F177-2430-4EAF-9400-7811D5DC29DC}" destId="{14B528D9-D868-43B4-99C4-709DB5494778}" srcOrd="4" destOrd="0" presId="urn:microsoft.com/office/officeart/2005/8/layout/hierarchy4"/>
    <dgm:cxn modelId="{652474F9-8638-4C78-8E4C-7117EE5A36DF}" type="presParOf" srcId="{14B528D9-D868-43B4-99C4-709DB5494778}" destId="{C09735E8-51D4-4B32-ABA6-62F7903E7B3F}" srcOrd="0" destOrd="0" presId="urn:microsoft.com/office/officeart/2005/8/layout/hierarchy4"/>
    <dgm:cxn modelId="{61E3772B-B88C-4745-95F9-5E0B1BAA8A87}" type="presParOf" srcId="{14B528D9-D868-43B4-99C4-709DB5494778}" destId="{0B62BB4A-2DBC-45A7-B1ED-C115FF181EEF}" srcOrd="1" destOrd="0" presId="urn:microsoft.com/office/officeart/2005/8/layout/hierarchy4"/>
    <dgm:cxn modelId="{1F6B4176-236A-4518-9D48-3D2E6756CB13}" type="presParOf" srcId="{2F53F177-2430-4EAF-9400-7811D5DC29DC}" destId="{BD45FA34-C0F4-4A50-B7EC-93356539CDBC}" srcOrd="5" destOrd="0" presId="urn:microsoft.com/office/officeart/2005/8/layout/hierarchy4"/>
    <dgm:cxn modelId="{2A44770A-4074-4F32-B794-13E2D83C12F2}" type="presParOf" srcId="{2F53F177-2430-4EAF-9400-7811D5DC29DC}" destId="{6865687D-5D31-469C-BEC0-0B0FDA423D3C}" srcOrd="6" destOrd="0" presId="urn:microsoft.com/office/officeart/2005/8/layout/hierarchy4"/>
    <dgm:cxn modelId="{9CBC4983-632E-4023-B6AB-49D3117F7796}" type="presParOf" srcId="{6865687D-5D31-469C-BEC0-0B0FDA423D3C}" destId="{58D0D6D5-FE96-4BA2-BCC9-5EEF5E304B63}" srcOrd="0" destOrd="0" presId="urn:microsoft.com/office/officeart/2005/8/layout/hierarchy4"/>
    <dgm:cxn modelId="{115D35EF-24D2-43B0-B9F6-B9A3745FD378}" type="presParOf" srcId="{6865687D-5D31-469C-BEC0-0B0FDA423D3C}" destId="{C1FE3AAD-A2FD-45BB-AC68-61DAA9103345}"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D75B1E4-7320-4FB2-97BF-A7766C9D9CAD}" type="doc">
      <dgm:prSet loTypeId="urn:microsoft.com/office/officeart/2005/8/layout/radial1" loCatId="relationship" qsTypeId="urn:microsoft.com/office/officeart/2005/8/quickstyle/simple1" qsCatId="simple" csTypeId="urn:microsoft.com/office/officeart/2005/8/colors/colorful5" csCatId="colorful" phldr="1"/>
      <dgm:spPr/>
      <dgm:t>
        <a:bodyPr/>
        <a:lstStyle/>
        <a:p>
          <a:endParaRPr lang="en-US"/>
        </a:p>
      </dgm:t>
    </dgm:pt>
    <dgm:pt modelId="{F60A4DDD-8BC5-4837-A63B-8B5CFC2C2A50}">
      <dgm:prSet/>
      <dgm:spPr/>
      <dgm:t>
        <a:bodyPr/>
        <a:lstStyle/>
        <a:p>
          <a:pPr rtl="0"/>
          <a:r>
            <a:rPr lang="en-GB" dirty="0"/>
            <a:t>The platform processing varied data formats</a:t>
          </a:r>
        </a:p>
      </dgm:t>
    </dgm:pt>
    <dgm:pt modelId="{13605DD3-7463-44BC-80FE-5BBF4D90B424}" type="parTrans" cxnId="{C6FE2484-4079-41F9-B1EE-820A2FB5B454}">
      <dgm:prSet/>
      <dgm:spPr/>
      <dgm:t>
        <a:bodyPr/>
        <a:lstStyle/>
        <a:p>
          <a:endParaRPr lang="en-US"/>
        </a:p>
      </dgm:t>
    </dgm:pt>
    <dgm:pt modelId="{D98C186D-59C5-4DDB-82F5-FB4A1E937018}" type="sibTrans" cxnId="{C6FE2484-4079-41F9-B1EE-820A2FB5B454}">
      <dgm:prSet/>
      <dgm:spPr/>
      <dgm:t>
        <a:bodyPr/>
        <a:lstStyle/>
        <a:p>
          <a:endParaRPr lang="en-US"/>
        </a:p>
      </dgm:t>
    </dgm:pt>
    <dgm:pt modelId="{1FE9CB40-97A0-4B8E-8D96-D6F14AAE3BCC}">
      <dgm:prSet/>
      <dgm:spPr/>
      <dgm:t>
        <a:bodyPr/>
        <a:lstStyle/>
        <a:p>
          <a:pPr rtl="0"/>
          <a:r>
            <a:rPr lang="en-GB" dirty="0"/>
            <a:t>Distributed processing</a:t>
          </a:r>
        </a:p>
      </dgm:t>
    </dgm:pt>
    <dgm:pt modelId="{CD9C9D8D-3628-43EA-A5AF-679E97E7EADB}" type="parTrans" cxnId="{7D1C8F77-ABBA-4B5B-AA80-E5C19A008529}">
      <dgm:prSet/>
      <dgm:spPr/>
      <dgm:t>
        <a:bodyPr/>
        <a:lstStyle/>
        <a:p>
          <a:endParaRPr lang="en-US"/>
        </a:p>
      </dgm:t>
    </dgm:pt>
    <dgm:pt modelId="{3381AAB8-612E-4F91-ACE8-DFC1D68F9F53}" type="sibTrans" cxnId="{7D1C8F77-ABBA-4B5B-AA80-E5C19A008529}">
      <dgm:prSet/>
      <dgm:spPr/>
      <dgm:t>
        <a:bodyPr/>
        <a:lstStyle/>
        <a:p>
          <a:endParaRPr lang="en-US"/>
        </a:p>
      </dgm:t>
    </dgm:pt>
    <dgm:pt modelId="{DD66CF8B-302D-45F4-8D66-C9132AC39755}">
      <dgm:prSet/>
      <dgm:spPr/>
      <dgm:t>
        <a:bodyPr/>
        <a:lstStyle/>
        <a:p>
          <a:pPr rtl="0"/>
          <a:r>
            <a:rPr lang="en-GB"/>
            <a:t>Image processing</a:t>
          </a:r>
        </a:p>
      </dgm:t>
    </dgm:pt>
    <dgm:pt modelId="{180A92F3-4135-4730-8FB1-B6AE4C463DD5}" type="parTrans" cxnId="{73416D4F-239C-44F5-9E1A-F261956DCA00}">
      <dgm:prSet/>
      <dgm:spPr/>
      <dgm:t>
        <a:bodyPr/>
        <a:lstStyle/>
        <a:p>
          <a:endParaRPr lang="en-US"/>
        </a:p>
      </dgm:t>
    </dgm:pt>
    <dgm:pt modelId="{F551CBBE-9330-4F1A-85A0-2F5DBEA39BAB}" type="sibTrans" cxnId="{73416D4F-239C-44F5-9E1A-F261956DCA00}">
      <dgm:prSet/>
      <dgm:spPr/>
      <dgm:t>
        <a:bodyPr/>
        <a:lstStyle/>
        <a:p>
          <a:endParaRPr lang="en-US"/>
        </a:p>
      </dgm:t>
    </dgm:pt>
    <dgm:pt modelId="{44FD5887-DCF2-4196-9B54-000EBB19825D}">
      <dgm:prSet/>
      <dgm:spPr/>
      <dgm:t>
        <a:bodyPr/>
        <a:lstStyle/>
        <a:p>
          <a:pPr rtl="0"/>
          <a:r>
            <a:rPr lang="en-GB"/>
            <a:t>Graph processing</a:t>
          </a:r>
        </a:p>
      </dgm:t>
    </dgm:pt>
    <dgm:pt modelId="{CF30CF5D-A563-433F-B716-EA2A2A07A253}" type="parTrans" cxnId="{75AC13B7-DBB9-4BD6-9368-1D4D2423BD5B}">
      <dgm:prSet/>
      <dgm:spPr/>
      <dgm:t>
        <a:bodyPr/>
        <a:lstStyle/>
        <a:p>
          <a:endParaRPr lang="en-US"/>
        </a:p>
      </dgm:t>
    </dgm:pt>
    <dgm:pt modelId="{0BBCE0AB-57CE-4F39-BA38-CE5FD7E7EE72}" type="sibTrans" cxnId="{75AC13B7-DBB9-4BD6-9368-1D4D2423BD5B}">
      <dgm:prSet/>
      <dgm:spPr/>
      <dgm:t>
        <a:bodyPr/>
        <a:lstStyle/>
        <a:p>
          <a:endParaRPr lang="en-US"/>
        </a:p>
      </dgm:t>
    </dgm:pt>
    <dgm:pt modelId="{C1EBDD59-214C-4E60-964E-03771EC79079}">
      <dgm:prSet/>
      <dgm:spPr/>
      <dgm:t>
        <a:bodyPr/>
        <a:lstStyle/>
        <a:p>
          <a:pPr rtl="0"/>
          <a:r>
            <a:rPr lang="en-GB"/>
            <a:t>Video and audio processing</a:t>
          </a:r>
        </a:p>
      </dgm:t>
    </dgm:pt>
    <dgm:pt modelId="{67D63181-DEC3-40D2-BA73-48F2CA326D23}" type="parTrans" cxnId="{100784AA-D5E9-4F74-B85C-0A3EA76B662B}">
      <dgm:prSet/>
      <dgm:spPr/>
      <dgm:t>
        <a:bodyPr/>
        <a:lstStyle/>
        <a:p>
          <a:endParaRPr lang="en-US"/>
        </a:p>
      </dgm:t>
    </dgm:pt>
    <dgm:pt modelId="{AB994ED3-3BA8-4164-A49F-5DB134375FE2}" type="sibTrans" cxnId="{100784AA-D5E9-4F74-B85C-0A3EA76B662B}">
      <dgm:prSet/>
      <dgm:spPr/>
      <dgm:t>
        <a:bodyPr/>
        <a:lstStyle/>
        <a:p>
          <a:endParaRPr lang="en-US"/>
        </a:p>
      </dgm:t>
    </dgm:pt>
    <dgm:pt modelId="{4C55EE36-0EFE-4F5C-8768-65D2F4238D55}">
      <dgm:prSet/>
      <dgm:spPr/>
      <dgm:t>
        <a:bodyPr/>
        <a:lstStyle/>
        <a:p>
          <a:pPr rtl="0"/>
          <a:r>
            <a:rPr lang="en-GB" dirty="0"/>
            <a:t>Scalability</a:t>
          </a:r>
        </a:p>
      </dgm:t>
    </dgm:pt>
    <dgm:pt modelId="{CA76F130-8C2A-4B6D-B23F-224E8C68B08D}" type="parTrans" cxnId="{29A32634-D26F-45CA-BBDE-A6C506007EB7}">
      <dgm:prSet/>
      <dgm:spPr/>
      <dgm:t>
        <a:bodyPr/>
        <a:lstStyle/>
        <a:p>
          <a:endParaRPr lang="en-US"/>
        </a:p>
      </dgm:t>
    </dgm:pt>
    <dgm:pt modelId="{0781EC73-193A-434C-A337-1D64F643D74F}" type="sibTrans" cxnId="{29A32634-D26F-45CA-BBDE-A6C506007EB7}">
      <dgm:prSet/>
      <dgm:spPr/>
      <dgm:t>
        <a:bodyPr/>
        <a:lstStyle/>
        <a:p>
          <a:endParaRPr lang="en-US"/>
        </a:p>
      </dgm:t>
    </dgm:pt>
    <dgm:pt modelId="{381717B6-5E32-400B-A08D-DA96D09CD10F}">
      <dgm:prSet/>
      <dgm:spPr/>
      <dgm:t>
        <a:bodyPr/>
        <a:lstStyle/>
        <a:p>
          <a:pPr rtl="0"/>
          <a:r>
            <a:rPr lang="en-GB"/>
            <a:t>Fault tolerance etc.</a:t>
          </a:r>
        </a:p>
      </dgm:t>
    </dgm:pt>
    <dgm:pt modelId="{4C12FE9D-7AE3-4741-B2EE-C0415159DE39}" type="parTrans" cxnId="{6494B94D-9A0E-4FDC-B3C7-33DF43FED95A}">
      <dgm:prSet/>
      <dgm:spPr/>
      <dgm:t>
        <a:bodyPr/>
        <a:lstStyle/>
        <a:p>
          <a:endParaRPr lang="en-US"/>
        </a:p>
      </dgm:t>
    </dgm:pt>
    <dgm:pt modelId="{9B39A060-CC86-47F4-895E-864E8FB2E8F4}" type="sibTrans" cxnId="{6494B94D-9A0E-4FDC-B3C7-33DF43FED95A}">
      <dgm:prSet/>
      <dgm:spPr/>
      <dgm:t>
        <a:bodyPr/>
        <a:lstStyle/>
        <a:p>
          <a:endParaRPr lang="en-US"/>
        </a:p>
      </dgm:t>
    </dgm:pt>
    <dgm:pt modelId="{4FF5A28E-20EF-4739-9FBD-851529397DC1}">
      <dgm:prSet/>
      <dgm:spPr/>
      <dgm:t>
        <a:bodyPr/>
        <a:lstStyle/>
        <a:p>
          <a:r>
            <a:rPr lang="en-GB" dirty="0"/>
            <a:t>Availability</a:t>
          </a:r>
        </a:p>
      </dgm:t>
    </dgm:pt>
    <dgm:pt modelId="{DEC8281A-6C3F-492E-9F2B-D70BE28A2A0F}" type="parTrans" cxnId="{6C3A49F8-BD13-447B-9102-546201F1EF2E}">
      <dgm:prSet/>
      <dgm:spPr/>
      <dgm:t>
        <a:bodyPr/>
        <a:lstStyle/>
        <a:p>
          <a:endParaRPr lang="en-US"/>
        </a:p>
      </dgm:t>
    </dgm:pt>
    <dgm:pt modelId="{24ED9039-708E-4D9F-A0B0-1A3E9BAD1506}" type="sibTrans" cxnId="{6C3A49F8-BD13-447B-9102-546201F1EF2E}">
      <dgm:prSet/>
      <dgm:spPr/>
    </dgm:pt>
    <dgm:pt modelId="{D5AFCBBE-21E4-4FEB-8AE8-08B32021575C}" type="pres">
      <dgm:prSet presAssocID="{0D75B1E4-7320-4FB2-97BF-A7766C9D9CAD}" presName="cycle" presStyleCnt="0">
        <dgm:presLayoutVars>
          <dgm:chMax val="1"/>
          <dgm:dir/>
          <dgm:animLvl val="ctr"/>
          <dgm:resizeHandles val="exact"/>
        </dgm:presLayoutVars>
      </dgm:prSet>
      <dgm:spPr/>
    </dgm:pt>
    <dgm:pt modelId="{C00CBAA7-59B8-40E3-BC90-D2906297C079}" type="pres">
      <dgm:prSet presAssocID="{F60A4DDD-8BC5-4837-A63B-8B5CFC2C2A50}" presName="centerShape" presStyleLbl="node0" presStyleIdx="0" presStyleCnt="1"/>
      <dgm:spPr/>
    </dgm:pt>
    <dgm:pt modelId="{B6EEB1CE-D3D5-4413-8286-27DE439217B2}" type="pres">
      <dgm:prSet presAssocID="{DEC8281A-6C3F-492E-9F2B-D70BE28A2A0F}" presName="Name9" presStyleLbl="parChTrans1D2" presStyleIdx="0" presStyleCnt="7"/>
      <dgm:spPr/>
    </dgm:pt>
    <dgm:pt modelId="{F9C0D297-C8FF-4A2A-ADF2-27D101FC2E34}" type="pres">
      <dgm:prSet presAssocID="{DEC8281A-6C3F-492E-9F2B-D70BE28A2A0F}" presName="connTx" presStyleLbl="parChTrans1D2" presStyleIdx="0" presStyleCnt="7"/>
      <dgm:spPr/>
    </dgm:pt>
    <dgm:pt modelId="{838BFF37-0868-40D6-8A54-784688A8D2EE}" type="pres">
      <dgm:prSet presAssocID="{4FF5A28E-20EF-4739-9FBD-851529397DC1}" presName="node" presStyleLbl="node1" presStyleIdx="0" presStyleCnt="7">
        <dgm:presLayoutVars>
          <dgm:bulletEnabled val="1"/>
        </dgm:presLayoutVars>
      </dgm:prSet>
      <dgm:spPr/>
    </dgm:pt>
    <dgm:pt modelId="{3A854417-B22C-45F2-BBA8-C4A34665A6C2}" type="pres">
      <dgm:prSet presAssocID="{CD9C9D8D-3628-43EA-A5AF-679E97E7EADB}" presName="Name9" presStyleLbl="parChTrans1D2" presStyleIdx="1" presStyleCnt="7"/>
      <dgm:spPr/>
    </dgm:pt>
    <dgm:pt modelId="{8CB7D245-FE7F-4B4C-B8F7-AB478A7087B2}" type="pres">
      <dgm:prSet presAssocID="{CD9C9D8D-3628-43EA-A5AF-679E97E7EADB}" presName="connTx" presStyleLbl="parChTrans1D2" presStyleIdx="1" presStyleCnt="7"/>
      <dgm:spPr/>
    </dgm:pt>
    <dgm:pt modelId="{5EB819AD-D66E-4B51-8D4A-DB8CA244E9A8}" type="pres">
      <dgm:prSet presAssocID="{1FE9CB40-97A0-4B8E-8D96-D6F14AAE3BCC}" presName="node" presStyleLbl="node1" presStyleIdx="1" presStyleCnt="7">
        <dgm:presLayoutVars>
          <dgm:bulletEnabled val="1"/>
        </dgm:presLayoutVars>
      </dgm:prSet>
      <dgm:spPr/>
    </dgm:pt>
    <dgm:pt modelId="{F291FA63-B824-4EFF-9C48-6D01E030DB05}" type="pres">
      <dgm:prSet presAssocID="{180A92F3-4135-4730-8FB1-B6AE4C463DD5}" presName="Name9" presStyleLbl="parChTrans1D2" presStyleIdx="2" presStyleCnt="7"/>
      <dgm:spPr/>
    </dgm:pt>
    <dgm:pt modelId="{84A7DC81-E7B0-4BAE-B4DF-C339D6BAA79A}" type="pres">
      <dgm:prSet presAssocID="{180A92F3-4135-4730-8FB1-B6AE4C463DD5}" presName="connTx" presStyleLbl="parChTrans1D2" presStyleIdx="2" presStyleCnt="7"/>
      <dgm:spPr/>
    </dgm:pt>
    <dgm:pt modelId="{1ADC237D-2D2A-4DBA-9D8D-15762D4EE8AE}" type="pres">
      <dgm:prSet presAssocID="{DD66CF8B-302D-45F4-8D66-C9132AC39755}" presName="node" presStyleLbl="node1" presStyleIdx="2" presStyleCnt="7">
        <dgm:presLayoutVars>
          <dgm:bulletEnabled val="1"/>
        </dgm:presLayoutVars>
      </dgm:prSet>
      <dgm:spPr/>
    </dgm:pt>
    <dgm:pt modelId="{41998FBB-7EC7-45D9-8017-9480EA034717}" type="pres">
      <dgm:prSet presAssocID="{CF30CF5D-A563-433F-B716-EA2A2A07A253}" presName="Name9" presStyleLbl="parChTrans1D2" presStyleIdx="3" presStyleCnt="7"/>
      <dgm:spPr/>
    </dgm:pt>
    <dgm:pt modelId="{F67983E2-E7F3-4EF8-8B09-9E0AF422F34D}" type="pres">
      <dgm:prSet presAssocID="{CF30CF5D-A563-433F-B716-EA2A2A07A253}" presName="connTx" presStyleLbl="parChTrans1D2" presStyleIdx="3" presStyleCnt="7"/>
      <dgm:spPr/>
    </dgm:pt>
    <dgm:pt modelId="{5DA54A09-6F88-49EF-80CA-4413C35346A9}" type="pres">
      <dgm:prSet presAssocID="{44FD5887-DCF2-4196-9B54-000EBB19825D}" presName="node" presStyleLbl="node1" presStyleIdx="3" presStyleCnt="7">
        <dgm:presLayoutVars>
          <dgm:bulletEnabled val="1"/>
        </dgm:presLayoutVars>
      </dgm:prSet>
      <dgm:spPr/>
    </dgm:pt>
    <dgm:pt modelId="{23F4E785-F656-47F5-8630-3E8D1529D272}" type="pres">
      <dgm:prSet presAssocID="{67D63181-DEC3-40D2-BA73-48F2CA326D23}" presName="Name9" presStyleLbl="parChTrans1D2" presStyleIdx="4" presStyleCnt="7"/>
      <dgm:spPr/>
    </dgm:pt>
    <dgm:pt modelId="{54896984-60CB-4571-8C91-987AD9A6C4C5}" type="pres">
      <dgm:prSet presAssocID="{67D63181-DEC3-40D2-BA73-48F2CA326D23}" presName="connTx" presStyleLbl="parChTrans1D2" presStyleIdx="4" presStyleCnt="7"/>
      <dgm:spPr/>
    </dgm:pt>
    <dgm:pt modelId="{92822630-F728-458A-8381-0901D1ED7034}" type="pres">
      <dgm:prSet presAssocID="{C1EBDD59-214C-4E60-964E-03771EC79079}" presName="node" presStyleLbl="node1" presStyleIdx="4" presStyleCnt="7">
        <dgm:presLayoutVars>
          <dgm:bulletEnabled val="1"/>
        </dgm:presLayoutVars>
      </dgm:prSet>
      <dgm:spPr/>
    </dgm:pt>
    <dgm:pt modelId="{7132DFDE-6C16-4DC3-9449-698EEB0EC199}" type="pres">
      <dgm:prSet presAssocID="{CA76F130-8C2A-4B6D-B23F-224E8C68B08D}" presName="Name9" presStyleLbl="parChTrans1D2" presStyleIdx="5" presStyleCnt="7"/>
      <dgm:spPr/>
    </dgm:pt>
    <dgm:pt modelId="{8B0F5369-7741-4D03-A2C9-953C57A6EB46}" type="pres">
      <dgm:prSet presAssocID="{CA76F130-8C2A-4B6D-B23F-224E8C68B08D}" presName="connTx" presStyleLbl="parChTrans1D2" presStyleIdx="5" presStyleCnt="7"/>
      <dgm:spPr/>
    </dgm:pt>
    <dgm:pt modelId="{AC50D753-98D8-46E5-BC96-49ECBBA98E32}" type="pres">
      <dgm:prSet presAssocID="{4C55EE36-0EFE-4F5C-8768-65D2F4238D55}" presName="node" presStyleLbl="node1" presStyleIdx="5" presStyleCnt="7">
        <dgm:presLayoutVars>
          <dgm:bulletEnabled val="1"/>
        </dgm:presLayoutVars>
      </dgm:prSet>
      <dgm:spPr/>
    </dgm:pt>
    <dgm:pt modelId="{F4145C09-779D-4288-A637-59B56C5B9653}" type="pres">
      <dgm:prSet presAssocID="{4C12FE9D-7AE3-4741-B2EE-C0415159DE39}" presName="Name9" presStyleLbl="parChTrans1D2" presStyleIdx="6" presStyleCnt="7"/>
      <dgm:spPr/>
    </dgm:pt>
    <dgm:pt modelId="{46B94A0B-D004-4AFF-B748-DD1F992CF3BF}" type="pres">
      <dgm:prSet presAssocID="{4C12FE9D-7AE3-4741-B2EE-C0415159DE39}" presName="connTx" presStyleLbl="parChTrans1D2" presStyleIdx="6" presStyleCnt="7"/>
      <dgm:spPr/>
    </dgm:pt>
    <dgm:pt modelId="{B8E0A0FF-2D78-40EC-A4FE-8FC060872ED8}" type="pres">
      <dgm:prSet presAssocID="{381717B6-5E32-400B-A08D-DA96D09CD10F}" presName="node" presStyleLbl="node1" presStyleIdx="6" presStyleCnt="7">
        <dgm:presLayoutVars>
          <dgm:bulletEnabled val="1"/>
        </dgm:presLayoutVars>
      </dgm:prSet>
      <dgm:spPr/>
    </dgm:pt>
  </dgm:ptLst>
  <dgm:cxnLst>
    <dgm:cxn modelId="{B1912408-89F7-45B1-B39A-32119A62B7C2}" type="presOf" srcId="{4C12FE9D-7AE3-4741-B2EE-C0415159DE39}" destId="{46B94A0B-D004-4AFF-B748-DD1F992CF3BF}" srcOrd="1" destOrd="0" presId="urn:microsoft.com/office/officeart/2005/8/layout/radial1"/>
    <dgm:cxn modelId="{B0753719-4E50-4181-B509-AA0D8ED953F2}" type="presOf" srcId="{180A92F3-4135-4730-8FB1-B6AE4C463DD5}" destId="{84A7DC81-E7B0-4BAE-B4DF-C339D6BAA79A}" srcOrd="1" destOrd="0" presId="urn:microsoft.com/office/officeart/2005/8/layout/radial1"/>
    <dgm:cxn modelId="{E674101C-645E-4022-90B4-6F9C60C9305F}" type="presOf" srcId="{DEC8281A-6C3F-492E-9F2B-D70BE28A2A0F}" destId="{B6EEB1CE-D3D5-4413-8286-27DE439217B2}" srcOrd="0" destOrd="0" presId="urn:microsoft.com/office/officeart/2005/8/layout/radial1"/>
    <dgm:cxn modelId="{DA9BA522-4243-40D3-99AE-69345E548458}" type="presOf" srcId="{CA76F130-8C2A-4B6D-B23F-224E8C68B08D}" destId="{7132DFDE-6C16-4DC3-9449-698EEB0EC199}" srcOrd="0" destOrd="0" presId="urn:microsoft.com/office/officeart/2005/8/layout/radial1"/>
    <dgm:cxn modelId="{3D70182C-92A1-48A6-B4A5-1C6691AF1D7B}" type="presOf" srcId="{4C12FE9D-7AE3-4741-B2EE-C0415159DE39}" destId="{F4145C09-779D-4288-A637-59B56C5B9653}" srcOrd="0" destOrd="0" presId="urn:microsoft.com/office/officeart/2005/8/layout/radial1"/>
    <dgm:cxn modelId="{ACF26033-9A3D-4FE4-A171-92052459542A}" type="presOf" srcId="{67D63181-DEC3-40D2-BA73-48F2CA326D23}" destId="{54896984-60CB-4571-8C91-987AD9A6C4C5}" srcOrd="1" destOrd="0" presId="urn:microsoft.com/office/officeart/2005/8/layout/radial1"/>
    <dgm:cxn modelId="{29A32634-D26F-45CA-BBDE-A6C506007EB7}" srcId="{F60A4DDD-8BC5-4837-A63B-8B5CFC2C2A50}" destId="{4C55EE36-0EFE-4F5C-8768-65D2F4238D55}" srcOrd="5" destOrd="0" parTransId="{CA76F130-8C2A-4B6D-B23F-224E8C68B08D}" sibTransId="{0781EC73-193A-434C-A337-1D64F643D74F}"/>
    <dgm:cxn modelId="{3F1D6A46-04AF-4C9A-B94C-D0439AFB4C6F}" type="presOf" srcId="{4C55EE36-0EFE-4F5C-8768-65D2F4238D55}" destId="{AC50D753-98D8-46E5-BC96-49ECBBA98E32}" srcOrd="0" destOrd="0" presId="urn:microsoft.com/office/officeart/2005/8/layout/radial1"/>
    <dgm:cxn modelId="{8F46526B-3854-4C4A-B669-968D8581E4DC}" type="presOf" srcId="{CD9C9D8D-3628-43EA-A5AF-679E97E7EADB}" destId="{3A854417-B22C-45F2-BBA8-C4A34665A6C2}" srcOrd="0" destOrd="0" presId="urn:microsoft.com/office/officeart/2005/8/layout/radial1"/>
    <dgm:cxn modelId="{931B6C6D-A4A4-4622-8B71-731D8301FD4A}" type="presOf" srcId="{C1EBDD59-214C-4E60-964E-03771EC79079}" destId="{92822630-F728-458A-8381-0901D1ED7034}" srcOrd="0" destOrd="0" presId="urn:microsoft.com/office/officeart/2005/8/layout/radial1"/>
    <dgm:cxn modelId="{6494B94D-9A0E-4FDC-B3C7-33DF43FED95A}" srcId="{F60A4DDD-8BC5-4837-A63B-8B5CFC2C2A50}" destId="{381717B6-5E32-400B-A08D-DA96D09CD10F}" srcOrd="6" destOrd="0" parTransId="{4C12FE9D-7AE3-4741-B2EE-C0415159DE39}" sibTransId="{9B39A060-CC86-47F4-895E-864E8FB2E8F4}"/>
    <dgm:cxn modelId="{73416D4F-239C-44F5-9E1A-F261956DCA00}" srcId="{F60A4DDD-8BC5-4837-A63B-8B5CFC2C2A50}" destId="{DD66CF8B-302D-45F4-8D66-C9132AC39755}" srcOrd="2" destOrd="0" parTransId="{180A92F3-4135-4730-8FB1-B6AE4C463DD5}" sibTransId="{F551CBBE-9330-4F1A-85A0-2F5DBEA39BAB}"/>
    <dgm:cxn modelId="{B3602754-6356-4E1E-B8C9-C2DA4E26F6CD}" type="presOf" srcId="{4FF5A28E-20EF-4739-9FBD-851529397DC1}" destId="{838BFF37-0868-40D6-8A54-784688A8D2EE}" srcOrd="0" destOrd="0" presId="urn:microsoft.com/office/officeart/2005/8/layout/radial1"/>
    <dgm:cxn modelId="{2EC51B55-9ADD-4EB1-9E98-B0566FB38B70}" type="presOf" srcId="{CD9C9D8D-3628-43EA-A5AF-679E97E7EADB}" destId="{8CB7D245-FE7F-4B4C-B8F7-AB478A7087B2}" srcOrd="1" destOrd="0" presId="urn:microsoft.com/office/officeart/2005/8/layout/radial1"/>
    <dgm:cxn modelId="{7D1C8F77-ABBA-4B5B-AA80-E5C19A008529}" srcId="{F60A4DDD-8BC5-4837-A63B-8B5CFC2C2A50}" destId="{1FE9CB40-97A0-4B8E-8D96-D6F14AAE3BCC}" srcOrd="1" destOrd="0" parTransId="{CD9C9D8D-3628-43EA-A5AF-679E97E7EADB}" sibTransId="{3381AAB8-612E-4F91-ACE8-DFC1D68F9F53}"/>
    <dgm:cxn modelId="{C6FE2484-4079-41F9-B1EE-820A2FB5B454}" srcId="{0D75B1E4-7320-4FB2-97BF-A7766C9D9CAD}" destId="{F60A4DDD-8BC5-4837-A63B-8B5CFC2C2A50}" srcOrd="0" destOrd="0" parTransId="{13605DD3-7463-44BC-80FE-5BBF4D90B424}" sibTransId="{D98C186D-59C5-4DDB-82F5-FB4A1E937018}"/>
    <dgm:cxn modelId="{83A80C8F-8911-4EBF-BA6B-AB2C9E8C6487}" type="presOf" srcId="{CF30CF5D-A563-433F-B716-EA2A2A07A253}" destId="{41998FBB-7EC7-45D9-8017-9480EA034717}" srcOrd="0" destOrd="0" presId="urn:microsoft.com/office/officeart/2005/8/layout/radial1"/>
    <dgm:cxn modelId="{22A87D94-F258-4A3A-B675-BD2542063BB3}" type="presOf" srcId="{0D75B1E4-7320-4FB2-97BF-A7766C9D9CAD}" destId="{D5AFCBBE-21E4-4FEB-8AE8-08B32021575C}" srcOrd="0" destOrd="0" presId="urn:microsoft.com/office/officeart/2005/8/layout/radial1"/>
    <dgm:cxn modelId="{61225BA2-DD32-4773-AA68-C164BC4BE8F6}" type="presOf" srcId="{DEC8281A-6C3F-492E-9F2B-D70BE28A2A0F}" destId="{F9C0D297-C8FF-4A2A-ADF2-27D101FC2E34}" srcOrd="1" destOrd="0" presId="urn:microsoft.com/office/officeart/2005/8/layout/radial1"/>
    <dgm:cxn modelId="{100784AA-D5E9-4F74-B85C-0A3EA76B662B}" srcId="{F60A4DDD-8BC5-4837-A63B-8B5CFC2C2A50}" destId="{C1EBDD59-214C-4E60-964E-03771EC79079}" srcOrd="4" destOrd="0" parTransId="{67D63181-DEC3-40D2-BA73-48F2CA326D23}" sibTransId="{AB994ED3-3BA8-4164-A49F-5DB134375FE2}"/>
    <dgm:cxn modelId="{1F5C65B2-FF8B-4D58-B287-B66E6136002F}" type="presOf" srcId="{67D63181-DEC3-40D2-BA73-48F2CA326D23}" destId="{23F4E785-F656-47F5-8630-3E8D1529D272}" srcOrd="0" destOrd="0" presId="urn:microsoft.com/office/officeart/2005/8/layout/radial1"/>
    <dgm:cxn modelId="{75AC13B7-DBB9-4BD6-9368-1D4D2423BD5B}" srcId="{F60A4DDD-8BC5-4837-A63B-8B5CFC2C2A50}" destId="{44FD5887-DCF2-4196-9B54-000EBB19825D}" srcOrd="3" destOrd="0" parTransId="{CF30CF5D-A563-433F-B716-EA2A2A07A253}" sibTransId="{0BBCE0AB-57CE-4F39-BA38-CE5FD7E7EE72}"/>
    <dgm:cxn modelId="{234227C4-9FB1-4F6E-8EE9-7889AF155EDE}" type="presOf" srcId="{1FE9CB40-97A0-4B8E-8D96-D6F14AAE3BCC}" destId="{5EB819AD-D66E-4B51-8D4A-DB8CA244E9A8}" srcOrd="0" destOrd="0" presId="urn:microsoft.com/office/officeart/2005/8/layout/radial1"/>
    <dgm:cxn modelId="{D37136CD-F2FA-42A1-8703-60D0AA5391FF}" type="presOf" srcId="{CA76F130-8C2A-4B6D-B23F-224E8C68B08D}" destId="{8B0F5369-7741-4D03-A2C9-953C57A6EB46}" srcOrd="1" destOrd="0" presId="urn:microsoft.com/office/officeart/2005/8/layout/radial1"/>
    <dgm:cxn modelId="{08FAE0D2-88B0-4EC8-BC51-FB05A23A6B16}" type="presOf" srcId="{F60A4DDD-8BC5-4837-A63B-8B5CFC2C2A50}" destId="{C00CBAA7-59B8-40E3-BC90-D2906297C079}" srcOrd="0" destOrd="0" presId="urn:microsoft.com/office/officeart/2005/8/layout/radial1"/>
    <dgm:cxn modelId="{43EA97D3-B9B7-4E52-820B-7C1E21D24F6B}" type="presOf" srcId="{381717B6-5E32-400B-A08D-DA96D09CD10F}" destId="{B8E0A0FF-2D78-40EC-A4FE-8FC060872ED8}" srcOrd="0" destOrd="0" presId="urn:microsoft.com/office/officeart/2005/8/layout/radial1"/>
    <dgm:cxn modelId="{C8A32BD4-4852-48D1-A827-66AFB31761F0}" type="presOf" srcId="{180A92F3-4135-4730-8FB1-B6AE4C463DD5}" destId="{F291FA63-B824-4EFF-9C48-6D01E030DB05}" srcOrd="0" destOrd="0" presId="urn:microsoft.com/office/officeart/2005/8/layout/radial1"/>
    <dgm:cxn modelId="{667D69DA-E467-4F26-8DAD-BE35649CA24C}" type="presOf" srcId="{44FD5887-DCF2-4196-9B54-000EBB19825D}" destId="{5DA54A09-6F88-49EF-80CA-4413C35346A9}" srcOrd="0" destOrd="0" presId="urn:microsoft.com/office/officeart/2005/8/layout/radial1"/>
    <dgm:cxn modelId="{DE8DB2E9-8846-4878-8E31-FD32422398C9}" type="presOf" srcId="{CF30CF5D-A563-433F-B716-EA2A2A07A253}" destId="{F67983E2-E7F3-4EF8-8B09-9E0AF422F34D}" srcOrd="1" destOrd="0" presId="urn:microsoft.com/office/officeart/2005/8/layout/radial1"/>
    <dgm:cxn modelId="{6C3A49F8-BD13-447B-9102-546201F1EF2E}" srcId="{F60A4DDD-8BC5-4837-A63B-8B5CFC2C2A50}" destId="{4FF5A28E-20EF-4739-9FBD-851529397DC1}" srcOrd="0" destOrd="0" parTransId="{DEC8281A-6C3F-492E-9F2B-D70BE28A2A0F}" sibTransId="{24ED9039-708E-4D9F-A0B0-1A3E9BAD1506}"/>
    <dgm:cxn modelId="{2C4DADFB-C85E-45CD-A484-82D277938A31}" type="presOf" srcId="{DD66CF8B-302D-45F4-8D66-C9132AC39755}" destId="{1ADC237D-2D2A-4DBA-9D8D-15762D4EE8AE}" srcOrd="0" destOrd="0" presId="urn:microsoft.com/office/officeart/2005/8/layout/radial1"/>
    <dgm:cxn modelId="{D841E0C8-A062-4401-9ED3-A3010BCEA8C1}" type="presParOf" srcId="{D5AFCBBE-21E4-4FEB-8AE8-08B32021575C}" destId="{C00CBAA7-59B8-40E3-BC90-D2906297C079}" srcOrd="0" destOrd="0" presId="urn:microsoft.com/office/officeart/2005/8/layout/radial1"/>
    <dgm:cxn modelId="{41DD2205-0226-4295-AA70-68E9DAFAEDE0}" type="presParOf" srcId="{D5AFCBBE-21E4-4FEB-8AE8-08B32021575C}" destId="{B6EEB1CE-D3D5-4413-8286-27DE439217B2}" srcOrd="1" destOrd="0" presId="urn:microsoft.com/office/officeart/2005/8/layout/radial1"/>
    <dgm:cxn modelId="{A8D147CF-DABF-4A8D-BD1C-F2F821934A29}" type="presParOf" srcId="{B6EEB1CE-D3D5-4413-8286-27DE439217B2}" destId="{F9C0D297-C8FF-4A2A-ADF2-27D101FC2E34}" srcOrd="0" destOrd="0" presId="urn:microsoft.com/office/officeart/2005/8/layout/radial1"/>
    <dgm:cxn modelId="{F615D744-DEF5-4A29-980A-B2AC1F257A9D}" type="presParOf" srcId="{D5AFCBBE-21E4-4FEB-8AE8-08B32021575C}" destId="{838BFF37-0868-40D6-8A54-784688A8D2EE}" srcOrd="2" destOrd="0" presId="urn:microsoft.com/office/officeart/2005/8/layout/radial1"/>
    <dgm:cxn modelId="{B9BBDA4C-58E8-4E76-B9D0-87F0A98EE522}" type="presParOf" srcId="{D5AFCBBE-21E4-4FEB-8AE8-08B32021575C}" destId="{3A854417-B22C-45F2-BBA8-C4A34665A6C2}" srcOrd="3" destOrd="0" presId="urn:microsoft.com/office/officeart/2005/8/layout/radial1"/>
    <dgm:cxn modelId="{08979EDD-A1B8-498F-A1BA-FE79EAC423EE}" type="presParOf" srcId="{3A854417-B22C-45F2-BBA8-C4A34665A6C2}" destId="{8CB7D245-FE7F-4B4C-B8F7-AB478A7087B2}" srcOrd="0" destOrd="0" presId="urn:microsoft.com/office/officeart/2005/8/layout/radial1"/>
    <dgm:cxn modelId="{C9E8D89F-5634-4F6C-8732-0932B4737F58}" type="presParOf" srcId="{D5AFCBBE-21E4-4FEB-8AE8-08B32021575C}" destId="{5EB819AD-D66E-4B51-8D4A-DB8CA244E9A8}" srcOrd="4" destOrd="0" presId="urn:microsoft.com/office/officeart/2005/8/layout/radial1"/>
    <dgm:cxn modelId="{0C458960-E3F6-4DBB-8B1A-DCA0E92E2ED2}" type="presParOf" srcId="{D5AFCBBE-21E4-4FEB-8AE8-08B32021575C}" destId="{F291FA63-B824-4EFF-9C48-6D01E030DB05}" srcOrd="5" destOrd="0" presId="urn:microsoft.com/office/officeart/2005/8/layout/radial1"/>
    <dgm:cxn modelId="{CA1A279F-B1DF-4334-A1A3-98CF1BE1195C}" type="presParOf" srcId="{F291FA63-B824-4EFF-9C48-6D01E030DB05}" destId="{84A7DC81-E7B0-4BAE-B4DF-C339D6BAA79A}" srcOrd="0" destOrd="0" presId="urn:microsoft.com/office/officeart/2005/8/layout/radial1"/>
    <dgm:cxn modelId="{5B04F1D1-16A8-478B-B42B-83BA444C64A5}" type="presParOf" srcId="{D5AFCBBE-21E4-4FEB-8AE8-08B32021575C}" destId="{1ADC237D-2D2A-4DBA-9D8D-15762D4EE8AE}" srcOrd="6" destOrd="0" presId="urn:microsoft.com/office/officeart/2005/8/layout/radial1"/>
    <dgm:cxn modelId="{E6119101-AB6C-49BA-AE31-9D1BCD6C85B9}" type="presParOf" srcId="{D5AFCBBE-21E4-4FEB-8AE8-08B32021575C}" destId="{41998FBB-7EC7-45D9-8017-9480EA034717}" srcOrd="7" destOrd="0" presId="urn:microsoft.com/office/officeart/2005/8/layout/radial1"/>
    <dgm:cxn modelId="{FA9E6C84-B29C-4627-B44F-0C178A5B9910}" type="presParOf" srcId="{41998FBB-7EC7-45D9-8017-9480EA034717}" destId="{F67983E2-E7F3-4EF8-8B09-9E0AF422F34D}" srcOrd="0" destOrd="0" presId="urn:microsoft.com/office/officeart/2005/8/layout/radial1"/>
    <dgm:cxn modelId="{4F2D7998-E68D-484D-BF54-2E9B095FCA9E}" type="presParOf" srcId="{D5AFCBBE-21E4-4FEB-8AE8-08B32021575C}" destId="{5DA54A09-6F88-49EF-80CA-4413C35346A9}" srcOrd="8" destOrd="0" presId="urn:microsoft.com/office/officeart/2005/8/layout/radial1"/>
    <dgm:cxn modelId="{79BFEC92-ECD2-4B03-8D35-238690881242}" type="presParOf" srcId="{D5AFCBBE-21E4-4FEB-8AE8-08B32021575C}" destId="{23F4E785-F656-47F5-8630-3E8D1529D272}" srcOrd="9" destOrd="0" presId="urn:microsoft.com/office/officeart/2005/8/layout/radial1"/>
    <dgm:cxn modelId="{EA304FCB-EB86-4C04-A0BD-E5254522C420}" type="presParOf" srcId="{23F4E785-F656-47F5-8630-3E8D1529D272}" destId="{54896984-60CB-4571-8C91-987AD9A6C4C5}" srcOrd="0" destOrd="0" presId="urn:microsoft.com/office/officeart/2005/8/layout/radial1"/>
    <dgm:cxn modelId="{87D1BDD5-E8A3-4FB6-838D-12402D2F839E}" type="presParOf" srcId="{D5AFCBBE-21E4-4FEB-8AE8-08B32021575C}" destId="{92822630-F728-458A-8381-0901D1ED7034}" srcOrd="10" destOrd="0" presId="urn:microsoft.com/office/officeart/2005/8/layout/radial1"/>
    <dgm:cxn modelId="{410C7C29-3D8F-4714-848C-780AF2BF4F82}" type="presParOf" srcId="{D5AFCBBE-21E4-4FEB-8AE8-08B32021575C}" destId="{7132DFDE-6C16-4DC3-9449-698EEB0EC199}" srcOrd="11" destOrd="0" presId="urn:microsoft.com/office/officeart/2005/8/layout/radial1"/>
    <dgm:cxn modelId="{EF84E08B-FF2F-48EE-9B3B-92BE301735AC}" type="presParOf" srcId="{7132DFDE-6C16-4DC3-9449-698EEB0EC199}" destId="{8B0F5369-7741-4D03-A2C9-953C57A6EB46}" srcOrd="0" destOrd="0" presId="urn:microsoft.com/office/officeart/2005/8/layout/radial1"/>
    <dgm:cxn modelId="{D665E8C9-D8A7-431E-A6B8-D9AB9FC4DB3C}" type="presParOf" srcId="{D5AFCBBE-21E4-4FEB-8AE8-08B32021575C}" destId="{AC50D753-98D8-46E5-BC96-49ECBBA98E32}" srcOrd="12" destOrd="0" presId="urn:microsoft.com/office/officeart/2005/8/layout/radial1"/>
    <dgm:cxn modelId="{A1E1AD8B-9901-4E88-8CF4-CED7B9F3D744}" type="presParOf" srcId="{D5AFCBBE-21E4-4FEB-8AE8-08B32021575C}" destId="{F4145C09-779D-4288-A637-59B56C5B9653}" srcOrd="13" destOrd="0" presId="urn:microsoft.com/office/officeart/2005/8/layout/radial1"/>
    <dgm:cxn modelId="{EC8AA557-E72E-4F71-A9C5-75F8E4FD4FA1}" type="presParOf" srcId="{F4145C09-779D-4288-A637-59B56C5B9653}" destId="{46B94A0B-D004-4AFF-B748-DD1F992CF3BF}" srcOrd="0" destOrd="0" presId="urn:microsoft.com/office/officeart/2005/8/layout/radial1"/>
    <dgm:cxn modelId="{273C7A24-9049-49EF-82EF-A1C4EF36C1F6}" type="presParOf" srcId="{D5AFCBBE-21E4-4FEB-8AE8-08B32021575C}" destId="{B8E0A0FF-2D78-40EC-A4FE-8FC060872ED8}" srcOrd="1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EA9C245-0719-4E02-BC1D-7F64C1BB6496}" type="doc">
      <dgm:prSet loTypeId="urn:microsoft.com/office/officeart/2005/8/layout/lProcess2" loCatId="relationship" qsTypeId="urn:microsoft.com/office/officeart/2005/8/quickstyle/simple1" qsCatId="simple" csTypeId="urn:microsoft.com/office/officeart/2005/8/colors/colorful3" csCatId="colorful" phldr="1"/>
      <dgm:spPr/>
      <dgm:t>
        <a:bodyPr/>
        <a:lstStyle/>
        <a:p>
          <a:endParaRPr lang="en-US"/>
        </a:p>
      </dgm:t>
    </dgm:pt>
    <dgm:pt modelId="{DBB90647-8DC1-4BAE-9E4E-EBEE8B2991C8}">
      <dgm:prSet/>
      <dgm:spPr/>
      <dgm:t>
        <a:bodyPr/>
        <a:lstStyle/>
        <a:p>
          <a:pPr rtl="0"/>
          <a:r>
            <a:rPr lang="en-GB" dirty="0"/>
            <a:t>3 Vs, Volume, Velocity and Variety</a:t>
          </a:r>
        </a:p>
      </dgm:t>
    </dgm:pt>
    <dgm:pt modelId="{2D2B96E5-5280-4243-BD8F-FDEDE7010CDD}" type="parTrans" cxnId="{6228E610-3E23-4F26-8097-FF1FEF35DC26}">
      <dgm:prSet/>
      <dgm:spPr/>
      <dgm:t>
        <a:bodyPr/>
        <a:lstStyle/>
        <a:p>
          <a:endParaRPr lang="en-US"/>
        </a:p>
      </dgm:t>
    </dgm:pt>
    <dgm:pt modelId="{1C4A1C53-3D53-49CB-9E6F-D3B8E9B31A3B}" type="sibTrans" cxnId="{6228E610-3E23-4F26-8097-FF1FEF35DC26}">
      <dgm:prSet/>
      <dgm:spPr/>
      <dgm:t>
        <a:bodyPr/>
        <a:lstStyle/>
        <a:p>
          <a:endParaRPr lang="en-US"/>
        </a:p>
      </dgm:t>
    </dgm:pt>
    <dgm:pt modelId="{CF0BB530-450F-41B8-A82F-7BC6F71A17C4}">
      <dgm:prSet/>
      <dgm:spPr/>
      <dgm:t>
        <a:bodyPr/>
        <a:lstStyle/>
        <a:p>
          <a:pPr rtl="0"/>
          <a:r>
            <a:rPr lang="en-GB"/>
            <a:t>Vagueness </a:t>
          </a:r>
        </a:p>
      </dgm:t>
    </dgm:pt>
    <dgm:pt modelId="{60E80B33-0B05-4967-B2EB-16F3A97B320C}" type="parTrans" cxnId="{3BD146D8-E369-48D4-A138-0827A6150564}">
      <dgm:prSet/>
      <dgm:spPr/>
      <dgm:t>
        <a:bodyPr/>
        <a:lstStyle/>
        <a:p>
          <a:endParaRPr lang="en-US"/>
        </a:p>
      </dgm:t>
    </dgm:pt>
    <dgm:pt modelId="{D6297D85-2497-4835-A5C4-73CDF7ABBBA9}" type="sibTrans" cxnId="{3BD146D8-E369-48D4-A138-0827A6150564}">
      <dgm:prSet/>
      <dgm:spPr/>
      <dgm:t>
        <a:bodyPr/>
        <a:lstStyle/>
        <a:p>
          <a:endParaRPr lang="en-US"/>
        </a:p>
      </dgm:t>
    </dgm:pt>
    <dgm:pt modelId="{0787D7A6-F4DA-4257-B0A3-4BF4FE907C54}">
      <dgm:prSet/>
      <dgm:spPr/>
      <dgm:t>
        <a:bodyPr/>
        <a:lstStyle/>
        <a:p>
          <a:pPr rtl="0"/>
          <a:r>
            <a:rPr lang="en-GB"/>
            <a:t>Ambiguity, lack of metadata</a:t>
          </a:r>
        </a:p>
      </dgm:t>
    </dgm:pt>
    <dgm:pt modelId="{F93DF305-652C-48FF-9E4B-AB1FE5AA298A}" type="parTrans" cxnId="{E3BEA075-476C-4A80-969F-256B03702BEF}">
      <dgm:prSet/>
      <dgm:spPr/>
      <dgm:t>
        <a:bodyPr/>
        <a:lstStyle/>
        <a:p>
          <a:endParaRPr lang="en-US"/>
        </a:p>
      </dgm:t>
    </dgm:pt>
    <dgm:pt modelId="{D8904A47-86F6-490B-B968-32C2671635AE}" type="sibTrans" cxnId="{E3BEA075-476C-4A80-969F-256B03702BEF}">
      <dgm:prSet/>
      <dgm:spPr/>
      <dgm:t>
        <a:bodyPr/>
        <a:lstStyle/>
        <a:p>
          <a:endParaRPr lang="en-US"/>
        </a:p>
      </dgm:t>
    </dgm:pt>
    <dgm:pt modelId="{C55D4270-914B-4475-83A7-9DB9A5E18517}">
      <dgm:prSet/>
      <dgm:spPr/>
      <dgm:t>
        <a:bodyPr/>
        <a:lstStyle/>
        <a:p>
          <a:pPr rtl="0"/>
          <a:r>
            <a:rPr lang="en-GB" dirty="0"/>
            <a:t>In a photograph or in a graph M and F could mean Male/Female, or Monday/Friday</a:t>
          </a:r>
        </a:p>
      </dgm:t>
    </dgm:pt>
    <dgm:pt modelId="{46ACC127-8936-4B2B-AC66-E60772845883}" type="parTrans" cxnId="{F831BACD-334B-4602-95F7-D742F4DCB027}">
      <dgm:prSet/>
      <dgm:spPr/>
      <dgm:t>
        <a:bodyPr/>
        <a:lstStyle/>
        <a:p>
          <a:endParaRPr lang="en-US"/>
        </a:p>
      </dgm:t>
    </dgm:pt>
    <dgm:pt modelId="{1D0838D5-A424-4A6D-8BD7-FC6D1B8CE4E3}" type="sibTrans" cxnId="{F831BACD-334B-4602-95F7-D742F4DCB027}">
      <dgm:prSet/>
      <dgm:spPr/>
      <dgm:t>
        <a:bodyPr/>
        <a:lstStyle/>
        <a:p>
          <a:endParaRPr lang="en-US"/>
        </a:p>
      </dgm:t>
    </dgm:pt>
    <dgm:pt modelId="{CFA8F938-FA3E-4744-A6B2-AE6822221CAA}">
      <dgm:prSet/>
      <dgm:spPr/>
      <dgm:t>
        <a:bodyPr/>
        <a:lstStyle/>
        <a:p>
          <a:pPr rtl="0"/>
          <a:r>
            <a:rPr lang="en-GB"/>
            <a:t>Virality </a:t>
          </a:r>
        </a:p>
      </dgm:t>
    </dgm:pt>
    <dgm:pt modelId="{924C38D3-782C-450C-A195-125E47C9402A}" type="parTrans" cxnId="{20206FA6-81CD-4A50-822E-F3614C647AB9}">
      <dgm:prSet/>
      <dgm:spPr/>
      <dgm:t>
        <a:bodyPr/>
        <a:lstStyle/>
        <a:p>
          <a:endParaRPr lang="en-US"/>
        </a:p>
      </dgm:t>
    </dgm:pt>
    <dgm:pt modelId="{B5C99C28-297F-4381-8EFD-BE29926102A3}" type="sibTrans" cxnId="{20206FA6-81CD-4A50-822E-F3614C647AB9}">
      <dgm:prSet/>
      <dgm:spPr/>
      <dgm:t>
        <a:bodyPr/>
        <a:lstStyle/>
        <a:p>
          <a:endParaRPr lang="en-US"/>
        </a:p>
      </dgm:t>
    </dgm:pt>
    <dgm:pt modelId="{EBC1AA4C-59D7-4E87-A0FA-6E66E97C152C}">
      <dgm:prSet/>
      <dgm:spPr/>
      <dgm:t>
        <a:bodyPr/>
        <a:lstStyle/>
        <a:p>
          <a:pPr rtl="0"/>
          <a:r>
            <a:rPr lang="en-GB" dirty="0"/>
            <a:t>How quickly the data is shared between people-to-people through a peer network. </a:t>
          </a:r>
        </a:p>
      </dgm:t>
    </dgm:pt>
    <dgm:pt modelId="{033D82C2-C1CE-4DF0-9234-F4ABD5E7136F}" type="parTrans" cxnId="{80498FED-92E3-44D5-ACCB-8F5F2FC2D451}">
      <dgm:prSet/>
      <dgm:spPr/>
      <dgm:t>
        <a:bodyPr/>
        <a:lstStyle/>
        <a:p>
          <a:endParaRPr lang="en-US"/>
        </a:p>
      </dgm:t>
    </dgm:pt>
    <dgm:pt modelId="{79AF11C7-885D-4546-9427-22573FE4AD92}" type="sibTrans" cxnId="{80498FED-92E3-44D5-ACCB-8F5F2FC2D451}">
      <dgm:prSet/>
      <dgm:spPr/>
      <dgm:t>
        <a:bodyPr/>
        <a:lstStyle/>
        <a:p>
          <a:endParaRPr lang="en-US"/>
        </a:p>
      </dgm:t>
    </dgm:pt>
    <dgm:pt modelId="{4D70BA40-114A-42C2-AB06-C35E55A3F096}">
      <dgm:prSet/>
      <dgm:spPr/>
      <dgm:t>
        <a:bodyPr/>
        <a:lstStyle/>
        <a:p>
          <a:pPr rtl="0"/>
          <a:r>
            <a:rPr lang="en-GB" dirty="0"/>
            <a:t>Understanding the context is important…</a:t>
          </a:r>
        </a:p>
      </dgm:t>
    </dgm:pt>
    <dgm:pt modelId="{9884278B-4138-4F63-AE4D-C49DA1877595}" type="parTrans" cxnId="{CD68C4A1-4D77-4852-BF78-96675043F1D3}">
      <dgm:prSet/>
      <dgm:spPr/>
      <dgm:t>
        <a:bodyPr/>
        <a:lstStyle/>
        <a:p>
          <a:endParaRPr lang="en-US"/>
        </a:p>
      </dgm:t>
    </dgm:pt>
    <dgm:pt modelId="{0D2433C0-8242-4167-B1E1-4F0E5A39A7B1}" type="sibTrans" cxnId="{CD68C4A1-4D77-4852-BF78-96675043F1D3}">
      <dgm:prSet/>
      <dgm:spPr/>
      <dgm:t>
        <a:bodyPr/>
        <a:lstStyle/>
        <a:p>
          <a:endParaRPr lang="en-US"/>
        </a:p>
      </dgm:t>
    </dgm:pt>
    <dgm:pt modelId="{2638B908-64BC-43D3-8C24-C25275096387}">
      <dgm:prSet/>
      <dgm:spPr/>
      <dgm:t>
        <a:bodyPr/>
        <a:lstStyle/>
        <a:p>
          <a:pPr rtl="0"/>
          <a:r>
            <a:rPr lang="en-GB"/>
            <a:t>Viscosity </a:t>
          </a:r>
        </a:p>
      </dgm:t>
    </dgm:pt>
    <dgm:pt modelId="{CA9C229F-1A27-427E-A750-36565778DD5B}" type="parTrans" cxnId="{92729D48-8AA0-43AF-AD91-C33196AB2632}">
      <dgm:prSet/>
      <dgm:spPr/>
      <dgm:t>
        <a:bodyPr/>
        <a:lstStyle/>
        <a:p>
          <a:endParaRPr lang="en-US"/>
        </a:p>
      </dgm:t>
    </dgm:pt>
    <dgm:pt modelId="{7ADCF6FB-0F52-413B-B68A-56C138CB4BEC}" type="sibTrans" cxnId="{92729D48-8AA0-43AF-AD91-C33196AB2632}">
      <dgm:prSet/>
      <dgm:spPr/>
      <dgm:t>
        <a:bodyPr/>
        <a:lstStyle/>
        <a:p>
          <a:endParaRPr lang="en-US"/>
        </a:p>
      </dgm:t>
    </dgm:pt>
    <dgm:pt modelId="{B9225BA3-6878-4976-A0E5-A92FF32F0F31}">
      <dgm:prSet/>
      <dgm:spPr/>
      <dgm:t>
        <a:bodyPr/>
        <a:lstStyle/>
        <a:p>
          <a:pPr rtl="0"/>
          <a:r>
            <a:rPr lang="en-GB"/>
            <a:t>Measures  the resistance (slow down) to flow in the volume of the data. </a:t>
          </a:r>
        </a:p>
      </dgm:t>
    </dgm:pt>
    <dgm:pt modelId="{7ECDCE93-2A9B-4848-8471-40574A50112C}" type="parTrans" cxnId="{C5B3261E-5D9A-465F-BE7F-B854ABB1ED48}">
      <dgm:prSet/>
      <dgm:spPr/>
      <dgm:t>
        <a:bodyPr/>
        <a:lstStyle/>
        <a:p>
          <a:endParaRPr lang="en-US"/>
        </a:p>
      </dgm:t>
    </dgm:pt>
    <dgm:pt modelId="{534E3B07-09A8-42E2-BB38-35581B86B68F}" type="sibTrans" cxnId="{C5B3261E-5D9A-465F-BE7F-B854ABB1ED48}">
      <dgm:prSet/>
      <dgm:spPr/>
      <dgm:t>
        <a:bodyPr/>
        <a:lstStyle/>
        <a:p>
          <a:endParaRPr lang="en-US"/>
        </a:p>
      </dgm:t>
    </dgm:pt>
    <dgm:pt modelId="{05532CCB-5185-4AA6-B0B5-E52A80706672}">
      <dgm:prSet/>
      <dgm:spPr/>
      <dgm:t>
        <a:bodyPr/>
        <a:lstStyle/>
        <a:p>
          <a:pPr rtl="0"/>
          <a:r>
            <a:rPr lang="en-GB"/>
            <a:t>Resistance can manifest in data flows, business rules or even be the limitation of the technology.</a:t>
          </a:r>
        </a:p>
      </dgm:t>
    </dgm:pt>
    <dgm:pt modelId="{3AEA28CA-D134-44F7-9041-B59FA3CE6FD0}" type="parTrans" cxnId="{9E93371A-D16E-434F-B08B-2FD6F69685EF}">
      <dgm:prSet/>
      <dgm:spPr/>
      <dgm:t>
        <a:bodyPr/>
        <a:lstStyle/>
        <a:p>
          <a:endParaRPr lang="en-US"/>
        </a:p>
      </dgm:t>
    </dgm:pt>
    <dgm:pt modelId="{2582DE8C-6E33-4F01-9645-F2C38E279B9F}" type="sibTrans" cxnId="{9E93371A-D16E-434F-B08B-2FD6F69685EF}">
      <dgm:prSet/>
      <dgm:spPr/>
      <dgm:t>
        <a:bodyPr/>
        <a:lstStyle/>
        <a:p>
          <a:endParaRPr lang="en-US"/>
        </a:p>
      </dgm:t>
    </dgm:pt>
    <dgm:pt modelId="{1C316491-D6FF-4C89-B383-B65D13D35898}">
      <dgm:prSet/>
      <dgm:spPr/>
      <dgm:t>
        <a:bodyPr/>
        <a:lstStyle/>
        <a:p>
          <a:pPr rtl="0"/>
          <a:r>
            <a:rPr lang="en-GB" dirty="0"/>
            <a:t>More Vs</a:t>
          </a:r>
        </a:p>
      </dgm:t>
    </dgm:pt>
    <dgm:pt modelId="{AE9C8522-F44A-45D8-9D8F-389C80013BA7}" type="parTrans" cxnId="{F799AC51-7D04-4C61-813F-BADDA745E809}">
      <dgm:prSet/>
      <dgm:spPr/>
      <dgm:t>
        <a:bodyPr/>
        <a:lstStyle/>
        <a:p>
          <a:endParaRPr lang="en-US"/>
        </a:p>
      </dgm:t>
    </dgm:pt>
    <dgm:pt modelId="{2CA6A13A-A6FB-49EA-8765-03790AA42388}" type="sibTrans" cxnId="{F799AC51-7D04-4C61-813F-BADDA745E809}">
      <dgm:prSet/>
      <dgm:spPr/>
      <dgm:t>
        <a:bodyPr/>
        <a:lstStyle/>
        <a:p>
          <a:endParaRPr lang="en-US"/>
        </a:p>
      </dgm:t>
    </dgm:pt>
    <dgm:pt modelId="{E41955D1-3E9A-487C-BFC2-EA8DE3E5716A}">
      <dgm:prSet/>
      <dgm:spPr/>
      <dgm:t>
        <a:bodyPr/>
        <a:lstStyle/>
        <a:p>
          <a:pPr rtl="0"/>
          <a:r>
            <a:rPr lang="en-GB" dirty="0"/>
            <a:t>Can be extended with</a:t>
          </a:r>
        </a:p>
      </dgm:t>
    </dgm:pt>
    <dgm:pt modelId="{3C2FEDA3-F2EF-45BC-A41E-2A340B66BC62}" type="parTrans" cxnId="{614B1EC5-7A84-4F6D-A2DE-6F598B644994}">
      <dgm:prSet/>
      <dgm:spPr/>
      <dgm:t>
        <a:bodyPr/>
        <a:lstStyle/>
        <a:p>
          <a:endParaRPr lang="en-US"/>
        </a:p>
      </dgm:t>
    </dgm:pt>
    <dgm:pt modelId="{B0930088-21B8-40F4-9899-801F076B0E05}" type="sibTrans" cxnId="{614B1EC5-7A84-4F6D-A2DE-6F598B644994}">
      <dgm:prSet/>
      <dgm:spPr/>
      <dgm:t>
        <a:bodyPr/>
        <a:lstStyle/>
        <a:p>
          <a:endParaRPr lang="en-US"/>
        </a:p>
      </dgm:t>
    </dgm:pt>
    <dgm:pt modelId="{6F1FEEAA-1414-4E81-85CA-B83B55DE73DB}" type="pres">
      <dgm:prSet presAssocID="{0EA9C245-0719-4E02-BC1D-7F64C1BB6496}" presName="theList" presStyleCnt="0">
        <dgm:presLayoutVars>
          <dgm:dir/>
          <dgm:animLvl val="lvl"/>
          <dgm:resizeHandles val="exact"/>
        </dgm:presLayoutVars>
      </dgm:prSet>
      <dgm:spPr/>
    </dgm:pt>
    <dgm:pt modelId="{7045C12C-0E18-4446-AF19-AE0FA320A9D8}" type="pres">
      <dgm:prSet presAssocID="{1C316491-D6FF-4C89-B383-B65D13D35898}" presName="compNode" presStyleCnt="0"/>
      <dgm:spPr/>
    </dgm:pt>
    <dgm:pt modelId="{252BB57B-4C67-4363-B77E-EC3610C4A511}" type="pres">
      <dgm:prSet presAssocID="{1C316491-D6FF-4C89-B383-B65D13D35898}" presName="aNode" presStyleLbl="bgShp" presStyleIdx="0" presStyleCnt="4"/>
      <dgm:spPr/>
    </dgm:pt>
    <dgm:pt modelId="{41038A5B-C71D-4DB8-BB98-59AB7C4C25F7}" type="pres">
      <dgm:prSet presAssocID="{1C316491-D6FF-4C89-B383-B65D13D35898}" presName="textNode" presStyleLbl="bgShp" presStyleIdx="0" presStyleCnt="4"/>
      <dgm:spPr/>
    </dgm:pt>
    <dgm:pt modelId="{23B541F3-A2F3-4002-885A-AE9ED9709416}" type="pres">
      <dgm:prSet presAssocID="{1C316491-D6FF-4C89-B383-B65D13D35898}" presName="compChildNode" presStyleCnt="0"/>
      <dgm:spPr/>
    </dgm:pt>
    <dgm:pt modelId="{AEBEF977-D2DB-4428-96CD-58603D8F3018}" type="pres">
      <dgm:prSet presAssocID="{1C316491-D6FF-4C89-B383-B65D13D35898}" presName="theInnerList" presStyleCnt="0"/>
      <dgm:spPr/>
    </dgm:pt>
    <dgm:pt modelId="{8FD67BAF-8481-4E24-A8BC-D695C31A7735}" type="pres">
      <dgm:prSet presAssocID="{DBB90647-8DC1-4BAE-9E4E-EBEE8B2991C8}" presName="childNode" presStyleLbl="node1" presStyleIdx="0" presStyleCnt="8">
        <dgm:presLayoutVars>
          <dgm:bulletEnabled val="1"/>
        </dgm:presLayoutVars>
      </dgm:prSet>
      <dgm:spPr/>
    </dgm:pt>
    <dgm:pt modelId="{1E50DD7E-CFF5-4C88-84CC-0B7C85DEAE6D}" type="pres">
      <dgm:prSet presAssocID="{DBB90647-8DC1-4BAE-9E4E-EBEE8B2991C8}" presName="aSpace2" presStyleCnt="0"/>
      <dgm:spPr/>
    </dgm:pt>
    <dgm:pt modelId="{7845F26F-66AD-43B1-828E-04F7A16202B8}" type="pres">
      <dgm:prSet presAssocID="{E41955D1-3E9A-487C-BFC2-EA8DE3E5716A}" presName="childNode" presStyleLbl="node1" presStyleIdx="1" presStyleCnt="8">
        <dgm:presLayoutVars>
          <dgm:bulletEnabled val="1"/>
        </dgm:presLayoutVars>
      </dgm:prSet>
      <dgm:spPr/>
    </dgm:pt>
    <dgm:pt modelId="{15E86059-BA6E-467C-9538-6F3BF7CF14C4}" type="pres">
      <dgm:prSet presAssocID="{1C316491-D6FF-4C89-B383-B65D13D35898}" presName="aSpace" presStyleCnt="0"/>
      <dgm:spPr/>
    </dgm:pt>
    <dgm:pt modelId="{AD568D82-667B-4043-845A-7C3F833D30BE}" type="pres">
      <dgm:prSet presAssocID="{CF0BB530-450F-41B8-A82F-7BC6F71A17C4}" presName="compNode" presStyleCnt="0"/>
      <dgm:spPr/>
    </dgm:pt>
    <dgm:pt modelId="{BFDD65CE-3A62-41F7-BD90-95CD6C812827}" type="pres">
      <dgm:prSet presAssocID="{CF0BB530-450F-41B8-A82F-7BC6F71A17C4}" presName="aNode" presStyleLbl="bgShp" presStyleIdx="1" presStyleCnt="4"/>
      <dgm:spPr/>
    </dgm:pt>
    <dgm:pt modelId="{F00A64C5-7021-4936-A7DA-BC295D8E2BD0}" type="pres">
      <dgm:prSet presAssocID="{CF0BB530-450F-41B8-A82F-7BC6F71A17C4}" presName="textNode" presStyleLbl="bgShp" presStyleIdx="1" presStyleCnt="4"/>
      <dgm:spPr/>
    </dgm:pt>
    <dgm:pt modelId="{8C8F3266-8B49-4285-B9EB-A4C6637D24EE}" type="pres">
      <dgm:prSet presAssocID="{CF0BB530-450F-41B8-A82F-7BC6F71A17C4}" presName="compChildNode" presStyleCnt="0"/>
      <dgm:spPr/>
    </dgm:pt>
    <dgm:pt modelId="{B45F6AA9-EB2B-44F2-8B99-30B67013758A}" type="pres">
      <dgm:prSet presAssocID="{CF0BB530-450F-41B8-A82F-7BC6F71A17C4}" presName="theInnerList" presStyleCnt="0"/>
      <dgm:spPr/>
    </dgm:pt>
    <dgm:pt modelId="{F67B4CBA-8F25-43F8-BCA8-6A6FFB2D8833}" type="pres">
      <dgm:prSet presAssocID="{0787D7A6-F4DA-4257-B0A3-4BF4FE907C54}" presName="childNode" presStyleLbl="node1" presStyleIdx="2" presStyleCnt="8">
        <dgm:presLayoutVars>
          <dgm:bulletEnabled val="1"/>
        </dgm:presLayoutVars>
      </dgm:prSet>
      <dgm:spPr/>
    </dgm:pt>
    <dgm:pt modelId="{EA1610CE-5E63-4238-927F-141ADC698AB7}" type="pres">
      <dgm:prSet presAssocID="{0787D7A6-F4DA-4257-B0A3-4BF4FE907C54}" presName="aSpace2" presStyleCnt="0"/>
      <dgm:spPr/>
    </dgm:pt>
    <dgm:pt modelId="{6BD5F0FD-92D3-486F-B9EC-4A11207E6C99}" type="pres">
      <dgm:prSet presAssocID="{C55D4270-914B-4475-83A7-9DB9A5E18517}" presName="childNode" presStyleLbl="node1" presStyleIdx="3" presStyleCnt="8">
        <dgm:presLayoutVars>
          <dgm:bulletEnabled val="1"/>
        </dgm:presLayoutVars>
      </dgm:prSet>
      <dgm:spPr/>
    </dgm:pt>
    <dgm:pt modelId="{E27F977B-6B66-4B92-8A66-8B4333A31C08}" type="pres">
      <dgm:prSet presAssocID="{CF0BB530-450F-41B8-A82F-7BC6F71A17C4}" presName="aSpace" presStyleCnt="0"/>
      <dgm:spPr/>
    </dgm:pt>
    <dgm:pt modelId="{4709A8DC-BB3E-4923-BB45-503F3C13A15D}" type="pres">
      <dgm:prSet presAssocID="{CFA8F938-FA3E-4744-A6B2-AE6822221CAA}" presName="compNode" presStyleCnt="0"/>
      <dgm:spPr/>
    </dgm:pt>
    <dgm:pt modelId="{43FFAF9C-73EE-4AC3-ADA4-B34CEDDDB941}" type="pres">
      <dgm:prSet presAssocID="{CFA8F938-FA3E-4744-A6B2-AE6822221CAA}" presName="aNode" presStyleLbl="bgShp" presStyleIdx="2" presStyleCnt="4"/>
      <dgm:spPr/>
    </dgm:pt>
    <dgm:pt modelId="{AFA0D76F-D153-4FB3-AA3D-42B80846E662}" type="pres">
      <dgm:prSet presAssocID="{CFA8F938-FA3E-4744-A6B2-AE6822221CAA}" presName="textNode" presStyleLbl="bgShp" presStyleIdx="2" presStyleCnt="4"/>
      <dgm:spPr/>
    </dgm:pt>
    <dgm:pt modelId="{CE957759-903D-489C-B9AB-F993C04EFD45}" type="pres">
      <dgm:prSet presAssocID="{CFA8F938-FA3E-4744-A6B2-AE6822221CAA}" presName="compChildNode" presStyleCnt="0"/>
      <dgm:spPr/>
    </dgm:pt>
    <dgm:pt modelId="{11017E9A-D9ED-4A3F-835F-CBDD3FA73DF9}" type="pres">
      <dgm:prSet presAssocID="{CFA8F938-FA3E-4744-A6B2-AE6822221CAA}" presName="theInnerList" presStyleCnt="0"/>
      <dgm:spPr/>
    </dgm:pt>
    <dgm:pt modelId="{8F18B5CB-3AA6-4DB5-9C9A-9910AC544027}" type="pres">
      <dgm:prSet presAssocID="{EBC1AA4C-59D7-4E87-A0FA-6E66E97C152C}" presName="childNode" presStyleLbl="node1" presStyleIdx="4" presStyleCnt="8">
        <dgm:presLayoutVars>
          <dgm:bulletEnabled val="1"/>
        </dgm:presLayoutVars>
      </dgm:prSet>
      <dgm:spPr/>
    </dgm:pt>
    <dgm:pt modelId="{5E99E503-AA2F-4F1C-B95D-1967B43AECCC}" type="pres">
      <dgm:prSet presAssocID="{EBC1AA4C-59D7-4E87-A0FA-6E66E97C152C}" presName="aSpace2" presStyleCnt="0"/>
      <dgm:spPr/>
    </dgm:pt>
    <dgm:pt modelId="{07D5CDAA-D3C5-4F1D-9A22-6C6A02ED4496}" type="pres">
      <dgm:prSet presAssocID="{4D70BA40-114A-42C2-AB06-C35E55A3F096}" presName="childNode" presStyleLbl="node1" presStyleIdx="5" presStyleCnt="8">
        <dgm:presLayoutVars>
          <dgm:bulletEnabled val="1"/>
        </dgm:presLayoutVars>
      </dgm:prSet>
      <dgm:spPr/>
    </dgm:pt>
    <dgm:pt modelId="{3D35EDF8-2222-4A79-A8BF-732CE583EEEB}" type="pres">
      <dgm:prSet presAssocID="{CFA8F938-FA3E-4744-A6B2-AE6822221CAA}" presName="aSpace" presStyleCnt="0"/>
      <dgm:spPr/>
    </dgm:pt>
    <dgm:pt modelId="{9E287C5B-F8F1-4006-83A7-15934EC5D727}" type="pres">
      <dgm:prSet presAssocID="{2638B908-64BC-43D3-8C24-C25275096387}" presName="compNode" presStyleCnt="0"/>
      <dgm:spPr/>
    </dgm:pt>
    <dgm:pt modelId="{6D47B445-9B86-45A3-8247-745C25EDBEAB}" type="pres">
      <dgm:prSet presAssocID="{2638B908-64BC-43D3-8C24-C25275096387}" presName="aNode" presStyleLbl="bgShp" presStyleIdx="3" presStyleCnt="4"/>
      <dgm:spPr/>
    </dgm:pt>
    <dgm:pt modelId="{EF4F522B-8185-4B20-BD54-844241780C85}" type="pres">
      <dgm:prSet presAssocID="{2638B908-64BC-43D3-8C24-C25275096387}" presName="textNode" presStyleLbl="bgShp" presStyleIdx="3" presStyleCnt="4"/>
      <dgm:spPr/>
    </dgm:pt>
    <dgm:pt modelId="{B6448336-CCD0-4D3A-8646-44D1285101AA}" type="pres">
      <dgm:prSet presAssocID="{2638B908-64BC-43D3-8C24-C25275096387}" presName="compChildNode" presStyleCnt="0"/>
      <dgm:spPr/>
    </dgm:pt>
    <dgm:pt modelId="{3F9311BA-BE0B-4DB8-98C8-1059D4B7DD74}" type="pres">
      <dgm:prSet presAssocID="{2638B908-64BC-43D3-8C24-C25275096387}" presName="theInnerList" presStyleCnt="0"/>
      <dgm:spPr/>
    </dgm:pt>
    <dgm:pt modelId="{728D5DF9-D1BB-4BBC-B043-86ADE3523F54}" type="pres">
      <dgm:prSet presAssocID="{B9225BA3-6878-4976-A0E5-A92FF32F0F31}" presName="childNode" presStyleLbl="node1" presStyleIdx="6" presStyleCnt="8">
        <dgm:presLayoutVars>
          <dgm:bulletEnabled val="1"/>
        </dgm:presLayoutVars>
      </dgm:prSet>
      <dgm:spPr/>
    </dgm:pt>
    <dgm:pt modelId="{09F3DD35-629A-4A66-966A-62D21EB3684E}" type="pres">
      <dgm:prSet presAssocID="{B9225BA3-6878-4976-A0E5-A92FF32F0F31}" presName="aSpace2" presStyleCnt="0"/>
      <dgm:spPr/>
    </dgm:pt>
    <dgm:pt modelId="{165748C7-B647-4906-902C-8FC3E576C74F}" type="pres">
      <dgm:prSet presAssocID="{05532CCB-5185-4AA6-B0B5-E52A80706672}" presName="childNode" presStyleLbl="node1" presStyleIdx="7" presStyleCnt="8">
        <dgm:presLayoutVars>
          <dgm:bulletEnabled val="1"/>
        </dgm:presLayoutVars>
      </dgm:prSet>
      <dgm:spPr/>
    </dgm:pt>
  </dgm:ptLst>
  <dgm:cxnLst>
    <dgm:cxn modelId="{705C760F-259C-427A-B71C-A8BE7BFEA55C}" type="presOf" srcId="{CFA8F938-FA3E-4744-A6B2-AE6822221CAA}" destId="{43FFAF9C-73EE-4AC3-ADA4-B34CEDDDB941}" srcOrd="0" destOrd="0" presId="urn:microsoft.com/office/officeart/2005/8/layout/lProcess2"/>
    <dgm:cxn modelId="{6228E610-3E23-4F26-8097-FF1FEF35DC26}" srcId="{1C316491-D6FF-4C89-B383-B65D13D35898}" destId="{DBB90647-8DC1-4BAE-9E4E-EBEE8B2991C8}" srcOrd="0" destOrd="0" parTransId="{2D2B96E5-5280-4243-BD8F-FDEDE7010CDD}" sibTransId="{1C4A1C53-3D53-49CB-9E6F-D3B8E9B31A3B}"/>
    <dgm:cxn modelId="{1F716D14-DF69-4B7A-BDF1-F8A95C7537AC}" type="presOf" srcId="{C55D4270-914B-4475-83A7-9DB9A5E18517}" destId="{6BD5F0FD-92D3-486F-B9EC-4A11207E6C99}" srcOrd="0" destOrd="0" presId="urn:microsoft.com/office/officeart/2005/8/layout/lProcess2"/>
    <dgm:cxn modelId="{9E93371A-D16E-434F-B08B-2FD6F69685EF}" srcId="{2638B908-64BC-43D3-8C24-C25275096387}" destId="{05532CCB-5185-4AA6-B0B5-E52A80706672}" srcOrd="1" destOrd="0" parTransId="{3AEA28CA-D134-44F7-9041-B59FA3CE6FD0}" sibTransId="{2582DE8C-6E33-4F01-9645-F2C38E279B9F}"/>
    <dgm:cxn modelId="{C5B3261E-5D9A-465F-BE7F-B854ABB1ED48}" srcId="{2638B908-64BC-43D3-8C24-C25275096387}" destId="{B9225BA3-6878-4976-A0E5-A92FF32F0F31}" srcOrd="0" destOrd="0" parTransId="{7ECDCE93-2A9B-4848-8471-40574A50112C}" sibTransId="{534E3B07-09A8-42E2-BB38-35581B86B68F}"/>
    <dgm:cxn modelId="{C3048B24-B696-43C2-93A1-8A8625451942}" type="presOf" srcId="{CF0BB530-450F-41B8-A82F-7BC6F71A17C4}" destId="{BFDD65CE-3A62-41F7-BD90-95CD6C812827}" srcOrd="0" destOrd="0" presId="urn:microsoft.com/office/officeart/2005/8/layout/lProcess2"/>
    <dgm:cxn modelId="{D95C682F-19C1-44F5-8816-9F96AAD46C0E}" type="presOf" srcId="{1C316491-D6FF-4C89-B383-B65D13D35898}" destId="{41038A5B-C71D-4DB8-BB98-59AB7C4C25F7}" srcOrd="1" destOrd="0" presId="urn:microsoft.com/office/officeart/2005/8/layout/lProcess2"/>
    <dgm:cxn modelId="{AA247B34-6895-4AEB-9CC1-6A182E210EE3}" type="presOf" srcId="{EBC1AA4C-59D7-4E87-A0FA-6E66E97C152C}" destId="{8F18B5CB-3AA6-4DB5-9C9A-9910AC544027}" srcOrd="0" destOrd="0" presId="urn:microsoft.com/office/officeart/2005/8/layout/lProcess2"/>
    <dgm:cxn modelId="{C60DDE41-0C89-4B35-8BA7-DCA6C7556F15}" type="presOf" srcId="{CFA8F938-FA3E-4744-A6B2-AE6822221CAA}" destId="{AFA0D76F-D153-4FB3-AA3D-42B80846E662}" srcOrd="1" destOrd="0" presId="urn:microsoft.com/office/officeart/2005/8/layout/lProcess2"/>
    <dgm:cxn modelId="{1E863D63-811D-4471-96B3-7F8EE3E319BC}" type="presOf" srcId="{1C316491-D6FF-4C89-B383-B65D13D35898}" destId="{252BB57B-4C67-4363-B77E-EC3610C4A511}" srcOrd="0" destOrd="0" presId="urn:microsoft.com/office/officeart/2005/8/layout/lProcess2"/>
    <dgm:cxn modelId="{A33BFF63-8E10-4454-802B-F7C519EC7463}" type="presOf" srcId="{E41955D1-3E9A-487C-BFC2-EA8DE3E5716A}" destId="{7845F26F-66AD-43B1-828E-04F7A16202B8}" srcOrd="0" destOrd="0" presId="urn:microsoft.com/office/officeart/2005/8/layout/lProcess2"/>
    <dgm:cxn modelId="{92729D48-8AA0-43AF-AD91-C33196AB2632}" srcId="{0EA9C245-0719-4E02-BC1D-7F64C1BB6496}" destId="{2638B908-64BC-43D3-8C24-C25275096387}" srcOrd="3" destOrd="0" parTransId="{CA9C229F-1A27-427E-A750-36565778DD5B}" sibTransId="{7ADCF6FB-0F52-413B-B68A-56C138CB4BEC}"/>
    <dgm:cxn modelId="{F799AC51-7D04-4C61-813F-BADDA745E809}" srcId="{0EA9C245-0719-4E02-BC1D-7F64C1BB6496}" destId="{1C316491-D6FF-4C89-B383-B65D13D35898}" srcOrd="0" destOrd="0" parTransId="{AE9C8522-F44A-45D8-9D8F-389C80013BA7}" sibTransId="{2CA6A13A-A6FB-49EA-8765-03790AA42388}"/>
    <dgm:cxn modelId="{E3BEA075-476C-4A80-969F-256B03702BEF}" srcId="{CF0BB530-450F-41B8-A82F-7BC6F71A17C4}" destId="{0787D7A6-F4DA-4257-B0A3-4BF4FE907C54}" srcOrd="0" destOrd="0" parTransId="{F93DF305-652C-48FF-9E4B-AB1FE5AA298A}" sibTransId="{D8904A47-86F6-490B-B968-32C2671635AE}"/>
    <dgm:cxn modelId="{D04EB880-0ECE-4011-90A9-1EF8430911AA}" type="presOf" srcId="{0EA9C245-0719-4E02-BC1D-7F64C1BB6496}" destId="{6F1FEEAA-1414-4E81-85CA-B83B55DE73DB}" srcOrd="0" destOrd="0" presId="urn:microsoft.com/office/officeart/2005/8/layout/lProcess2"/>
    <dgm:cxn modelId="{6FC97187-14DA-4765-850B-725D2AC9F8E2}" type="presOf" srcId="{DBB90647-8DC1-4BAE-9E4E-EBEE8B2991C8}" destId="{8FD67BAF-8481-4E24-A8BC-D695C31A7735}" srcOrd="0" destOrd="0" presId="urn:microsoft.com/office/officeart/2005/8/layout/lProcess2"/>
    <dgm:cxn modelId="{3563F689-C93C-4A4E-8DCA-383CBBF65E18}" type="presOf" srcId="{4D70BA40-114A-42C2-AB06-C35E55A3F096}" destId="{07D5CDAA-D3C5-4F1D-9A22-6C6A02ED4496}" srcOrd="0" destOrd="0" presId="urn:microsoft.com/office/officeart/2005/8/layout/lProcess2"/>
    <dgm:cxn modelId="{96A44997-A5C6-4992-AAA4-094D04007144}" type="presOf" srcId="{B9225BA3-6878-4976-A0E5-A92FF32F0F31}" destId="{728D5DF9-D1BB-4BBC-B043-86ADE3523F54}" srcOrd="0" destOrd="0" presId="urn:microsoft.com/office/officeart/2005/8/layout/lProcess2"/>
    <dgm:cxn modelId="{483E259F-F832-474F-A4C9-24B3D168D0A2}" type="presOf" srcId="{2638B908-64BC-43D3-8C24-C25275096387}" destId="{6D47B445-9B86-45A3-8247-745C25EDBEAB}" srcOrd="0" destOrd="0" presId="urn:microsoft.com/office/officeart/2005/8/layout/lProcess2"/>
    <dgm:cxn modelId="{CD68C4A1-4D77-4852-BF78-96675043F1D3}" srcId="{CFA8F938-FA3E-4744-A6B2-AE6822221CAA}" destId="{4D70BA40-114A-42C2-AB06-C35E55A3F096}" srcOrd="1" destOrd="0" parTransId="{9884278B-4138-4F63-AE4D-C49DA1877595}" sibTransId="{0D2433C0-8242-4167-B1E1-4F0E5A39A7B1}"/>
    <dgm:cxn modelId="{20206FA6-81CD-4A50-822E-F3614C647AB9}" srcId="{0EA9C245-0719-4E02-BC1D-7F64C1BB6496}" destId="{CFA8F938-FA3E-4744-A6B2-AE6822221CAA}" srcOrd="2" destOrd="0" parTransId="{924C38D3-782C-450C-A195-125E47C9402A}" sibTransId="{B5C99C28-297F-4381-8EFD-BE29926102A3}"/>
    <dgm:cxn modelId="{E553C4AA-9298-4AAE-9B5B-0A59818E0761}" type="presOf" srcId="{2638B908-64BC-43D3-8C24-C25275096387}" destId="{EF4F522B-8185-4B20-BD54-844241780C85}" srcOrd="1" destOrd="0" presId="urn:microsoft.com/office/officeart/2005/8/layout/lProcess2"/>
    <dgm:cxn modelId="{57E385B1-D39A-474C-A038-311E169BA073}" type="presOf" srcId="{CF0BB530-450F-41B8-A82F-7BC6F71A17C4}" destId="{F00A64C5-7021-4936-A7DA-BC295D8E2BD0}" srcOrd="1" destOrd="0" presId="urn:microsoft.com/office/officeart/2005/8/layout/lProcess2"/>
    <dgm:cxn modelId="{614B1EC5-7A84-4F6D-A2DE-6F598B644994}" srcId="{1C316491-D6FF-4C89-B383-B65D13D35898}" destId="{E41955D1-3E9A-487C-BFC2-EA8DE3E5716A}" srcOrd="1" destOrd="0" parTransId="{3C2FEDA3-F2EF-45BC-A41E-2A340B66BC62}" sibTransId="{B0930088-21B8-40F4-9899-801F076B0E05}"/>
    <dgm:cxn modelId="{F831BACD-334B-4602-95F7-D742F4DCB027}" srcId="{CF0BB530-450F-41B8-A82F-7BC6F71A17C4}" destId="{C55D4270-914B-4475-83A7-9DB9A5E18517}" srcOrd="1" destOrd="0" parTransId="{46ACC127-8936-4B2B-AC66-E60772845883}" sibTransId="{1D0838D5-A424-4A6D-8BD7-FC6D1B8CE4E3}"/>
    <dgm:cxn modelId="{3BD146D8-E369-48D4-A138-0827A6150564}" srcId="{0EA9C245-0719-4E02-BC1D-7F64C1BB6496}" destId="{CF0BB530-450F-41B8-A82F-7BC6F71A17C4}" srcOrd="1" destOrd="0" parTransId="{60E80B33-0B05-4967-B2EB-16F3A97B320C}" sibTransId="{D6297D85-2497-4835-A5C4-73CDF7ABBBA9}"/>
    <dgm:cxn modelId="{6C0F4AEB-D13A-4194-8D4B-E6B8E5CA3B16}" type="presOf" srcId="{05532CCB-5185-4AA6-B0B5-E52A80706672}" destId="{165748C7-B647-4906-902C-8FC3E576C74F}" srcOrd="0" destOrd="0" presId="urn:microsoft.com/office/officeart/2005/8/layout/lProcess2"/>
    <dgm:cxn modelId="{80498FED-92E3-44D5-ACCB-8F5F2FC2D451}" srcId="{CFA8F938-FA3E-4744-A6B2-AE6822221CAA}" destId="{EBC1AA4C-59D7-4E87-A0FA-6E66E97C152C}" srcOrd="0" destOrd="0" parTransId="{033D82C2-C1CE-4DF0-9234-F4ABD5E7136F}" sibTransId="{79AF11C7-885D-4546-9427-22573FE4AD92}"/>
    <dgm:cxn modelId="{B2292DF2-1FC7-459D-919A-2C9C69D356B3}" type="presOf" srcId="{0787D7A6-F4DA-4257-B0A3-4BF4FE907C54}" destId="{F67B4CBA-8F25-43F8-BCA8-6A6FFB2D8833}" srcOrd="0" destOrd="0" presId="urn:microsoft.com/office/officeart/2005/8/layout/lProcess2"/>
    <dgm:cxn modelId="{3BD9200A-0838-4FB2-9862-DB2E2EC44558}" type="presParOf" srcId="{6F1FEEAA-1414-4E81-85CA-B83B55DE73DB}" destId="{7045C12C-0E18-4446-AF19-AE0FA320A9D8}" srcOrd="0" destOrd="0" presId="urn:microsoft.com/office/officeart/2005/8/layout/lProcess2"/>
    <dgm:cxn modelId="{06861F0A-52EC-4DC6-9174-A94BAF6C73E1}" type="presParOf" srcId="{7045C12C-0E18-4446-AF19-AE0FA320A9D8}" destId="{252BB57B-4C67-4363-B77E-EC3610C4A511}" srcOrd="0" destOrd="0" presId="urn:microsoft.com/office/officeart/2005/8/layout/lProcess2"/>
    <dgm:cxn modelId="{C481C2C6-4AEE-486C-8E1A-2F28FA4C8793}" type="presParOf" srcId="{7045C12C-0E18-4446-AF19-AE0FA320A9D8}" destId="{41038A5B-C71D-4DB8-BB98-59AB7C4C25F7}" srcOrd="1" destOrd="0" presId="urn:microsoft.com/office/officeart/2005/8/layout/lProcess2"/>
    <dgm:cxn modelId="{142F3893-C338-4AE8-BB96-FD2A49819B9B}" type="presParOf" srcId="{7045C12C-0E18-4446-AF19-AE0FA320A9D8}" destId="{23B541F3-A2F3-4002-885A-AE9ED9709416}" srcOrd="2" destOrd="0" presId="urn:microsoft.com/office/officeart/2005/8/layout/lProcess2"/>
    <dgm:cxn modelId="{A1A57E54-4FB7-4545-A1DD-F3238F7984B8}" type="presParOf" srcId="{23B541F3-A2F3-4002-885A-AE9ED9709416}" destId="{AEBEF977-D2DB-4428-96CD-58603D8F3018}" srcOrd="0" destOrd="0" presId="urn:microsoft.com/office/officeart/2005/8/layout/lProcess2"/>
    <dgm:cxn modelId="{391A00D1-1D59-47AA-A654-4960A2F248DC}" type="presParOf" srcId="{AEBEF977-D2DB-4428-96CD-58603D8F3018}" destId="{8FD67BAF-8481-4E24-A8BC-D695C31A7735}" srcOrd="0" destOrd="0" presId="urn:microsoft.com/office/officeart/2005/8/layout/lProcess2"/>
    <dgm:cxn modelId="{78F9126B-28BA-43B0-8868-A58B51ACE2F3}" type="presParOf" srcId="{AEBEF977-D2DB-4428-96CD-58603D8F3018}" destId="{1E50DD7E-CFF5-4C88-84CC-0B7C85DEAE6D}" srcOrd="1" destOrd="0" presId="urn:microsoft.com/office/officeart/2005/8/layout/lProcess2"/>
    <dgm:cxn modelId="{DDFFEEEB-B96C-44B4-B216-5F2FB4BB5E12}" type="presParOf" srcId="{AEBEF977-D2DB-4428-96CD-58603D8F3018}" destId="{7845F26F-66AD-43B1-828E-04F7A16202B8}" srcOrd="2" destOrd="0" presId="urn:microsoft.com/office/officeart/2005/8/layout/lProcess2"/>
    <dgm:cxn modelId="{D3BF09C5-CF26-4AA1-AB4B-5CA437D6B12D}" type="presParOf" srcId="{6F1FEEAA-1414-4E81-85CA-B83B55DE73DB}" destId="{15E86059-BA6E-467C-9538-6F3BF7CF14C4}" srcOrd="1" destOrd="0" presId="urn:microsoft.com/office/officeart/2005/8/layout/lProcess2"/>
    <dgm:cxn modelId="{74DE632A-980D-4969-B00F-057CFA9F30F0}" type="presParOf" srcId="{6F1FEEAA-1414-4E81-85CA-B83B55DE73DB}" destId="{AD568D82-667B-4043-845A-7C3F833D30BE}" srcOrd="2" destOrd="0" presId="urn:microsoft.com/office/officeart/2005/8/layout/lProcess2"/>
    <dgm:cxn modelId="{98BC34D7-E783-4D1E-B5B2-3967F6523172}" type="presParOf" srcId="{AD568D82-667B-4043-845A-7C3F833D30BE}" destId="{BFDD65CE-3A62-41F7-BD90-95CD6C812827}" srcOrd="0" destOrd="0" presId="urn:microsoft.com/office/officeart/2005/8/layout/lProcess2"/>
    <dgm:cxn modelId="{8CEE4EF9-FE9D-4B92-93A5-4D859C2629EE}" type="presParOf" srcId="{AD568D82-667B-4043-845A-7C3F833D30BE}" destId="{F00A64C5-7021-4936-A7DA-BC295D8E2BD0}" srcOrd="1" destOrd="0" presId="urn:microsoft.com/office/officeart/2005/8/layout/lProcess2"/>
    <dgm:cxn modelId="{5011770D-B407-405D-9536-798BFE7631A8}" type="presParOf" srcId="{AD568D82-667B-4043-845A-7C3F833D30BE}" destId="{8C8F3266-8B49-4285-B9EB-A4C6637D24EE}" srcOrd="2" destOrd="0" presId="urn:microsoft.com/office/officeart/2005/8/layout/lProcess2"/>
    <dgm:cxn modelId="{E9D65FBD-4E03-4C45-B6C2-DCFFB050AD27}" type="presParOf" srcId="{8C8F3266-8B49-4285-B9EB-A4C6637D24EE}" destId="{B45F6AA9-EB2B-44F2-8B99-30B67013758A}" srcOrd="0" destOrd="0" presId="urn:microsoft.com/office/officeart/2005/8/layout/lProcess2"/>
    <dgm:cxn modelId="{E7BF00C1-2DA8-4BCF-9B80-3F29EE572E9D}" type="presParOf" srcId="{B45F6AA9-EB2B-44F2-8B99-30B67013758A}" destId="{F67B4CBA-8F25-43F8-BCA8-6A6FFB2D8833}" srcOrd="0" destOrd="0" presId="urn:microsoft.com/office/officeart/2005/8/layout/lProcess2"/>
    <dgm:cxn modelId="{F7116A51-B828-4A0E-9DBD-1D206A10335E}" type="presParOf" srcId="{B45F6AA9-EB2B-44F2-8B99-30B67013758A}" destId="{EA1610CE-5E63-4238-927F-141ADC698AB7}" srcOrd="1" destOrd="0" presId="urn:microsoft.com/office/officeart/2005/8/layout/lProcess2"/>
    <dgm:cxn modelId="{1AAB9D35-D2EF-43C2-B285-726FEEDC3C70}" type="presParOf" srcId="{B45F6AA9-EB2B-44F2-8B99-30B67013758A}" destId="{6BD5F0FD-92D3-486F-B9EC-4A11207E6C99}" srcOrd="2" destOrd="0" presId="urn:microsoft.com/office/officeart/2005/8/layout/lProcess2"/>
    <dgm:cxn modelId="{AD92E1C4-0BE9-42D0-BD6F-FE3EE1F3CAAE}" type="presParOf" srcId="{6F1FEEAA-1414-4E81-85CA-B83B55DE73DB}" destId="{E27F977B-6B66-4B92-8A66-8B4333A31C08}" srcOrd="3" destOrd="0" presId="urn:microsoft.com/office/officeart/2005/8/layout/lProcess2"/>
    <dgm:cxn modelId="{5E254F9F-E82B-4892-8720-7200D85371C6}" type="presParOf" srcId="{6F1FEEAA-1414-4E81-85CA-B83B55DE73DB}" destId="{4709A8DC-BB3E-4923-BB45-503F3C13A15D}" srcOrd="4" destOrd="0" presId="urn:microsoft.com/office/officeart/2005/8/layout/lProcess2"/>
    <dgm:cxn modelId="{AD952D83-C98C-4BDA-B456-761978BBB590}" type="presParOf" srcId="{4709A8DC-BB3E-4923-BB45-503F3C13A15D}" destId="{43FFAF9C-73EE-4AC3-ADA4-B34CEDDDB941}" srcOrd="0" destOrd="0" presId="urn:microsoft.com/office/officeart/2005/8/layout/lProcess2"/>
    <dgm:cxn modelId="{FDB3F46C-4ABD-4FDC-A581-FC445FC3156D}" type="presParOf" srcId="{4709A8DC-BB3E-4923-BB45-503F3C13A15D}" destId="{AFA0D76F-D153-4FB3-AA3D-42B80846E662}" srcOrd="1" destOrd="0" presId="urn:microsoft.com/office/officeart/2005/8/layout/lProcess2"/>
    <dgm:cxn modelId="{10BAF949-C066-499D-A0C4-CB4C58802256}" type="presParOf" srcId="{4709A8DC-BB3E-4923-BB45-503F3C13A15D}" destId="{CE957759-903D-489C-B9AB-F993C04EFD45}" srcOrd="2" destOrd="0" presId="urn:microsoft.com/office/officeart/2005/8/layout/lProcess2"/>
    <dgm:cxn modelId="{8C4E05BC-BD8C-4360-ABB2-2FD6FEF91189}" type="presParOf" srcId="{CE957759-903D-489C-B9AB-F993C04EFD45}" destId="{11017E9A-D9ED-4A3F-835F-CBDD3FA73DF9}" srcOrd="0" destOrd="0" presId="urn:microsoft.com/office/officeart/2005/8/layout/lProcess2"/>
    <dgm:cxn modelId="{C796C11F-B43B-4E83-AD87-5BFDDDD57B47}" type="presParOf" srcId="{11017E9A-D9ED-4A3F-835F-CBDD3FA73DF9}" destId="{8F18B5CB-3AA6-4DB5-9C9A-9910AC544027}" srcOrd="0" destOrd="0" presId="urn:microsoft.com/office/officeart/2005/8/layout/lProcess2"/>
    <dgm:cxn modelId="{71AE5954-8215-4F21-95D8-7E7E9EBE14DA}" type="presParOf" srcId="{11017E9A-D9ED-4A3F-835F-CBDD3FA73DF9}" destId="{5E99E503-AA2F-4F1C-B95D-1967B43AECCC}" srcOrd="1" destOrd="0" presId="urn:microsoft.com/office/officeart/2005/8/layout/lProcess2"/>
    <dgm:cxn modelId="{112725BE-8C46-4518-BF57-386633D90199}" type="presParOf" srcId="{11017E9A-D9ED-4A3F-835F-CBDD3FA73DF9}" destId="{07D5CDAA-D3C5-4F1D-9A22-6C6A02ED4496}" srcOrd="2" destOrd="0" presId="urn:microsoft.com/office/officeart/2005/8/layout/lProcess2"/>
    <dgm:cxn modelId="{92878706-4607-48F0-861F-4857EF633BBB}" type="presParOf" srcId="{6F1FEEAA-1414-4E81-85CA-B83B55DE73DB}" destId="{3D35EDF8-2222-4A79-A8BF-732CE583EEEB}" srcOrd="5" destOrd="0" presId="urn:microsoft.com/office/officeart/2005/8/layout/lProcess2"/>
    <dgm:cxn modelId="{D5CD67CC-FF94-4999-9864-6561B3CD84B7}" type="presParOf" srcId="{6F1FEEAA-1414-4E81-85CA-B83B55DE73DB}" destId="{9E287C5B-F8F1-4006-83A7-15934EC5D727}" srcOrd="6" destOrd="0" presId="urn:microsoft.com/office/officeart/2005/8/layout/lProcess2"/>
    <dgm:cxn modelId="{5742202A-32E8-4D04-AD96-94A471329664}" type="presParOf" srcId="{9E287C5B-F8F1-4006-83A7-15934EC5D727}" destId="{6D47B445-9B86-45A3-8247-745C25EDBEAB}" srcOrd="0" destOrd="0" presId="urn:microsoft.com/office/officeart/2005/8/layout/lProcess2"/>
    <dgm:cxn modelId="{ED7B3A7E-11BB-4328-994C-8931E365A1B7}" type="presParOf" srcId="{9E287C5B-F8F1-4006-83A7-15934EC5D727}" destId="{EF4F522B-8185-4B20-BD54-844241780C85}" srcOrd="1" destOrd="0" presId="urn:microsoft.com/office/officeart/2005/8/layout/lProcess2"/>
    <dgm:cxn modelId="{23A2E50C-D633-4CFC-A57E-B31C58CBC42A}" type="presParOf" srcId="{9E287C5B-F8F1-4006-83A7-15934EC5D727}" destId="{B6448336-CCD0-4D3A-8646-44D1285101AA}" srcOrd="2" destOrd="0" presId="urn:microsoft.com/office/officeart/2005/8/layout/lProcess2"/>
    <dgm:cxn modelId="{3D8011EF-40C5-428A-BA59-C0D7AC060321}" type="presParOf" srcId="{B6448336-CCD0-4D3A-8646-44D1285101AA}" destId="{3F9311BA-BE0B-4DB8-98C8-1059D4B7DD74}" srcOrd="0" destOrd="0" presId="urn:microsoft.com/office/officeart/2005/8/layout/lProcess2"/>
    <dgm:cxn modelId="{4835CA8A-02FB-4C53-BFAD-0A6595653002}" type="presParOf" srcId="{3F9311BA-BE0B-4DB8-98C8-1059D4B7DD74}" destId="{728D5DF9-D1BB-4BBC-B043-86ADE3523F54}" srcOrd="0" destOrd="0" presId="urn:microsoft.com/office/officeart/2005/8/layout/lProcess2"/>
    <dgm:cxn modelId="{A71D9357-ECB9-46BD-B56D-DAFC93D4A73C}" type="presParOf" srcId="{3F9311BA-BE0B-4DB8-98C8-1059D4B7DD74}" destId="{09F3DD35-629A-4A66-966A-62D21EB3684E}" srcOrd="1" destOrd="0" presId="urn:microsoft.com/office/officeart/2005/8/layout/lProcess2"/>
    <dgm:cxn modelId="{53E69B98-8894-401D-B5F5-B01A3083E6B6}" type="presParOf" srcId="{3F9311BA-BE0B-4DB8-98C8-1059D4B7DD74}" destId="{165748C7-B647-4906-902C-8FC3E576C74F}"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7BBDF76-E0C6-4200-B37B-8B25F22F9050}" type="doc">
      <dgm:prSet loTypeId="urn:microsoft.com/office/officeart/2005/8/layout/venn1" loCatId="relationship" qsTypeId="urn:microsoft.com/office/officeart/2005/8/quickstyle/simple5" qsCatId="simple" csTypeId="urn:microsoft.com/office/officeart/2005/8/colors/colorful5" csCatId="colorful"/>
      <dgm:spPr/>
      <dgm:t>
        <a:bodyPr/>
        <a:lstStyle/>
        <a:p>
          <a:endParaRPr lang="en-GB"/>
        </a:p>
      </dgm:t>
    </dgm:pt>
    <dgm:pt modelId="{9CE6E08B-A5FE-425F-B0BD-C68750408A96}">
      <dgm:prSet/>
      <dgm:spPr/>
      <dgm:t>
        <a:bodyPr/>
        <a:lstStyle/>
        <a:p>
          <a:r>
            <a:rPr lang="en-GB"/>
            <a:t>Data Science </a:t>
          </a:r>
        </a:p>
      </dgm:t>
    </dgm:pt>
    <dgm:pt modelId="{21FA9EE9-1C71-491F-BB68-05453DAD7927}" type="parTrans" cxnId="{AA0416C9-025B-4A3C-8C0F-3D92A231AB07}">
      <dgm:prSet/>
      <dgm:spPr/>
      <dgm:t>
        <a:bodyPr/>
        <a:lstStyle/>
        <a:p>
          <a:endParaRPr lang="en-GB"/>
        </a:p>
      </dgm:t>
    </dgm:pt>
    <dgm:pt modelId="{DC97C0B4-479B-4904-870F-90AFE174F63E}" type="sibTrans" cxnId="{AA0416C9-025B-4A3C-8C0F-3D92A231AB07}">
      <dgm:prSet/>
      <dgm:spPr/>
      <dgm:t>
        <a:bodyPr/>
        <a:lstStyle/>
        <a:p>
          <a:endParaRPr lang="en-GB"/>
        </a:p>
      </dgm:t>
    </dgm:pt>
    <dgm:pt modelId="{02A81664-91BB-43EC-AA32-3368453DA94F}">
      <dgm:prSet/>
      <dgm:spPr/>
      <dgm:t>
        <a:bodyPr/>
        <a:lstStyle/>
        <a:p>
          <a:r>
            <a:rPr lang="en-GB"/>
            <a:t>Emergence of Big data</a:t>
          </a:r>
        </a:p>
      </dgm:t>
    </dgm:pt>
    <dgm:pt modelId="{5DF4759F-2D1A-4753-8F5D-5DD575DBD1FF}" type="parTrans" cxnId="{7780B308-B0DD-4C7E-911A-FD8013525515}">
      <dgm:prSet/>
      <dgm:spPr/>
      <dgm:t>
        <a:bodyPr/>
        <a:lstStyle/>
        <a:p>
          <a:endParaRPr lang="en-GB"/>
        </a:p>
      </dgm:t>
    </dgm:pt>
    <dgm:pt modelId="{3DB35EA7-61A8-4D14-9583-B783C94D2003}" type="sibTrans" cxnId="{7780B308-B0DD-4C7E-911A-FD8013525515}">
      <dgm:prSet/>
      <dgm:spPr/>
      <dgm:t>
        <a:bodyPr/>
        <a:lstStyle/>
        <a:p>
          <a:endParaRPr lang="en-GB"/>
        </a:p>
      </dgm:t>
    </dgm:pt>
    <dgm:pt modelId="{22BABCF8-B037-414A-8847-36A0D345117D}" type="pres">
      <dgm:prSet presAssocID="{F7BBDF76-E0C6-4200-B37B-8B25F22F9050}" presName="compositeShape" presStyleCnt="0">
        <dgm:presLayoutVars>
          <dgm:chMax val="7"/>
          <dgm:dir/>
          <dgm:resizeHandles val="exact"/>
        </dgm:presLayoutVars>
      </dgm:prSet>
      <dgm:spPr/>
    </dgm:pt>
    <dgm:pt modelId="{24A8F279-23B3-4767-988C-E1DE1CB7308B}" type="pres">
      <dgm:prSet presAssocID="{9CE6E08B-A5FE-425F-B0BD-C68750408A96}" presName="circ1" presStyleLbl="vennNode1" presStyleIdx="0" presStyleCnt="2"/>
      <dgm:spPr/>
    </dgm:pt>
    <dgm:pt modelId="{A6F32B96-529B-40C0-AABE-F85EB4C1411C}" type="pres">
      <dgm:prSet presAssocID="{9CE6E08B-A5FE-425F-B0BD-C68750408A96}" presName="circ1Tx" presStyleLbl="revTx" presStyleIdx="0" presStyleCnt="0">
        <dgm:presLayoutVars>
          <dgm:chMax val="0"/>
          <dgm:chPref val="0"/>
          <dgm:bulletEnabled val="1"/>
        </dgm:presLayoutVars>
      </dgm:prSet>
      <dgm:spPr/>
    </dgm:pt>
    <dgm:pt modelId="{A121BBA1-411D-42C0-9790-D22BB0F3D128}" type="pres">
      <dgm:prSet presAssocID="{02A81664-91BB-43EC-AA32-3368453DA94F}" presName="circ2" presStyleLbl="vennNode1" presStyleIdx="1" presStyleCnt="2"/>
      <dgm:spPr/>
    </dgm:pt>
    <dgm:pt modelId="{833D0EC3-A05A-4495-B5C3-65AB7AB350D1}" type="pres">
      <dgm:prSet presAssocID="{02A81664-91BB-43EC-AA32-3368453DA94F}" presName="circ2Tx" presStyleLbl="revTx" presStyleIdx="0" presStyleCnt="0">
        <dgm:presLayoutVars>
          <dgm:chMax val="0"/>
          <dgm:chPref val="0"/>
          <dgm:bulletEnabled val="1"/>
        </dgm:presLayoutVars>
      </dgm:prSet>
      <dgm:spPr/>
    </dgm:pt>
  </dgm:ptLst>
  <dgm:cxnLst>
    <dgm:cxn modelId="{88589103-8B70-47DF-A38C-BA4A9B8BE31D}" type="presOf" srcId="{02A81664-91BB-43EC-AA32-3368453DA94F}" destId="{A121BBA1-411D-42C0-9790-D22BB0F3D128}" srcOrd="0" destOrd="0" presId="urn:microsoft.com/office/officeart/2005/8/layout/venn1"/>
    <dgm:cxn modelId="{7780B308-B0DD-4C7E-911A-FD8013525515}" srcId="{F7BBDF76-E0C6-4200-B37B-8B25F22F9050}" destId="{02A81664-91BB-43EC-AA32-3368453DA94F}" srcOrd="1" destOrd="0" parTransId="{5DF4759F-2D1A-4753-8F5D-5DD575DBD1FF}" sibTransId="{3DB35EA7-61A8-4D14-9583-B783C94D2003}"/>
    <dgm:cxn modelId="{E7775F6F-2E5A-4247-BF72-B260C9E16A16}" type="presOf" srcId="{F7BBDF76-E0C6-4200-B37B-8B25F22F9050}" destId="{22BABCF8-B037-414A-8847-36A0D345117D}" srcOrd="0" destOrd="0" presId="urn:microsoft.com/office/officeart/2005/8/layout/venn1"/>
    <dgm:cxn modelId="{B969A991-4B07-481D-A950-6D767FC33CA6}" type="presOf" srcId="{9CE6E08B-A5FE-425F-B0BD-C68750408A96}" destId="{24A8F279-23B3-4767-988C-E1DE1CB7308B}" srcOrd="0" destOrd="0" presId="urn:microsoft.com/office/officeart/2005/8/layout/venn1"/>
    <dgm:cxn modelId="{2D69ECAF-B158-4028-8DEA-FC6B03DF2731}" type="presOf" srcId="{02A81664-91BB-43EC-AA32-3368453DA94F}" destId="{833D0EC3-A05A-4495-B5C3-65AB7AB350D1}" srcOrd="1" destOrd="0" presId="urn:microsoft.com/office/officeart/2005/8/layout/venn1"/>
    <dgm:cxn modelId="{621914BA-FBE1-4F27-A786-C1260F6EB826}" type="presOf" srcId="{9CE6E08B-A5FE-425F-B0BD-C68750408A96}" destId="{A6F32B96-529B-40C0-AABE-F85EB4C1411C}" srcOrd="1" destOrd="0" presId="urn:microsoft.com/office/officeart/2005/8/layout/venn1"/>
    <dgm:cxn modelId="{AA0416C9-025B-4A3C-8C0F-3D92A231AB07}" srcId="{F7BBDF76-E0C6-4200-B37B-8B25F22F9050}" destId="{9CE6E08B-A5FE-425F-B0BD-C68750408A96}" srcOrd="0" destOrd="0" parTransId="{21FA9EE9-1C71-491F-BB68-05453DAD7927}" sibTransId="{DC97C0B4-479B-4904-870F-90AFE174F63E}"/>
    <dgm:cxn modelId="{7EA5ADAE-8B36-4299-92AA-501411B38DB1}" type="presParOf" srcId="{22BABCF8-B037-414A-8847-36A0D345117D}" destId="{24A8F279-23B3-4767-988C-E1DE1CB7308B}" srcOrd="0" destOrd="0" presId="urn:microsoft.com/office/officeart/2005/8/layout/venn1"/>
    <dgm:cxn modelId="{FD491D23-987D-4E56-A5F6-7B8B56575911}" type="presParOf" srcId="{22BABCF8-B037-414A-8847-36A0D345117D}" destId="{A6F32B96-529B-40C0-AABE-F85EB4C1411C}" srcOrd="1" destOrd="0" presId="urn:microsoft.com/office/officeart/2005/8/layout/venn1"/>
    <dgm:cxn modelId="{06A7E1EF-61C5-439B-B74B-DFB71029D8D4}" type="presParOf" srcId="{22BABCF8-B037-414A-8847-36A0D345117D}" destId="{A121BBA1-411D-42C0-9790-D22BB0F3D128}" srcOrd="2" destOrd="0" presId="urn:microsoft.com/office/officeart/2005/8/layout/venn1"/>
    <dgm:cxn modelId="{48D3C7FE-EEA7-46C4-8AAB-7CA810BE80D3}" type="presParOf" srcId="{22BABCF8-B037-414A-8847-36A0D345117D}" destId="{833D0EC3-A05A-4495-B5C3-65AB7AB350D1}"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8687700-F957-4FE5-94D5-402B2BE12147}" type="doc">
      <dgm:prSet loTypeId="urn:microsoft.com/office/officeart/2008/layout/VerticalAccentList" loCatId="list" qsTypeId="urn:microsoft.com/office/officeart/2005/8/quickstyle/simple1" qsCatId="simple" csTypeId="urn:microsoft.com/office/officeart/2005/8/colors/colorful5" csCatId="colorful" phldr="1"/>
      <dgm:spPr/>
      <dgm:t>
        <a:bodyPr/>
        <a:lstStyle/>
        <a:p>
          <a:endParaRPr lang="en-US"/>
        </a:p>
      </dgm:t>
    </dgm:pt>
    <dgm:pt modelId="{DDD8C8AA-8F15-43FF-B7D0-3D70D7471860}">
      <dgm:prSet/>
      <dgm:spPr/>
      <dgm:t>
        <a:bodyPr/>
        <a:lstStyle/>
        <a:p>
          <a:pPr rtl="0"/>
          <a:r>
            <a:rPr lang="en-GB" dirty="0"/>
            <a:t>Big Data Technologies</a:t>
          </a:r>
        </a:p>
      </dgm:t>
    </dgm:pt>
    <dgm:pt modelId="{AD1D56C7-5BFA-4A30-9A69-F84C81B6292C}" type="parTrans" cxnId="{13DB58EC-04F1-400F-8D42-684BDCA36889}">
      <dgm:prSet/>
      <dgm:spPr/>
      <dgm:t>
        <a:bodyPr/>
        <a:lstStyle/>
        <a:p>
          <a:endParaRPr lang="en-US"/>
        </a:p>
      </dgm:t>
    </dgm:pt>
    <dgm:pt modelId="{5933E551-0ADC-427E-A3A8-28D1AC587835}" type="sibTrans" cxnId="{13DB58EC-04F1-400F-8D42-684BDCA36889}">
      <dgm:prSet/>
      <dgm:spPr/>
      <dgm:t>
        <a:bodyPr/>
        <a:lstStyle/>
        <a:p>
          <a:endParaRPr lang="en-US"/>
        </a:p>
      </dgm:t>
    </dgm:pt>
    <dgm:pt modelId="{0F3E3246-60F3-4FE4-8BFD-2AE3743595FF}">
      <dgm:prSet/>
      <dgm:spPr/>
      <dgm:t>
        <a:bodyPr/>
        <a:lstStyle/>
        <a:p>
          <a:pPr rtl="0"/>
          <a:r>
            <a:rPr lang="en-GB" dirty="0"/>
            <a:t>An overview various components</a:t>
          </a:r>
        </a:p>
      </dgm:t>
    </dgm:pt>
    <dgm:pt modelId="{2D90C3C6-A289-4863-8FB4-0F57469D1765}" type="parTrans" cxnId="{FE773900-59BE-4576-83A1-2C86F33226ED}">
      <dgm:prSet/>
      <dgm:spPr/>
      <dgm:t>
        <a:bodyPr/>
        <a:lstStyle/>
        <a:p>
          <a:endParaRPr lang="en-US"/>
        </a:p>
      </dgm:t>
    </dgm:pt>
    <dgm:pt modelId="{A9608594-EBF8-4301-82CC-CDF31D8DFC2E}" type="sibTrans" cxnId="{FE773900-59BE-4576-83A1-2C86F33226ED}">
      <dgm:prSet/>
      <dgm:spPr/>
      <dgm:t>
        <a:bodyPr/>
        <a:lstStyle/>
        <a:p>
          <a:endParaRPr lang="en-US"/>
        </a:p>
      </dgm:t>
    </dgm:pt>
    <dgm:pt modelId="{CB103896-FD7A-4DC7-BB60-91238753CDAA}" type="pres">
      <dgm:prSet presAssocID="{98687700-F957-4FE5-94D5-402B2BE12147}" presName="Name0" presStyleCnt="0">
        <dgm:presLayoutVars>
          <dgm:chMax/>
          <dgm:chPref/>
          <dgm:dir/>
        </dgm:presLayoutVars>
      </dgm:prSet>
      <dgm:spPr/>
    </dgm:pt>
    <dgm:pt modelId="{704AEEE7-F154-453C-8B15-2CFAB73117CF}" type="pres">
      <dgm:prSet presAssocID="{DDD8C8AA-8F15-43FF-B7D0-3D70D7471860}" presName="parenttextcomposite" presStyleCnt="0"/>
      <dgm:spPr/>
    </dgm:pt>
    <dgm:pt modelId="{A7CC8375-333E-434C-B250-CA62D999ECA1}" type="pres">
      <dgm:prSet presAssocID="{DDD8C8AA-8F15-43FF-B7D0-3D70D7471860}" presName="parenttext" presStyleLbl="revTx" presStyleIdx="0" presStyleCnt="1">
        <dgm:presLayoutVars>
          <dgm:chMax/>
          <dgm:chPref val="2"/>
          <dgm:bulletEnabled val="1"/>
        </dgm:presLayoutVars>
      </dgm:prSet>
      <dgm:spPr/>
    </dgm:pt>
    <dgm:pt modelId="{758E5D05-7BA8-48B2-AF89-C3B17DAB1FA2}" type="pres">
      <dgm:prSet presAssocID="{DDD8C8AA-8F15-43FF-B7D0-3D70D7471860}" presName="composite" presStyleCnt="0"/>
      <dgm:spPr/>
    </dgm:pt>
    <dgm:pt modelId="{FA63A918-D4F6-47EE-B07D-8F27B807E16D}" type="pres">
      <dgm:prSet presAssocID="{DDD8C8AA-8F15-43FF-B7D0-3D70D7471860}" presName="chevron1" presStyleLbl="alignNode1" presStyleIdx="0" presStyleCnt="7"/>
      <dgm:spPr/>
    </dgm:pt>
    <dgm:pt modelId="{38DF0AA8-F72F-44CB-8E92-1B6ECF4B99CE}" type="pres">
      <dgm:prSet presAssocID="{DDD8C8AA-8F15-43FF-B7D0-3D70D7471860}" presName="chevron2" presStyleLbl="alignNode1" presStyleIdx="1" presStyleCnt="7"/>
      <dgm:spPr/>
    </dgm:pt>
    <dgm:pt modelId="{916B6760-E078-4764-B48F-29A86BF66BCE}" type="pres">
      <dgm:prSet presAssocID="{DDD8C8AA-8F15-43FF-B7D0-3D70D7471860}" presName="chevron3" presStyleLbl="alignNode1" presStyleIdx="2" presStyleCnt="7"/>
      <dgm:spPr/>
    </dgm:pt>
    <dgm:pt modelId="{DA2F5F10-6892-4F9A-8A5F-4C1BA3C1EEFE}" type="pres">
      <dgm:prSet presAssocID="{DDD8C8AA-8F15-43FF-B7D0-3D70D7471860}" presName="chevron4" presStyleLbl="alignNode1" presStyleIdx="3" presStyleCnt="7"/>
      <dgm:spPr/>
    </dgm:pt>
    <dgm:pt modelId="{6345426A-634E-4DA1-91D6-D7573F17166D}" type="pres">
      <dgm:prSet presAssocID="{DDD8C8AA-8F15-43FF-B7D0-3D70D7471860}" presName="chevron5" presStyleLbl="alignNode1" presStyleIdx="4" presStyleCnt="7"/>
      <dgm:spPr/>
    </dgm:pt>
    <dgm:pt modelId="{EB3D35F6-233F-413E-99F1-9BE9B9A0C3F1}" type="pres">
      <dgm:prSet presAssocID="{DDD8C8AA-8F15-43FF-B7D0-3D70D7471860}" presName="chevron6" presStyleLbl="alignNode1" presStyleIdx="5" presStyleCnt="7"/>
      <dgm:spPr/>
    </dgm:pt>
    <dgm:pt modelId="{9B07A8F1-9787-4402-A492-AAC76E459843}" type="pres">
      <dgm:prSet presAssocID="{DDD8C8AA-8F15-43FF-B7D0-3D70D7471860}" presName="chevron7" presStyleLbl="alignNode1" presStyleIdx="6" presStyleCnt="7"/>
      <dgm:spPr/>
    </dgm:pt>
    <dgm:pt modelId="{98372B34-E723-41BB-B5D9-8C75621A9F95}" type="pres">
      <dgm:prSet presAssocID="{DDD8C8AA-8F15-43FF-B7D0-3D70D7471860}" presName="childtext" presStyleLbl="solidFgAcc1" presStyleIdx="0" presStyleCnt="1">
        <dgm:presLayoutVars>
          <dgm:chMax/>
          <dgm:chPref val="0"/>
          <dgm:bulletEnabled val="1"/>
        </dgm:presLayoutVars>
      </dgm:prSet>
      <dgm:spPr/>
    </dgm:pt>
  </dgm:ptLst>
  <dgm:cxnLst>
    <dgm:cxn modelId="{FE773900-59BE-4576-83A1-2C86F33226ED}" srcId="{DDD8C8AA-8F15-43FF-B7D0-3D70D7471860}" destId="{0F3E3246-60F3-4FE4-8BFD-2AE3743595FF}" srcOrd="0" destOrd="0" parTransId="{2D90C3C6-A289-4863-8FB4-0F57469D1765}" sibTransId="{A9608594-EBF8-4301-82CC-CDF31D8DFC2E}"/>
    <dgm:cxn modelId="{9549F702-EAE9-4B23-BF78-9FB513436B5B}" type="presOf" srcId="{0F3E3246-60F3-4FE4-8BFD-2AE3743595FF}" destId="{98372B34-E723-41BB-B5D9-8C75621A9F95}" srcOrd="0" destOrd="0" presId="urn:microsoft.com/office/officeart/2008/layout/VerticalAccentList"/>
    <dgm:cxn modelId="{9A295338-2C21-43AE-BDF8-8CD237F93A9D}" type="presOf" srcId="{98687700-F957-4FE5-94D5-402B2BE12147}" destId="{CB103896-FD7A-4DC7-BB60-91238753CDAA}" srcOrd="0" destOrd="0" presId="urn:microsoft.com/office/officeart/2008/layout/VerticalAccentList"/>
    <dgm:cxn modelId="{13DB58EC-04F1-400F-8D42-684BDCA36889}" srcId="{98687700-F957-4FE5-94D5-402B2BE12147}" destId="{DDD8C8AA-8F15-43FF-B7D0-3D70D7471860}" srcOrd="0" destOrd="0" parTransId="{AD1D56C7-5BFA-4A30-9A69-F84C81B6292C}" sibTransId="{5933E551-0ADC-427E-A3A8-28D1AC587835}"/>
    <dgm:cxn modelId="{F35B83F6-F521-4813-BC3D-1C4816DE7CE7}" type="presOf" srcId="{DDD8C8AA-8F15-43FF-B7D0-3D70D7471860}" destId="{A7CC8375-333E-434C-B250-CA62D999ECA1}" srcOrd="0" destOrd="0" presId="urn:microsoft.com/office/officeart/2008/layout/VerticalAccentList"/>
    <dgm:cxn modelId="{4FED03DB-2368-4B17-9143-C306B7BA72FC}" type="presParOf" srcId="{CB103896-FD7A-4DC7-BB60-91238753CDAA}" destId="{704AEEE7-F154-453C-8B15-2CFAB73117CF}" srcOrd="0" destOrd="0" presId="urn:microsoft.com/office/officeart/2008/layout/VerticalAccentList"/>
    <dgm:cxn modelId="{259907BD-3462-4C01-A017-3FA3763BD6E5}" type="presParOf" srcId="{704AEEE7-F154-453C-8B15-2CFAB73117CF}" destId="{A7CC8375-333E-434C-B250-CA62D999ECA1}" srcOrd="0" destOrd="0" presId="urn:microsoft.com/office/officeart/2008/layout/VerticalAccentList"/>
    <dgm:cxn modelId="{69266068-DFE4-4C95-8CCD-58B4F4AE0D6A}" type="presParOf" srcId="{CB103896-FD7A-4DC7-BB60-91238753CDAA}" destId="{758E5D05-7BA8-48B2-AF89-C3B17DAB1FA2}" srcOrd="1" destOrd="0" presId="urn:microsoft.com/office/officeart/2008/layout/VerticalAccentList"/>
    <dgm:cxn modelId="{CA12349F-F151-4E4D-92C7-09BF1E5D5ECD}" type="presParOf" srcId="{758E5D05-7BA8-48B2-AF89-C3B17DAB1FA2}" destId="{FA63A918-D4F6-47EE-B07D-8F27B807E16D}" srcOrd="0" destOrd="0" presId="urn:microsoft.com/office/officeart/2008/layout/VerticalAccentList"/>
    <dgm:cxn modelId="{6F1FC7B2-3176-475D-B60A-D7EC65392310}" type="presParOf" srcId="{758E5D05-7BA8-48B2-AF89-C3B17DAB1FA2}" destId="{38DF0AA8-F72F-44CB-8E92-1B6ECF4B99CE}" srcOrd="1" destOrd="0" presId="urn:microsoft.com/office/officeart/2008/layout/VerticalAccentList"/>
    <dgm:cxn modelId="{6A8857DB-6877-4FF5-9D45-79406883DAF8}" type="presParOf" srcId="{758E5D05-7BA8-48B2-AF89-C3B17DAB1FA2}" destId="{916B6760-E078-4764-B48F-29A86BF66BCE}" srcOrd="2" destOrd="0" presId="urn:microsoft.com/office/officeart/2008/layout/VerticalAccentList"/>
    <dgm:cxn modelId="{3C5A7D40-44F4-4290-81E4-2D8DA4758D6B}" type="presParOf" srcId="{758E5D05-7BA8-48B2-AF89-C3B17DAB1FA2}" destId="{DA2F5F10-6892-4F9A-8A5F-4C1BA3C1EEFE}" srcOrd="3" destOrd="0" presId="urn:microsoft.com/office/officeart/2008/layout/VerticalAccentList"/>
    <dgm:cxn modelId="{F044142C-15E9-43C8-8DD4-80205ABE92D5}" type="presParOf" srcId="{758E5D05-7BA8-48B2-AF89-C3B17DAB1FA2}" destId="{6345426A-634E-4DA1-91D6-D7573F17166D}" srcOrd="4" destOrd="0" presId="urn:microsoft.com/office/officeart/2008/layout/VerticalAccentList"/>
    <dgm:cxn modelId="{DCF23456-B9AC-4F34-87D0-8A9F3DD7051A}" type="presParOf" srcId="{758E5D05-7BA8-48B2-AF89-C3B17DAB1FA2}" destId="{EB3D35F6-233F-413E-99F1-9BE9B9A0C3F1}" srcOrd="5" destOrd="0" presId="urn:microsoft.com/office/officeart/2008/layout/VerticalAccentList"/>
    <dgm:cxn modelId="{1E412103-4C97-45AC-AED1-07ADAA0C3240}" type="presParOf" srcId="{758E5D05-7BA8-48B2-AF89-C3B17DAB1FA2}" destId="{9B07A8F1-9787-4402-A492-AAC76E459843}" srcOrd="6" destOrd="0" presId="urn:microsoft.com/office/officeart/2008/layout/VerticalAccentList"/>
    <dgm:cxn modelId="{4CABEF1E-D363-4F1E-9BA3-B07C0E95298A}" type="presParOf" srcId="{758E5D05-7BA8-48B2-AF89-C3B17DAB1FA2}" destId="{98372B34-E723-41BB-B5D9-8C75621A9F95}" srcOrd="7"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D6DC30-FC53-41B8-87DC-184EECF93C95}">
      <dsp:nvSpPr>
        <dsp:cNvPr id="0" name=""/>
        <dsp:cNvSpPr/>
      </dsp:nvSpPr>
      <dsp:spPr>
        <a:xfrm>
          <a:off x="72" y="0"/>
          <a:ext cx="2679297"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What is Big Data ?</a:t>
          </a:r>
        </a:p>
      </dsp:txBody>
      <dsp:txXfrm>
        <a:off x="72" y="0"/>
        <a:ext cx="2679297" cy="1144927"/>
      </dsp:txXfrm>
    </dsp:sp>
    <dsp:sp modelId="{C40CE136-3207-4A2E-8400-4EEE523A7795}">
      <dsp:nvSpPr>
        <dsp:cNvPr id="0" name=""/>
        <dsp:cNvSpPr/>
      </dsp:nvSpPr>
      <dsp:spPr>
        <a:xfrm>
          <a:off x="268001" y="1145253"/>
          <a:ext cx="2143437" cy="74977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Large Volume of Data </a:t>
          </a:r>
        </a:p>
      </dsp:txBody>
      <dsp:txXfrm>
        <a:off x="289961" y="1167213"/>
        <a:ext cx="2099517" cy="705854"/>
      </dsp:txXfrm>
    </dsp:sp>
    <dsp:sp modelId="{024BDF10-F2E4-4E70-BB80-97F07BC6B0DF}">
      <dsp:nvSpPr>
        <dsp:cNvPr id="0" name=""/>
        <dsp:cNvSpPr/>
      </dsp:nvSpPr>
      <dsp:spPr>
        <a:xfrm>
          <a:off x="268001" y="2010377"/>
          <a:ext cx="2143437" cy="749774"/>
        </a:xfrm>
        <a:prstGeom prst="roundRect">
          <a:avLst>
            <a:gd name="adj" fmla="val 10000"/>
          </a:avLst>
        </a:prstGeom>
        <a:solidFill>
          <a:schemeClr val="accent3">
            <a:hueOff val="1406283"/>
            <a:satOff val="-211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Varied Source and format</a:t>
          </a:r>
        </a:p>
      </dsp:txBody>
      <dsp:txXfrm>
        <a:off x="289961" y="2032337"/>
        <a:ext cx="2099517" cy="705854"/>
      </dsp:txXfrm>
    </dsp:sp>
    <dsp:sp modelId="{F08297FC-C67D-4E93-B998-7170EF0B19B5}">
      <dsp:nvSpPr>
        <dsp:cNvPr id="0" name=""/>
        <dsp:cNvSpPr/>
      </dsp:nvSpPr>
      <dsp:spPr>
        <a:xfrm>
          <a:off x="268001" y="2875502"/>
          <a:ext cx="2143437" cy="749774"/>
        </a:xfrm>
        <a:prstGeom prst="roundRect">
          <a:avLst>
            <a:gd name="adj" fmla="val 10000"/>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Velocity</a:t>
          </a:r>
        </a:p>
      </dsp:txBody>
      <dsp:txXfrm>
        <a:off x="289961" y="2897462"/>
        <a:ext cx="2099517" cy="705854"/>
      </dsp:txXfrm>
    </dsp:sp>
    <dsp:sp modelId="{39FB0607-063D-477C-9C1C-0D8AFA1F8B8A}">
      <dsp:nvSpPr>
        <dsp:cNvPr id="0" name=""/>
        <dsp:cNvSpPr/>
      </dsp:nvSpPr>
      <dsp:spPr>
        <a:xfrm>
          <a:off x="2880316" y="0"/>
          <a:ext cx="2746654"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t>Why Big Data ?</a:t>
          </a:r>
        </a:p>
      </dsp:txBody>
      <dsp:txXfrm>
        <a:off x="2880316" y="0"/>
        <a:ext cx="2746654" cy="1144927"/>
      </dsp:txXfrm>
    </dsp:sp>
    <dsp:sp modelId="{925E28D6-9EF7-4AC4-99B8-D86C9EDA6B35}">
      <dsp:nvSpPr>
        <dsp:cNvPr id="0" name=""/>
        <dsp:cNvSpPr/>
      </dsp:nvSpPr>
      <dsp:spPr>
        <a:xfrm>
          <a:off x="3181925" y="1145253"/>
          <a:ext cx="2143437" cy="749774"/>
        </a:xfrm>
        <a:prstGeom prst="roundRect">
          <a:avLst>
            <a:gd name="adj" fmla="val 10000"/>
          </a:avLst>
        </a:prstGeom>
        <a:solidFill>
          <a:schemeClr val="accent3">
            <a:hueOff val="4218849"/>
            <a:satOff val="-6330"/>
            <a:lumOff val="-10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Gain critical and useful insights</a:t>
          </a:r>
        </a:p>
      </dsp:txBody>
      <dsp:txXfrm>
        <a:off x="3203885" y="1167213"/>
        <a:ext cx="2099517" cy="705854"/>
      </dsp:txXfrm>
    </dsp:sp>
    <dsp:sp modelId="{DA30B993-1DE4-4D45-9BD2-69C882629B1A}">
      <dsp:nvSpPr>
        <dsp:cNvPr id="0" name=""/>
        <dsp:cNvSpPr/>
      </dsp:nvSpPr>
      <dsp:spPr>
        <a:xfrm>
          <a:off x="3181925" y="2010377"/>
          <a:ext cx="2143437" cy="749774"/>
        </a:xfrm>
        <a:prstGeom prst="roundRect">
          <a:avLst>
            <a:gd name="adj" fmla="val 10000"/>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Machine Learning</a:t>
          </a:r>
        </a:p>
      </dsp:txBody>
      <dsp:txXfrm>
        <a:off x="3203885" y="2032337"/>
        <a:ext cx="2099517" cy="705854"/>
      </dsp:txXfrm>
    </dsp:sp>
    <dsp:sp modelId="{F5A8E80E-0F05-48B8-901E-FF2A6780E241}">
      <dsp:nvSpPr>
        <dsp:cNvPr id="0" name=""/>
        <dsp:cNvSpPr/>
      </dsp:nvSpPr>
      <dsp:spPr>
        <a:xfrm>
          <a:off x="3181925" y="2875502"/>
          <a:ext cx="2143437" cy="749774"/>
        </a:xfrm>
        <a:prstGeom prst="roundRect">
          <a:avLst>
            <a:gd name="adj" fmla="val 10000"/>
          </a:avLst>
        </a:prstGeom>
        <a:solidFill>
          <a:schemeClr val="accent3">
            <a:hueOff val="7031415"/>
            <a:satOff val="-10550"/>
            <a:lumOff val="-171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Simpler and error free analysis.</a:t>
          </a:r>
        </a:p>
      </dsp:txBody>
      <dsp:txXfrm>
        <a:off x="3203885" y="2897462"/>
        <a:ext cx="2099517" cy="705854"/>
      </dsp:txXfrm>
    </dsp:sp>
    <dsp:sp modelId="{A694761E-E985-460A-BC0A-E6F3EFC12E87}">
      <dsp:nvSpPr>
        <dsp:cNvPr id="0" name=""/>
        <dsp:cNvSpPr/>
      </dsp:nvSpPr>
      <dsp:spPr>
        <a:xfrm>
          <a:off x="5827918" y="0"/>
          <a:ext cx="2679297" cy="3816424"/>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Why now?</a:t>
          </a:r>
        </a:p>
      </dsp:txBody>
      <dsp:txXfrm>
        <a:off x="5827918" y="0"/>
        <a:ext cx="2679297" cy="1144927"/>
      </dsp:txXfrm>
    </dsp:sp>
    <dsp:sp modelId="{9261F21D-7C9E-4676-8BAD-2C22A7088DB7}">
      <dsp:nvSpPr>
        <dsp:cNvPr id="0" name=""/>
        <dsp:cNvSpPr/>
      </dsp:nvSpPr>
      <dsp:spPr>
        <a:xfrm>
          <a:off x="6095848" y="1145253"/>
          <a:ext cx="2143437" cy="749774"/>
        </a:xfrm>
        <a:prstGeom prst="roundRect">
          <a:avLst>
            <a:gd name="adj" fmla="val 10000"/>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modern technologies along with new data processing frame works and platforms</a:t>
          </a:r>
        </a:p>
      </dsp:txBody>
      <dsp:txXfrm>
        <a:off x="6117808" y="1167213"/>
        <a:ext cx="2099517" cy="705854"/>
      </dsp:txXfrm>
    </dsp:sp>
    <dsp:sp modelId="{3452F44C-8ACF-42BB-BCA9-6979D93A3084}">
      <dsp:nvSpPr>
        <dsp:cNvPr id="0" name=""/>
        <dsp:cNvSpPr/>
      </dsp:nvSpPr>
      <dsp:spPr>
        <a:xfrm>
          <a:off x="6095848" y="2010377"/>
          <a:ext cx="2143437" cy="749774"/>
        </a:xfrm>
        <a:prstGeom prst="roundRect">
          <a:avLst>
            <a:gd name="adj" fmla="val 10000"/>
          </a:avLst>
        </a:prstGeom>
        <a:solidFill>
          <a:schemeClr val="accent3">
            <a:hueOff val="9843981"/>
            <a:satOff val="-14770"/>
            <a:lumOff val="-24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Increased scalability and flexibility of the processing architecture </a:t>
          </a:r>
        </a:p>
      </dsp:txBody>
      <dsp:txXfrm>
        <a:off x="6117808" y="2032337"/>
        <a:ext cx="2099517" cy="705854"/>
      </dsp:txXfrm>
    </dsp:sp>
    <dsp:sp modelId="{13B7A8A3-6EEA-4B1F-8FA4-B2A82482EE74}">
      <dsp:nvSpPr>
        <dsp:cNvPr id="0" name=""/>
        <dsp:cNvSpPr/>
      </dsp:nvSpPr>
      <dsp:spPr>
        <a:xfrm>
          <a:off x="6095848" y="2875502"/>
          <a:ext cx="2143437" cy="749774"/>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GB" sz="1400" kern="1200"/>
            <a:t>Automated data processing capability</a:t>
          </a:r>
        </a:p>
      </dsp:txBody>
      <dsp:txXfrm>
        <a:off x="6117808" y="2897462"/>
        <a:ext cx="2099517" cy="705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7B672-9BEF-47D5-89E8-CD38630EB7E8}">
      <dsp:nvSpPr>
        <dsp:cNvPr id="0" name=""/>
        <dsp:cNvSpPr/>
      </dsp:nvSpPr>
      <dsp:spPr>
        <a:xfrm>
          <a:off x="4118" y="0"/>
          <a:ext cx="3962102"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GB" sz="3000" kern="1200" dirty="0"/>
            <a:t>Better understanding of</a:t>
          </a:r>
        </a:p>
      </dsp:txBody>
      <dsp:txXfrm>
        <a:off x="4118" y="0"/>
        <a:ext cx="3962102" cy="1051560"/>
      </dsp:txXfrm>
    </dsp:sp>
    <dsp:sp modelId="{6BC58D9E-66C1-4821-A6B2-D53AA34D6D1E}">
      <dsp:nvSpPr>
        <dsp:cNvPr id="0" name=""/>
        <dsp:cNvSpPr/>
      </dsp:nvSpPr>
      <dsp:spPr>
        <a:xfrm>
          <a:off x="400329" y="1053699"/>
          <a:ext cx="3169681" cy="28702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Customers</a:t>
          </a:r>
        </a:p>
      </dsp:txBody>
      <dsp:txXfrm>
        <a:off x="408736" y="1062106"/>
        <a:ext cx="3152867" cy="270208"/>
      </dsp:txXfrm>
    </dsp:sp>
    <dsp:sp modelId="{76A386AD-316C-4CF2-89B3-E28068B85662}">
      <dsp:nvSpPr>
        <dsp:cNvPr id="0" name=""/>
        <dsp:cNvSpPr/>
      </dsp:nvSpPr>
      <dsp:spPr>
        <a:xfrm>
          <a:off x="400329" y="1384879"/>
          <a:ext cx="3169681" cy="287022"/>
        </a:xfrm>
        <a:prstGeom prst="roundRect">
          <a:avLst>
            <a:gd name="adj" fmla="val 10000"/>
          </a:avLst>
        </a:prstGeom>
        <a:solidFill>
          <a:schemeClr val="accent3">
            <a:hueOff val="1250029"/>
            <a:satOff val="-1876"/>
            <a:lumOff val="-30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Markets</a:t>
          </a:r>
        </a:p>
      </dsp:txBody>
      <dsp:txXfrm>
        <a:off x="408736" y="1393286"/>
        <a:ext cx="3152867" cy="270208"/>
      </dsp:txXfrm>
    </dsp:sp>
    <dsp:sp modelId="{435A9C8B-E53B-4288-B074-44BC301556BE}">
      <dsp:nvSpPr>
        <dsp:cNvPr id="0" name=""/>
        <dsp:cNvSpPr/>
      </dsp:nvSpPr>
      <dsp:spPr>
        <a:xfrm>
          <a:off x="400329" y="1716058"/>
          <a:ext cx="3169681" cy="287022"/>
        </a:xfrm>
        <a:prstGeom prst="roundRect">
          <a:avLst>
            <a:gd name="adj" fmla="val 10000"/>
          </a:avLst>
        </a:prstGeom>
        <a:solidFill>
          <a:schemeClr val="accent3">
            <a:hueOff val="2500059"/>
            <a:satOff val="-3751"/>
            <a:lumOff val="-6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Products</a:t>
          </a:r>
        </a:p>
      </dsp:txBody>
      <dsp:txXfrm>
        <a:off x="408736" y="1724465"/>
        <a:ext cx="3152867" cy="270208"/>
      </dsp:txXfrm>
    </dsp:sp>
    <dsp:sp modelId="{0316B2A6-EDFE-4E37-9E0E-C1155C115D8A}">
      <dsp:nvSpPr>
        <dsp:cNvPr id="0" name=""/>
        <dsp:cNvSpPr/>
      </dsp:nvSpPr>
      <dsp:spPr>
        <a:xfrm>
          <a:off x="400329" y="2047238"/>
          <a:ext cx="3169681" cy="287022"/>
        </a:xfrm>
        <a:prstGeom prst="roundRect">
          <a:avLst>
            <a:gd name="adj" fmla="val 10000"/>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Vendors/Suppliers</a:t>
          </a:r>
        </a:p>
      </dsp:txBody>
      <dsp:txXfrm>
        <a:off x="408736" y="2055645"/>
        <a:ext cx="3152867" cy="270208"/>
      </dsp:txXfrm>
    </dsp:sp>
    <dsp:sp modelId="{50FBDADB-F025-4E72-9B93-A88FCDF3B3A5}">
      <dsp:nvSpPr>
        <dsp:cNvPr id="0" name=""/>
        <dsp:cNvSpPr/>
      </dsp:nvSpPr>
      <dsp:spPr>
        <a:xfrm>
          <a:off x="400329" y="2378418"/>
          <a:ext cx="3169681" cy="287022"/>
        </a:xfrm>
        <a:prstGeom prst="roundRect">
          <a:avLst>
            <a:gd name="adj" fmla="val 10000"/>
          </a:avLst>
        </a:prstGeom>
        <a:solidFill>
          <a:schemeClr val="accent3">
            <a:hueOff val="5000117"/>
            <a:satOff val="-7502"/>
            <a:lumOff val="-12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Staff Management</a:t>
          </a:r>
        </a:p>
      </dsp:txBody>
      <dsp:txXfrm>
        <a:off x="408736" y="2386825"/>
        <a:ext cx="3152867" cy="270208"/>
      </dsp:txXfrm>
    </dsp:sp>
    <dsp:sp modelId="{288AF6A5-4C3F-433D-B6FC-151D34F20999}">
      <dsp:nvSpPr>
        <dsp:cNvPr id="0" name=""/>
        <dsp:cNvSpPr/>
      </dsp:nvSpPr>
      <dsp:spPr>
        <a:xfrm>
          <a:off x="400329" y="2709598"/>
          <a:ext cx="3169681" cy="287022"/>
        </a:xfrm>
        <a:prstGeom prst="roundRect">
          <a:avLst>
            <a:gd name="adj" fmla="val 10000"/>
          </a:avLst>
        </a:prstGeom>
        <a:solidFill>
          <a:schemeClr val="accent3">
            <a:hueOff val="6250147"/>
            <a:satOff val="-9378"/>
            <a:lumOff val="-15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Campaign</a:t>
          </a:r>
        </a:p>
      </dsp:txBody>
      <dsp:txXfrm>
        <a:off x="408736" y="2718005"/>
        <a:ext cx="3152867" cy="270208"/>
      </dsp:txXfrm>
    </dsp:sp>
    <dsp:sp modelId="{20BD074F-0227-4120-8C3A-80D358431758}">
      <dsp:nvSpPr>
        <dsp:cNvPr id="0" name=""/>
        <dsp:cNvSpPr/>
      </dsp:nvSpPr>
      <dsp:spPr>
        <a:xfrm>
          <a:off x="400329" y="3040778"/>
          <a:ext cx="3169681" cy="287022"/>
        </a:xfrm>
        <a:prstGeom prst="roundRect">
          <a:avLst>
            <a:gd name="adj" fmla="val 10000"/>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Location Management</a:t>
          </a:r>
        </a:p>
      </dsp:txBody>
      <dsp:txXfrm>
        <a:off x="408736" y="3049185"/>
        <a:ext cx="3152867" cy="270208"/>
      </dsp:txXfrm>
    </dsp:sp>
    <dsp:sp modelId="{82BAAB40-5BE2-4D1F-BC7F-5BDE46AF795A}">
      <dsp:nvSpPr>
        <dsp:cNvPr id="0" name=""/>
        <dsp:cNvSpPr/>
      </dsp:nvSpPr>
      <dsp:spPr>
        <a:xfrm>
          <a:off x="4263378" y="0"/>
          <a:ext cx="3962102"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GB" sz="3000" kern="1200"/>
            <a:t>Better insight into </a:t>
          </a:r>
        </a:p>
      </dsp:txBody>
      <dsp:txXfrm>
        <a:off x="4263378" y="0"/>
        <a:ext cx="3962102" cy="1051560"/>
      </dsp:txXfrm>
    </dsp:sp>
    <dsp:sp modelId="{87498C1D-E112-4E32-BB75-6176C336651A}">
      <dsp:nvSpPr>
        <dsp:cNvPr id="0" name=""/>
        <dsp:cNvSpPr/>
      </dsp:nvSpPr>
      <dsp:spPr>
        <a:xfrm>
          <a:off x="4659589" y="1051859"/>
          <a:ext cx="3169681" cy="688631"/>
        </a:xfrm>
        <a:prstGeom prst="roundRect">
          <a:avLst>
            <a:gd name="adj" fmla="val 10000"/>
          </a:avLst>
        </a:prstGeom>
        <a:solidFill>
          <a:schemeClr val="accent3">
            <a:hueOff val="8750205"/>
            <a:satOff val="-13129"/>
            <a:lumOff val="-2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What drives the business</a:t>
          </a:r>
        </a:p>
      </dsp:txBody>
      <dsp:txXfrm>
        <a:off x="4679758" y="1072028"/>
        <a:ext cx="3129343" cy="648293"/>
      </dsp:txXfrm>
    </dsp:sp>
    <dsp:sp modelId="{16157773-7768-46AB-AFA8-09FDB3D61739}">
      <dsp:nvSpPr>
        <dsp:cNvPr id="0" name=""/>
        <dsp:cNvSpPr/>
      </dsp:nvSpPr>
      <dsp:spPr>
        <a:xfrm>
          <a:off x="4659589" y="1846434"/>
          <a:ext cx="3169681" cy="688631"/>
        </a:xfrm>
        <a:prstGeom prst="roundRect">
          <a:avLst>
            <a:gd name="adj" fmla="val 10000"/>
          </a:avLst>
        </a:prstGeom>
        <a:solidFill>
          <a:schemeClr val="accent3">
            <a:hueOff val="10000235"/>
            <a:satOff val="-15004"/>
            <a:lumOff val="-24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a:t>Impact / Power of the weather </a:t>
          </a:r>
        </a:p>
      </dsp:txBody>
      <dsp:txXfrm>
        <a:off x="4679758" y="1866603"/>
        <a:ext cx="3129343" cy="648293"/>
      </dsp:txXfrm>
    </dsp:sp>
    <dsp:sp modelId="{E6FF7193-2BE7-4325-972C-4ED5F0065C13}">
      <dsp:nvSpPr>
        <dsp:cNvPr id="0" name=""/>
        <dsp:cNvSpPr/>
      </dsp:nvSpPr>
      <dsp:spPr>
        <a:xfrm>
          <a:off x="4659589" y="2641009"/>
          <a:ext cx="3169681" cy="688631"/>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rtl="0">
            <a:lnSpc>
              <a:spcPct val="90000"/>
            </a:lnSpc>
            <a:spcBef>
              <a:spcPct val="0"/>
            </a:spcBef>
            <a:spcAft>
              <a:spcPct val="35000"/>
            </a:spcAft>
            <a:buNone/>
          </a:pPr>
          <a:r>
            <a:rPr lang="en-GB" sz="1500" kern="1200" dirty="0"/>
            <a:t>The business and the consumer.</a:t>
          </a:r>
        </a:p>
      </dsp:txBody>
      <dsp:txXfrm>
        <a:off x="4679758" y="2661178"/>
        <a:ext cx="3129343" cy="6482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D9AC49-2D24-4C7B-AB72-219DC127D147}">
      <dsp:nvSpPr>
        <dsp:cNvPr id="0" name=""/>
        <dsp:cNvSpPr/>
      </dsp:nvSpPr>
      <dsp:spPr>
        <a:xfrm>
          <a:off x="4118" y="0"/>
          <a:ext cx="3962102" cy="383696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Data Growth is characterised by </a:t>
          </a:r>
        </a:p>
      </dsp:txBody>
      <dsp:txXfrm>
        <a:off x="4118" y="0"/>
        <a:ext cx="3962102" cy="1151088"/>
      </dsp:txXfrm>
    </dsp:sp>
    <dsp:sp modelId="{DD4D8738-B365-4CA0-A358-434B8095CDDB}">
      <dsp:nvSpPr>
        <dsp:cNvPr id="0" name=""/>
        <dsp:cNvSpPr/>
      </dsp:nvSpPr>
      <dsp:spPr>
        <a:xfrm>
          <a:off x="400329" y="1151416"/>
          <a:ext cx="3169681" cy="753809"/>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Volume (amount of Data), </a:t>
          </a:r>
        </a:p>
      </dsp:txBody>
      <dsp:txXfrm>
        <a:off x="422407" y="1173494"/>
        <a:ext cx="3125525" cy="709653"/>
      </dsp:txXfrm>
    </dsp:sp>
    <dsp:sp modelId="{9F2861F5-9FBF-4767-94E8-01C9C1EB881B}">
      <dsp:nvSpPr>
        <dsp:cNvPr id="0" name=""/>
        <dsp:cNvSpPr/>
      </dsp:nvSpPr>
      <dsp:spPr>
        <a:xfrm>
          <a:off x="400329" y="2021196"/>
          <a:ext cx="3169681" cy="753809"/>
        </a:xfrm>
        <a:prstGeom prst="roundRect">
          <a:avLst>
            <a:gd name="adj" fmla="val 10000"/>
          </a:avLst>
        </a:prstGeom>
        <a:solidFill>
          <a:schemeClr val="accent4">
            <a:hueOff val="-637824"/>
            <a:satOff val="3843"/>
            <a:lumOff val="30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Velocity (speed of data in and out), </a:t>
          </a:r>
        </a:p>
      </dsp:txBody>
      <dsp:txXfrm>
        <a:off x="422407" y="2043274"/>
        <a:ext cx="3125525" cy="709653"/>
      </dsp:txXfrm>
    </dsp:sp>
    <dsp:sp modelId="{B7C6EF0C-315D-49CC-BAFA-689774698F8E}">
      <dsp:nvSpPr>
        <dsp:cNvPr id="0" name=""/>
        <dsp:cNvSpPr/>
      </dsp:nvSpPr>
      <dsp:spPr>
        <a:xfrm>
          <a:off x="400329" y="2890976"/>
          <a:ext cx="3169681" cy="753809"/>
        </a:xfrm>
        <a:prstGeom prst="roundRect">
          <a:avLst>
            <a:gd name="adj" fmla="val 10000"/>
          </a:avLst>
        </a:prstGeom>
        <a:solidFill>
          <a:schemeClr val="accent4">
            <a:hueOff val="-1275649"/>
            <a:satOff val="7685"/>
            <a:lumOff val="61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Variety (range of data type and sources).</a:t>
          </a:r>
        </a:p>
      </dsp:txBody>
      <dsp:txXfrm>
        <a:off x="422407" y="2913054"/>
        <a:ext cx="3125525" cy="709653"/>
      </dsp:txXfrm>
    </dsp:sp>
    <dsp:sp modelId="{A165E002-0178-49DF-A6BA-30D788FB54F2}">
      <dsp:nvSpPr>
        <dsp:cNvPr id="0" name=""/>
        <dsp:cNvSpPr/>
      </dsp:nvSpPr>
      <dsp:spPr>
        <a:xfrm>
          <a:off x="4263378" y="0"/>
          <a:ext cx="3962102" cy="383696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Business model transformation </a:t>
          </a:r>
        </a:p>
      </dsp:txBody>
      <dsp:txXfrm>
        <a:off x="4263378" y="0"/>
        <a:ext cx="3962102" cy="1151088"/>
      </dsp:txXfrm>
    </dsp:sp>
    <dsp:sp modelId="{A75F8B0C-AFAD-463A-ABB0-CA463066539F}">
      <dsp:nvSpPr>
        <dsp:cNvPr id="0" name=""/>
        <dsp:cNvSpPr/>
      </dsp:nvSpPr>
      <dsp:spPr>
        <a:xfrm>
          <a:off x="4659589" y="1151814"/>
          <a:ext cx="3169681" cy="443882"/>
        </a:xfrm>
        <a:prstGeom prst="roundRect">
          <a:avLst>
            <a:gd name="adj" fmla="val 10000"/>
          </a:avLst>
        </a:prstGeom>
        <a:solidFill>
          <a:schemeClr val="accent4">
            <a:hueOff val="-1913473"/>
            <a:satOff val="11528"/>
            <a:lumOff val="9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Service oriented rather than product oriented. </a:t>
          </a:r>
        </a:p>
      </dsp:txBody>
      <dsp:txXfrm>
        <a:off x="4672590" y="1164815"/>
        <a:ext cx="3143679" cy="417880"/>
      </dsp:txXfrm>
    </dsp:sp>
    <dsp:sp modelId="{534A7718-EA16-4226-8A49-AAA8CEA69661}">
      <dsp:nvSpPr>
        <dsp:cNvPr id="0" name=""/>
        <dsp:cNvSpPr/>
      </dsp:nvSpPr>
      <dsp:spPr>
        <a:xfrm>
          <a:off x="4659589" y="1663987"/>
          <a:ext cx="3169681" cy="443882"/>
        </a:xfrm>
        <a:prstGeom prst="roundRect">
          <a:avLst>
            <a:gd name="adj" fmla="val 10000"/>
          </a:avLst>
        </a:prstGeom>
        <a:solidFill>
          <a:schemeClr val="accent4">
            <a:hueOff val="-2551297"/>
            <a:satOff val="15371"/>
            <a:lumOff val="123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Success is measured by the customer satisfaction not by the usefulness of the product (?). </a:t>
          </a:r>
        </a:p>
      </dsp:txBody>
      <dsp:txXfrm>
        <a:off x="4672590" y="1676988"/>
        <a:ext cx="3143679" cy="417880"/>
      </dsp:txXfrm>
    </dsp:sp>
    <dsp:sp modelId="{CC536129-0148-4630-9B72-057A7AC99D56}">
      <dsp:nvSpPr>
        <dsp:cNvPr id="0" name=""/>
        <dsp:cNvSpPr/>
      </dsp:nvSpPr>
      <dsp:spPr>
        <a:xfrm>
          <a:off x="4659589" y="2176159"/>
          <a:ext cx="3169681" cy="443882"/>
        </a:xfrm>
        <a:prstGeom prst="roundRect">
          <a:avLst>
            <a:gd name="adj" fmla="val 10000"/>
          </a:avLst>
        </a:prstGeom>
        <a:solidFill>
          <a:schemeClr val="accent4">
            <a:hueOff val="-3189121"/>
            <a:satOff val="19214"/>
            <a:lumOff val="15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Huge amount of supporting data is generated through various mediums. (Volume)</a:t>
          </a:r>
        </a:p>
      </dsp:txBody>
      <dsp:txXfrm>
        <a:off x="4672590" y="2189160"/>
        <a:ext cx="3143679" cy="417880"/>
      </dsp:txXfrm>
    </dsp:sp>
    <dsp:sp modelId="{7D41A10F-3231-46C1-B6EE-514DAFD61D5D}">
      <dsp:nvSpPr>
        <dsp:cNvPr id="0" name=""/>
        <dsp:cNvSpPr/>
      </dsp:nvSpPr>
      <dsp:spPr>
        <a:xfrm>
          <a:off x="4659589" y="2688332"/>
          <a:ext cx="3169681" cy="443882"/>
        </a:xfrm>
        <a:prstGeom prst="roundRect">
          <a:avLst>
            <a:gd name="adj" fmla="val 10000"/>
          </a:avLst>
        </a:prstGeom>
        <a:solidFill>
          <a:schemeClr val="accent4">
            <a:hueOff val="-3826945"/>
            <a:satOff val="23056"/>
            <a:lumOff val="18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Globalisation: key trend, changed the format of the data. (Variety)</a:t>
          </a:r>
        </a:p>
      </dsp:txBody>
      <dsp:txXfrm>
        <a:off x="4672590" y="2701333"/>
        <a:ext cx="3143679" cy="417880"/>
      </dsp:txXfrm>
    </dsp:sp>
    <dsp:sp modelId="{7737A8CF-E049-42DA-BBCD-B5CFF7FB8723}">
      <dsp:nvSpPr>
        <dsp:cNvPr id="0" name=""/>
        <dsp:cNvSpPr/>
      </dsp:nvSpPr>
      <dsp:spPr>
        <a:xfrm>
          <a:off x="4659589" y="3200504"/>
          <a:ext cx="3169681" cy="443882"/>
        </a:xfrm>
        <a:prstGeom prst="roundRect">
          <a:avLst>
            <a:gd name="adj" fmla="val 1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Personalisation of services, generating data with every click. (Velocity)</a:t>
          </a:r>
        </a:p>
      </dsp:txBody>
      <dsp:txXfrm>
        <a:off x="4672590" y="3213505"/>
        <a:ext cx="3143679" cy="417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49EAD-A584-4BB9-94A1-D7091CCC89C8}">
      <dsp:nvSpPr>
        <dsp:cNvPr id="0" name=""/>
        <dsp:cNvSpPr/>
      </dsp:nvSpPr>
      <dsp:spPr>
        <a:xfrm>
          <a:off x="1004" y="0"/>
          <a:ext cx="2611933" cy="374441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Machine Data</a:t>
          </a:r>
        </a:p>
      </dsp:txBody>
      <dsp:txXfrm>
        <a:off x="1004" y="0"/>
        <a:ext cx="2611933" cy="1123324"/>
      </dsp:txXfrm>
    </dsp:sp>
    <dsp:sp modelId="{9426B107-74AC-413A-9315-0B2C679C41B0}">
      <dsp:nvSpPr>
        <dsp:cNvPr id="0" name=""/>
        <dsp:cNvSpPr/>
      </dsp:nvSpPr>
      <dsp:spPr>
        <a:xfrm>
          <a:off x="262197" y="1123416"/>
          <a:ext cx="2089546" cy="54548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Steady Patterns of numbers and Text, occurs in a rapid fire fashion</a:t>
          </a:r>
        </a:p>
      </dsp:txBody>
      <dsp:txXfrm>
        <a:off x="278174" y="1139393"/>
        <a:ext cx="2057592" cy="513527"/>
      </dsp:txXfrm>
    </dsp:sp>
    <dsp:sp modelId="{A85D08B7-85E1-4A89-9DF6-1232A3B043F3}">
      <dsp:nvSpPr>
        <dsp:cNvPr id="0" name=""/>
        <dsp:cNvSpPr/>
      </dsp:nvSpPr>
      <dsp:spPr>
        <a:xfrm>
          <a:off x="262197" y="1752818"/>
          <a:ext cx="2089546" cy="545481"/>
        </a:xfrm>
        <a:prstGeom prst="roundRect">
          <a:avLst>
            <a:gd name="adj" fmla="val 10000"/>
          </a:avLst>
        </a:prstGeom>
        <a:solidFill>
          <a:schemeClr val="accent3">
            <a:hueOff val="1022751"/>
            <a:satOff val="-1535"/>
            <a:lumOff val="-25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Sensor Data</a:t>
          </a:r>
        </a:p>
      </dsp:txBody>
      <dsp:txXfrm>
        <a:off x="278174" y="1768795"/>
        <a:ext cx="2057592" cy="513527"/>
      </dsp:txXfrm>
    </dsp:sp>
    <dsp:sp modelId="{2626F811-F565-4B1A-8603-F281FBB4E1F6}">
      <dsp:nvSpPr>
        <dsp:cNvPr id="0" name=""/>
        <dsp:cNvSpPr/>
      </dsp:nvSpPr>
      <dsp:spPr>
        <a:xfrm>
          <a:off x="262197" y="2382220"/>
          <a:ext cx="2089546" cy="545481"/>
        </a:xfrm>
        <a:prstGeom prst="roundRect">
          <a:avLst>
            <a:gd name="adj" fmla="val 10000"/>
          </a:avLst>
        </a:prstGeom>
        <a:solidFill>
          <a:schemeClr val="accent3">
            <a:hueOff val="2045503"/>
            <a:satOff val="-3069"/>
            <a:lumOff val="-4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Application Log</a:t>
          </a:r>
        </a:p>
      </dsp:txBody>
      <dsp:txXfrm>
        <a:off x="278174" y="2398197"/>
        <a:ext cx="2057592" cy="513527"/>
      </dsp:txXfrm>
    </dsp:sp>
    <dsp:sp modelId="{65EF9F06-4C8F-4D87-A2A6-8057FBC1A90B}">
      <dsp:nvSpPr>
        <dsp:cNvPr id="0" name=""/>
        <dsp:cNvSpPr/>
      </dsp:nvSpPr>
      <dsp:spPr>
        <a:xfrm>
          <a:off x="262197" y="3011622"/>
          <a:ext cx="2089546" cy="545481"/>
        </a:xfrm>
        <a:prstGeom prst="roundRect">
          <a:avLst>
            <a:gd name="adj" fmla="val 10000"/>
          </a:avLst>
        </a:prstGeom>
        <a:solidFill>
          <a:schemeClr val="accent3">
            <a:hueOff val="3068254"/>
            <a:satOff val="-4604"/>
            <a:lumOff val="-7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Click Stream Data</a:t>
          </a:r>
        </a:p>
      </dsp:txBody>
      <dsp:txXfrm>
        <a:off x="278174" y="3027599"/>
        <a:ext cx="2057592" cy="513527"/>
      </dsp:txXfrm>
    </dsp:sp>
    <dsp:sp modelId="{86D4EE5E-AAE4-4A6C-ABD3-6A010F28ABD2}">
      <dsp:nvSpPr>
        <dsp:cNvPr id="0" name=""/>
        <dsp:cNvSpPr/>
      </dsp:nvSpPr>
      <dsp:spPr>
        <a:xfrm>
          <a:off x="2808833" y="0"/>
          <a:ext cx="2611933" cy="374441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t>External data</a:t>
          </a:r>
        </a:p>
      </dsp:txBody>
      <dsp:txXfrm>
        <a:off x="2808833" y="0"/>
        <a:ext cx="2611933" cy="1123324"/>
      </dsp:txXfrm>
    </dsp:sp>
    <dsp:sp modelId="{88B7AACF-4FBF-4542-B07A-14EEC848E1FC}">
      <dsp:nvSpPr>
        <dsp:cNvPr id="0" name=""/>
        <dsp:cNvSpPr/>
      </dsp:nvSpPr>
      <dsp:spPr>
        <a:xfrm>
          <a:off x="3070026" y="1123644"/>
          <a:ext cx="2089546" cy="735627"/>
        </a:xfrm>
        <a:prstGeom prst="roundRect">
          <a:avLst>
            <a:gd name="adj" fmla="val 10000"/>
          </a:avLst>
        </a:prstGeom>
        <a:solidFill>
          <a:schemeClr val="accent3">
            <a:hueOff val="4091005"/>
            <a:satOff val="-6138"/>
            <a:lumOff val="-9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Data feed from external parties</a:t>
          </a:r>
        </a:p>
      </dsp:txBody>
      <dsp:txXfrm>
        <a:off x="3091572" y="1145190"/>
        <a:ext cx="2046454" cy="692535"/>
      </dsp:txXfrm>
    </dsp:sp>
    <dsp:sp modelId="{6D793848-5A66-4F7C-B3A6-5723D3571116}">
      <dsp:nvSpPr>
        <dsp:cNvPr id="0" name=""/>
        <dsp:cNvSpPr/>
      </dsp:nvSpPr>
      <dsp:spPr>
        <a:xfrm>
          <a:off x="3070026" y="1972446"/>
          <a:ext cx="2089546" cy="735627"/>
        </a:xfrm>
        <a:prstGeom prst="roundRect">
          <a:avLst>
            <a:gd name="adj" fmla="val 10000"/>
          </a:avLst>
        </a:prstGeom>
        <a:solidFill>
          <a:schemeClr val="accent3">
            <a:hueOff val="5113756"/>
            <a:satOff val="-7673"/>
            <a:lumOff val="-12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Weather data</a:t>
          </a:r>
        </a:p>
      </dsp:txBody>
      <dsp:txXfrm>
        <a:off x="3091572" y="1993992"/>
        <a:ext cx="2046454" cy="692535"/>
      </dsp:txXfrm>
    </dsp:sp>
    <dsp:sp modelId="{E07BE49C-3F7C-4551-96CD-6030ADE7C4FF}">
      <dsp:nvSpPr>
        <dsp:cNvPr id="0" name=""/>
        <dsp:cNvSpPr/>
      </dsp:nvSpPr>
      <dsp:spPr>
        <a:xfrm>
          <a:off x="3070026" y="2821247"/>
          <a:ext cx="2089546" cy="735627"/>
        </a:xfrm>
        <a:prstGeom prst="roundRect">
          <a:avLst>
            <a:gd name="adj" fmla="val 10000"/>
          </a:avLst>
        </a:prstGeom>
        <a:solidFill>
          <a:schemeClr val="accent3">
            <a:hueOff val="6136507"/>
            <a:satOff val="-9207"/>
            <a:lumOff val="-149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Emails</a:t>
          </a:r>
        </a:p>
      </dsp:txBody>
      <dsp:txXfrm>
        <a:off x="3091572" y="2842793"/>
        <a:ext cx="2046454" cy="692535"/>
      </dsp:txXfrm>
    </dsp:sp>
    <dsp:sp modelId="{B8C14EA3-0960-45C2-BDFA-CCE5548E3B0F}">
      <dsp:nvSpPr>
        <dsp:cNvPr id="0" name=""/>
        <dsp:cNvSpPr/>
      </dsp:nvSpPr>
      <dsp:spPr>
        <a:xfrm>
          <a:off x="5616661" y="0"/>
          <a:ext cx="2611933" cy="374441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a:t>Contracts</a:t>
          </a:r>
        </a:p>
      </dsp:txBody>
      <dsp:txXfrm>
        <a:off x="5616661" y="0"/>
        <a:ext cx="2611933" cy="1123324"/>
      </dsp:txXfrm>
    </dsp:sp>
    <dsp:sp modelId="{627E3100-7A0C-4E6F-B5A4-A7F56FDDDE81}">
      <dsp:nvSpPr>
        <dsp:cNvPr id="0" name=""/>
        <dsp:cNvSpPr/>
      </dsp:nvSpPr>
      <dsp:spPr>
        <a:xfrm>
          <a:off x="5877855" y="1124033"/>
          <a:ext cx="2089546" cy="433176"/>
        </a:xfrm>
        <a:prstGeom prst="roundRect">
          <a:avLst>
            <a:gd name="adj" fmla="val 10000"/>
          </a:avLst>
        </a:prstGeom>
        <a:solidFill>
          <a:schemeClr val="accent3">
            <a:hueOff val="7159259"/>
            <a:satOff val="-10742"/>
            <a:lumOff val="-17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Human resources</a:t>
          </a:r>
        </a:p>
      </dsp:txBody>
      <dsp:txXfrm>
        <a:off x="5890542" y="1136720"/>
        <a:ext cx="2064172" cy="407802"/>
      </dsp:txXfrm>
    </dsp:sp>
    <dsp:sp modelId="{736FE7C6-8D2C-4E4F-944A-A6A386CE112D}">
      <dsp:nvSpPr>
        <dsp:cNvPr id="0" name=""/>
        <dsp:cNvSpPr/>
      </dsp:nvSpPr>
      <dsp:spPr>
        <a:xfrm>
          <a:off x="5877855" y="1623852"/>
          <a:ext cx="2089546" cy="433176"/>
        </a:xfrm>
        <a:prstGeom prst="roundRect">
          <a:avLst>
            <a:gd name="adj" fmla="val 10000"/>
          </a:avLst>
        </a:prstGeom>
        <a:solidFill>
          <a:schemeClr val="accent3">
            <a:hueOff val="8182010"/>
            <a:satOff val="-12276"/>
            <a:lumOff val="-19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Legal</a:t>
          </a:r>
        </a:p>
      </dsp:txBody>
      <dsp:txXfrm>
        <a:off x="5890542" y="1636539"/>
        <a:ext cx="2064172" cy="407802"/>
      </dsp:txXfrm>
    </dsp:sp>
    <dsp:sp modelId="{6B5FD9CA-BB44-4811-9EE8-32DA070FB542}">
      <dsp:nvSpPr>
        <dsp:cNvPr id="0" name=""/>
        <dsp:cNvSpPr/>
      </dsp:nvSpPr>
      <dsp:spPr>
        <a:xfrm>
          <a:off x="5877855" y="2123671"/>
          <a:ext cx="2089546" cy="433176"/>
        </a:xfrm>
        <a:prstGeom prst="roundRect">
          <a:avLst>
            <a:gd name="adj" fmla="val 10000"/>
          </a:avLst>
        </a:prstGeom>
        <a:solidFill>
          <a:schemeClr val="accent3">
            <a:hueOff val="9204761"/>
            <a:satOff val="-13811"/>
            <a:lumOff val="-224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Vendor </a:t>
          </a:r>
        </a:p>
      </dsp:txBody>
      <dsp:txXfrm>
        <a:off x="5890542" y="2136358"/>
        <a:ext cx="2064172" cy="407802"/>
      </dsp:txXfrm>
    </dsp:sp>
    <dsp:sp modelId="{3797BADF-27BA-4BE0-86B7-8A425A775389}">
      <dsp:nvSpPr>
        <dsp:cNvPr id="0" name=""/>
        <dsp:cNvSpPr/>
      </dsp:nvSpPr>
      <dsp:spPr>
        <a:xfrm>
          <a:off x="5877855" y="2623490"/>
          <a:ext cx="2089546" cy="433176"/>
        </a:xfrm>
        <a:prstGeom prst="roundRect">
          <a:avLst>
            <a:gd name="adj" fmla="val 10000"/>
          </a:avLst>
        </a:prstGeom>
        <a:solidFill>
          <a:schemeClr val="accent3">
            <a:hueOff val="10227513"/>
            <a:satOff val="-15345"/>
            <a:lumOff val="-24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Supplier</a:t>
          </a:r>
        </a:p>
      </dsp:txBody>
      <dsp:txXfrm>
        <a:off x="5890542" y="2636177"/>
        <a:ext cx="2064172" cy="407802"/>
      </dsp:txXfrm>
    </dsp:sp>
    <dsp:sp modelId="{C0D30DAD-B5E8-4473-8F09-F92D92105B13}">
      <dsp:nvSpPr>
        <dsp:cNvPr id="0" name=""/>
        <dsp:cNvSpPr/>
      </dsp:nvSpPr>
      <dsp:spPr>
        <a:xfrm>
          <a:off x="5877855" y="3123310"/>
          <a:ext cx="2089546" cy="433176"/>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GB" sz="1100" kern="1200"/>
            <a:t>Customer etc.</a:t>
          </a:r>
        </a:p>
      </dsp:txBody>
      <dsp:txXfrm>
        <a:off x="5890542" y="3135997"/>
        <a:ext cx="2064172" cy="4078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0C479-F51C-4D85-9DA6-24720BC59786}">
      <dsp:nvSpPr>
        <dsp:cNvPr id="0" name=""/>
        <dsp:cNvSpPr/>
      </dsp:nvSpPr>
      <dsp:spPr>
        <a:xfrm>
          <a:off x="0" y="21866"/>
          <a:ext cx="8229600" cy="455715"/>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GB" sz="1900" kern="1200"/>
            <a:t>Geo-Spatial Data</a:t>
          </a:r>
        </a:p>
      </dsp:txBody>
      <dsp:txXfrm>
        <a:off x="22246" y="44112"/>
        <a:ext cx="8185108" cy="411223"/>
      </dsp:txXfrm>
    </dsp:sp>
    <dsp:sp modelId="{7D08F14F-74BC-451E-B315-FD88E971816A}">
      <dsp:nvSpPr>
        <dsp:cNvPr id="0" name=""/>
        <dsp:cNvSpPr/>
      </dsp:nvSpPr>
      <dsp:spPr>
        <a:xfrm>
          <a:off x="0" y="477581"/>
          <a:ext cx="8229600"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rtl="0">
            <a:lnSpc>
              <a:spcPct val="90000"/>
            </a:lnSpc>
            <a:spcBef>
              <a:spcPct val="0"/>
            </a:spcBef>
            <a:spcAft>
              <a:spcPct val="20000"/>
            </a:spcAft>
            <a:buChar char="•"/>
          </a:pPr>
          <a:r>
            <a:rPr lang="en-GB" sz="1500" kern="1200"/>
            <a:t>Mobile devices use GPS for navigation and personalisation. </a:t>
          </a:r>
        </a:p>
        <a:p>
          <a:pPr marL="114300" lvl="1" indent="-114300" algn="l" defTabSz="666750" rtl="0">
            <a:lnSpc>
              <a:spcPct val="90000"/>
            </a:lnSpc>
            <a:spcBef>
              <a:spcPct val="0"/>
            </a:spcBef>
            <a:spcAft>
              <a:spcPct val="20000"/>
            </a:spcAft>
            <a:buChar char="•"/>
          </a:pPr>
          <a:r>
            <a:rPr lang="en-GB" sz="1500" kern="1200"/>
            <a:t>GPS added to the camera’s and camcorders to set the location of the picture</a:t>
          </a:r>
        </a:p>
      </dsp:txBody>
      <dsp:txXfrm>
        <a:off x="0" y="477581"/>
        <a:ext cx="8229600" cy="521122"/>
      </dsp:txXfrm>
    </dsp:sp>
    <dsp:sp modelId="{90A1DD39-A636-48CD-A23D-24300C4C8FDE}">
      <dsp:nvSpPr>
        <dsp:cNvPr id="0" name=""/>
        <dsp:cNvSpPr/>
      </dsp:nvSpPr>
      <dsp:spPr>
        <a:xfrm>
          <a:off x="0" y="998703"/>
          <a:ext cx="8229600" cy="455715"/>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GB" sz="1900" kern="1200"/>
            <a:t>Social media</a:t>
          </a:r>
        </a:p>
      </dsp:txBody>
      <dsp:txXfrm>
        <a:off x="22246" y="1020949"/>
        <a:ext cx="8185108" cy="411223"/>
      </dsp:txXfrm>
    </dsp:sp>
    <dsp:sp modelId="{AF85AB5A-39B5-4A14-8947-B03149A3C15A}">
      <dsp:nvSpPr>
        <dsp:cNvPr id="0" name=""/>
        <dsp:cNvSpPr/>
      </dsp:nvSpPr>
      <dsp:spPr>
        <a:xfrm>
          <a:off x="0" y="1454418"/>
          <a:ext cx="822960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rtl="0">
            <a:lnSpc>
              <a:spcPct val="90000"/>
            </a:lnSpc>
            <a:spcBef>
              <a:spcPct val="0"/>
            </a:spcBef>
            <a:spcAft>
              <a:spcPct val="20000"/>
            </a:spcAft>
            <a:buChar char="•"/>
          </a:pPr>
          <a:r>
            <a:rPr lang="en-GB" sz="1500" kern="1200"/>
            <a:t>Facebook</a:t>
          </a:r>
        </a:p>
        <a:p>
          <a:pPr marL="114300" lvl="1" indent="-114300" algn="l" defTabSz="666750" rtl="0">
            <a:lnSpc>
              <a:spcPct val="90000"/>
            </a:lnSpc>
            <a:spcBef>
              <a:spcPct val="0"/>
            </a:spcBef>
            <a:spcAft>
              <a:spcPct val="20000"/>
            </a:spcAft>
            <a:buChar char="•"/>
          </a:pPr>
          <a:r>
            <a:rPr lang="en-GB" sz="1500" kern="1200"/>
            <a:t>Twitter</a:t>
          </a:r>
        </a:p>
        <a:p>
          <a:pPr marL="114300" lvl="1" indent="-114300" algn="l" defTabSz="666750" rtl="0">
            <a:lnSpc>
              <a:spcPct val="90000"/>
            </a:lnSpc>
            <a:spcBef>
              <a:spcPct val="0"/>
            </a:spcBef>
            <a:spcAft>
              <a:spcPct val="20000"/>
            </a:spcAft>
            <a:buChar char="•"/>
          </a:pPr>
          <a:r>
            <a:rPr lang="en-GB" sz="1500" kern="1200"/>
            <a:t>Instagram </a:t>
          </a:r>
        </a:p>
      </dsp:txBody>
      <dsp:txXfrm>
        <a:off x="0" y="1454418"/>
        <a:ext cx="8229600" cy="786599"/>
      </dsp:txXfrm>
    </dsp:sp>
    <dsp:sp modelId="{A0595C9F-0793-429C-809B-396DC7184D57}">
      <dsp:nvSpPr>
        <dsp:cNvPr id="0" name=""/>
        <dsp:cNvSpPr/>
      </dsp:nvSpPr>
      <dsp:spPr>
        <a:xfrm>
          <a:off x="0" y="2241018"/>
          <a:ext cx="8229600" cy="455715"/>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GB" sz="1900" kern="1200" dirty="0"/>
            <a:t>Companies must make use of the available data</a:t>
          </a:r>
        </a:p>
      </dsp:txBody>
      <dsp:txXfrm>
        <a:off x="22246" y="2263264"/>
        <a:ext cx="8185108" cy="411223"/>
      </dsp:txXfrm>
    </dsp:sp>
    <dsp:sp modelId="{3AFCC988-A1E7-4120-A4E5-DE905D7E1F18}">
      <dsp:nvSpPr>
        <dsp:cNvPr id="0" name=""/>
        <dsp:cNvSpPr/>
      </dsp:nvSpPr>
      <dsp:spPr>
        <a:xfrm>
          <a:off x="0" y="2696733"/>
          <a:ext cx="822960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rtl="0">
            <a:lnSpc>
              <a:spcPct val="90000"/>
            </a:lnSpc>
            <a:spcBef>
              <a:spcPct val="0"/>
            </a:spcBef>
            <a:spcAft>
              <a:spcPct val="20000"/>
            </a:spcAft>
            <a:buChar char="•"/>
          </a:pPr>
          <a:r>
            <a:rPr lang="en-GB" sz="1500" kern="1200"/>
            <a:t>Different format</a:t>
          </a:r>
        </a:p>
        <a:p>
          <a:pPr marL="114300" lvl="1" indent="-114300" algn="l" defTabSz="666750" rtl="0">
            <a:lnSpc>
              <a:spcPct val="90000"/>
            </a:lnSpc>
            <a:spcBef>
              <a:spcPct val="0"/>
            </a:spcBef>
            <a:spcAft>
              <a:spcPct val="20000"/>
            </a:spcAft>
            <a:buChar char="•"/>
          </a:pPr>
          <a:r>
            <a:rPr lang="en-GB" sz="1500" kern="1200"/>
            <a:t>Large volume</a:t>
          </a:r>
        </a:p>
        <a:p>
          <a:pPr marL="114300" lvl="1" indent="-114300" algn="l" defTabSz="666750" rtl="0">
            <a:lnSpc>
              <a:spcPct val="90000"/>
            </a:lnSpc>
            <a:spcBef>
              <a:spcPct val="0"/>
            </a:spcBef>
            <a:spcAft>
              <a:spcPct val="20000"/>
            </a:spcAft>
            <a:buChar char="•"/>
          </a:pPr>
          <a:r>
            <a:rPr lang="en-GB" sz="1500" kern="1200"/>
            <a:t>Speed etc.</a:t>
          </a:r>
        </a:p>
      </dsp:txBody>
      <dsp:txXfrm>
        <a:off x="0" y="2696733"/>
        <a:ext cx="8229600" cy="7865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B8329-49B4-4283-9D7A-0F846C26D0E7}">
      <dsp:nvSpPr>
        <dsp:cNvPr id="0" name=""/>
        <dsp:cNvSpPr/>
      </dsp:nvSpPr>
      <dsp:spPr>
        <a:xfrm>
          <a:off x="0" y="16899"/>
          <a:ext cx="8229600" cy="715052"/>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GB" sz="1800" kern="1200"/>
            <a:t>Speed and direction of motion of an (physical) object.</a:t>
          </a:r>
        </a:p>
      </dsp:txBody>
      <dsp:txXfrm>
        <a:off x="34906" y="51805"/>
        <a:ext cx="8159788" cy="645240"/>
      </dsp:txXfrm>
    </dsp:sp>
    <dsp:sp modelId="{C0628B77-C86F-442B-8046-CEE3A70F698A}">
      <dsp:nvSpPr>
        <dsp:cNvPr id="0" name=""/>
        <dsp:cNvSpPr/>
      </dsp:nvSpPr>
      <dsp:spPr>
        <a:xfrm>
          <a:off x="0" y="783792"/>
          <a:ext cx="8229600" cy="715052"/>
        </a:xfrm>
        <a:prstGeom prst="round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GB" sz="1800" kern="1200"/>
            <a:t>Data needs to be processed in a continuous stream, not as a batch</a:t>
          </a:r>
        </a:p>
      </dsp:txBody>
      <dsp:txXfrm>
        <a:off x="34906" y="818698"/>
        <a:ext cx="8159788" cy="645240"/>
      </dsp:txXfrm>
    </dsp:sp>
    <dsp:sp modelId="{263D9E3D-0813-4F0A-934C-E2EF6A75960F}">
      <dsp:nvSpPr>
        <dsp:cNvPr id="0" name=""/>
        <dsp:cNvSpPr/>
      </dsp:nvSpPr>
      <dsp:spPr>
        <a:xfrm>
          <a:off x="0" y="1550685"/>
          <a:ext cx="8229600" cy="715052"/>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GB" sz="1800" kern="1200"/>
            <a:t>For example websites tracking the customer clicks and navigation and provide personalised browsing experience</a:t>
          </a:r>
        </a:p>
      </dsp:txBody>
      <dsp:txXfrm>
        <a:off x="34906" y="1585591"/>
        <a:ext cx="8159788" cy="645240"/>
      </dsp:txXfrm>
    </dsp:sp>
    <dsp:sp modelId="{99C7758B-9479-4A95-9ABA-80163E49AA74}">
      <dsp:nvSpPr>
        <dsp:cNvPr id="0" name=""/>
        <dsp:cNvSpPr/>
      </dsp:nvSpPr>
      <dsp:spPr>
        <a:xfrm>
          <a:off x="0" y="2317578"/>
          <a:ext cx="8229600" cy="715052"/>
        </a:xfrm>
        <a:prstGeom prst="round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GB" sz="1800" kern="1200"/>
            <a:t>Millions of clicks every second resulting in large amount of data</a:t>
          </a:r>
        </a:p>
      </dsp:txBody>
      <dsp:txXfrm>
        <a:off x="34906" y="2352484"/>
        <a:ext cx="8159788" cy="645240"/>
      </dsp:txXfrm>
    </dsp:sp>
    <dsp:sp modelId="{4024A61F-ADC3-4A58-AE88-7DA369C7072B}">
      <dsp:nvSpPr>
        <dsp:cNvPr id="0" name=""/>
        <dsp:cNvSpPr/>
      </dsp:nvSpPr>
      <dsp:spPr>
        <a:xfrm>
          <a:off x="0" y="3084471"/>
          <a:ext cx="8229600" cy="715052"/>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GB" sz="1800" kern="1200"/>
            <a:t>The speed of the data generated here demonstrates Data Velocity</a:t>
          </a:r>
        </a:p>
      </dsp:txBody>
      <dsp:txXfrm>
        <a:off x="34906" y="3119377"/>
        <a:ext cx="8159788" cy="6452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FDC8E-6922-4802-A3AD-638A992DB2B1}">
      <dsp:nvSpPr>
        <dsp:cNvPr id="0" name=""/>
        <dsp:cNvSpPr/>
      </dsp:nvSpPr>
      <dsp:spPr>
        <a:xfrm rot="5400000">
          <a:off x="-148389" y="149242"/>
          <a:ext cx="989260" cy="692482"/>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rtl="0">
            <a:lnSpc>
              <a:spcPct val="90000"/>
            </a:lnSpc>
            <a:spcBef>
              <a:spcPct val="0"/>
            </a:spcBef>
            <a:spcAft>
              <a:spcPct val="35000"/>
            </a:spcAft>
            <a:buNone/>
          </a:pPr>
          <a:r>
            <a:rPr lang="en-GB" sz="1000" kern="1200" dirty="0"/>
            <a:t>Sensor data </a:t>
          </a:r>
        </a:p>
      </dsp:txBody>
      <dsp:txXfrm rot="-5400000">
        <a:off x="0" y="347094"/>
        <a:ext cx="692482" cy="296778"/>
      </dsp:txXfrm>
    </dsp:sp>
    <dsp:sp modelId="{175FEA37-28D5-49B7-BBD2-3A5F832350F9}">
      <dsp:nvSpPr>
        <dsp:cNvPr id="0" name=""/>
        <dsp:cNvSpPr/>
      </dsp:nvSpPr>
      <dsp:spPr>
        <a:xfrm rot="5400000">
          <a:off x="4139531" y="-3446195"/>
          <a:ext cx="643019" cy="7537117"/>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rtl="0">
            <a:lnSpc>
              <a:spcPct val="90000"/>
            </a:lnSpc>
            <a:spcBef>
              <a:spcPct val="0"/>
            </a:spcBef>
            <a:spcAft>
              <a:spcPct val="15000"/>
            </a:spcAft>
            <a:buChar char="•"/>
          </a:pPr>
          <a:r>
            <a:rPr lang="en-GB" sz="1900" kern="1200"/>
            <a:t>Data comes from variety of sensors, GPS, tyre pressure systems, temperature sensors, mobile devices</a:t>
          </a:r>
        </a:p>
      </dsp:txBody>
      <dsp:txXfrm rot="-5400000">
        <a:off x="692482" y="32244"/>
        <a:ext cx="7505727" cy="580239"/>
      </dsp:txXfrm>
    </dsp:sp>
    <dsp:sp modelId="{E21B89A4-BD08-4EA5-9513-9F32426D0A48}">
      <dsp:nvSpPr>
        <dsp:cNvPr id="0" name=""/>
        <dsp:cNvSpPr/>
      </dsp:nvSpPr>
      <dsp:spPr>
        <a:xfrm rot="5400000">
          <a:off x="-148389" y="987320"/>
          <a:ext cx="989260" cy="692482"/>
        </a:xfrm>
        <a:prstGeom prst="chevron">
          <a:avLst/>
        </a:prstGeom>
        <a:solidFill>
          <a:schemeClr val="accent5">
            <a:hueOff val="-3311292"/>
            <a:satOff val="13270"/>
            <a:lumOff val="2876"/>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rtl="0">
            <a:lnSpc>
              <a:spcPct val="90000"/>
            </a:lnSpc>
            <a:spcBef>
              <a:spcPct val="0"/>
            </a:spcBef>
            <a:spcAft>
              <a:spcPct val="35000"/>
            </a:spcAft>
            <a:buNone/>
          </a:pPr>
          <a:r>
            <a:rPr lang="en-GB" sz="1000" kern="1200"/>
            <a:t>Mobile networks </a:t>
          </a:r>
        </a:p>
      </dsp:txBody>
      <dsp:txXfrm rot="-5400000">
        <a:off x="0" y="1185172"/>
        <a:ext cx="692482" cy="296778"/>
      </dsp:txXfrm>
    </dsp:sp>
    <dsp:sp modelId="{24426C21-FD25-4845-9CAC-BB17FB4FCCE9}">
      <dsp:nvSpPr>
        <dsp:cNvPr id="0" name=""/>
        <dsp:cNvSpPr/>
      </dsp:nvSpPr>
      <dsp:spPr>
        <a:xfrm rot="5400000">
          <a:off x="4139531" y="-2608118"/>
          <a:ext cx="643019" cy="7537117"/>
        </a:xfrm>
        <a:prstGeom prst="round2SameRect">
          <a:avLst/>
        </a:prstGeom>
        <a:solidFill>
          <a:schemeClr val="lt1">
            <a:alpha val="90000"/>
            <a:hueOff val="0"/>
            <a:satOff val="0"/>
            <a:lumOff val="0"/>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rtl="0">
            <a:lnSpc>
              <a:spcPct val="90000"/>
            </a:lnSpc>
            <a:spcBef>
              <a:spcPct val="0"/>
            </a:spcBef>
            <a:spcAft>
              <a:spcPct val="15000"/>
            </a:spcAft>
            <a:buChar char="•"/>
          </a:pPr>
          <a:r>
            <a:rPr lang="en-GB" sz="1900" kern="1200"/>
            <a:t>Sharing data and pictures through mobile device, volume and velocity</a:t>
          </a:r>
        </a:p>
      </dsp:txBody>
      <dsp:txXfrm rot="-5400000">
        <a:off x="692482" y="870321"/>
        <a:ext cx="7505727" cy="580239"/>
      </dsp:txXfrm>
    </dsp:sp>
    <dsp:sp modelId="{BCC67906-3E9A-4CC5-9826-768EF2C94683}">
      <dsp:nvSpPr>
        <dsp:cNvPr id="0" name=""/>
        <dsp:cNvSpPr/>
      </dsp:nvSpPr>
      <dsp:spPr>
        <a:xfrm rot="5400000">
          <a:off x="-148389" y="1825397"/>
          <a:ext cx="989260" cy="692482"/>
        </a:xfrm>
        <a:prstGeom prst="chevron">
          <a:avLst/>
        </a:prstGeom>
        <a:solidFill>
          <a:schemeClr val="accent5">
            <a:hueOff val="-6622584"/>
            <a:satOff val="26541"/>
            <a:lumOff val="5752"/>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rtl="0">
            <a:lnSpc>
              <a:spcPct val="90000"/>
            </a:lnSpc>
            <a:spcBef>
              <a:spcPct val="0"/>
            </a:spcBef>
            <a:spcAft>
              <a:spcPct val="35000"/>
            </a:spcAft>
            <a:buNone/>
          </a:pPr>
          <a:r>
            <a:rPr lang="en-GB" sz="1000" kern="1200"/>
            <a:t>Social Media </a:t>
          </a:r>
        </a:p>
      </dsp:txBody>
      <dsp:txXfrm rot="-5400000">
        <a:off x="0" y="2023249"/>
        <a:ext cx="692482" cy="296778"/>
      </dsp:txXfrm>
    </dsp:sp>
    <dsp:sp modelId="{05DD644D-67BC-4EEA-A134-2DE6FBF4E50E}">
      <dsp:nvSpPr>
        <dsp:cNvPr id="0" name=""/>
        <dsp:cNvSpPr/>
      </dsp:nvSpPr>
      <dsp:spPr>
        <a:xfrm rot="5400000">
          <a:off x="4139531" y="-1770040"/>
          <a:ext cx="643019" cy="7537117"/>
        </a:xfrm>
        <a:prstGeom prst="round2SameRect">
          <a:avLst/>
        </a:prstGeom>
        <a:solidFill>
          <a:schemeClr val="lt1">
            <a:alpha val="90000"/>
            <a:hueOff val="0"/>
            <a:satOff val="0"/>
            <a:lumOff val="0"/>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rtl="0">
            <a:lnSpc>
              <a:spcPct val="90000"/>
            </a:lnSpc>
            <a:spcBef>
              <a:spcPct val="0"/>
            </a:spcBef>
            <a:spcAft>
              <a:spcPct val="15000"/>
            </a:spcAft>
            <a:buChar char="•"/>
          </a:pPr>
          <a:r>
            <a:rPr lang="en-GB" sz="1900" kern="1200"/>
            <a:t>Twitter, Facebook, YouTube, Flickr, data at different velocities, multiple format</a:t>
          </a:r>
        </a:p>
      </dsp:txBody>
      <dsp:txXfrm rot="-5400000">
        <a:off x="692482" y="1708399"/>
        <a:ext cx="7505727" cy="580239"/>
      </dsp:txXfrm>
    </dsp:sp>
    <dsp:sp modelId="{725FC4DE-4F07-4A69-A3DC-1E816EAA3127}">
      <dsp:nvSpPr>
        <dsp:cNvPr id="0" name=""/>
        <dsp:cNvSpPr/>
      </dsp:nvSpPr>
      <dsp:spPr>
        <a:xfrm rot="5400000">
          <a:off x="-148389" y="2663474"/>
          <a:ext cx="989260" cy="692482"/>
        </a:xfrm>
        <a:prstGeom prst="chevron">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rtl="0">
            <a:lnSpc>
              <a:spcPct val="90000"/>
            </a:lnSpc>
            <a:spcBef>
              <a:spcPct val="0"/>
            </a:spcBef>
            <a:spcAft>
              <a:spcPct val="35000"/>
            </a:spcAft>
            <a:buNone/>
          </a:pPr>
          <a:r>
            <a:rPr lang="en-GB" sz="1000" kern="1200"/>
            <a:t>Data velocity </a:t>
          </a:r>
        </a:p>
      </dsp:txBody>
      <dsp:txXfrm rot="-5400000">
        <a:off x="0" y="2861326"/>
        <a:ext cx="692482" cy="296778"/>
      </dsp:txXfrm>
    </dsp:sp>
    <dsp:sp modelId="{2B5205C8-846A-4E36-A646-378A13D3550A}">
      <dsp:nvSpPr>
        <dsp:cNvPr id="0" name=""/>
        <dsp:cNvSpPr/>
      </dsp:nvSpPr>
      <dsp:spPr>
        <a:xfrm rot="5400000">
          <a:off x="4139531" y="-931963"/>
          <a:ext cx="643019" cy="7537117"/>
        </a:xfrm>
        <a:prstGeom prst="round2Same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rtl="0">
            <a:lnSpc>
              <a:spcPct val="90000"/>
            </a:lnSpc>
            <a:spcBef>
              <a:spcPct val="0"/>
            </a:spcBef>
            <a:spcAft>
              <a:spcPct val="15000"/>
            </a:spcAft>
            <a:buChar char="•"/>
          </a:pPr>
          <a:r>
            <a:rPr lang="en-GB" sz="1900" kern="1200" dirty="0"/>
            <a:t>Along with the data volume will be tricky for RDBMS, creating silos of solutions to process the data type means scalability will be an issue.</a:t>
          </a:r>
        </a:p>
      </dsp:txBody>
      <dsp:txXfrm rot="-5400000">
        <a:off x="692482" y="2546476"/>
        <a:ext cx="7505727" cy="5802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801E1-1984-43A7-8B5C-157791C843C6}">
      <dsp:nvSpPr>
        <dsp:cNvPr id="0" name=""/>
        <dsp:cNvSpPr/>
      </dsp:nvSpPr>
      <dsp:spPr>
        <a:xfrm>
          <a:off x="1872" y="363"/>
          <a:ext cx="1826344" cy="17162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a:t>Big Data comes in different data formats</a:t>
          </a:r>
        </a:p>
      </dsp:txBody>
      <dsp:txXfrm>
        <a:off x="52140" y="50631"/>
        <a:ext cx="1725808" cy="1615729"/>
      </dsp:txXfrm>
    </dsp:sp>
    <dsp:sp modelId="{91814B48-074C-449B-9651-675D0FC829F7}">
      <dsp:nvSpPr>
        <dsp:cNvPr id="0" name=""/>
        <dsp:cNvSpPr/>
      </dsp:nvSpPr>
      <dsp:spPr>
        <a:xfrm>
          <a:off x="1872" y="1933331"/>
          <a:ext cx="1826344" cy="171626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GB" sz="1600" kern="1200" dirty="0"/>
            <a:t>Emails, Tweets, Social Media, Sensor Data, Video, Audio…. </a:t>
          </a:r>
        </a:p>
      </dsp:txBody>
      <dsp:txXfrm>
        <a:off x="52140" y="1983599"/>
        <a:ext cx="1725808" cy="1615729"/>
      </dsp:txXfrm>
    </dsp:sp>
    <dsp:sp modelId="{19A5ABE0-F4D8-4DB4-967B-71AE5AC2F2D2}">
      <dsp:nvSpPr>
        <dsp:cNvPr id="0" name=""/>
        <dsp:cNvSpPr/>
      </dsp:nvSpPr>
      <dsp:spPr>
        <a:xfrm>
          <a:off x="2135042" y="363"/>
          <a:ext cx="1826344" cy="17162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a:t>Every form of data is important</a:t>
          </a:r>
        </a:p>
      </dsp:txBody>
      <dsp:txXfrm>
        <a:off x="2185310" y="50631"/>
        <a:ext cx="1725808" cy="1615729"/>
      </dsp:txXfrm>
    </dsp:sp>
    <dsp:sp modelId="{C09735E8-51D4-4B32-ABA6-62F7903E7B3F}">
      <dsp:nvSpPr>
        <dsp:cNvPr id="0" name=""/>
        <dsp:cNvSpPr/>
      </dsp:nvSpPr>
      <dsp:spPr>
        <a:xfrm>
          <a:off x="4268212" y="363"/>
          <a:ext cx="1826344" cy="17162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dirty="0"/>
            <a:t>Appropriate metadata  is very critical.</a:t>
          </a:r>
        </a:p>
      </dsp:txBody>
      <dsp:txXfrm>
        <a:off x="4318480" y="50631"/>
        <a:ext cx="1725808" cy="1615729"/>
      </dsp:txXfrm>
    </dsp:sp>
    <dsp:sp modelId="{58D0D6D5-FE96-4BA2-BCC9-5EEF5E304B63}">
      <dsp:nvSpPr>
        <dsp:cNvPr id="0" name=""/>
        <dsp:cNvSpPr/>
      </dsp:nvSpPr>
      <dsp:spPr>
        <a:xfrm>
          <a:off x="6401383" y="363"/>
          <a:ext cx="1826344" cy="17162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GB" sz="2000" kern="1200" dirty="0"/>
            <a:t>Absence of or partial metadata means processing delays</a:t>
          </a:r>
        </a:p>
      </dsp:txBody>
      <dsp:txXfrm>
        <a:off x="6451651" y="50631"/>
        <a:ext cx="1725808" cy="16157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0CBAA7-59B8-40E3-BC90-D2906297C079}">
      <dsp:nvSpPr>
        <dsp:cNvPr id="0" name=""/>
        <dsp:cNvSpPr/>
      </dsp:nvSpPr>
      <dsp:spPr>
        <a:xfrm>
          <a:off x="3644836" y="1424851"/>
          <a:ext cx="939927" cy="939927"/>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kern="1200" dirty="0"/>
            <a:t>The platform processing varied data formats</a:t>
          </a:r>
        </a:p>
      </dsp:txBody>
      <dsp:txXfrm>
        <a:off x="3782485" y="1562500"/>
        <a:ext cx="664629" cy="664629"/>
      </dsp:txXfrm>
    </dsp:sp>
    <dsp:sp modelId="{B6EEB1CE-D3D5-4413-8286-27DE439217B2}">
      <dsp:nvSpPr>
        <dsp:cNvPr id="0" name=""/>
        <dsp:cNvSpPr/>
      </dsp:nvSpPr>
      <dsp:spPr>
        <a:xfrm rot="16200000">
          <a:off x="3879583" y="1179355"/>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03039" y="1177874"/>
        <a:ext cx="23521" cy="23521"/>
      </dsp:txXfrm>
    </dsp:sp>
    <dsp:sp modelId="{838BFF37-0868-40D6-8A54-784688A8D2EE}">
      <dsp:nvSpPr>
        <dsp:cNvPr id="0" name=""/>
        <dsp:cNvSpPr/>
      </dsp:nvSpPr>
      <dsp:spPr>
        <a:xfrm>
          <a:off x="3644836" y="14491"/>
          <a:ext cx="939927" cy="939927"/>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Availability</a:t>
          </a:r>
        </a:p>
      </dsp:txBody>
      <dsp:txXfrm>
        <a:off x="3782485" y="152140"/>
        <a:ext cx="664629" cy="664629"/>
      </dsp:txXfrm>
    </dsp:sp>
    <dsp:sp modelId="{3A854417-B22C-45F2-BBA8-C4A34665A6C2}">
      <dsp:nvSpPr>
        <dsp:cNvPr id="0" name=""/>
        <dsp:cNvSpPr/>
      </dsp:nvSpPr>
      <dsp:spPr>
        <a:xfrm rot="19285714">
          <a:off x="4430915" y="1444863"/>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54370" y="1443381"/>
        <a:ext cx="23521" cy="23521"/>
      </dsp:txXfrm>
    </dsp:sp>
    <dsp:sp modelId="{5EB819AD-D66E-4B51-8D4A-DB8CA244E9A8}">
      <dsp:nvSpPr>
        <dsp:cNvPr id="0" name=""/>
        <dsp:cNvSpPr/>
      </dsp:nvSpPr>
      <dsp:spPr>
        <a:xfrm>
          <a:off x="4747499" y="545506"/>
          <a:ext cx="939927" cy="939927"/>
        </a:xfrm>
        <a:prstGeom prst="ellipse">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dirty="0"/>
            <a:t>Distributed processing</a:t>
          </a:r>
        </a:p>
      </dsp:txBody>
      <dsp:txXfrm>
        <a:off x="4885148" y="683155"/>
        <a:ext cx="664629" cy="664629"/>
      </dsp:txXfrm>
    </dsp:sp>
    <dsp:sp modelId="{F291FA63-B824-4EFF-9C48-6D01E030DB05}">
      <dsp:nvSpPr>
        <dsp:cNvPr id="0" name=""/>
        <dsp:cNvSpPr/>
      </dsp:nvSpPr>
      <dsp:spPr>
        <a:xfrm rot="771429">
          <a:off x="4567083" y="2041452"/>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90538" y="2039971"/>
        <a:ext cx="23521" cy="23521"/>
      </dsp:txXfrm>
    </dsp:sp>
    <dsp:sp modelId="{1ADC237D-2D2A-4DBA-9D8D-15762D4EE8AE}">
      <dsp:nvSpPr>
        <dsp:cNvPr id="0" name=""/>
        <dsp:cNvSpPr/>
      </dsp:nvSpPr>
      <dsp:spPr>
        <a:xfrm>
          <a:off x="5019835" y="1738685"/>
          <a:ext cx="939927" cy="939927"/>
        </a:xfrm>
        <a:prstGeom prst="ellipse">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t>Image processing</a:t>
          </a:r>
        </a:p>
      </dsp:txBody>
      <dsp:txXfrm>
        <a:off x="5157484" y="1876334"/>
        <a:ext cx="664629" cy="664629"/>
      </dsp:txXfrm>
    </dsp:sp>
    <dsp:sp modelId="{41998FBB-7EC7-45D9-8017-9480EA034717}">
      <dsp:nvSpPr>
        <dsp:cNvPr id="0" name=""/>
        <dsp:cNvSpPr/>
      </dsp:nvSpPr>
      <dsp:spPr>
        <a:xfrm rot="3857143">
          <a:off x="4185549" y="2519880"/>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09005" y="2518398"/>
        <a:ext cx="23521" cy="23521"/>
      </dsp:txXfrm>
    </dsp:sp>
    <dsp:sp modelId="{5DA54A09-6F88-49EF-80CA-4413C35346A9}">
      <dsp:nvSpPr>
        <dsp:cNvPr id="0" name=""/>
        <dsp:cNvSpPr/>
      </dsp:nvSpPr>
      <dsp:spPr>
        <a:xfrm>
          <a:off x="4256768" y="2695541"/>
          <a:ext cx="939927" cy="939927"/>
        </a:xfrm>
        <a:prstGeom prst="ellipse">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t>Graph processing</a:t>
          </a:r>
        </a:p>
      </dsp:txBody>
      <dsp:txXfrm>
        <a:off x="4394417" y="2833190"/>
        <a:ext cx="664629" cy="664629"/>
      </dsp:txXfrm>
    </dsp:sp>
    <dsp:sp modelId="{23F4E785-F656-47F5-8630-3E8D1529D272}">
      <dsp:nvSpPr>
        <dsp:cNvPr id="0" name=""/>
        <dsp:cNvSpPr/>
      </dsp:nvSpPr>
      <dsp:spPr>
        <a:xfrm rot="6942857">
          <a:off x="3573617" y="2519880"/>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797073" y="2518398"/>
        <a:ext cx="23521" cy="23521"/>
      </dsp:txXfrm>
    </dsp:sp>
    <dsp:sp modelId="{92822630-F728-458A-8381-0901D1ED7034}">
      <dsp:nvSpPr>
        <dsp:cNvPr id="0" name=""/>
        <dsp:cNvSpPr/>
      </dsp:nvSpPr>
      <dsp:spPr>
        <a:xfrm>
          <a:off x="3032904" y="2695541"/>
          <a:ext cx="939927" cy="939927"/>
        </a:xfrm>
        <a:prstGeom prst="ellipse">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t>Video and audio processing</a:t>
          </a:r>
        </a:p>
      </dsp:txBody>
      <dsp:txXfrm>
        <a:off x="3170553" y="2833190"/>
        <a:ext cx="664629" cy="664629"/>
      </dsp:txXfrm>
    </dsp:sp>
    <dsp:sp modelId="{7132DFDE-6C16-4DC3-9449-698EEB0EC199}">
      <dsp:nvSpPr>
        <dsp:cNvPr id="0" name=""/>
        <dsp:cNvSpPr/>
      </dsp:nvSpPr>
      <dsp:spPr>
        <a:xfrm rot="10028571">
          <a:off x="3192084" y="2041452"/>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415539" y="2039971"/>
        <a:ext cx="23521" cy="23521"/>
      </dsp:txXfrm>
    </dsp:sp>
    <dsp:sp modelId="{AC50D753-98D8-46E5-BC96-49ECBBA98E32}">
      <dsp:nvSpPr>
        <dsp:cNvPr id="0" name=""/>
        <dsp:cNvSpPr/>
      </dsp:nvSpPr>
      <dsp:spPr>
        <a:xfrm>
          <a:off x="2269837" y="1738685"/>
          <a:ext cx="939927" cy="939927"/>
        </a:xfrm>
        <a:prstGeom prst="ellipse">
          <a:avLst/>
        </a:prstGeom>
        <a:solidFill>
          <a:schemeClr val="accent5">
            <a:hueOff val="-8278230"/>
            <a:satOff val="33176"/>
            <a:lumOff val="7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dirty="0"/>
            <a:t>Scalability</a:t>
          </a:r>
        </a:p>
      </dsp:txBody>
      <dsp:txXfrm>
        <a:off x="2407486" y="1876334"/>
        <a:ext cx="664629" cy="664629"/>
      </dsp:txXfrm>
    </dsp:sp>
    <dsp:sp modelId="{F4145C09-779D-4288-A637-59B56C5B9653}">
      <dsp:nvSpPr>
        <dsp:cNvPr id="0" name=""/>
        <dsp:cNvSpPr/>
      </dsp:nvSpPr>
      <dsp:spPr>
        <a:xfrm rot="13114286">
          <a:off x="3328252" y="1444863"/>
          <a:ext cx="470432" cy="20558"/>
        </a:xfrm>
        <a:custGeom>
          <a:avLst/>
          <a:gdLst/>
          <a:ahLst/>
          <a:cxnLst/>
          <a:rect l="0" t="0" r="0" b="0"/>
          <a:pathLst>
            <a:path>
              <a:moveTo>
                <a:pt x="0" y="10279"/>
              </a:moveTo>
              <a:lnTo>
                <a:pt x="470432" y="1027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51707" y="1443381"/>
        <a:ext cx="23521" cy="23521"/>
      </dsp:txXfrm>
    </dsp:sp>
    <dsp:sp modelId="{B8E0A0FF-2D78-40EC-A4FE-8FC060872ED8}">
      <dsp:nvSpPr>
        <dsp:cNvPr id="0" name=""/>
        <dsp:cNvSpPr/>
      </dsp:nvSpPr>
      <dsp:spPr>
        <a:xfrm>
          <a:off x="2542173" y="545506"/>
          <a:ext cx="939927" cy="939927"/>
        </a:xfrm>
        <a:prstGeom prst="ellipse">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t>Fault tolerance etc.</a:t>
          </a:r>
        </a:p>
      </dsp:txBody>
      <dsp:txXfrm>
        <a:off x="2679822" y="683155"/>
        <a:ext cx="664629" cy="6646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2BB57B-4C67-4363-B77E-EC3610C4A511}">
      <dsp:nvSpPr>
        <dsp:cNvPr id="0" name=""/>
        <dsp:cNvSpPr/>
      </dsp:nvSpPr>
      <dsp:spPr>
        <a:xfrm>
          <a:off x="1984" y="0"/>
          <a:ext cx="1946895"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GB" sz="3100" kern="1200" dirty="0"/>
            <a:t>More Vs</a:t>
          </a:r>
        </a:p>
      </dsp:txBody>
      <dsp:txXfrm>
        <a:off x="1984" y="0"/>
        <a:ext cx="1946895" cy="1051560"/>
      </dsp:txXfrm>
    </dsp:sp>
    <dsp:sp modelId="{8FD67BAF-8481-4E24-A8BC-D695C31A7735}">
      <dsp:nvSpPr>
        <dsp:cNvPr id="0" name=""/>
        <dsp:cNvSpPr/>
      </dsp:nvSpPr>
      <dsp:spPr>
        <a:xfrm>
          <a:off x="196673" y="1052586"/>
          <a:ext cx="1557516" cy="10568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dirty="0"/>
            <a:t>3 Vs, Volume, Velocity and Variety</a:t>
          </a:r>
        </a:p>
      </dsp:txBody>
      <dsp:txXfrm>
        <a:off x="227628" y="1083541"/>
        <a:ext cx="1495606" cy="994955"/>
      </dsp:txXfrm>
    </dsp:sp>
    <dsp:sp modelId="{7845F26F-66AD-43B1-828E-04F7A16202B8}">
      <dsp:nvSpPr>
        <dsp:cNvPr id="0" name=""/>
        <dsp:cNvSpPr/>
      </dsp:nvSpPr>
      <dsp:spPr>
        <a:xfrm>
          <a:off x="196673" y="2272047"/>
          <a:ext cx="1557516" cy="1056865"/>
        </a:xfrm>
        <a:prstGeom prst="roundRect">
          <a:avLst>
            <a:gd name="adj" fmla="val 10000"/>
          </a:avLst>
        </a:prstGeom>
        <a:solidFill>
          <a:schemeClr val="accent3">
            <a:hueOff val="1607181"/>
            <a:satOff val="-2411"/>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dirty="0"/>
            <a:t>Can be extended with</a:t>
          </a:r>
        </a:p>
      </dsp:txBody>
      <dsp:txXfrm>
        <a:off x="227628" y="2303002"/>
        <a:ext cx="1495606" cy="994955"/>
      </dsp:txXfrm>
    </dsp:sp>
    <dsp:sp modelId="{BFDD65CE-3A62-41F7-BD90-95CD6C812827}">
      <dsp:nvSpPr>
        <dsp:cNvPr id="0" name=""/>
        <dsp:cNvSpPr/>
      </dsp:nvSpPr>
      <dsp:spPr>
        <a:xfrm>
          <a:off x="2094896" y="0"/>
          <a:ext cx="1946895"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GB" sz="3100" kern="1200"/>
            <a:t>Vagueness </a:t>
          </a:r>
        </a:p>
      </dsp:txBody>
      <dsp:txXfrm>
        <a:off x="2094896" y="0"/>
        <a:ext cx="1946895" cy="1051560"/>
      </dsp:txXfrm>
    </dsp:sp>
    <dsp:sp modelId="{F67B4CBA-8F25-43F8-BCA8-6A6FFB2D8833}">
      <dsp:nvSpPr>
        <dsp:cNvPr id="0" name=""/>
        <dsp:cNvSpPr/>
      </dsp:nvSpPr>
      <dsp:spPr>
        <a:xfrm>
          <a:off x="2289585" y="1052586"/>
          <a:ext cx="1557516" cy="1056865"/>
        </a:xfrm>
        <a:prstGeom prst="roundRect">
          <a:avLst>
            <a:gd name="adj" fmla="val 10000"/>
          </a:avLst>
        </a:prstGeom>
        <a:solidFill>
          <a:schemeClr val="accent3">
            <a:hueOff val="3214361"/>
            <a:satOff val="-4823"/>
            <a:lumOff val="-7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Ambiguity, lack of metadata</a:t>
          </a:r>
        </a:p>
      </dsp:txBody>
      <dsp:txXfrm>
        <a:off x="2320540" y="1083541"/>
        <a:ext cx="1495606" cy="994955"/>
      </dsp:txXfrm>
    </dsp:sp>
    <dsp:sp modelId="{6BD5F0FD-92D3-486F-B9EC-4A11207E6C99}">
      <dsp:nvSpPr>
        <dsp:cNvPr id="0" name=""/>
        <dsp:cNvSpPr/>
      </dsp:nvSpPr>
      <dsp:spPr>
        <a:xfrm>
          <a:off x="2289585" y="2272047"/>
          <a:ext cx="1557516" cy="1056865"/>
        </a:xfrm>
        <a:prstGeom prst="roundRect">
          <a:avLst>
            <a:gd name="adj" fmla="val 10000"/>
          </a:avLst>
        </a:prstGeom>
        <a:solidFill>
          <a:schemeClr val="accent3">
            <a:hueOff val="4821541"/>
            <a:satOff val="-7234"/>
            <a:lumOff val="-11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dirty="0"/>
            <a:t>In a photograph or in a graph M and F could mean Male/Female, or Monday/Friday</a:t>
          </a:r>
        </a:p>
      </dsp:txBody>
      <dsp:txXfrm>
        <a:off x="2320540" y="2303002"/>
        <a:ext cx="1495606" cy="994955"/>
      </dsp:txXfrm>
    </dsp:sp>
    <dsp:sp modelId="{43FFAF9C-73EE-4AC3-ADA4-B34CEDDDB941}">
      <dsp:nvSpPr>
        <dsp:cNvPr id="0" name=""/>
        <dsp:cNvSpPr/>
      </dsp:nvSpPr>
      <dsp:spPr>
        <a:xfrm>
          <a:off x="4187808" y="0"/>
          <a:ext cx="1946895"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GB" sz="3100" kern="1200"/>
            <a:t>Virality </a:t>
          </a:r>
        </a:p>
      </dsp:txBody>
      <dsp:txXfrm>
        <a:off x="4187808" y="0"/>
        <a:ext cx="1946895" cy="1051560"/>
      </dsp:txXfrm>
    </dsp:sp>
    <dsp:sp modelId="{8F18B5CB-3AA6-4DB5-9C9A-9910AC544027}">
      <dsp:nvSpPr>
        <dsp:cNvPr id="0" name=""/>
        <dsp:cNvSpPr/>
      </dsp:nvSpPr>
      <dsp:spPr>
        <a:xfrm>
          <a:off x="4382498" y="1052586"/>
          <a:ext cx="1557516" cy="1056865"/>
        </a:xfrm>
        <a:prstGeom prst="roundRect">
          <a:avLst>
            <a:gd name="adj" fmla="val 10000"/>
          </a:avLst>
        </a:prstGeom>
        <a:solidFill>
          <a:schemeClr val="accent3">
            <a:hueOff val="6428722"/>
            <a:satOff val="-9646"/>
            <a:lumOff val="-15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dirty="0"/>
            <a:t>How quickly the data is shared between people-to-people through a peer network. </a:t>
          </a:r>
        </a:p>
      </dsp:txBody>
      <dsp:txXfrm>
        <a:off x="4413453" y="1083541"/>
        <a:ext cx="1495606" cy="994955"/>
      </dsp:txXfrm>
    </dsp:sp>
    <dsp:sp modelId="{07D5CDAA-D3C5-4F1D-9A22-6C6A02ED4496}">
      <dsp:nvSpPr>
        <dsp:cNvPr id="0" name=""/>
        <dsp:cNvSpPr/>
      </dsp:nvSpPr>
      <dsp:spPr>
        <a:xfrm>
          <a:off x="4382498" y="2272047"/>
          <a:ext cx="1557516" cy="1056865"/>
        </a:xfrm>
        <a:prstGeom prst="roundRect">
          <a:avLst>
            <a:gd name="adj" fmla="val 10000"/>
          </a:avLst>
        </a:prstGeom>
        <a:solidFill>
          <a:schemeClr val="accent3">
            <a:hueOff val="8035903"/>
            <a:satOff val="-12057"/>
            <a:lumOff val="-1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dirty="0"/>
            <a:t>Understanding the context is important…</a:t>
          </a:r>
        </a:p>
      </dsp:txBody>
      <dsp:txXfrm>
        <a:off x="4413453" y="2303002"/>
        <a:ext cx="1495606" cy="994955"/>
      </dsp:txXfrm>
    </dsp:sp>
    <dsp:sp modelId="{6D47B445-9B86-45A3-8247-745C25EDBEAB}">
      <dsp:nvSpPr>
        <dsp:cNvPr id="0" name=""/>
        <dsp:cNvSpPr/>
      </dsp:nvSpPr>
      <dsp:spPr>
        <a:xfrm>
          <a:off x="6280720" y="0"/>
          <a:ext cx="1946895" cy="350520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GB" sz="3100" kern="1200"/>
            <a:t>Viscosity </a:t>
          </a:r>
        </a:p>
      </dsp:txBody>
      <dsp:txXfrm>
        <a:off x="6280720" y="0"/>
        <a:ext cx="1946895" cy="1051560"/>
      </dsp:txXfrm>
    </dsp:sp>
    <dsp:sp modelId="{728D5DF9-D1BB-4BBC-B043-86ADE3523F54}">
      <dsp:nvSpPr>
        <dsp:cNvPr id="0" name=""/>
        <dsp:cNvSpPr/>
      </dsp:nvSpPr>
      <dsp:spPr>
        <a:xfrm>
          <a:off x="6475410" y="1052586"/>
          <a:ext cx="1557516" cy="1056865"/>
        </a:xfrm>
        <a:prstGeom prst="roundRect">
          <a:avLst>
            <a:gd name="adj" fmla="val 10000"/>
          </a:avLst>
        </a:prstGeom>
        <a:solidFill>
          <a:schemeClr val="accent3">
            <a:hueOff val="9643083"/>
            <a:satOff val="-14469"/>
            <a:lumOff val="-23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Measures  the resistance (slow down) to flow in the volume of the data. </a:t>
          </a:r>
        </a:p>
      </dsp:txBody>
      <dsp:txXfrm>
        <a:off x="6506365" y="1083541"/>
        <a:ext cx="1495606" cy="994955"/>
      </dsp:txXfrm>
    </dsp:sp>
    <dsp:sp modelId="{165748C7-B647-4906-902C-8FC3E576C74F}">
      <dsp:nvSpPr>
        <dsp:cNvPr id="0" name=""/>
        <dsp:cNvSpPr/>
      </dsp:nvSpPr>
      <dsp:spPr>
        <a:xfrm>
          <a:off x="6475410" y="2272047"/>
          <a:ext cx="1557516" cy="1056865"/>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GB" sz="1200" kern="1200"/>
            <a:t>Resistance can manifest in data flows, business rules or even be the limitation of the technology.</a:t>
          </a:r>
        </a:p>
      </dsp:txBody>
      <dsp:txXfrm>
        <a:off x="6506365" y="2303002"/>
        <a:ext cx="1495606" cy="99495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8F279-23B3-4767-988C-E1DE1CB7308B}">
      <dsp:nvSpPr>
        <dsp:cNvPr id="0" name=""/>
        <dsp:cNvSpPr/>
      </dsp:nvSpPr>
      <dsp:spPr>
        <a:xfrm>
          <a:off x="1115470" y="9534"/>
          <a:ext cx="3486131" cy="3486131"/>
        </a:xfrm>
        <a:prstGeom prst="ellipse">
          <a:avLst/>
        </a:prstGeom>
        <a:gradFill rotWithShape="0">
          <a:gsLst>
            <a:gs pos="0">
              <a:schemeClr val="accent5">
                <a:alpha val="50000"/>
                <a:hueOff val="0"/>
                <a:satOff val="0"/>
                <a:lumOff val="0"/>
                <a:alphaOff val="0"/>
                <a:tint val="100000"/>
                <a:shade val="100000"/>
                <a:satMod val="130000"/>
              </a:schemeClr>
            </a:gs>
            <a:gs pos="100000">
              <a:schemeClr val="accent5">
                <a:alpha val="5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GB" sz="3400" kern="1200"/>
            <a:t>Data Science </a:t>
          </a:r>
        </a:p>
      </dsp:txBody>
      <dsp:txXfrm>
        <a:off x="1602272" y="420624"/>
        <a:ext cx="2010021" cy="2663952"/>
      </dsp:txXfrm>
    </dsp:sp>
    <dsp:sp modelId="{A121BBA1-411D-42C0-9790-D22BB0F3D128}">
      <dsp:nvSpPr>
        <dsp:cNvPr id="0" name=""/>
        <dsp:cNvSpPr/>
      </dsp:nvSpPr>
      <dsp:spPr>
        <a:xfrm>
          <a:off x="3627997" y="9534"/>
          <a:ext cx="3486131" cy="3486131"/>
        </a:xfrm>
        <a:prstGeom prst="ellipse">
          <a:avLst/>
        </a:prstGeom>
        <a:gradFill rotWithShape="0">
          <a:gsLst>
            <a:gs pos="0">
              <a:schemeClr val="accent5">
                <a:alpha val="50000"/>
                <a:hueOff val="-9933876"/>
                <a:satOff val="39811"/>
                <a:lumOff val="8628"/>
                <a:alphaOff val="0"/>
                <a:tint val="100000"/>
                <a:shade val="100000"/>
                <a:satMod val="130000"/>
              </a:schemeClr>
            </a:gs>
            <a:gs pos="100000">
              <a:schemeClr val="accent5">
                <a:alpha val="50000"/>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GB" sz="3400" kern="1200"/>
            <a:t>Emergence of Big data</a:t>
          </a:r>
        </a:p>
      </dsp:txBody>
      <dsp:txXfrm>
        <a:off x="4617305" y="420624"/>
        <a:ext cx="2010021" cy="266395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CC8375-333E-434C-B250-CA62D999ECA1}">
      <dsp:nvSpPr>
        <dsp:cNvPr id="0" name=""/>
        <dsp:cNvSpPr/>
      </dsp:nvSpPr>
      <dsp:spPr>
        <a:xfrm>
          <a:off x="123855" y="730134"/>
          <a:ext cx="7406640" cy="67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b" anchorCtr="0">
          <a:noAutofit/>
        </a:bodyPr>
        <a:lstStyle/>
        <a:p>
          <a:pPr marL="0" lvl="0" indent="0" algn="l" defTabSz="1377950" rtl="0">
            <a:lnSpc>
              <a:spcPct val="90000"/>
            </a:lnSpc>
            <a:spcBef>
              <a:spcPct val="0"/>
            </a:spcBef>
            <a:spcAft>
              <a:spcPct val="35000"/>
            </a:spcAft>
            <a:buNone/>
          </a:pPr>
          <a:r>
            <a:rPr lang="en-GB" sz="3100" kern="1200" dirty="0"/>
            <a:t>Big Data Technologies</a:t>
          </a:r>
        </a:p>
      </dsp:txBody>
      <dsp:txXfrm>
        <a:off x="123855" y="730134"/>
        <a:ext cx="7406640" cy="673330"/>
      </dsp:txXfrm>
    </dsp:sp>
    <dsp:sp modelId="{FA63A918-D4F6-47EE-B07D-8F27B807E16D}">
      <dsp:nvSpPr>
        <dsp:cNvPr id="0" name=""/>
        <dsp:cNvSpPr/>
      </dsp:nvSpPr>
      <dsp:spPr>
        <a:xfrm>
          <a:off x="123855" y="1403465"/>
          <a:ext cx="1733153" cy="1371600"/>
        </a:xfrm>
        <a:prstGeom prst="chevron">
          <a:avLst>
            <a:gd name="adj" fmla="val 7061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DF0AA8-F72F-44CB-8E92-1B6ECF4B99CE}">
      <dsp:nvSpPr>
        <dsp:cNvPr id="0" name=""/>
        <dsp:cNvSpPr/>
      </dsp:nvSpPr>
      <dsp:spPr>
        <a:xfrm>
          <a:off x="1164899" y="1403465"/>
          <a:ext cx="1733153" cy="1371600"/>
        </a:xfrm>
        <a:prstGeom prst="chevron">
          <a:avLst>
            <a:gd name="adj" fmla="val 70610"/>
          </a:avLst>
        </a:prstGeom>
        <a:solidFill>
          <a:schemeClr val="accent5">
            <a:hueOff val="-1655646"/>
            <a:satOff val="6635"/>
            <a:lumOff val="1438"/>
            <a:alphaOff val="0"/>
          </a:schemeClr>
        </a:solidFill>
        <a:ln w="25400" cap="flat" cmpd="sng" algn="ctr">
          <a:solidFill>
            <a:schemeClr val="accent5">
              <a:hueOff val="-1655646"/>
              <a:satOff val="6635"/>
              <a:lumOff val="14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6B6760-E078-4764-B48F-29A86BF66BCE}">
      <dsp:nvSpPr>
        <dsp:cNvPr id="0" name=""/>
        <dsp:cNvSpPr/>
      </dsp:nvSpPr>
      <dsp:spPr>
        <a:xfrm>
          <a:off x="2206767" y="1403465"/>
          <a:ext cx="1733153" cy="1371600"/>
        </a:xfrm>
        <a:prstGeom prst="chevron">
          <a:avLst>
            <a:gd name="adj" fmla="val 70610"/>
          </a:avLst>
        </a:prstGeom>
        <a:solidFill>
          <a:schemeClr val="accent5">
            <a:hueOff val="-3311292"/>
            <a:satOff val="13270"/>
            <a:lumOff val="2876"/>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2F5F10-6892-4F9A-8A5F-4C1BA3C1EEFE}">
      <dsp:nvSpPr>
        <dsp:cNvPr id="0" name=""/>
        <dsp:cNvSpPr/>
      </dsp:nvSpPr>
      <dsp:spPr>
        <a:xfrm>
          <a:off x="3247811" y="1403465"/>
          <a:ext cx="1733153" cy="1371600"/>
        </a:xfrm>
        <a:prstGeom prst="chevron">
          <a:avLst>
            <a:gd name="adj" fmla="val 70610"/>
          </a:avLst>
        </a:prstGeom>
        <a:solidFill>
          <a:schemeClr val="accent5">
            <a:hueOff val="-4966938"/>
            <a:satOff val="19906"/>
            <a:lumOff val="4314"/>
            <a:alphaOff val="0"/>
          </a:schemeClr>
        </a:solidFill>
        <a:ln w="25400" cap="flat" cmpd="sng" algn="ctr">
          <a:solidFill>
            <a:schemeClr val="accent5">
              <a:hueOff val="-4966938"/>
              <a:satOff val="19906"/>
              <a:lumOff val="431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45426A-634E-4DA1-91D6-D7573F17166D}">
      <dsp:nvSpPr>
        <dsp:cNvPr id="0" name=""/>
        <dsp:cNvSpPr/>
      </dsp:nvSpPr>
      <dsp:spPr>
        <a:xfrm>
          <a:off x="4289679" y="1403465"/>
          <a:ext cx="1733153" cy="1371600"/>
        </a:xfrm>
        <a:prstGeom prst="chevron">
          <a:avLst>
            <a:gd name="adj" fmla="val 70610"/>
          </a:avLst>
        </a:prstGeom>
        <a:solidFill>
          <a:schemeClr val="accent5">
            <a:hueOff val="-6622584"/>
            <a:satOff val="26541"/>
            <a:lumOff val="5752"/>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3D35F6-233F-413E-99F1-9BE9B9A0C3F1}">
      <dsp:nvSpPr>
        <dsp:cNvPr id="0" name=""/>
        <dsp:cNvSpPr/>
      </dsp:nvSpPr>
      <dsp:spPr>
        <a:xfrm>
          <a:off x="5330723" y="1403465"/>
          <a:ext cx="1733153" cy="1371600"/>
        </a:xfrm>
        <a:prstGeom prst="chevron">
          <a:avLst>
            <a:gd name="adj" fmla="val 70610"/>
          </a:avLst>
        </a:prstGeom>
        <a:solidFill>
          <a:schemeClr val="accent5">
            <a:hueOff val="-8278230"/>
            <a:satOff val="33176"/>
            <a:lumOff val="7190"/>
            <a:alphaOff val="0"/>
          </a:schemeClr>
        </a:solidFill>
        <a:ln w="25400" cap="flat" cmpd="sng" algn="ctr">
          <a:solidFill>
            <a:schemeClr val="accent5">
              <a:hueOff val="-8278230"/>
              <a:satOff val="33176"/>
              <a:lumOff val="71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07A8F1-9787-4402-A492-AAC76E459843}">
      <dsp:nvSpPr>
        <dsp:cNvPr id="0" name=""/>
        <dsp:cNvSpPr/>
      </dsp:nvSpPr>
      <dsp:spPr>
        <a:xfrm>
          <a:off x="6372590" y="1403465"/>
          <a:ext cx="1733153" cy="1371600"/>
        </a:xfrm>
        <a:prstGeom prst="chevron">
          <a:avLst>
            <a:gd name="adj" fmla="val 70610"/>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372B34-E723-41BB-B5D9-8C75621A9F95}">
      <dsp:nvSpPr>
        <dsp:cNvPr id="0" name=""/>
        <dsp:cNvSpPr/>
      </dsp:nvSpPr>
      <dsp:spPr>
        <a:xfrm>
          <a:off x="123855" y="1540625"/>
          <a:ext cx="7502926" cy="1097280"/>
        </a:xfrm>
        <a:prstGeom prst="rec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40" tIns="78740" rIns="78740" bIns="78740" numCol="1" spcCol="1270" anchor="ctr" anchorCtr="0">
          <a:noAutofit/>
        </a:bodyPr>
        <a:lstStyle/>
        <a:p>
          <a:pPr marL="0" lvl="0" indent="0" algn="l" defTabSz="1377950" rtl="0">
            <a:lnSpc>
              <a:spcPct val="90000"/>
            </a:lnSpc>
            <a:spcBef>
              <a:spcPct val="0"/>
            </a:spcBef>
            <a:spcAft>
              <a:spcPct val="35000"/>
            </a:spcAft>
            <a:buNone/>
          </a:pPr>
          <a:r>
            <a:rPr lang="en-GB" sz="3100" kern="1200" dirty="0"/>
            <a:t>An overview various components</a:t>
          </a:r>
        </a:p>
      </dsp:txBody>
      <dsp:txXfrm>
        <a:off x="123855" y="1540625"/>
        <a:ext cx="7502926" cy="109728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1790941D-EFFB-B745-9350-96412636191F}" type="datetimeFigureOut">
              <a:t>5/3/2026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3EC1122B-0F2E-B341-B8DA-D29E5DAE9BDC}" type="slidenum">
              <a:t>‹#›</a:t>
            </a:fld>
            <a:endParaRPr lang="en-US"/>
          </a:p>
        </p:txBody>
      </p:sp>
    </p:spTree>
    <p:extLst>
      <p:ext uri="{BB962C8B-B14F-4D97-AF65-F5344CB8AC3E}">
        <p14:creationId xmlns:p14="http://schemas.microsoft.com/office/powerpoint/2010/main" val="381090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37899A14-3C82-4D7A-A6BE-4EE9FB2A1AB8}" type="datetimeFigureOut">
              <a:rPr lang="en-US" smtClean="0"/>
              <a:t>5/3/2026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0599F28-8663-46C7-9050-41009FB8A0A3}" type="slidenum">
              <a:rPr lang="en-US" smtClean="0"/>
              <a:t>‹#›</a:t>
            </a:fld>
            <a:endParaRPr lang="en-US"/>
          </a:p>
        </p:txBody>
      </p:sp>
    </p:spTree>
    <p:extLst>
      <p:ext uri="{BB962C8B-B14F-4D97-AF65-F5344CB8AC3E}">
        <p14:creationId xmlns:p14="http://schemas.microsoft.com/office/powerpoint/2010/main" val="159098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Hello</a:t>
            </a:r>
            <a:r>
              <a:rPr lang="en-GB" sz="1200" kern="1200" baseline="0" dirty="0">
                <a:solidFill>
                  <a:schemeClr val="tx1"/>
                </a:solidFill>
                <a:effectLst/>
                <a:latin typeface="+mn-lt"/>
                <a:ea typeface="+mn-ea"/>
                <a:cs typeface="+mn-cs"/>
              </a:rPr>
              <a:t> everyone, t</a:t>
            </a:r>
            <a:r>
              <a:rPr lang="en-GB" dirty="0"/>
              <a:t>his session will explore the Big Data Fundamentals,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599F28-8663-46C7-9050-41009FB8A0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18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have already been told, the Big data is</a:t>
            </a:r>
          </a:p>
          <a:p>
            <a:pPr lvl="1"/>
            <a:r>
              <a:rPr lang="en-GB" dirty="0"/>
              <a:t>Large Volume of Data with Varying degree of formats, complexities, and ambiguities (Variety), generated at different Velocities.</a:t>
            </a:r>
          </a:p>
          <a:p>
            <a:pPr lvl="1"/>
            <a:r>
              <a:rPr lang="en-GB" dirty="0"/>
              <a:t>This cannot be processed using traditional technologies, methods, algorithms or any off-the-shelf solutions.</a:t>
            </a:r>
          </a:p>
          <a:p>
            <a:r>
              <a:rPr lang="en-GB" dirty="0"/>
              <a:t>You also know the big data</a:t>
            </a:r>
            <a:r>
              <a:rPr lang="en-GB" baseline="0" dirty="0"/>
              <a:t> technologies </a:t>
            </a:r>
            <a:endParaRPr lang="en-GB" dirty="0"/>
          </a:p>
          <a:p>
            <a:pPr lvl="1"/>
            <a:r>
              <a:rPr lang="en-GB" dirty="0"/>
              <a:t>Provide the ability to access a large volume of data to gain critical and useful insights</a:t>
            </a:r>
          </a:p>
          <a:p>
            <a:pPr lvl="1"/>
            <a:r>
              <a:rPr lang="en-GB" dirty="0"/>
              <a:t>The learning process is machine managed with minimum human intervention, hence the analysis is simpler and error-free.</a:t>
            </a:r>
          </a:p>
          <a:p>
            <a:pPr lvl="1"/>
            <a:endParaRPr lang="en-GB" dirty="0"/>
          </a:p>
          <a:p>
            <a:r>
              <a:rPr lang="en-GB" dirty="0"/>
              <a:t>So why is it in huge demand now? We can</a:t>
            </a:r>
            <a:r>
              <a:rPr lang="en-GB" baseline="0" dirty="0"/>
              <a:t> say,</a:t>
            </a:r>
            <a:endParaRPr lang="en-GB" dirty="0"/>
          </a:p>
          <a:p>
            <a:pPr lvl="1"/>
            <a:r>
              <a:rPr lang="en-GB" dirty="0"/>
              <a:t>Current technologies along with new data processing frameworks and platforms like NoSQL, Hadoop provide cost-effective and scalable solutions in comparison to the traditions data management platforms.</a:t>
            </a:r>
          </a:p>
          <a:p>
            <a:pPr lvl="1"/>
            <a:r>
              <a:rPr lang="en-GB" dirty="0"/>
              <a:t>Data, algorithms and methods have already existed with the traditional system, but scalability and flexibility of the processing architecture was a limitation.</a:t>
            </a:r>
          </a:p>
          <a:p>
            <a:pPr lvl="1"/>
            <a:r>
              <a:rPr lang="en-GB" dirty="0"/>
              <a:t>Traditional system supported the data analysis with a lot of human processing and analytic refinement</a:t>
            </a:r>
          </a:p>
          <a:p>
            <a:pPr lvl="1"/>
            <a:r>
              <a:rPr lang="en-GB" dirty="0"/>
              <a:t>Big Data introduced the automated data processing capability which is extremely fast, scalable and has flexible processing.</a:t>
            </a:r>
            <a:endParaRPr lang="en-US" sz="1650" dirty="0"/>
          </a:p>
          <a:p>
            <a:pPr lvl="1"/>
            <a:endParaRPr lang="en-GB"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2</a:t>
            </a:fld>
            <a:endParaRPr lang="en-US"/>
          </a:p>
        </p:txBody>
      </p:sp>
    </p:spTree>
    <p:extLst>
      <p:ext uri="{BB962C8B-B14F-4D97-AF65-F5344CB8AC3E}">
        <p14:creationId xmlns:p14="http://schemas.microsoft.com/office/powerpoint/2010/main" val="43634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organisation will have its own data requirements for big data processing. Here are some examples:</a:t>
            </a:r>
          </a:p>
          <a:p>
            <a:pPr lvl="1"/>
            <a:r>
              <a:rPr lang="en-GB" sz="1650" dirty="0"/>
              <a:t>Weather Data </a:t>
            </a:r>
          </a:p>
          <a:p>
            <a:pPr lvl="2"/>
            <a:r>
              <a:rPr lang="en-GB" dirty="0"/>
              <a:t>Lots of weather data reported by governments agencies around the world (met office UK), scientific organisations (World Meteorological Organisation – WMO a UN organisation), and consumers like farmers.  Television channels or radio channels need Key Performance Indicators of temperatures and forecasted conditions based on several factors</a:t>
            </a:r>
          </a:p>
          <a:p>
            <a:pPr lvl="1"/>
            <a:r>
              <a:rPr lang="en-GB" dirty="0"/>
              <a:t>Clinical Trials Data</a:t>
            </a:r>
          </a:p>
          <a:p>
            <a:pPr lvl="2"/>
            <a:r>
              <a:rPr lang="en-GB" dirty="0"/>
              <a:t>Pharmaceutical companies wanted to minimise the life cycle of processing for clinical trials data and manage the same with rules-based processing</a:t>
            </a:r>
          </a:p>
          <a:p>
            <a:pPr lvl="2"/>
            <a:r>
              <a:rPr lang="en-GB" sz="1200" b="0" i="0" kern="1200" dirty="0">
                <a:solidFill>
                  <a:schemeClr val="tx1"/>
                </a:solidFill>
                <a:effectLst/>
                <a:latin typeface="+mn-lt"/>
                <a:ea typeface="+mn-ea"/>
                <a:cs typeface="+mn-cs"/>
              </a:rPr>
              <a:t>“New vaccines” are</a:t>
            </a:r>
            <a:r>
              <a:rPr lang="en-GB" sz="1200" b="0" i="0" kern="1200" baseline="0" dirty="0">
                <a:solidFill>
                  <a:schemeClr val="tx1"/>
                </a:solidFill>
                <a:effectLst/>
                <a:latin typeface="+mn-lt"/>
                <a:ea typeface="+mn-ea"/>
                <a:cs typeface="+mn-cs"/>
              </a:rPr>
              <a:t> in </a:t>
            </a:r>
            <a:r>
              <a:rPr lang="en-GB" sz="1200" b="0" i="0" kern="1200" dirty="0">
                <a:solidFill>
                  <a:schemeClr val="tx1"/>
                </a:solidFill>
                <a:effectLst/>
                <a:latin typeface="+mn-lt"/>
                <a:ea typeface="+mn-ea"/>
                <a:cs typeface="+mn-cs"/>
              </a:rPr>
              <a:t>urgent need especially</a:t>
            </a:r>
            <a:r>
              <a:rPr lang="en-GB" sz="1200" b="0" i="0" kern="1200" baseline="0" dirty="0">
                <a:solidFill>
                  <a:schemeClr val="tx1"/>
                </a:solidFill>
                <a:effectLst/>
                <a:latin typeface="+mn-lt"/>
                <a:ea typeface="+mn-ea"/>
                <a:cs typeface="+mn-cs"/>
              </a:rPr>
              <a:t> in a situation similar to COVID 19, and also </a:t>
            </a:r>
            <a:r>
              <a:rPr lang="en-GB" sz="1200" b="0" i="0" kern="1200" dirty="0">
                <a:solidFill>
                  <a:schemeClr val="tx1"/>
                </a:solidFill>
                <a:effectLst/>
                <a:latin typeface="+mn-lt"/>
                <a:ea typeface="+mn-ea"/>
                <a:cs typeface="+mn-cs"/>
              </a:rPr>
              <a:t>generally in the society, in which economic growth, globalization, and immigration are leading to the emergence/re-emergence of old and new infectious agents at the animal-human interface. Big data technologies could play a key role in moving toward a tailored and personalized vaccine design and administration</a:t>
            </a:r>
            <a:endParaRPr lang="en-GB" dirty="0"/>
          </a:p>
          <a:p>
            <a:pPr lvl="1"/>
            <a:r>
              <a:rPr lang="en-GB" dirty="0"/>
              <a:t>Epidemiology</a:t>
            </a:r>
          </a:p>
          <a:p>
            <a:pPr lvl="2"/>
            <a:r>
              <a:rPr lang="en-GB" dirty="0"/>
              <a:t>Big data could play a vital role</a:t>
            </a:r>
            <a:r>
              <a:rPr lang="en-GB" baseline="0" dirty="0"/>
              <a:t> in providing the analytical capacity w</a:t>
            </a:r>
            <a:r>
              <a:rPr lang="en-GB" dirty="0"/>
              <a:t>hile dealing with the incidence, distribution, and possible control of diseases.</a:t>
            </a:r>
            <a:r>
              <a:rPr lang="en-GB" baseline="0" dirty="0"/>
              <a:t> Data analysis could help to find </a:t>
            </a:r>
            <a:r>
              <a:rPr lang="en-GB" dirty="0"/>
              <a:t>other factors relating to health for shaping the policy decisions as well as an evidence-based practise by identifying risk factors for disease and targets for preventive healthcare.</a:t>
            </a:r>
          </a:p>
          <a:p>
            <a:pPr lvl="2"/>
            <a:r>
              <a:rPr lang="en-GB" dirty="0"/>
              <a:t>Appropriate</a:t>
            </a:r>
            <a:r>
              <a:rPr lang="en-GB" baseline="0" dirty="0"/>
              <a:t> and accurate </a:t>
            </a:r>
            <a:r>
              <a:rPr lang="en-GB" dirty="0"/>
              <a:t>Data analysis could become the cornerstone of public health,</a:t>
            </a:r>
            <a:r>
              <a:rPr lang="en-GB" baseline="0" dirty="0"/>
              <a:t> however, there could be many pitfalls which should be carefully prevented from happening.</a:t>
            </a:r>
            <a:endParaRPr lang="en-US"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3</a:t>
            </a:fld>
            <a:endParaRPr lang="en-US"/>
          </a:p>
        </p:txBody>
      </p:sp>
    </p:spTree>
    <p:extLst>
      <p:ext uri="{BB962C8B-B14F-4D97-AF65-F5344CB8AC3E}">
        <p14:creationId xmlns:p14="http://schemas.microsoft.com/office/powerpoint/2010/main" val="3651839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very simple example:</a:t>
            </a:r>
          </a:p>
          <a:p>
            <a:pPr lvl="1"/>
            <a:r>
              <a:rPr lang="en-GB" dirty="0"/>
              <a:t>A fast-food restaurant chain wants to know the correlation between its sales and consumer traffic based on weather conditions. </a:t>
            </a:r>
          </a:p>
          <a:p>
            <a:pPr lvl="1"/>
            <a:r>
              <a:rPr lang="en-GB" dirty="0"/>
              <a:t>Historic pattern and current pattern needs to be integrated and analysed, social media sharing of consumer perspectives about the shopping experience and where the weather is mentioned is a key factor.</a:t>
            </a:r>
          </a:p>
          <a:p>
            <a:endParaRPr lang="en-GB"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4</a:t>
            </a:fld>
            <a:endParaRPr lang="en-US"/>
          </a:p>
        </p:txBody>
      </p:sp>
    </p:spTree>
    <p:extLst>
      <p:ext uri="{BB962C8B-B14F-4D97-AF65-F5344CB8AC3E}">
        <p14:creationId xmlns:p14="http://schemas.microsoft.com/office/powerpoint/2010/main" val="4228421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 possible set of sample data covering weather, customer</a:t>
            </a:r>
            <a:r>
              <a:rPr lang="en-GB" baseline="0" dirty="0"/>
              <a:t> </a:t>
            </a:r>
            <a:r>
              <a:rPr lang="en-GB" dirty="0"/>
              <a:t>sentiment, product</a:t>
            </a:r>
            <a:r>
              <a:rPr lang="en-GB" baseline="0" dirty="0"/>
              <a:t> competition, location and campaign details etc. highlighting the features, source and complexity.</a:t>
            </a:r>
          </a:p>
          <a:p>
            <a:r>
              <a:rPr lang="en-GB" baseline="0" dirty="0"/>
              <a:t>Pause the video and examine the details carefully.</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6</a:t>
            </a:fld>
            <a:endParaRPr lang="en-US"/>
          </a:p>
        </p:txBody>
      </p:sp>
    </p:spTree>
    <p:extLst>
      <p:ext uri="{BB962C8B-B14F-4D97-AF65-F5344CB8AC3E}">
        <p14:creationId xmlns:p14="http://schemas.microsoft.com/office/powerpoint/2010/main" val="3388519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A large volume of data available from different sources and in varied format</a:t>
            </a:r>
          </a:p>
          <a:p>
            <a:r>
              <a:rPr lang="en-GB" sz="2100" dirty="0"/>
              <a:t>The company observing the correlation between weather and food sales can answer the following types of questions more effectively</a:t>
            </a:r>
          </a:p>
          <a:p>
            <a:pPr lvl="1"/>
            <a:r>
              <a:rPr lang="en-GB" dirty="0"/>
              <a:t>What sales occurred across the US for a given day/week/month/quarter/year, and under various weather conditions?</a:t>
            </a:r>
          </a:p>
          <a:p>
            <a:pPr lvl="1"/>
            <a:r>
              <a:rPr lang="en-GB" dirty="0"/>
              <a:t>Did people prefer drive-thru in extreme weather conditions irrespective of the geography?</a:t>
            </a:r>
          </a:p>
          <a:p>
            <a:pPr lvl="1"/>
            <a:r>
              <a:rPr lang="en-GB" dirty="0"/>
              <a:t>Did restaurants along the highway get more traffic in drive-thru during regular versus abnormal weather?</a:t>
            </a:r>
          </a:p>
          <a:p>
            <a:pPr lvl="1"/>
            <a:r>
              <a:rPr lang="en-GB" dirty="0"/>
              <a:t>Did service interruptions occur due to weather?</a:t>
            </a:r>
          </a:p>
          <a:p>
            <a:pPr lvl="1"/>
            <a:r>
              <a:rPr lang="en-GB" dirty="0"/>
              <a:t>What is the tendency for business impact in abnormal weather?</a:t>
            </a:r>
          </a:p>
          <a:p>
            <a:pPr lvl="1"/>
            <a:r>
              <a:rPr lang="en-GB" dirty="0"/>
              <a:t>Does the restaurant need to staff more in different weather conditions? What is the budget impact in such situations?</a:t>
            </a:r>
          </a:p>
          <a:p>
            <a:pPr lvl="1"/>
            <a:r>
              <a:rPr lang="en-GB" dirty="0"/>
              <a:t>Does coffee sell more than burgers in the winter in Boston, and during the same time, do more cold beverages sell in Orlando?</a:t>
            </a:r>
          </a:p>
          <a:p>
            <a:pPr lvl="1"/>
            <a:r>
              <a:rPr lang="en-GB" dirty="0"/>
              <a:t>What are the customer expectations of pricing? Do they give feedback by phone, email or social media?</a:t>
            </a:r>
          </a:p>
          <a:p>
            <a:pPr lvl="1"/>
            <a:r>
              <a:rPr lang="en-GB" dirty="0"/>
              <a:t>What is the competition comparison by customers in social media?</a:t>
            </a:r>
            <a:endParaRPr lang="en-US" sz="2100"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10</a:t>
            </a:fld>
            <a:endParaRPr lang="en-US"/>
          </a:p>
        </p:txBody>
      </p:sp>
    </p:spTree>
    <p:extLst>
      <p:ext uri="{BB962C8B-B14F-4D97-AF65-F5344CB8AC3E}">
        <p14:creationId xmlns:p14="http://schemas.microsoft.com/office/powerpoint/2010/main" val="184179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100" dirty="0"/>
              <a:t>When all of the data listed in the previous slide is integrated and processed with appropriate business intelligent systems, it has provided the fast food centre with a better understanding of the following subject areas.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100" dirty="0"/>
              <a:t>	</a:t>
            </a:r>
            <a:r>
              <a:rPr lang="en-GB" dirty="0"/>
              <a:t>Customers</a:t>
            </a:r>
          </a:p>
          <a:p>
            <a:pPr lvl="1"/>
            <a:r>
              <a:rPr lang="en-GB" dirty="0"/>
              <a:t>Markets</a:t>
            </a:r>
          </a:p>
          <a:p>
            <a:pPr lvl="1"/>
            <a:r>
              <a:rPr lang="en-GB" dirty="0"/>
              <a:t>Products</a:t>
            </a:r>
          </a:p>
          <a:p>
            <a:pPr lvl="1"/>
            <a:r>
              <a:rPr lang="en-GB" dirty="0"/>
              <a:t>Vendors/Suppliers</a:t>
            </a:r>
          </a:p>
          <a:p>
            <a:pPr lvl="1"/>
            <a:r>
              <a:rPr lang="en-GB" dirty="0"/>
              <a:t>Contracts</a:t>
            </a:r>
          </a:p>
          <a:p>
            <a:pPr lvl="1"/>
            <a:r>
              <a:rPr lang="en-GB" dirty="0"/>
              <a:t>Staff Management</a:t>
            </a:r>
          </a:p>
          <a:p>
            <a:pPr lvl="1"/>
            <a:r>
              <a:rPr lang="en-GB" dirty="0"/>
              <a:t>Campaign</a:t>
            </a:r>
          </a:p>
          <a:p>
            <a:pPr lvl="1"/>
            <a:r>
              <a:rPr lang="en-GB" dirty="0"/>
              <a:t>Location Management</a:t>
            </a:r>
          </a:p>
          <a:p>
            <a:r>
              <a:rPr lang="en-GB" sz="2100" dirty="0"/>
              <a:t>The organisation can get a better insight into what drives the business, and how the weather can affect (power of the weather) the running the business, how it affects the consumers in general and what is the impact of that on the business.</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11</a:t>
            </a:fld>
            <a:endParaRPr lang="en-US"/>
          </a:p>
        </p:txBody>
      </p:sp>
    </p:spTree>
    <p:extLst>
      <p:ext uri="{BB962C8B-B14F-4D97-AF65-F5344CB8AC3E}">
        <p14:creationId xmlns:p14="http://schemas.microsoft.com/office/powerpoint/2010/main" val="120866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AS you can see from the example data is the valuable raw material for producing meaningful information. Data Growth is characterised by Volume (amount of Data), Velocity (speed of data in and out), and Variety (range of data type and sources).Innovation in technologies transformed the way we engage in business and provide services and the associated value and profitability.</a:t>
            </a:r>
          </a:p>
          <a:p>
            <a:r>
              <a:rPr lang="en-GB" sz="2100" dirty="0"/>
              <a:t>The business model transformation has a key role in data growth.</a:t>
            </a:r>
          </a:p>
          <a:p>
            <a:r>
              <a:rPr lang="en-GB" sz="2100" dirty="0"/>
              <a:t>Organisations are now service oriented rather than product-oriented. </a:t>
            </a:r>
          </a:p>
          <a:p>
            <a:endParaRPr lang="en-GB" sz="2100" dirty="0"/>
          </a:p>
          <a:p>
            <a:r>
              <a:rPr lang="en-GB" sz="2100" dirty="0"/>
              <a:t>The success of the organisation is measured by customer satisfaction (service and effectiveness), not by the usefulness of the product. </a:t>
            </a:r>
          </a:p>
          <a:p>
            <a:r>
              <a:rPr lang="en-GB" sz="2100" dirty="0"/>
              <a:t>Fundamental data required for the business remains the same, however huge amount of supporting data is generated through various mediums which need to be captured and analysed</a:t>
            </a:r>
            <a:r>
              <a:rPr lang="en-GB" sz="2100" baseline="0" dirty="0"/>
              <a:t> </a:t>
            </a:r>
            <a:r>
              <a:rPr lang="en-GB" sz="2100" dirty="0"/>
              <a:t>(Volume)</a:t>
            </a:r>
          </a:p>
          <a:p>
            <a:r>
              <a:rPr lang="en-GB" sz="2100" dirty="0"/>
              <a:t>Globalisation: key trend, changed the variety and the format of the data.  (Variety)</a:t>
            </a:r>
          </a:p>
          <a:p>
            <a:r>
              <a:rPr lang="en-GB" sz="2100" dirty="0"/>
              <a:t>Personalisation of services:  Businesses are measured by the personalisation of their services. (Velocity)</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12</a:t>
            </a:fld>
            <a:endParaRPr lang="en-US"/>
          </a:p>
        </p:txBody>
      </p:sp>
    </p:spTree>
    <p:extLst>
      <p:ext uri="{BB962C8B-B14F-4D97-AF65-F5344CB8AC3E}">
        <p14:creationId xmlns:p14="http://schemas.microsoft.com/office/powerpoint/2010/main" val="338727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Volume is characterised by the amount of data that is generated continuously. </a:t>
            </a:r>
          </a:p>
          <a:p>
            <a:r>
              <a:rPr lang="en-GB" dirty="0"/>
              <a:t>Data can be generated from various internal and external sources.</a:t>
            </a:r>
          </a:p>
          <a:p>
            <a:r>
              <a:rPr lang="en-GB" dirty="0"/>
              <a:t>Machine Data:</a:t>
            </a:r>
          </a:p>
          <a:p>
            <a:r>
              <a:rPr lang="en-GB" dirty="0"/>
              <a:t>Steady Patterns of numbers and Text occurs in a rapid-fire fashion.</a:t>
            </a:r>
          </a:p>
          <a:p>
            <a:r>
              <a:rPr lang="en-GB" dirty="0"/>
              <a:t>Examples</a:t>
            </a:r>
          </a:p>
          <a:p>
            <a:r>
              <a:rPr lang="en-GB" dirty="0"/>
              <a:t>Sensor Data: Sensors in the building to control the heating and cooling, sensors in the automobile. Similar structure but values depends on many factors. For example Robotic Arm in an assembly line sending signals for every movement.</a:t>
            </a:r>
          </a:p>
          <a:p>
            <a:r>
              <a:rPr lang="en-GB" dirty="0"/>
              <a:t>Application Log: Different devices generated application log</a:t>
            </a:r>
          </a:p>
          <a:p>
            <a:r>
              <a:rPr lang="en-GB" dirty="0"/>
              <a:t>Click Stream Data:  Clickstream log from internet portals and sites.</a:t>
            </a:r>
          </a:p>
          <a:p>
            <a:endParaRPr lang="en-GB" dirty="0"/>
          </a:p>
          <a:p>
            <a:r>
              <a:rPr lang="en-GB" dirty="0"/>
              <a:t>External of third party data:</a:t>
            </a:r>
          </a:p>
          <a:p>
            <a:r>
              <a:rPr lang="en-GB" dirty="0"/>
              <a:t>Data feed collected from external parties, for example, weather data </a:t>
            </a:r>
          </a:p>
          <a:p>
            <a:r>
              <a:rPr lang="en-GB" dirty="0"/>
              <a:t>Emails generated by its employees, customers and others </a:t>
            </a:r>
          </a:p>
          <a:p>
            <a:endParaRPr lang="en-GB" dirty="0"/>
          </a:p>
          <a:p>
            <a:r>
              <a:rPr lang="en-GB" dirty="0"/>
              <a:t>Data could be generated and collected form Contracts</a:t>
            </a:r>
          </a:p>
          <a:p>
            <a:r>
              <a:rPr lang="en-GB" dirty="0"/>
              <a:t>Different type of contracts generated by the company, classified as Human resources, legal, vendor, supplier, customer etc.</a:t>
            </a:r>
          </a:p>
        </p:txBody>
      </p:sp>
      <p:sp>
        <p:nvSpPr>
          <p:cNvPr id="4" name="Slide Number Placeholder 3"/>
          <p:cNvSpPr>
            <a:spLocks noGrp="1"/>
          </p:cNvSpPr>
          <p:nvPr>
            <p:ph type="sldNum" sz="quarter" idx="10"/>
          </p:nvPr>
        </p:nvSpPr>
        <p:spPr/>
        <p:txBody>
          <a:bodyPr/>
          <a:lstStyle/>
          <a:p>
            <a:fld id="{20599F28-8663-46C7-9050-41009FB8A0A3}" type="slidenum">
              <a:rPr lang="en-US" smtClean="0"/>
              <a:t>13</a:t>
            </a:fld>
            <a:endParaRPr lang="en-US"/>
          </a:p>
        </p:txBody>
      </p:sp>
    </p:spTree>
    <p:extLst>
      <p:ext uri="{BB962C8B-B14F-4D97-AF65-F5344CB8AC3E}">
        <p14:creationId xmlns:p14="http://schemas.microsoft.com/office/powerpoint/2010/main" val="995560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Other contributing factors to increase the data volume, especially with the advances in the digital technologies are:</a:t>
            </a:r>
          </a:p>
          <a:p>
            <a:endParaRPr lang="en-GB" sz="2100" dirty="0"/>
          </a:p>
          <a:p>
            <a:r>
              <a:rPr lang="en-GB" sz="2100" dirty="0"/>
              <a:t>Geo-Spatial </a:t>
            </a:r>
            <a:r>
              <a:rPr lang="en-GB" sz="2100" dirty="0" err="1"/>
              <a:t>DataMobile</a:t>
            </a:r>
            <a:r>
              <a:rPr lang="en-GB" sz="2100" dirty="0"/>
              <a:t> devices use GPS for navigation and personalisation. </a:t>
            </a:r>
          </a:p>
          <a:p>
            <a:r>
              <a:rPr lang="en-GB" sz="2100" dirty="0"/>
              <a:t>GPS added to the camera’s and camcorders to set the location of the picture was taken along with the date and other information.</a:t>
            </a:r>
          </a:p>
          <a:p>
            <a:endParaRPr lang="en-GB" sz="2100" dirty="0"/>
          </a:p>
          <a:p>
            <a:r>
              <a:rPr lang="en-GB" sz="2100" dirty="0"/>
              <a:t>Social media:</a:t>
            </a:r>
          </a:p>
          <a:p>
            <a:r>
              <a:rPr lang="en-GB" sz="2100" dirty="0"/>
              <a:t>The amount of data generated by the customers every minute provide extremely important insights into choices, trends, competitions, opinions, influences, connections, brand loyalty, brand management and much more. </a:t>
            </a:r>
          </a:p>
          <a:p>
            <a:endParaRPr lang="en-GB" sz="2100" dirty="0"/>
          </a:p>
          <a:p>
            <a:r>
              <a:rPr lang="en-GB" sz="2100" dirty="0"/>
              <a:t>Companies must make use of the available </a:t>
            </a:r>
            <a:r>
              <a:rPr lang="en-GB" sz="2100" dirty="0" err="1"/>
              <a:t>dataDifferent</a:t>
            </a:r>
            <a:r>
              <a:rPr lang="en-GB" sz="2100" dirty="0"/>
              <a:t> format, large volume, increased velocity etc.….</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14</a:t>
            </a:fld>
            <a:endParaRPr lang="en-US"/>
          </a:p>
        </p:txBody>
      </p:sp>
    </p:spTree>
    <p:extLst>
      <p:ext uri="{BB962C8B-B14F-4D97-AF65-F5344CB8AC3E}">
        <p14:creationId xmlns:p14="http://schemas.microsoft.com/office/powerpoint/2010/main" val="369992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100" dirty="0"/>
              <a:t>Velocity is the speed and direction of motion of an (physical) object.</a:t>
            </a:r>
          </a:p>
          <a:p>
            <a:r>
              <a:rPr lang="en-GB" sz="2100" dirty="0"/>
              <a:t>With current requirements data needs to be processed in a continuous stream, not as a batch</a:t>
            </a:r>
          </a:p>
          <a:p>
            <a:r>
              <a:rPr lang="en-GB" sz="2100" dirty="0"/>
              <a:t>For example, Amazon, Facebook, Yahoo, Google etc. operates by tracking the customer clicks and navigation on the websites and providing personalised browsing experience</a:t>
            </a:r>
          </a:p>
          <a:p>
            <a:r>
              <a:rPr lang="en-GB" sz="2100" dirty="0"/>
              <a:t>Millions of clicks every second resulting in a large amount of data</a:t>
            </a:r>
          </a:p>
          <a:p>
            <a:pPr lvl="1"/>
            <a:r>
              <a:rPr lang="en-GB" dirty="0"/>
              <a:t>The speed of the data generated by the user clicks on any website is a good example for Big Data Velocity.</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15</a:t>
            </a:fld>
            <a:endParaRPr lang="en-US"/>
          </a:p>
        </p:txBody>
      </p:sp>
    </p:spTree>
    <p:extLst>
      <p:ext uri="{BB962C8B-B14F-4D97-AF65-F5344CB8AC3E}">
        <p14:creationId xmlns:p14="http://schemas.microsoft.com/office/powerpoint/2010/main" val="3979083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a:t>
            </a:r>
            <a:r>
              <a:rPr lang="en-GB" baseline="0" dirty="0"/>
              <a:t> you can see from the examples listed in the slide, the data source like sensor data, mobile networks, and social media creates data in huge volume with high velocity.</a:t>
            </a:r>
          </a:p>
          <a:p>
            <a:endParaRPr lang="en-GB" dirty="0"/>
          </a:p>
          <a:p>
            <a:r>
              <a:rPr lang="en-GB" dirty="0"/>
              <a:t>Data velocity along with the data volume will be tricky for RDBMS, creating silos of solutions to process the data type means scalability will be an issue.</a:t>
            </a:r>
          </a:p>
          <a:p>
            <a:pPr lvl="1"/>
            <a:endParaRPr lang="en-GB" dirty="0"/>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16</a:t>
            </a:fld>
            <a:endParaRPr lang="en-US"/>
          </a:p>
        </p:txBody>
      </p:sp>
    </p:spTree>
    <p:extLst>
      <p:ext uri="{BB962C8B-B14F-4D97-AF65-F5344CB8AC3E}">
        <p14:creationId xmlns:p14="http://schemas.microsoft.com/office/powerpoint/2010/main" val="4194054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Big Data comes in different data formats</a:t>
            </a:r>
          </a:p>
          <a:p>
            <a:pPr lvl="1"/>
            <a:r>
              <a:rPr lang="en-GB" dirty="0"/>
              <a:t>Emails, Tweets, Social Media, Sensor Data, Video, Audio…. </a:t>
            </a:r>
          </a:p>
          <a:p>
            <a:pPr lvl="1"/>
            <a:r>
              <a:rPr lang="en-GB" dirty="0"/>
              <a:t>Every form of data is important</a:t>
            </a:r>
          </a:p>
          <a:p>
            <a:r>
              <a:rPr lang="en-GB" dirty="0"/>
              <a:t>Availability of appropriate metadata to identify what is in the actual data is very critical.</a:t>
            </a:r>
          </a:p>
          <a:p>
            <a:r>
              <a:rPr lang="en-GB" dirty="0"/>
              <a:t>Absence of metadata or partial metadata means processing delays</a:t>
            </a:r>
          </a:p>
        </p:txBody>
      </p:sp>
      <p:sp>
        <p:nvSpPr>
          <p:cNvPr id="4" name="Slide Number Placeholder 3"/>
          <p:cNvSpPr>
            <a:spLocks noGrp="1"/>
          </p:cNvSpPr>
          <p:nvPr>
            <p:ph type="sldNum" sz="quarter" idx="10"/>
          </p:nvPr>
        </p:nvSpPr>
        <p:spPr/>
        <p:txBody>
          <a:bodyPr/>
          <a:lstStyle/>
          <a:p>
            <a:fld id="{20599F28-8663-46C7-9050-41009FB8A0A3}" type="slidenum">
              <a:rPr lang="en-US" smtClean="0"/>
              <a:t>17</a:t>
            </a:fld>
            <a:endParaRPr lang="en-US"/>
          </a:p>
        </p:txBody>
      </p:sp>
    </p:spTree>
    <p:extLst>
      <p:ext uri="{BB962C8B-B14F-4D97-AF65-F5344CB8AC3E}">
        <p14:creationId xmlns:p14="http://schemas.microsoft.com/office/powerpoint/2010/main" val="2970204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a:t>
            </a:r>
            <a:r>
              <a:rPr lang="en-GB" baseline="0" dirty="0"/>
              <a:t> </a:t>
            </a:r>
            <a:r>
              <a:rPr lang="en-GB" dirty="0"/>
              <a:t>processing platforms that process different formats must ensure the following characteristics:</a:t>
            </a:r>
          </a:p>
          <a:p>
            <a:pPr lvl="1"/>
            <a:r>
              <a:rPr lang="en-GB" dirty="0"/>
              <a:t>Availability</a:t>
            </a:r>
          </a:p>
          <a:p>
            <a:pPr lvl="1"/>
            <a:r>
              <a:rPr lang="en-GB" dirty="0"/>
              <a:t>Distributed processing</a:t>
            </a:r>
          </a:p>
          <a:p>
            <a:pPr lvl="1"/>
            <a:r>
              <a:rPr lang="en-GB" dirty="0"/>
              <a:t>Image processing</a:t>
            </a:r>
          </a:p>
          <a:p>
            <a:pPr lvl="1"/>
            <a:r>
              <a:rPr lang="en-GB" dirty="0"/>
              <a:t>Graph processing</a:t>
            </a:r>
          </a:p>
          <a:p>
            <a:pPr lvl="1"/>
            <a:r>
              <a:rPr lang="en-GB" dirty="0"/>
              <a:t>Video and audio processing</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GB" dirty="0"/>
              <a:t>Scalability</a:t>
            </a:r>
          </a:p>
          <a:p>
            <a:pPr lvl="1"/>
            <a:r>
              <a:rPr lang="en-GB" dirty="0"/>
              <a:t>Fault tolerance etc.</a:t>
            </a:r>
          </a:p>
          <a:p>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18</a:t>
            </a:fld>
            <a:endParaRPr lang="en-US"/>
          </a:p>
        </p:txBody>
      </p:sp>
    </p:spTree>
    <p:extLst>
      <p:ext uri="{BB962C8B-B14F-4D97-AF65-F5344CB8AC3E}">
        <p14:creationId xmlns:p14="http://schemas.microsoft.com/office/powerpoint/2010/main" val="670320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GB" dirty="0"/>
              <a:t>So far we have discussed in detail about the three V’s associated with Big Data, Volume, Velocity and Variety.</a:t>
            </a:r>
          </a:p>
          <a:p>
            <a:pPr lvl="0" rtl="0"/>
            <a:r>
              <a:rPr lang="en-GB" dirty="0"/>
              <a:t>This can be extended with</a:t>
            </a:r>
          </a:p>
          <a:p>
            <a:pPr lvl="1" rtl="0"/>
            <a:r>
              <a:rPr lang="en-GB" dirty="0"/>
              <a:t>Vagueness </a:t>
            </a:r>
          </a:p>
          <a:p>
            <a:pPr lvl="2" rtl="0"/>
            <a:r>
              <a:rPr lang="en-GB" dirty="0"/>
              <a:t>Ambiguity, lack of metadata</a:t>
            </a:r>
          </a:p>
          <a:p>
            <a:pPr lvl="2" rtl="0"/>
            <a:r>
              <a:rPr lang="en-GB" dirty="0"/>
              <a:t>For example in a photograph or graph M and F could mean Male/Female, or Monday/Friday</a:t>
            </a:r>
          </a:p>
          <a:p>
            <a:pPr lvl="1" rtl="0"/>
            <a:r>
              <a:rPr lang="en-GB" dirty="0" err="1"/>
              <a:t>Virality</a:t>
            </a:r>
            <a:r>
              <a:rPr lang="en-GB" dirty="0"/>
              <a:t> </a:t>
            </a:r>
          </a:p>
          <a:p>
            <a:pPr lvl="2" rtl="0"/>
            <a:r>
              <a:rPr lang="en-GB" dirty="0"/>
              <a:t>How quickly the data is shared between people-to-people through a peer network. </a:t>
            </a:r>
          </a:p>
          <a:p>
            <a:pPr lvl="2" rtl="0"/>
            <a:r>
              <a:rPr lang="en-GB" dirty="0"/>
              <a:t>Rate of spread is measure in time, re-tweets. But understanding the context is important…</a:t>
            </a:r>
          </a:p>
          <a:p>
            <a:pPr lvl="2" rtl="0"/>
            <a:endParaRPr lang="en-GB" dirty="0"/>
          </a:p>
          <a:p>
            <a:pPr lvl="1" rtl="0"/>
            <a:r>
              <a:rPr lang="en-GB" dirty="0"/>
              <a:t>Viscosity </a:t>
            </a:r>
          </a:p>
          <a:p>
            <a:pPr lvl="2" rtl="0"/>
            <a:r>
              <a:rPr lang="en-GB" dirty="0"/>
              <a:t>Measures  the resistance (slow down) to flow in the volume of the data. </a:t>
            </a:r>
          </a:p>
          <a:p>
            <a:pPr lvl="2" rtl="0"/>
            <a:r>
              <a:rPr lang="en-GB" dirty="0"/>
              <a:t>Resistance can manifest in data flows, business rules or even be the limitation of the technology.</a:t>
            </a:r>
          </a:p>
          <a:p>
            <a:r>
              <a:rPr lang="en-GB" dirty="0"/>
              <a:t>Further studies suggest</a:t>
            </a:r>
            <a:r>
              <a:rPr lang="en-GB" baseline="0" dirty="0"/>
              <a:t> there 32 Vs.  Investigate the Vs associated with Big data,  which Vs re the most important? </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19</a:t>
            </a:fld>
            <a:endParaRPr lang="en-US"/>
          </a:p>
        </p:txBody>
      </p:sp>
    </p:spTree>
    <p:extLst>
      <p:ext uri="{BB962C8B-B14F-4D97-AF65-F5344CB8AC3E}">
        <p14:creationId xmlns:p14="http://schemas.microsoft.com/office/powerpoint/2010/main" val="1514920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 have seen that the recent advances in digital technologies and data collection</a:t>
            </a:r>
            <a:r>
              <a:rPr lang="en-GB" baseline="0" dirty="0"/>
              <a:t> </a:t>
            </a:r>
            <a:r>
              <a:rPr lang="en-GB" dirty="0"/>
              <a:t>led to data science and the emergence</a:t>
            </a:r>
            <a:r>
              <a:rPr lang="en-GB" baseline="0" dirty="0"/>
              <a:t> of big data. </a:t>
            </a:r>
            <a:r>
              <a:rPr lang="en-GB" sz="1200" kern="1200" dirty="0">
                <a:solidFill>
                  <a:schemeClr val="tx1"/>
                </a:solidFill>
                <a:effectLst/>
                <a:latin typeface="+mn-lt"/>
                <a:ea typeface="+mn-ea"/>
                <a:cs typeface="+mn-cs"/>
              </a:rPr>
              <a:t>Big data and big data analytics unquestionably have the potential to improve our lives. However,  many of them have valid concerns too.</a:t>
            </a:r>
          </a:p>
          <a:p>
            <a:r>
              <a:rPr lang="en-GB" sz="1200" kern="1200" dirty="0">
                <a:solidFill>
                  <a:schemeClr val="tx1"/>
                </a:solidFill>
                <a:effectLst/>
                <a:latin typeface="+mn-lt"/>
                <a:ea typeface="+mn-ea"/>
                <a:cs typeface="+mn-cs"/>
              </a:rPr>
              <a:t>How do Facebook and other social media platforms target advertising towards you?  Is this something you welcome or not?  As we go through this module we will be asking these questions quite often.</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20</a:t>
            </a:fld>
            <a:endParaRPr lang="en-US"/>
          </a:p>
        </p:txBody>
      </p:sp>
    </p:spTree>
    <p:extLst>
      <p:ext uri="{BB962C8B-B14F-4D97-AF65-F5344CB8AC3E}">
        <p14:creationId xmlns:p14="http://schemas.microsoft.com/office/powerpoint/2010/main" val="3986846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going further</a:t>
            </a:r>
            <a:r>
              <a:rPr lang="en-GB" baseline="0" dirty="0"/>
              <a:t> into the challenges and social implications of the big data analytics, we will have a quick overview of a few big data technologies.</a:t>
            </a:r>
            <a:endParaRPr lang="en-GB" dirty="0"/>
          </a:p>
        </p:txBody>
      </p:sp>
      <p:sp>
        <p:nvSpPr>
          <p:cNvPr id="4" name="Slide Number Placeholder 3"/>
          <p:cNvSpPr>
            <a:spLocks noGrp="1"/>
          </p:cNvSpPr>
          <p:nvPr>
            <p:ph type="sldNum" sz="quarter" idx="10"/>
          </p:nvPr>
        </p:nvSpPr>
        <p:spPr/>
        <p:txBody>
          <a:bodyPr/>
          <a:lstStyle/>
          <a:p>
            <a:fld id="{20599F28-8663-46C7-9050-41009FB8A0A3}" type="slidenum">
              <a:rPr lang="en-US" smtClean="0"/>
              <a:t>21</a:t>
            </a:fld>
            <a:endParaRPr lang="en-US"/>
          </a:p>
        </p:txBody>
      </p:sp>
    </p:spTree>
    <p:extLst>
      <p:ext uri="{BB962C8B-B14F-4D97-AF65-F5344CB8AC3E}">
        <p14:creationId xmlns:p14="http://schemas.microsoft.com/office/powerpoint/2010/main" val="34462763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a:lstStyle/>
          <a:p>
            <a:r>
              <a:rPr lang="en-US" dirty="0"/>
              <a:t>Click icon to add picture</a:t>
            </a:r>
            <a:endParaRPr 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a:effectLst/>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a:lstStyle/>
          <a:p>
            <a:r>
              <a:rPr lang="en-US" dirty="0"/>
              <a:t>Click icon to add picture</a:t>
            </a:r>
            <a:endParaRPr 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2208" y="123478"/>
            <a:ext cx="2625444" cy="553094"/>
          </a:xfrm>
          <a:prstGeom prst="rect">
            <a:avLst/>
          </a:prstGeom>
        </p:spPr>
      </p:pic>
    </p:spTree>
    <p:extLst>
      <p:ext uri="{BB962C8B-B14F-4D97-AF65-F5344CB8AC3E}">
        <p14:creationId xmlns:p14="http://schemas.microsoft.com/office/powerpoint/2010/main" val="403266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9" name="Text Placeholder 4"/>
          <p:cNvSpPr>
            <a:spLocks noGrp="1"/>
          </p:cNvSpPr>
          <p:nvPr>
            <p:ph type="body" sz="quarter" idx="10"/>
          </p:nvPr>
        </p:nvSpPr>
        <p:spPr>
          <a:xfrm>
            <a:off x="4572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4"/>
          <p:cNvSpPr>
            <a:spLocks noGrp="1"/>
          </p:cNvSpPr>
          <p:nvPr>
            <p:ph type="body" sz="quarter" idx="11"/>
          </p:nvPr>
        </p:nvSpPr>
        <p:spPr>
          <a:xfrm>
            <a:off x="47268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0692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dirty="0"/>
          </a:p>
        </p:txBody>
      </p:sp>
      <p:sp>
        <p:nvSpPr>
          <p:cNvPr id="11" name="Content Placeholder 3"/>
          <p:cNvSpPr>
            <a:spLocks noGrp="1"/>
          </p:cNvSpPr>
          <p:nvPr>
            <p:ph sz="quarter" idx="12"/>
          </p:nvPr>
        </p:nvSpPr>
        <p:spPr>
          <a:xfrm>
            <a:off x="472757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7363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47128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9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69040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71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90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anchor="ctr"/>
          <a:lstStyle>
            <a:lvl1pPr algn="ctr">
              <a:lnSpc>
                <a:spcPct val="150000"/>
              </a:lnSpc>
              <a:defRPr baseline="0"/>
            </a:lvl1pPr>
          </a:lstStyle>
          <a:p>
            <a:r>
              <a:rPr lang="en-US" dirty="0"/>
              <a:t>Click to edit section title</a:t>
            </a:r>
            <a:endParaRPr lang="en-GB" dirty="0"/>
          </a:p>
        </p:txBody>
      </p:sp>
      <p:pic>
        <p:nvPicPr>
          <p:cNvPr id="1026" name="Picture 2" descr="http://tempdevnwms.wpengine.com/wp-content/themes/hep-nwms/dist/images/emblem.44a935284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3608" y="1347614"/>
            <a:ext cx="984357"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029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anchor="ctr"/>
          <a:lstStyle>
            <a:lvl1pPr algn="ctr">
              <a:lnSpc>
                <a:spcPct val="150000"/>
              </a:lnSpc>
              <a:defRPr baseline="0">
                <a:solidFill>
                  <a:schemeClr val="bg1"/>
                </a:solidFill>
              </a:defRPr>
            </a:lvl1pPr>
          </a:lstStyle>
          <a:p>
            <a:r>
              <a:rPr lang="en-US" dirty="0"/>
              <a:t>Click to edit section title</a:t>
            </a:r>
            <a:endParaRPr lang="en-GB" dirty="0"/>
          </a:p>
        </p:txBody>
      </p:sp>
      <p:pic>
        <p:nvPicPr>
          <p:cNvPr id="4" name="Picture 2" descr="http://tempdevnwms.wpengine.com/wp-content/themes/hep-nwms/dist/images/decal@2x.12df835a84.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40861" y="3651870"/>
            <a:ext cx="1899310" cy="149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14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a:lstStyle/>
          <a:p>
            <a:r>
              <a:rPr lang="en-US"/>
              <a:t>Click to edit Master title style</a:t>
            </a:r>
            <a:endParaRPr lang="en-GB"/>
          </a:p>
        </p:txBody>
      </p:sp>
      <p:sp>
        <p:nvSpPr>
          <p:cNvPr id="3" name="SmartArt Placeholder 2"/>
          <p:cNvSpPr>
            <a:spLocks noGrp="1"/>
          </p:cNvSpPr>
          <p:nvPr>
            <p:ph type="dgm" idx="1"/>
          </p:nvPr>
        </p:nvSpPr>
        <p:spPr>
          <a:xfrm>
            <a:off x="686020" y="1485900"/>
            <a:ext cx="7771960" cy="3086100"/>
          </a:xfrm>
        </p:spPr>
        <p:txBody>
          <a:bodyPr/>
          <a:lstStyle/>
          <a:p>
            <a:pPr lvl="0"/>
            <a:endParaRPr lang="en-GB" noProof="0" dirty="0"/>
          </a:p>
        </p:txBody>
      </p:sp>
    </p:spTree>
    <p:extLst>
      <p:ext uri="{BB962C8B-B14F-4D97-AF65-F5344CB8AC3E}">
        <p14:creationId xmlns:p14="http://schemas.microsoft.com/office/powerpoint/2010/main" val="448418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a:lstStyle/>
          <a:p>
            <a:r>
              <a:rPr lang="en-US" dirty="0"/>
              <a:t>Click icon to add picture</a:t>
            </a:r>
            <a:endParaRPr 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a:effectLst/>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a:effectLst/>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a:effectLst/>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pic>
        <p:nvPicPr>
          <p:cNvPr id="4" name="Picture 3" descr="Text&#10;&#10;Description automatically generated">
            <a:extLst>
              <a:ext uri="{FF2B5EF4-FFF2-40B4-BE49-F238E27FC236}">
                <a16:creationId xmlns:a16="http://schemas.microsoft.com/office/drawing/2014/main" id="{38C6169D-4AE8-44B3-AFF4-FC5EC60BBE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244720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a:lstStyle/>
          <a:p>
            <a:r>
              <a:rPr lang="en-US" dirty="0"/>
              <a:t>Click icon to add picture</a:t>
            </a:r>
            <a:endParaRPr 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Module title goes here</a:t>
            </a:r>
          </a:p>
        </p:txBody>
      </p:sp>
      <p:sp>
        <p:nvSpPr>
          <p:cNvPr id="537" name="Text Placeholder 528"/>
          <p:cNvSpPr>
            <a:spLocks noGrp="1"/>
          </p:cNvSpPr>
          <p:nvPr>
            <p:ph type="body" sz="quarter" idx="16" hasCustomPrompt="1"/>
          </p:nvPr>
        </p:nvSpPr>
        <p:spPr>
          <a:xfrm>
            <a:off x="263120" y="4127916"/>
            <a:ext cx="874800" cy="381000"/>
          </a:xfrm>
          <a:noFill/>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CONL</a:t>
            </a:r>
          </a:p>
        </p:txBody>
      </p:sp>
      <p:sp>
        <p:nvSpPr>
          <p:cNvPr id="10" name="Text Placeholder 528"/>
          <p:cNvSpPr>
            <a:spLocks noGrp="1"/>
          </p:cNvSpPr>
          <p:nvPr>
            <p:ph type="body" sz="quarter" idx="17" hasCustomPrompt="1"/>
          </p:nvPr>
        </p:nvSpPr>
        <p:spPr>
          <a:xfrm>
            <a:off x="262250" y="4512726"/>
            <a:ext cx="874800" cy="381600"/>
          </a:xfrm>
          <a:noFill/>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701</a:t>
            </a:r>
          </a:p>
        </p:txBody>
      </p:sp>
      <p:pic>
        <p:nvPicPr>
          <p:cNvPr id="4" name="Picture 3" descr="Text&#10;&#10;Description automatically generated">
            <a:extLst>
              <a:ext uri="{FF2B5EF4-FFF2-40B4-BE49-F238E27FC236}">
                <a16:creationId xmlns:a16="http://schemas.microsoft.com/office/drawing/2014/main" id="{E8E23F1B-E794-4BFC-882E-E0548F235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7" y="81405"/>
            <a:ext cx="2799425" cy="685984"/>
          </a:xfrm>
          <a:prstGeom prst="rect">
            <a:avLst/>
          </a:prstGeom>
        </p:spPr>
      </p:pic>
    </p:spTree>
    <p:extLst>
      <p:ext uri="{BB962C8B-B14F-4D97-AF65-F5344CB8AC3E}">
        <p14:creationId xmlns:p14="http://schemas.microsoft.com/office/powerpoint/2010/main" val="216824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9" name="Text Placeholder 4"/>
          <p:cNvSpPr>
            <a:spLocks noGrp="1"/>
          </p:cNvSpPr>
          <p:nvPr>
            <p:ph type="body" sz="quarter" idx="10"/>
          </p:nvPr>
        </p:nvSpPr>
        <p:spPr>
          <a:xfrm>
            <a:off x="4572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4"/>
          <p:cNvSpPr>
            <a:spLocks noGrp="1"/>
          </p:cNvSpPr>
          <p:nvPr>
            <p:ph type="body" sz="quarter" idx="11"/>
          </p:nvPr>
        </p:nvSpPr>
        <p:spPr>
          <a:xfrm>
            <a:off x="47268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58A0FB72-1B76-4F7F-B002-5B2C2BE62E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01964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dirty="0"/>
          </a:p>
        </p:txBody>
      </p:sp>
      <p:sp>
        <p:nvSpPr>
          <p:cNvPr id="11" name="Content Placeholder 3"/>
          <p:cNvSpPr>
            <a:spLocks noGrp="1"/>
          </p:cNvSpPr>
          <p:nvPr>
            <p:ph sz="quarter" idx="12"/>
          </p:nvPr>
        </p:nvSpPr>
        <p:spPr>
          <a:xfrm>
            <a:off x="472757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Picture 2" descr="Text&#10;&#10;Description automatically generated">
            <a:extLst>
              <a:ext uri="{FF2B5EF4-FFF2-40B4-BE49-F238E27FC236}">
                <a16:creationId xmlns:a16="http://schemas.microsoft.com/office/drawing/2014/main" id="{00B7B23D-DB61-4F45-A2CC-2695882BD7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792553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E6167BB9-AB97-4628-BFB4-DF515673B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82623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4" descr="Text&#10;&#10;Description automatically generated">
            <a:extLst>
              <a:ext uri="{FF2B5EF4-FFF2-40B4-BE49-F238E27FC236}">
                <a16:creationId xmlns:a16="http://schemas.microsoft.com/office/drawing/2014/main" id="{EAEE50A6-8E45-400C-99B3-2A2BAD454CFD}"/>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36497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Picture 5" descr="Text&#10;&#10;Description automatically generated">
            <a:extLst>
              <a:ext uri="{FF2B5EF4-FFF2-40B4-BE49-F238E27FC236}">
                <a16:creationId xmlns:a16="http://schemas.microsoft.com/office/drawing/2014/main" id="{82AFAE68-AD39-4062-96A5-D7BC550DC4AF}"/>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818809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FFC52837-3E9E-49B3-9713-44DD6ADD8B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413627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4633FFA7-FE4E-4469-8216-B7BEF2CD62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69305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anchor="ctr"/>
          <a:lstStyle>
            <a:lvl1pPr algn="ctr">
              <a:lnSpc>
                <a:spcPct val="150000"/>
              </a:lnSpc>
              <a:defRPr baseline="0"/>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321AE078-C109-4797-9B4E-F1A750F96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3975" y="1400666"/>
            <a:ext cx="2799425" cy="685984"/>
          </a:xfrm>
          <a:prstGeom prst="rect">
            <a:avLst/>
          </a:prstGeom>
        </p:spPr>
      </p:pic>
    </p:spTree>
    <p:extLst>
      <p:ext uri="{BB962C8B-B14F-4D97-AF65-F5344CB8AC3E}">
        <p14:creationId xmlns:p14="http://schemas.microsoft.com/office/powerpoint/2010/main" val="132086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anchor="ctr"/>
          <a:lstStyle>
            <a:lvl1pPr algn="ctr">
              <a:lnSpc>
                <a:spcPct val="150000"/>
              </a:lnSpc>
              <a:defRPr baseline="0">
                <a:solidFill>
                  <a:schemeClr val="bg1"/>
                </a:solidFill>
              </a:defRPr>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8F2D78AD-81C6-483B-9469-A94C59B2AEF6}"/>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120675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a:lstStyle/>
          <a:p>
            <a:r>
              <a:rPr lang="en-US"/>
              <a:t>Click to edit Master title style</a:t>
            </a:r>
            <a:endParaRPr lang="en-GB"/>
          </a:p>
        </p:txBody>
      </p:sp>
      <p:sp>
        <p:nvSpPr>
          <p:cNvPr id="3" name="SmartArt Placeholder 2"/>
          <p:cNvSpPr>
            <a:spLocks noGrp="1"/>
          </p:cNvSpPr>
          <p:nvPr>
            <p:ph type="dgm" idx="1"/>
          </p:nvPr>
        </p:nvSpPr>
        <p:spPr>
          <a:xfrm>
            <a:off x="686020" y="1485900"/>
            <a:ext cx="7771960" cy="3086100"/>
          </a:xfrm>
        </p:spPr>
        <p:txBody>
          <a:bodyPr/>
          <a:lstStyle/>
          <a:p>
            <a:pPr lvl="0"/>
            <a:endParaRPr lang="en-GB" noProof="0" dirty="0"/>
          </a:p>
        </p:txBody>
      </p:sp>
      <p:pic>
        <p:nvPicPr>
          <p:cNvPr id="5" name="Picture 4" descr="Text&#10;&#10;Description automatically generated">
            <a:extLst>
              <a:ext uri="{FF2B5EF4-FFF2-40B4-BE49-F238E27FC236}">
                <a16:creationId xmlns:a16="http://schemas.microsoft.com/office/drawing/2014/main" id="{0142E6A8-5F73-439B-BDEE-7B5BBEB2E2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1891081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8768"/>
            <a:ext cx="7543800" cy="374461"/>
          </a:xfr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289447"/>
            <a:ext cx="4038600" cy="33087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289447"/>
            <a:ext cx="4038600" cy="33087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457200" y="4686300"/>
            <a:ext cx="2133600" cy="342900"/>
          </a:xfrm>
        </p:spPr>
        <p:txBody>
          <a:bodyPr/>
          <a:lstStyle>
            <a:lvl1pPr>
              <a:defRPr/>
            </a:lvl1pPr>
          </a:lstStyle>
          <a:p>
            <a:pPr>
              <a:defRPr/>
            </a:pPr>
            <a:endParaRPr lang="en-GB" altLang="en-US" dirty="0"/>
          </a:p>
        </p:txBody>
      </p:sp>
      <p:sp>
        <p:nvSpPr>
          <p:cNvPr id="6" name="Footer Placeholder 5"/>
          <p:cNvSpPr>
            <a:spLocks noGrp="1"/>
          </p:cNvSpPr>
          <p:nvPr>
            <p:ph type="ftr" sz="quarter" idx="11"/>
          </p:nvPr>
        </p:nvSpPr>
        <p:spPr>
          <a:xfrm>
            <a:off x="3124200" y="4686300"/>
            <a:ext cx="2895600" cy="342900"/>
          </a:xfrm>
        </p:spPr>
        <p:txBody>
          <a:bodyPr/>
          <a:lstStyle>
            <a:lvl1pPr>
              <a:defRPr/>
            </a:lvl1pPr>
          </a:lstStyle>
          <a:p>
            <a:pPr>
              <a:defRPr/>
            </a:pPr>
            <a:endParaRPr lang="en-GB" altLang="en-US" dirty="0"/>
          </a:p>
        </p:txBody>
      </p:sp>
      <p:sp>
        <p:nvSpPr>
          <p:cNvPr id="7" name="Slide Number Placeholder 6"/>
          <p:cNvSpPr>
            <a:spLocks noGrp="1"/>
          </p:cNvSpPr>
          <p:nvPr>
            <p:ph type="sldNum" sz="quarter" idx="12"/>
          </p:nvPr>
        </p:nvSpPr>
        <p:spPr>
          <a:xfrm>
            <a:off x="6553200" y="4686300"/>
            <a:ext cx="2133600" cy="342900"/>
          </a:xfrm>
        </p:spPr>
        <p:txBody>
          <a:bodyPr/>
          <a:lstStyle>
            <a:lvl1pPr>
              <a:defRPr/>
            </a:lvl1pPr>
          </a:lstStyle>
          <a:p>
            <a:pPr>
              <a:defRPr/>
            </a:pPr>
            <a:fld id="{F0A528F9-56C8-4EFC-9F5D-B6B2B9248EDA}" type="slidenum">
              <a:rPr lang="en-GB" altLang="en-US"/>
              <a:pPr>
                <a:defRPr/>
              </a:pPr>
              <a:t>‹#›</a:t>
            </a:fld>
            <a:endParaRPr lang="en-GB" altLang="en-US" dirty="0"/>
          </a:p>
        </p:txBody>
      </p:sp>
      <p:pic>
        <p:nvPicPr>
          <p:cNvPr id="9" name="Picture 8" descr="Text&#10;&#10;Description automatically generated">
            <a:extLst>
              <a:ext uri="{FF2B5EF4-FFF2-40B4-BE49-F238E27FC236}">
                <a16:creationId xmlns:a16="http://schemas.microsoft.com/office/drawing/2014/main" id="{44A17E67-1031-4E47-97FF-8E7D178F3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451176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endParaRPr lang="en-GB" altLang="en-US" dirty="0"/>
          </a:p>
        </p:txBody>
      </p:sp>
      <p:sp>
        <p:nvSpPr>
          <p:cNvPr id="7" name="Slide Number Placeholder 6"/>
          <p:cNvSpPr>
            <a:spLocks noGrp="1"/>
          </p:cNvSpPr>
          <p:nvPr>
            <p:ph type="sldNum" sz="quarter" idx="11"/>
          </p:nvPr>
        </p:nvSpPr>
        <p:spPr/>
        <p:txBody>
          <a:bodyPr rtlCol="0"/>
          <a:lstStyle/>
          <a:p>
            <a:pPr>
              <a:defRPr/>
            </a:pPr>
            <a:fld id="{41E91D9D-E116-435E-920D-F8709803F734}" type="slidenum">
              <a:rPr lang="en-GB" altLang="en-US" smtClean="0"/>
              <a:pPr>
                <a:defRPr/>
              </a:pPr>
              <a:t>‹#›</a:t>
            </a:fld>
            <a:endParaRPr lang="en-GB" altLang="en-US" dirty="0"/>
          </a:p>
        </p:txBody>
      </p:sp>
      <p:sp>
        <p:nvSpPr>
          <p:cNvPr id="8" name="Footer Placeholder 7"/>
          <p:cNvSpPr>
            <a:spLocks noGrp="1"/>
          </p:cNvSpPr>
          <p:nvPr>
            <p:ph type="ftr" sz="quarter" idx="12"/>
          </p:nvPr>
        </p:nvSpPr>
        <p:spPr/>
        <p:txBody>
          <a:bodyPr rtlCol="0"/>
          <a:lstStyle/>
          <a:p>
            <a:pPr>
              <a:defRPr/>
            </a:pPr>
            <a:endParaRPr lang="en-GB" altLang="en-US" dirty="0"/>
          </a:p>
        </p:txBody>
      </p:sp>
      <p:pic>
        <p:nvPicPr>
          <p:cNvPr id="3" name="Picture 2" descr="Text&#10;&#10;Description automatically generated">
            <a:extLst>
              <a:ext uri="{FF2B5EF4-FFF2-40B4-BE49-F238E27FC236}">
                <a16:creationId xmlns:a16="http://schemas.microsoft.com/office/drawing/2014/main" id="{92FC1329-CCF9-43F9-A859-01DBCA567B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32537988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1679"/>
            <a:ext cx="8229600" cy="4506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p:cNvSpPr>
            <a:spLocks noGrp="1"/>
          </p:cNvSpPr>
          <p:nvPr>
            <p:ph type="dt" sz="half" idx="10"/>
          </p:nvPr>
        </p:nvSpPr>
        <p:spPr>
          <a:xfrm>
            <a:off x="457200" y="4686300"/>
            <a:ext cx="2133600" cy="342900"/>
          </a:xfrm>
        </p:spPr>
        <p:txBody>
          <a:bodyPr/>
          <a:lstStyle>
            <a:lvl1pPr>
              <a:defRPr/>
            </a:lvl1pPr>
          </a:lstStyle>
          <a:p>
            <a:pPr>
              <a:defRPr/>
            </a:pPr>
            <a:endParaRPr lang="en-GB" altLang="en-US" dirty="0"/>
          </a:p>
        </p:txBody>
      </p:sp>
      <p:sp>
        <p:nvSpPr>
          <p:cNvPr id="4" name="Footer Placeholder 3"/>
          <p:cNvSpPr>
            <a:spLocks noGrp="1"/>
          </p:cNvSpPr>
          <p:nvPr>
            <p:ph type="ftr" sz="quarter" idx="11"/>
          </p:nvPr>
        </p:nvSpPr>
        <p:spPr>
          <a:xfrm>
            <a:off x="3124200" y="4686300"/>
            <a:ext cx="2895600" cy="342900"/>
          </a:xfrm>
        </p:spPr>
        <p:txBody>
          <a:bodyPr/>
          <a:lstStyle>
            <a:lvl1pPr>
              <a:defRPr/>
            </a:lvl1pPr>
          </a:lstStyle>
          <a:p>
            <a:pPr>
              <a:defRPr/>
            </a:pPr>
            <a:endParaRPr lang="en-GB" altLang="en-US" dirty="0"/>
          </a:p>
        </p:txBody>
      </p:sp>
      <p:sp>
        <p:nvSpPr>
          <p:cNvPr id="5" name="Slide Number Placeholder 4"/>
          <p:cNvSpPr>
            <a:spLocks noGrp="1"/>
          </p:cNvSpPr>
          <p:nvPr>
            <p:ph type="sldNum" sz="quarter" idx="12"/>
          </p:nvPr>
        </p:nvSpPr>
        <p:spPr>
          <a:xfrm>
            <a:off x="6553200" y="4686300"/>
            <a:ext cx="2133600" cy="342900"/>
          </a:xfrm>
        </p:spPr>
        <p:txBody>
          <a:bodyPr/>
          <a:lstStyle>
            <a:lvl1pPr>
              <a:defRPr/>
            </a:lvl1pPr>
          </a:lstStyle>
          <a:p>
            <a:pPr>
              <a:defRPr/>
            </a:pPr>
            <a:fld id="{50C0B751-15D4-4264-B243-8F97AEC5D62B}" type="slidenum">
              <a:rPr lang="en-GB" altLang="en-US"/>
              <a:pPr>
                <a:defRPr/>
              </a:pPr>
              <a:t>‹#›</a:t>
            </a:fld>
            <a:endParaRPr lang="en-GB" altLang="en-US" dirty="0"/>
          </a:p>
        </p:txBody>
      </p:sp>
      <p:pic>
        <p:nvPicPr>
          <p:cNvPr id="7" name="Picture 6" descr="Text&#10;&#10;Description automatically generated">
            <a:extLst>
              <a:ext uri="{FF2B5EF4-FFF2-40B4-BE49-F238E27FC236}">
                <a16:creationId xmlns:a16="http://schemas.microsoft.com/office/drawing/2014/main" id="{FE6E8EDF-E22B-4ECD-B567-C47C828CF6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22135"/>
            <a:ext cx="2799425" cy="685984"/>
          </a:xfrm>
          <a:prstGeom prst="rect">
            <a:avLst/>
          </a:prstGeom>
        </p:spPr>
      </p:pic>
    </p:spTree>
    <p:extLst>
      <p:ext uri="{BB962C8B-B14F-4D97-AF65-F5344CB8AC3E}">
        <p14:creationId xmlns:p14="http://schemas.microsoft.com/office/powerpoint/2010/main" val="69886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5" r:id="rId1"/>
    <p:sldLayoutId id="2147483672" r:id="rId2"/>
    <p:sldLayoutId id="2147483667" r:id="rId3"/>
    <p:sldLayoutId id="2147483678" r:id="rId4"/>
    <p:sldLayoutId id="2147483668" r:id="rId5"/>
    <p:sldLayoutId id="2147483671" r:id="rId6"/>
    <p:sldLayoutId id="2147483674" r:id="rId7"/>
    <p:sldLayoutId id="2147483675" r:id="rId8"/>
    <p:sldLayoutId id="2147483676" r:id="rId9"/>
    <p:sldLayoutId id="2147483670" r:id="rId10"/>
    <p:sldLayoutId id="2147483679"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574987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8"/>
          </p:nvPr>
        </p:nvPicPr>
        <p:blipFill rotWithShape="1">
          <a:blip r:embed="rId3">
            <a:extLst>
              <a:ext uri="{28A0092B-C50C-407E-A947-70E740481C1C}">
                <a14:useLocalDpi xmlns:a14="http://schemas.microsoft.com/office/drawing/2010/main" val="0"/>
              </a:ext>
            </a:extLst>
          </a:blip>
          <a:srcRect t="15900" b="15900"/>
          <a:stretch/>
        </p:blipFill>
        <p:spPr/>
      </p:pic>
      <p:sp>
        <p:nvSpPr>
          <p:cNvPr id="3" name="Title 2"/>
          <p:cNvSpPr>
            <a:spLocks noGrp="1"/>
          </p:cNvSpPr>
          <p:nvPr>
            <p:ph type="title"/>
          </p:nvPr>
        </p:nvSpPr>
        <p:spPr>
          <a:xfrm>
            <a:off x="1317075" y="4565135"/>
            <a:ext cx="7574325" cy="354264"/>
          </a:xfrm>
        </p:spPr>
        <p:txBody>
          <a:bodyPr/>
          <a:lstStyle/>
          <a:p>
            <a:r>
              <a:rPr lang="en-GB" dirty="0"/>
              <a:t>Big Data Fundamentals and Architecture</a:t>
            </a:r>
          </a:p>
        </p:txBody>
      </p:sp>
      <p:sp>
        <p:nvSpPr>
          <p:cNvPr id="4" name="Text Placeholder 3"/>
          <p:cNvSpPr>
            <a:spLocks noGrp="1"/>
          </p:cNvSpPr>
          <p:nvPr>
            <p:ph type="body" sz="quarter" idx="15"/>
          </p:nvPr>
        </p:nvSpPr>
        <p:spPr/>
        <p:txBody>
          <a:bodyPr/>
          <a:lstStyle/>
          <a:p>
            <a:r>
              <a:rPr lang="en-GB" dirty="0"/>
              <a:t>Database Systems and Data Analytics (Week 9)</a:t>
            </a:r>
          </a:p>
        </p:txBody>
      </p:sp>
      <p:sp>
        <p:nvSpPr>
          <p:cNvPr id="5" name="Text Placeholder 4"/>
          <p:cNvSpPr>
            <a:spLocks noGrp="1"/>
          </p:cNvSpPr>
          <p:nvPr>
            <p:ph type="body" sz="quarter" idx="16"/>
          </p:nvPr>
        </p:nvSpPr>
        <p:spPr/>
        <p:txBody>
          <a:bodyPr/>
          <a:lstStyle/>
          <a:p>
            <a:r>
              <a:rPr lang="en-GB" dirty="0"/>
              <a:t>COM</a:t>
            </a:r>
          </a:p>
        </p:txBody>
      </p:sp>
      <p:sp>
        <p:nvSpPr>
          <p:cNvPr id="6" name="Text Placeholder 5"/>
          <p:cNvSpPr>
            <a:spLocks noGrp="1"/>
          </p:cNvSpPr>
          <p:nvPr>
            <p:ph type="body" sz="quarter" idx="17"/>
          </p:nvPr>
        </p:nvSpPr>
        <p:spPr/>
        <p:txBody>
          <a:bodyPr/>
          <a:lstStyle/>
          <a:p>
            <a:r>
              <a:rPr lang="en-GB" dirty="0"/>
              <a:t>736</a:t>
            </a:r>
          </a:p>
        </p:txBody>
      </p:sp>
    </p:spTree>
    <p:extLst>
      <p:ext uri="{BB962C8B-B14F-4D97-AF65-F5344CB8AC3E}">
        <p14:creationId xmlns:p14="http://schemas.microsoft.com/office/powerpoint/2010/main" val="961523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vert="horz" wrap="square" lIns="0" tIns="45720" rIns="0" bIns="0" rtlCol="0" anchor="b" anchorCtr="0">
            <a:noAutofit/>
          </a:bodyPr>
          <a:lstStyle/>
          <a:p>
            <a:r>
              <a:rPr lang="en-US" sz="3300" dirty="0"/>
              <a:t>Big Data</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893676627"/>
              </p:ext>
            </p:extLst>
          </p:nvPr>
        </p:nvGraphicFramePr>
        <p:xfrm>
          <a:off x="457200" y="1131590"/>
          <a:ext cx="8507288" cy="3816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226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dirty="0"/>
              <a:t>Big Data</a:t>
            </a:r>
          </a:p>
        </p:txBody>
      </p:sp>
      <p:sp>
        <p:nvSpPr>
          <p:cNvPr id="37891" name="Rectangle 3"/>
          <p:cNvSpPr>
            <a:spLocks noGrp="1" noChangeArrowheads="1"/>
          </p:cNvSpPr>
          <p:nvPr>
            <p:ph sz="quarter" idx="10"/>
          </p:nvPr>
        </p:nvSpPr>
        <p:spPr>
          <a:xfrm>
            <a:off x="457200" y="1131590"/>
            <a:ext cx="8229600" cy="3649960"/>
          </a:xfrm>
        </p:spPr>
        <p:txBody>
          <a:bodyPr>
            <a:normAutofit fontScale="85000" lnSpcReduction="10000"/>
          </a:bodyPr>
          <a:lstStyle/>
          <a:p>
            <a:r>
              <a:rPr lang="en-GB" dirty="0"/>
              <a:t>Each organisation will have its own data requirements for big data processing</a:t>
            </a:r>
          </a:p>
          <a:p>
            <a:pPr lvl="1"/>
            <a:r>
              <a:rPr lang="en-GB" sz="1650" dirty="0"/>
              <a:t>Weather Data </a:t>
            </a:r>
          </a:p>
          <a:p>
            <a:pPr lvl="2"/>
            <a:r>
              <a:rPr lang="en-GB" dirty="0"/>
              <a:t>Governments agencies, scientific organisations, and consumers like farmers, Television channels or radio channels </a:t>
            </a:r>
          </a:p>
          <a:p>
            <a:pPr lvl="1"/>
            <a:r>
              <a:rPr lang="en-GB" dirty="0"/>
              <a:t>Clinical Trials Data</a:t>
            </a:r>
          </a:p>
          <a:p>
            <a:pPr lvl="2"/>
            <a:r>
              <a:rPr lang="en-GB" dirty="0"/>
              <a:t>Pharmaceutical companies</a:t>
            </a:r>
          </a:p>
          <a:p>
            <a:pPr lvl="2"/>
            <a:r>
              <a:rPr lang="en-GB" dirty="0"/>
              <a:t>Personalised Vaccines?</a:t>
            </a:r>
          </a:p>
          <a:p>
            <a:pPr lvl="1"/>
            <a:r>
              <a:rPr lang="en-GB" dirty="0"/>
              <a:t>Epidemiology</a:t>
            </a:r>
          </a:p>
          <a:p>
            <a:pPr lvl="2"/>
            <a:r>
              <a:rPr lang="en-GB" dirty="0"/>
              <a:t>Shaping the policy decisions as well as evidence-based practice</a:t>
            </a:r>
          </a:p>
          <a:p>
            <a:pPr lvl="2"/>
            <a:r>
              <a:rPr lang="en-GB" dirty="0"/>
              <a:t>Disease prevention and control strategies</a:t>
            </a:r>
          </a:p>
          <a:p>
            <a:pPr lvl="2"/>
            <a:r>
              <a:rPr lang="en-GB" dirty="0"/>
              <a:t>Cornerstone of public health</a:t>
            </a:r>
          </a:p>
        </p:txBody>
      </p:sp>
    </p:spTree>
    <p:extLst>
      <p:ext uri="{BB962C8B-B14F-4D97-AF65-F5344CB8AC3E}">
        <p14:creationId xmlns:p14="http://schemas.microsoft.com/office/powerpoint/2010/main" val="1960517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anim calcmode="lin" valueType="num">
                                      <p:cBhvr additive="base">
                                        <p:cTn id="13"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anim calcmode="lin" valueType="num">
                                      <p:cBhvr additive="base">
                                        <p:cTn id="19"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891">
                                            <p:txEl>
                                              <p:pRg st="4" end="4"/>
                                            </p:txEl>
                                          </p:spTgt>
                                        </p:tgtEl>
                                        <p:attrNameLst>
                                          <p:attrName>style.visibility</p:attrName>
                                        </p:attrNameLst>
                                      </p:cBhvr>
                                      <p:to>
                                        <p:strVal val="visible"/>
                                      </p:to>
                                    </p:set>
                                    <p:anim calcmode="lin" valueType="num">
                                      <p:cBhvr additive="base">
                                        <p:cTn id="25"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8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891">
                                            <p:txEl>
                                              <p:pRg st="5" end="5"/>
                                            </p:txEl>
                                          </p:spTgt>
                                        </p:tgtEl>
                                        <p:attrNameLst>
                                          <p:attrName>style.visibility</p:attrName>
                                        </p:attrNameLst>
                                      </p:cBhvr>
                                      <p:to>
                                        <p:strVal val="visible"/>
                                      </p:to>
                                    </p:set>
                                    <p:anim calcmode="lin" valueType="num">
                                      <p:cBhvr additive="base">
                                        <p:cTn id="31"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891">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7891">
                                            <p:txEl>
                                              <p:pRg st="6" end="6"/>
                                            </p:txEl>
                                          </p:spTgt>
                                        </p:tgtEl>
                                        <p:attrNameLst>
                                          <p:attrName>style.visibility</p:attrName>
                                        </p:attrNameLst>
                                      </p:cBhvr>
                                      <p:to>
                                        <p:strVal val="visible"/>
                                      </p:to>
                                    </p:set>
                                    <p:anim calcmode="lin" valueType="num">
                                      <p:cBhvr additive="base">
                                        <p:cTn id="35"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891">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891">
                                            <p:txEl>
                                              <p:pRg st="7" end="7"/>
                                            </p:txEl>
                                          </p:spTgt>
                                        </p:tgtEl>
                                        <p:attrNameLst>
                                          <p:attrName>style.visibility</p:attrName>
                                        </p:attrNameLst>
                                      </p:cBhvr>
                                      <p:to>
                                        <p:strVal val="visible"/>
                                      </p:to>
                                    </p:set>
                                    <p:anim calcmode="lin" valueType="num">
                                      <p:cBhvr additive="base">
                                        <p:cTn id="39" dur="500" fill="hold"/>
                                        <p:tgtEl>
                                          <p:spTgt spid="37891">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891">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7891">
                                            <p:txEl>
                                              <p:pRg st="8" end="8"/>
                                            </p:txEl>
                                          </p:spTgt>
                                        </p:tgtEl>
                                        <p:attrNameLst>
                                          <p:attrName>style.visibility</p:attrName>
                                        </p:attrNameLst>
                                      </p:cBhvr>
                                      <p:to>
                                        <p:strVal val="visible"/>
                                      </p:to>
                                    </p:set>
                                    <p:anim calcmode="lin" valueType="num">
                                      <p:cBhvr additive="base">
                                        <p:cTn id="43" dur="500" fill="hold"/>
                                        <p:tgtEl>
                                          <p:spTgt spid="3789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891">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7891">
                                            <p:txEl>
                                              <p:pRg st="9" end="9"/>
                                            </p:txEl>
                                          </p:spTgt>
                                        </p:tgtEl>
                                        <p:attrNameLst>
                                          <p:attrName>style.visibility</p:attrName>
                                        </p:attrNameLst>
                                      </p:cBhvr>
                                      <p:to>
                                        <p:strVal val="visible"/>
                                      </p:to>
                                    </p:set>
                                    <p:anim calcmode="lin" valueType="num">
                                      <p:cBhvr additive="base">
                                        <p:cTn id="47" dur="500" fill="hold"/>
                                        <p:tgtEl>
                                          <p:spTgt spid="37891">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789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t>Example</a:t>
            </a:r>
          </a:p>
        </p:txBody>
      </p:sp>
      <p:sp>
        <p:nvSpPr>
          <p:cNvPr id="38915" name="Rectangle 3"/>
          <p:cNvSpPr>
            <a:spLocks noGrp="1" noChangeArrowheads="1"/>
          </p:cNvSpPr>
          <p:nvPr>
            <p:ph sz="quarter" idx="10"/>
          </p:nvPr>
        </p:nvSpPr>
        <p:spPr/>
        <p:txBody>
          <a:bodyPr>
            <a:normAutofit/>
          </a:bodyPr>
          <a:lstStyle/>
          <a:p>
            <a:r>
              <a:rPr lang="en-GB" sz="2100" dirty="0"/>
              <a:t>Fast Food Restaurant </a:t>
            </a:r>
            <a:r>
              <a:rPr lang="en-GB" sz="1100" dirty="0"/>
              <a:t>[1]</a:t>
            </a:r>
            <a:endParaRPr lang="en-GB" sz="1100" i="1" dirty="0"/>
          </a:p>
          <a:p>
            <a:pPr lvl="1"/>
            <a:r>
              <a:rPr lang="en-GB" dirty="0"/>
              <a:t>A fast-food restaurant chain wants to know the correlation between its sales and consumer traffic based on weather conditions. </a:t>
            </a:r>
          </a:p>
          <a:p>
            <a:pPr lvl="1"/>
            <a:r>
              <a:rPr lang="en-GB" dirty="0"/>
              <a:t>Historic pattern and current pattern needs to be integrated and analysed, social media sharing of consumer perspectives about shopping experience and were weather is mentioned is a key factor.</a:t>
            </a:r>
          </a:p>
          <a:p>
            <a:pPr marL="457200" lvl="1" indent="0">
              <a:buNone/>
            </a:pPr>
            <a:endParaRPr lang="en-GB" dirty="0"/>
          </a:p>
          <a:p>
            <a:pPr marL="0" indent="0" algn="r" fontAlgn="t">
              <a:buNone/>
            </a:pPr>
            <a:r>
              <a:rPr lang="en-US" sz="1050" dirty="0"/>
              <a:t>[1] K. Krishnan, Data Warehouse In The Age of Big Data, Elsevier, 2013. </a:t>
            </a:r>
            <a:endParaRPr lang="en-GB" sz="1600" dirty="0"/>
          </a:p>
          <a:p>
            <a:pPr marL="457200" lvl="1" indent="0" algn="r">
              <a:buNone/>
            </a:pPr>
            <a:endParaRPr lang="en-GB" dirty="0"/>
          </a:p>
          <a:p>
            <a:pPr eaLnBrk="1" hangingPunct="1">
              <a:lnSpc>
                <a:spcPct val="80000"/>
              </a:lnSpc>
            </a:pPr>
            <a:endParaRPr lang="en-US" sz="2100" dirty="0"/>
          </a:p>
        </p:txBody>
      </p:sp>
    </p:spTree>
    <p:extLst>
      <p:ext uri="{BB962C8B-B14F-4D97-AF65-F5344CB8AC3E}">
        <p14:creationId xmlns:p14="http://schemas.microsoft.com/office/powerpoint/2010/main" val="353043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anim calcmode="lin" valueType="num">
                                      <p:cBhvr additive="base">
                                        <p:cTn id="11"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91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anim calcmode="lin" valueType="num">
                                      <p:cBhvr additive="base">
                                        <p:cTn id="15" dur="5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8915">
                                            <p:txEl>
                                              <p:pRg st="4" end="4"/>
                                            </p:txEl>
                                          </p:spTgt>
                                        </p:tgtEl>
                                        <p:attrNameLst>
                                          <p:attrName>style.visibility</p:attrName>
                                        </p:attrNameLst>
                                      </p:cBhvr>
                                      <p:to>
                                        <p:strVal val="visible"/>
                                      </p:to>
                                    </p:set>
                                    <p:anim calcmode="lin" valueType="num">
                                      <p:cBhvr additive="base">
                                        <p:cTn id="21" dur="5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89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3D55-E7FB-20A8-D45C-94BD47C39BF7}"/>
              </a:ext>
            </a:extLst>
          </p:cNvPr>
          <p:cNvSpPr>
            <a:spLocks noGrp="1"/>
          </p:cNvSpPr>
          <p:nvPr>
            <p:ph type="title"/>
          </p:nvPr>
        </p:nvSpPr>
        <p:spPr>
          <a:xfrm>
            <a:off x="457200" y="513194"/>
            <a:ext cx="8229600" cy="382156"/>
          </a:xfrm>
        </p:spPr>
        <p:txBody>
          <a:bodyPr/>
          <a:lstStyle/>
          <a:p>
            <a:r>
              <a:rPr lang="en-US" dirty="0">
                <a:latin typeface="Century Gothic"/>
                <a:cs typeface="Arial"/>
              </a:rPr>
              <a:t>Example Earth Imaging analysis</a:t>
            </a:r>
            <a:endParaRPr lang="en-US" dirty="0"/>
          </a:p>
        </p:txBody>
      </p:sp>
      <p:sp>
        <p:nvSpPr>
          <p:cNvPr id="3" name="Content Placeholder 2">
            <a:extLst>
              <a:ext uri="{FF2B5EF4-FFF2-40B4-BE49-F238E27FC236}">
                <a16:creationId xmlns:a16="http://schemas.microsoft.com/office/drawing/2014/main" id="{C157EF3A-791E-AAA0-367B-128B534B8642}"/>
              </a:ext>
            </a:extLst>
          </p:cNvPr>
          <p:cNvSpPr>
            <a:spLocks noGrp="1"/>
          </p:cNvSpPr>
          <p:nvPr>
            <p:ph sz="quarter" idx="10"/>
          </p:nvPr>
        </p:nvSpPr>
        <p:spPr>
          <a:xfrm>
            <a:off x="291766" y="1103395"/>
            <a:ext cx="4447173" cy="3497681"/>
          </a:xfrm>
        </p:spPr>
        <p:txBody>
          <a:bodyPr vert="horz" lIns="91440" tIns="45720" rIns="91440" bIns="45720" rtlCol="0" anchor="t">
            <a:normAutofit/>
          </a:bodyPr>
          <a:lstStyle/>
          <a:p>
            <a:r>
              <a:rPr lang="en-US" dirty="0">
                <a:latin typeface="Century Gothic"/>
                <a:cs typeface="Helvetica"/>
              </a:rPr>
              <a:t>- using algorithm over earth imagine dataset</a:t>
            </a:r>
            <a:endParaRPr lang="en-US" dirty="0"/>
          </a:p>
          <a:p>
            <a:r>
              <a:rPr lang="en-US" dirty="0">
                <a:latin typeface="Century Gothic"/>
                <a:cs typeface="Helvetica"/>
              </a:rPr>
              <a:t>Highlighting the most important (spectrally-observable) phenomena of crop development in a  way that allows discrimination of specific crops.</a:t>
            </a:r>
          </a:p>
        </p:txBody>
      </p:sp>
      <p:pic>
        <p:nvPicPr>
          <p:cNvPr id="4" name="Picture 4" descr="Map&#10;&#10;Description automatically generated">
            <a:extLst>
              <a:ext uri="{FF2B5EF4-FFF2-40B4-BE49-F238E27FC236}">
                <a16:creationId xmlns:a16="http://schemas.microsoft.com/office/drawing/2014/main" id="{3B82608B-1584-5A4E-BAF1-46F1E0EE5D70}"/>
              </a:ext>
            </a:extLst>
          </p:cNvPr>
          <p:cNvPicPr>
            <a:picLocks noChangeAspect="1"/>
          </p:cNvPicPr>
          <p:nvPr/>
        </p:nvPicPr>
        <p:blipFill>
          <a:blip r:embed="rId2"/>
          <a:stretch>
            <a:fillRect/>
          </a:stretch>
        </p:blipFill>
        <p:spPr>
          <a:xfrm>
            <a:off x="4700374" y="1405083"/>
            <a:ext cx="3983956" cy="2777282"/>
          </a:xfrm>
          <a:prstGeom prst="rect">
            <a:avLst/>
          </a:prstGeom>
        </p:spPr>
      </p:pic>
      <p:sp>
        <p:nvSpPr>
          <p:cNvPr id="5" name="TextBox 4">
            <a:extLst>
              <a:ext uri="{FF2B5EF4-FFF2-40B4-BE49-F238E27FC236}">
                <a16:creationId xmlns:a16="http://schemas.microsoft.com/office/drawing/2014/main" id="{99E40C7D-85D7-A91B-698F-D072A3359E98}"/>
              </a:ext>
            </a:extLst>
          </p:cNvPr>
          <p:cNvSpPr txBox="1"/>
          <p:nvPr/>
        </p:nvSpPr>
        <p:spPr>
          <a:xfrm>
            <a:off x="617185" y="4221551"/>
            <a:ext cx="758244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Kasturi Devi </a:t>
            </a:r>
            <a:r>
              <a:rPr lang="en-US" dirty="0" err="1">
                <a:cs typeface="Calibri"/>
              </a:rPr>
              <a:t>Kanniah</a:t>
            </a:r>
            <a:r>
              <a:rPr lang="en-US" dirty="0">
                <a:cs typeface="Calibri"/>
              </a:rPr>
              <a:t> and </a:t>
            </a:r>
            <a:r>
              <a:rPr lang="en-US" dirty="0" err="1">
                <a:cs typeface="Calibri"/>
              </a:rPr>
              <a:t>Phoey</a:t>
            </a:r>
            <a:r>
              <a:rPr lang="en-US" dirty="0">
                <a:cs typeface="Calibri"/>
              </a:rPr>
              <a:t> </a:t>
            </a:r>
            <a:r>
              <a:rPr lang="en-US" dirty="0" err="1">
                <a:cs typeface="Calibri"/>
              </a:rPr>
              <a:t>Lee,Generation</a:t>
            </a:r>
            <a:r>
              <a:rPr lang="en-US" dirty="0">
                <a:cs typeface="Calibri"/>
              </a:rPr>
              <a:t> of Tasseled Cap Transformation </a:t>
            </a:r>
            <a:r>
              <a:rPr lang="en-US" dirty="0" err="1">
                <a:cs typeface="Calibri"/>
              </a:rPr>
              <a:t>Coeffiecients</a:t>
            </a:r>
            <a:r>
              <a:rPr lang="en-US" dirty="0">
                <a:cs typeface="Calibri"/>
              </a:rPr>
              <a:t> for the use of TiungSAT-1 Multi Spectral Earth Imaging System (MSEIS) Data</a:t>
            </a:r>
            <a:endParaRPr lang="en-US" dirty="0"/>
          </a:p>
        </p:txBody>
      </p:sp>
    </p:spTree>
    <p:extLst>
      <p:ext uri="{BB962C8B-B14F-4D97-AF65-F5344CB8AC3E}">
        <p14:creationId xmlns:p14="http://schemas.microsoft.com/office/powerpoint/2010/main" val="20760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a:t>Sample Data set for Analysis</a:t>
            </a:r>
          </a:p>
        </p:txBody>
      </p:sp>
      <p:graphicFrame>
        <p:nvGraphicFramePr>
          <p:cNvPr id="3" name="Table 2"/>
          <p:cNvGraphicFramePr>
            <a:graphicFrameLocks noGrp="1"/>
          </p:cNvGraphicFramePr>
          <p:nvPr>
            <p:extLst>
              <p:ext uri="{D42A27DB-BD31-4B8C-83A1-F6EECF244321}">
                <p14:modId xmlns:p14="http://schemas.microsoft.com/office/powerpoint/2010/main" val="1007043594"/>
              </p:ext>
            </p:extLst>
          </p:nvPr>
        </p:nvGraphicFramePr>
        <p:xfrm>
          <a:off x="423163" y="1131590"/>
          <a:ext cx="8507288" cy="3790199"/>
        </p:xfrm>
        <a:graphic>
          <a:graphicData uri="http://schemas.openxmlformats.org/drawingml/2006/table">
            <a:tbl>
              <a:tblPr firstRow="1" firstCol="1" bandRow="1">
                <a:tableStyleId>{00A15C55-8517-42AA-B614-E9B94910E393}</a:tableStyleId>
              </a:tblPr>
              <a:tblGrid>
                <a:gridCol w="903429">
                  <a:extLst>
                    <a:ext uri="{9D8B030D-6E8A-4147-A177-3AD203B41FA5}">
                      <a16:colId xmlns:a16="http://schemas.microsoft.com/office/drawing/2014/main" val="20000"/>
                    </a:ext>
                  </a:extLst>
                </a:gridCol>
                <a:gridCol w="3579820">
                  <a:extLst>
                    <a:ext uri="{9D8B030D-6E8A-4147-A177-3AD203B41FA5}">
                      <a16:colId xmlns:a16="http://schemas.microsoft.com/office/drawing/2014/main" val="20001"/>
                    </a:ext>
                  </a:extLst>
                </a:gridCol>
                <a:gridCol w="2123326">
                  <a:extLst>
                    <a:ext uri="{9D8B030D-6E8A-4147-A177-3AD203B41FA5}">
                      <a16:colId xmlns:a16="http://schemas.microsoft.com/office/drawing/2014/main" val="20002"/>
                    </a:ext>
                  </a:extLst>
                </a:gridCol>
                <a:gridCol w="1900713">
                  <a:extLst>
                    <a:ext uri="{9D8B030D-6E8A-4147-A177-3AD203B41FA5}">
                      <a16:colId xmlns:a16="http://schemas.microsoft.com/office/drawing/2014/main" val="20003"/>
                    </a:ext>
                  </a:extLst>
                </a:gridCol>
              </a:tblGrid>
              <a:tr h="180787">
                <a:tc>
                  <a:txBody>
                    <a:bodyPr/>
                    <a:lstStyle/>
                    <a:p>
                      <a:pPr>
                        <a:lnSpc>
                          <a:spcPct val="115000"/>
                        </a:lnSpc>
                        <a:spcAft>
                          <a:spcPts val="0"/>
                        </a:spcAft>
                      </a:pPr>
                      <a:r>
                        <a:rPr lang="en-GB" sz="1100" dirty="0">
                          <a:effectLst/>
                        </a:rPr>
                        <a:t>Data</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Features</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Source</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Complexity</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0"/>
                  </a:ext>
                </a:extLst>
              </a:tr>
              <a:tr h="751208">
                <a:tc>
                  <a:txBody>
                    <a:bodyPr/>
                    <a:lstStyle/>
                    <a:p>
                      <a:pPr>
                        <a:lnSpc>
                          <a:spcPct val="115000"/>
                        </a:lnSpc>
                        <a:spcAft>
                          <a:spcPts val="0"/>
                        </a:spcAft>
                      </a:pPr>
                      <a:r>
                        <a:rPr lang="en-GB" sz="1100" dirty="0">
                          <a:effectLst/>
                        </a:rPr>
                        <a:t>Weather</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Structured and Semis Structured</a:t>
                      </a:r>
                    </a:p>
                    <a:p>
                      <a:pPr>
                        <a:lnSpc>
                          <a:spcPct val="115000"/>
                        </a:lnSpc>
                        <a:spcAft>
                          <a:spcPts val="0"/>
                        </a:spcAft>
                      </a:pPr>
                      <a:r>
                        <a:rPr lang="en-GB" sz="1100" dirty="0">
                          <a:effectLst/>
                        </a:rPr>
                        <a:t>Available for all latitude and longitude codes</a:t>
                      </a:r>
                    </a:p>
                    <a:p>
                      <a:pPr>
                        <a:lnSpc>
                          <a:spcPct val="115000"/>
                        </a:lnSpc>
                        <a:spcAft>
                          <a:spcPts val="0"/>
                        </a:spcAft>
                      </a:pPr>
                      <a:r>
                        <a:rPr lang="en-GB" sz="1100" dirty="0">
                          <a:effectLst/>
                        </a:rPr>
                        <a:t>Has weather persons editorial commentary and user shared data</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Governmental Agencies</a:t>
                      </a:r>
                    </a:p>
                    <a:p>
                      <a:pPr>
                        <a:lnSpc>
                          <a:spcPct val="115000"/>
                        </a:lnSpc>
                        <a:spcAft>
                          <a:spcPts val="0"/>
                        </a:spcAft>
                      </a:pPr>
                      <a:r>
                        <a:rPr lang="en-GB" sz="1100" dirty="0">
                          <a:effectLst/>
                        </a:rPr>
                        <a:t>Public News Channels</a:t>
                      </a:r>
                    </a:p>
                    <a:p>
                      <a:pPr>
                        <a:lnSpc>
                          <a:spcPct val="115000"/>
                        </a:lnSpc>
                        <a:spcAft>
                          <a:spcPts val="0"/>
                        </a:spcAft>
                      </a:pPr>
                      <a:r>
                        <a:rPr lang="en-GB" sz="1100" dirty="0">
                          <a:effectLst/>
                        </a:rPr>
                        <a:t>Social Media</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Metadata</a:t>
                      </a:r>
                    </a:p>
                    <a:p>
                      <a:pPr>
                        <a:lnSpc>
                          <a:spcPct val="115000"/>
                        </a:lnSpc>
                        <a:spcAft>
                          <a:spcPts val="0"/>
                        </a:spcAft>
                      </a:pPr>
                      <a:r>
                        <a:rPr lang="en-GB" sz="1100" dirty="0">
                          <a:effectLst/>
                        </a:rPr>
                        <a:t>Geo Coding</a:t>
                      </a:r>
                    </a:p>
                    <a:p>
                      <a:pPr>
                        <a:lnSpc>
                          <a:spcPct val="115000"/>
                        </a:lnSpc>
                        <a:spcAft>
                          <a:spcPts val="0"/>
                        </a:spcAft>
                      </a:pPr>
                      <a:r>
                        <a:rPr lang="en-GB" sz="1100" dirty="0">
                          <a:effectLst/>
                        </a:rPr>
                        <a:t>Language</a:t>
                      </a:r>
                    </a:p>
                    <a:p>
                      <a:pPr>
                        <a:lnSpc>
                          <a:spcPct val="115000"/>
                        </a:lnSpc>
                        <a:spcAft>
                          <a:spcPts val="0"/>
                        </a:spcAft>
                      </a:pPr>
                      <a:r>
                        <a:rPr lang="en-GB" sz="1100" dirty="0">
                          <a:effectLst/>
                        </a:rPr>
                        <a:t>Image and Video formats</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1"/>
                  </a:ext>
                </a:extLst>
              </a:tr>
              <a:tr h="979617">
                <a:tc>
                  <a:txBody>
                    <a:bodyPr/>
                    <a:lstStyle/>
                    <a:p>
                      <a:pPr>
                        <a:lnSpc>
                          <a:spcPct val="115000"/>
                        </a:lnSpc>
                        <a:spcAft>
                          <a:spcPts val="0"/>
                        </a:spcAft>
                      </a:pPr>
                      <a:r>
                        <a:rPr lang="en-GB" sz="1100" dirty="0">
                          <a:effectLst/>
                        </a:rPr>
                        <a:t>Consumer Sentiment</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Voice</a:t>
                      </a:r>
                    </a:p>
                    <a:p>
                      <a:pPr>
                        <a:lnSpc>
                          <a:spcPct val="115000"/>
                        </a:lnSpc>
                        <a:spcAft>
                          <a:spcPts val="0"/>
                        </a:spcAft>
                      </a:pPr>
                      <a:r>
                        <a:rPr lang="en-GB" sz="1100" dirty="0">
                          <a:effectLst/>
                        </a:rPr>
                        <a:t>Text</a:t>
                      </a:r>
                    </a:p>
                    <a:p>
                      <a:pPr>
                        <a:lnSpc>
                          <a:spcPct val="115000"/>
                        </a:lnSpc>
                        <a:spcAft>
                          <a:spcPts val="0"/>
                        </a:spcAft>
                      </a:pPr>
                      <a:r>
                        <a:rPr lang="en-GB" sz="1100" dirty="0">
                          <a:effectLst/>
                        </a:rPr>
                        <a:t>Images</a:t>
                      </a:r>
                    </a:p>
                    <a:p>
                      <a:pPr>
                        <a:lnSpc>
                          <a:spcPct val="115000"/>
                        </a:lnSpc>
                        <a:spcAft>
                          <a:spcPts val="0"/>
                        </a:spcAft>
                      </a:pPr>
                      <a:r>
                        <a:rPr lang="en-GB" sz="1100" dirty="0">
                          <a:effectLst/>
                        </a:rPr>
                        <a:t>Videos</a:t>
                      </a:r>
                    </a:p>
                    <a:p>
                      <a:pPr>
                        <a:lnSpc>
                          <a:spcPct val="115000"/>
                        </a:lnSpc>
                        <a:spcAft>
                          <a:spcPts val="0"/>
                        </a:spcAft>
                      </a:pPr>
                      <a:r>
                        <a:rPr lang="en-GB" sz="1100" dirty="0">
                          <a:effectLst/>
                        </a:rPr>
                        <a:t>Blogs, Forums, and other Internet based comments and likes</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Call Centre</a:t>
                      </a:r>
                    </a:p>
                    <a:p>
                      <a:pPr>
                        <a:lnSpc>
                          <a:spcPct val="115000"/>
                        </a:lnSpc>
                        <a:spcAft>
                          <a:spcPts val="0"/>
                        </a:spcAft>
                      </a:pPr>
                      <a:r>
                        <a:rPr lang="en-GB" sz="1100" dirty="0">
                          <a:effectLst/>
                        </a:rPr>
                        <a:t>Social Media</a:t>
                      </a:r>
                    </a:p>
                    <a:p>
                      <a:pPr>
                        <a:lnSpc>
                          <a:spcPct val="115000"/>
                        </a:lnSpc>
                        <a:spcAft>
                          <a:spcPts val="0"/>
                        </a:spcAft>
                      </a:pPr>
                      <a:r>
                        <a:rPr lang="en-GB" sz="1100" dirty="0">
                          <a:effectLst/>
                        </a:rPr>
                        <a:t>Campaign Database</a:t>
                      </a:r>
                    </a:p>
                    <a:p>
                      <a:pPr>
                        <a:lnSpc>
                          <a:spcPct val="115000"/>
                        </a:lnSpc>
                        <a:spcAft>
                          <a:spcPts val="0"/>
                        </a:spcAft>
                      </a:pPr>
                      <a:r>
                        <a:rPr lang="en-GB" sz="1100" dirty="0">
                          <a:effectLst/>
                        </a:rPr>
                        <a:t>Customer Resource Management (CRM)</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Metadata</a:t>
                      </a:r>
                    </a:p>
                    <a:p>
                      <a:pPr>
                        <a:lnSpc>
                          <a:spcPct val="115000"/>
                        </a:lnSpc>
                        <a:spcAft>
                          <a:spcPts val="0"/>
                        </a:spcAft>
                      </a:pPr>
                      <a:r>
                        <a:rPr lang="en-GB" sz="1100" dirty="0">
                          <a:effectLst/>
                        </a:rPr>
                        <a:t>Context</a:t>
                      </a:r>
                    </a:p>
                    <a:p>
                      <a:pPr>
                        <a:lnSpc>
                          <a:spcPct val="115000"/>
                        </a:lnSpc>
                        <a:spcAft>
                          <a:spcPts val="0"/>
                        </a:spcAft>
                      </a:pPr>
                      <a:r>
                        <a:rPr lang="en-GB" sz="1100" dirty="0">
                          <a:effectLst/>
                        </a:rPr>
                        <a:t>Language</a:t>
                      </a:r>
                    </a:p>
                    <a:p>
                      <a:pPr>
                        <a:lnSpc>
                          <a:spcPct val="115000"/>
                        </a:lnSpc>
                        <a:spcAft>
                          <a:spcPts val="0"/>
                        </a:spcAft>
                      </a:pPr>
                      <a:r>
                        <a:rPr lang="en-GB" sz="1100" dirty="0">
                          <a:effectLst/>
                        </a:rPr>
                        <a:t>Formats</a:t>
                      </a:r>
                    </a:p>
                    <a:p>
                      <a:pPr>
                        <a:lnSpc>
                          <a:spcPct val="115000"/>
                        </a:lnSpc>
                        <a:spcAft>
                          <a:spcPts val="0"/>
                        </a:spcAft>
                      </a:pPr>
                      <a:r>
                        <a:rPr lang="en-GB" sz="1100" dirty="0">
                          <a:effectLst/>
                        </a:rPr>
                        <a:t> </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2"/>
                  </a:ext>
                </a:extLst>
              </a:tr>
              <a:tr h="720080">
                <a:tc>
                  <a:txBody>
                    <a:bodyPr/>
                    <a:lstStyle/>
                    <a:p>
                      <a:pPr>
                        <a:lnSpc>
                          <a:spcPct val="115000"/>
                        </a:lnSpc>
                        <a:spcAft>
                          <a:spcPts val="0"/>
                        </a:spcAft>
                      </a:pPr>
                      <a:r>
                        <a:rPr lang="en-GB" sz="1100" dirty="0">
                          <a:effectLst/>
                        </a:rPr>
                        <a:t>Product Competition</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Corporate Product Data</a:t>
                      </a:r>
                    </a:p>
                    <a:p>
                      <a:pPr>
                        <a:lnSpc>
                          <a:spcPct val="115000"/>
                        </a:lnSpc>
                        <a:spcAft>
                          <a:spcPts val="0"/>
                        </a:spcAft>
                      </a:pPr>
                      <a:r>
                        <a:rPr lang="en-GB" sz="1100" dirty="0">
                          <a:effectLst/>
                        </a:rPr>
                        <a:t>Available in structured doormats from data federators</a:t>
                      </a:r>
                    </a:p>
                    <a:p>
                      <a:pPr>
                        <a:lnSpc>
                          <a:spcPct val="115000"/>
                        </a:lnSpc>
                        <a:spcAft>
                          <a:spcPts val="0"/>
                        </a:spcAft>
                      </a:pPr>
                      <a:r>
                        <a:rPr lang="en-GB" sz="1100" dirty="0">
                          <a:effectLst/>
                        </a:rPr>
                        <a:t>Available unstructured from social media, forum and Internet</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In-House</a:t>
                      </a:r>
                    </a:p>
                    <a:p>
                      <a:pPr>
                        <a:lnSpc>
                          <a:spcPct val="115000"/>
                        </a:lnSpc>
                        <a:spcAft>
                          <a:spcPts val="0"/>
                        </a:spcAft>
                      </a:pPr>
                      <a:r>
                        <a:rPr lang="en-GB" sz="1100" dirty="0">
                          <a:effectLst/>
                        </a:rPr>
                        <a:t>Third Party</a:t>
                      </a:r>
                    </a:p>
                    <a:p>
                      <a:pPr>
                        <a:lnSpc>
                          <a:spcPct val="115000"/>
                        </a:lnSpc>
                        <a:spcAft>
                          <a:spcPts val="0"/>
                        </a:spcAft>
                      </a:pPr>
                      <a:r>
                        <a:rPr lang="en-GB" sz="1100" dirty="0">
                          <a:effectLst/>
                        </a:rPr>
                        <a:t>Social Media</a:t>
                      </a:r>
                    </a:p>
                    <a:p>
                      <a:pPr>
                        <a:lnSpc>
                          <a:spcPct val="115000"/>
                        </a:lnSpc>
                        <a:spcAft>
                          <a:spcPts val="0"/>
                        </a:spcAft>
                      </a:pPr>
                      <a:r>
                        <a:rPr lang="en-GB" sz="1100" dirty="0">
                          <a:effectLst/>
                        </a:rPr>
                        <a:t>Internal Research</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Hierarchies </a:t>
                      </a:r>
                    </a:p>
                    <a:p>
                      <a:pPr>
                        <a:lnSpc>
                          <a:spcPct val="115000"/>
                        </a:lnSpc>
                        <a:spcAft>
                          <a:spcPts val="0"/>
                        </a:spcAft>
                      </a:pPr>
                      <a:r>
                        <a:rPr lang="en-GB" sz="1100" dirty="0">
                          <a:effectLst/>
                        </a:rPr>
                        <a:t>Metadata</a:t>
                      </a:r>
                    </a:p>
                    <a:p>
                      <a:pPr>
                        <a:lnSpc>
                          <a:spcPct val="115000"/>
                        </a:lnSpc>
                        <a:spcAft>
                          <a:spcPts val="0"/>
                        </a:spcAft>
                      </a:pPr>
                      <a:r>
                        <a:rPr lang="en-GB" sz="1100" dirty="0">
                          <a:effectLst/>
                        </a:rPr>
                        <a:t>Data Quality</a:t>
                      </a:r>
                    </a:p>
                    <a:p>
                      <a:pPr>
                        <a:lnSpc>
                          <a:spcPct val="115000"/>
                        </a:lnSpc>
                        <a:spcAft>
                          <a:spcPts val="0"/>
                        </a:spcAft>
                      </a:pPr>
                      <a:r>
                        <a:rPr lang="en-GB" sz="1100" dirty="0">
                          <a:effectLst/>
                        </a:rPr>
                        <a:t>Context</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3"/>
                  </a:ext>
                </a:extLst>
              </a:tr>
              <a:tr h="536825">
                <a:tc>
                  <a:txBody>
                    <a:bodyPr/>
                    <a:lstStyle/>
                    <a:p>
                      <a:pPr>
                        <a:lnSpc>
                          <a:spcPct val="115000"/>
                        </a:lnSpc>
                        <a:spcAft>
                          <a:spcPts val="0"/>
                        </a:spcAft>
                      </a:pPr>
                      <a:r>
                        <a:rPr lang="en-GB" sz="1100" dirty="0">
                          <a:effectLst/>
                        </a:rPr>
                        <a:t>Location</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Structured</a:t>
                      </a:r>
                    </a:p>
                    <a:p>
                      <a:pPr>
                        <a:lnSpc>
                          <a:spcPct val="115000"/>
                        </a:lnSpc>
                        <a:spcAft>
                          <a:spcPts val="0"/>
                        </a:spcAft>
                      </a:pPr>
                      <a:r>
                        <a:rPr lang="en-GB" sz="1100" dirty="0">
                          <a:effectLst/>
                        </a:rPr>
                        <a:t>Unstructured</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Internal</a:t>
                      </a:r>
                    </a:p>
                    <a:p>
                      <a:pPr>
                        <a:lnSpc>
                          <a:spcPct val="115000"/>
                        </a:lnSpc>
                        <a:spcAft>
                          <a:spcPts val="0"/>
                        </a:spcAft>
                      </a:pPr>
                      <a:r>
                        <a:rPr lang="en-GB" sz="1100" dirty="0">
                          <a:effectLst/>
                        </a:rPr>
                        <a:t>Social Media</a:t>
                      </a:r>
                    </a:p>
                    <a:p>
                      <a:pPr>
                        <a:lnSpc>
                          <a:spcPct val="115000"/>
                        </a:lnSpc>
                        <a:spcAft>
                          <a:spcPts val="0"/>
                        </a:spcAft>
                      </a:pPr>
                      <a:r>
                        <a:rPr lang="en-GB" sz="1100" dirty="0">
                          <a:effectLst/>
                        </a:rPr>
                        <a:t>Third Party Surveys</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Metadata</a:t>
                      </a:r>
                    </a:p>
                    <a:p>
                      <a:pPr>
                        <a:lnSpc>
                          <a:spcPct val="115000"/>
                        </a:lnSpc>
                        <a:spcAft>
                          <a:spcPts val="0"/>
                        </a:spcAft>
                      </a:pPr>
                      <a:r>
                        <a:rPr lang="en-GB" sz="1100" dirty="0">
                          <a:effectLst/>
                        </a:rPr>
                        <a:t>Data Quality</a:t>
                      </a:r>
                    </a:p>
                    <a:p>
                      <a:pPr>
                        <a:lnSpc>
                          <a:spcPct val="115000"/>
                        </a:lnSpc>
                        <a:spcAft>
                          <a:spcPts val="0"/>
                        </a:spcAft>
                      </a:pPr>
                      <a:r>
                        <a:rPr lang="en-GB" sz="1100" dirty="0">
                          <a:effectLst/>
                        </a:rPr>
                        <a:t>Formats: Images and Videos</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4"/>
                  </a:ext>
                </a:extLst>
              </a:tr>
              <a:tr h="542362">
                <a:tc>
                  <a:txBody>
                    <a:bodyPr/>
                    <a:lstStyle/>
                    <a:p>
                      <a:pPr>
                        <a:lnSpc>
                          <a:spcPct val="115000"/>
                        </a:lnSpc>
                        <a:spcAft>
                          <a:spcPts val="0"/>
                        </a:spcAft>
                      </a:pPr>
                      <a:r>
                        <a:rPr lang="en-GB" sz="1100" dirty="0">
                          <a:effectLst/>
                        </a:rPr>
                        <a:t>Campaign</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Structured</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Internal</a:t>
                      </a:r>
                      <a:endParaRPr lang="en-GB" sz="1100" dirty="0">
                        <a:effectLst/>
                        <a:latin typeface="Calibri"/>
                        <a:ea typeface="Calibri"/>
                        <a:cs typeface="Times New Roman"/>
                      </a:endParaRPr>
                    </a:p>
                  </a:txBody>
                  <a:tcPr marL="43374" marR="43374" marT="0" marB="0"/>
                </a:tc>
                <a:tc>
                  <a:txBody>
                    <a:bodyPr/>
                    <a:lstStyle/>
                    <a:p>
                      <a:pPr>
                        <a:lnSpc>
                          <a:spcPct val="115000"/>
                        </a:lnSpc>
                        <a:spcAft>
                          <a:spcPts val="0"/>
                        </a:spcAft>
                      </a:pPr>
                      <a:r>
                        <a:rPr lang="en-GB" sz="1100" dirty="0">
                          <a:effectLst/>
                        </a:rPr>
                        <a:t>Multiple campaigns at any given time across geographies</a:t>
                      </a:r>
                      <a:endParaRPr lang="en-GB" sz="1100" dirty="0">
                        <a:effectLst/>
                        <a:latin typeface="Calibri"/>
                        <a:ea typeface="Calibri"/>
                        <a:cs typeface="Times New Roman"/>
                      </a:endParaRPr>
                    </a:p>
                  </a:txBody>
                  <a:tcPr marL="43374" marR="43374"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31281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776F-0E5F-E864-383B-0E12A4BEDD91}"/>
              </a:ext>
            </a:extLst>
          </p:cNvPr>
          <p:cNvSpPr>
            <a:spLocks noGrp="1"/>
          </p:cNvSpPr>
          <p:nvPr>
            <p:ph type="title"/>
          </p:nvPr>
        </p:nvSpPr>
        <p:spPr>
          <a:xfrm>
            <a:off x="457200" y="513194"/>
            <a:ext cx="8229600" cy="382156"/>
          </a:xfrm>
        </p:spPr>
        <p:txBody>
          <a:bodyPr/>
          <a:lstStyle/>
          <a:p>
            <a:r>
              <a:rPr lang="en-US" dirty="0">
                <a:latin typeface="Century Gothic"/>
                <a:cs typeface="Arial"/>
              </a:rPr>
              <a:t>Sample Social Media Analytics</a:t>
            </a:r>
            <a:endParaRPr lang="en-US" dirty="0"/>
          </a:p>
        </p:txBody>
      </p:sp>
      <p:sp>
        <p:nvSpPr>
          <p:cNvPr id="3" name="Content Placeholder 2">
            <a:extLst>
              <a:ext uri="{FF2B5EF4-FFF2-40B4-BE49-F238E27FC236}">
                <a16:creationId xmlns:a16="http://schemas.microsoft.com/office/drawing/2014/main" id="{2099B9B0-6893-98DF-DB39-57A04549EAA0}"/>
              </a:ext>
            </a:extLst>
          </p:cNvPr>
          <p:cNvSpPr>
            <a:spLocks noGrp="1"/>
          </p:cNvSpPr>
          <p:nvPr>
            <p:ph sz="quarter" idx="10"/>
          </p:nvPr>
        </p:nvSpPr>
        <p:spPr/>
        <p:txBody>
          <a:bodyPr vert="horz" lIns="91440" tIns="45720" rIns="91440" bIns="45720" rtlCol="0" anchor="t">
            <a:normAutofit fontScale="92500" lnSpcReduction="20000"/>
          </a:bodyPr>
          <a:lstStyle/>
          <a:p>
            <a:r>
              <a:rPr lang="en-US" dirty="0">
                <a:latin typeface="Century Gothic"/>
                <a:cs typeface="Helvetica"/>
              </a:rPr>
              <a:t>To understand how intensive is profanity usage in social media platform to </a:t>
            </a:r>
            <a:r>
              <a:rPr lang="en-US" dirty="0" err="1">
                <a:latin typeface="Century Gothic"/>
                <a:cs typeface="Helvetica"/>
              </a:rPr>
              <a:t>visualise</a:t>
            </a:r>
            <a:r>
              <a:rPr lang="en-US" dirty="0">
                <a:latin typeface="Century Gothic"/>
                <a:cs typeface="Helvetica"/>
              </a:rPr>
              <a:t> the profanity classes in text communication among users from different countries – </a:t>
            </a:r>
            <a:r>
              <a:rPr lang="en-US" sz="1700" i="1" dirty="0" err="1">
                <a:solidFill>
                  <a:srgbClr val="0070C0"/>
                </a:solidFill>
                <a:latin typeface="Century Gothic"/>
                <a:cs typeface="Helvetica"/>
              </a:rPr>
              <a:t>Phoey</a:t>
            </a:r>
            <a:r>
              <a:rPr lang="en-US" sz="1700" i="1" dirty="0">
                <a:solidFill>
                  <a:srgbClr val="0070C0"/>
                </a:solidFill>
                <a:latin typeface="Century Gothic"/>
                <a:cs typeface="Helvetica"/>
              </a:rPr>
              <a:t> Lee Teh &amp; CB Cheng 2022, Profane Words on Twitter: an analysis of the use of swear words in different countries.</a:t>
            </a:r>
            <a:endParaRPr lang="en-US" sz="1700" i="1">
              <a:solidFill>
                <a:srgbClr val="0070C0"/>
              </a:solidFill>
            </a:endParaRPr>
          </a:p>
          <a:p>
            <a:r>
              <a:rPr lang="en-US" dirty="0">
                <a:latin typeface="Century Gothic"/>
                <a:cs typeface="Helvetica"/>
              </a:rPr>
              <a:t>To explores a set of topic modelling techniques to assist policymakers and environment communities in understanding public opinions about the issues related to plastic pollution by </a:t>
            </a:r>
            <a:r>
              <a:rPr lang="en-US" dirty="0" err="1">
                <a:latin typeface="Century Gothic"/>
                <a:cs typeface="Helvetica"/>
              </a:rPr>
              <a:t>analysing</a:t>
            </a:r>
            <a:r>
              <a:rPr lang="en-US" dirty="0">
                <a:latin typeface="Century Gothic"/>
                <a:cs typeface="Helvetica"/>
              </a:rPr>
              <a:t> social media data, 274,404 tweets were collected from Twitter that are related to plastic pollution - </a:t>
            </a:r>
            <a:r>
              <a:rPr lang="en-US" sz="1600" i="1" dirty="0">
                <a:solidFill>
                  <a:srgbClr val="0070C0"/>
                </a:solidFill>
                <a:latin typeface="Century Gothic"/>
                <a:cs typeface="Helvetica"/>
              </a:rPr>
              <a:t>Teh, P.L.; Piao, S.; Almansour, M.; Ong, H.F.; Ahad, A. Analysis of Popular Social Media Topics Regarding Plastic Pollution. Sustainability 2022, 14, 1709. </a:t>
            </a:r>
            <a:endParaRPr lang="en-US" i="1" dirty="0">
              <a:solidFill>
                <a:srgbClr val="0070C0"/>
              </a:solidFill>
              <a:latin typeface="Century Gothic"/>
              <a:cs typeface="Helvetica"/>
            </a:endParaRPr>
          </a:p>
        </p:txBody>
      </p:sp>
    </p:spTree>
    <p:extLst>
      <p:ext uri="{BB962C8B-B14F-4D97-AF65-F5344CB8AC3E}">
        <p14:creationId xmlns:p14="http://schemas.microsoft.com/office/powerpoint/2010/main" val="379329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AE73-ABD8-5165-D57F-F2E810AF4C37}"/>
              </a:ext>
            </a:extLst>
          </p:cNvPr>
          <p:cNvSpPr>
            <a:spLocks noGrp="1"/>
          </p:cNvSpPr>
          <p:nvPr>
            <p:ph type="title"/>
          </p:nvPr>
        </p:nvSpPr>
        <p:spPr>
          <a:xfrm>
            <a:off x="457200" y="512040"/>
            <a:ext cx="8229600" cy="383310"/>
          </a:xfrm>
        </p:spPr>
        <p:txBody>
          <a:bodyPr/>
          <a:lstStyle/>
          <a:p>
            <a:r>
              <a:rPr lang="en-US" dirty="0">
                <a:latin typeface="Century Gothic"/>
                <a:cs typeface="Arial"/>
              </a:rPr>
              <a:t>Sample Social Media Analytics</a:t>
            </a:r>
            <a:endParaRPr lang="en-US" b="0" dirty="0">
              <a:latin typeface="Century Gothic"/>
              <a:cs typeface="Arial"/>
            </a:endParaRPr>
          </a:p>
        </p:txBody>
      </p:sp>
      <p:sp>
        <p:nvSpPr>
          <p:cNvPr id="3" name="Content Placeholder 2">
            <a:extLst>
              <a:ext uri="{FF2B5EF4-FFF2-40B4-BE49-F238E27FC236}">
                <a16:creationId xmlns:a16="http://schemas.microsoft.com/office/drawing/2014/main" id="{F69A96C5-9F53-228D-7317-0DFA432E25FB}"/>
              </a:ext>
            </a:extLst>
          </p:cNvPr>
          <p:cNvSpPr>
            <a:spLocks noGrp="1"/>
          </p:cNvSpPr>
          <p:nvPr>
            <p:ph sz="quarter" idx="10"/>
          </p:nvPr>
        </p:nvSpPr>
        <p:spPr/>
        <p:txBody>
          <a:bodyPr vert="horz" lIns="91440" tIns="45720" rIns="91440" bIns="45720" rtlCol="0" anchor="t">
            <a:normAutofit/>
          </a:bodyPr>
          <a:lstStyle/>
          <a:p>
            <a:r>
              <a:rPr lang="en-US" dirty="0">
                <a:latin typeface="Century Gothic"/>
                <a:cs typeface="Helvetica"/>
              </a:rPr>
              <a:t>to analyze tweets coming from casual Twitter users and twitter accounts representing the veganism society and industry, We collected n = 50,634 tweets and analyzed n = 25,639 processed tweets. -</a:t>
            </a:r>
            <a:r>
              <a:rPr lang="en-US" sz="1600" i="1" dirty="0">
                <a:latin typeface="Century Gothic"/>
                <a:cs typeface="Helvetica"/>
              </a:rPr>
              <a:t> </a:t>
            </a:r>
            <a:r>
              <a:rPr lang="en-US" sz="1600" i="1" dirty="0" err="1">
                <a:solidFill>
                  <a:srgbClr val="0070C0"/>
                </a:solidFill>
                <a:latin typeface="Century Gothic"/>
                <a:cs typeface="Helvetica"/>
              </a:rPr>
              <a:t>Phoey</a:t>
            </a:r>
            <a:r>
              <a:rPr lang="en-US" sz="1600" i="1" dirty="0">
                <a:solidFill>
                  <a:srgbClr val="0070C0"/>
                </a:solidFill>
                <a:latin typeface="Century Gothic"/>
                <a:cs typeface="Helvetica"/>
              </a:rPr>
              <a:t> Lee Teh &amp; Wei Li Yap (2021), </a:t>
            </a:r>
            <a:r>
              <a:rPr lang="en-US" sz="1600" i="1" dirty="0" err="1">
                <a:solidFill>
                  <a:srgbClr val="0070C0"/>
                </a:solidFill>
                <a:latin typeface="Century Gothic"/>
                <a:cs typeface="Helvetica"/>
              </a:rPr>
              <a:t>GoVegan</a:t>
            </a:r>
            <a:r>
              <a:rPr lang="en-US" sz="1600" i="1" dirty="0">
                <a:solidFill>
                  <a:srgbClr val="0070C0"/>
                </a:solidFill>
                <a:latin typeface="Century Gothic"/>
                <a:cs typeface="Helvetica"/>
              </a:rPr>
              <a:t>: Exploring Motives and Opinions from </a:t>
            </a:r>
            <a:r>
              <a:rPr lang="en-US" sz="1600" i="1" dirty="0" err="1">
                <a:solidFill>
                  <a:srgbClr val="0070C0"/>
                </a:solidFill>
                <a:latin typeface="Century Gothic"/>
                <a:cs typeface="Helvetica"/>
              </a:rPr>
              <a:t>Tweets,WorldCIST</a:t>
            </a:r>
            <a:r>
              <a:rPr lang="en-US" sz="1600" i="1" dirty="0">
                <a:solidFill>
                  <a:srgbClr val="0070C0"/>
                </a:solidFill>
                <a:latin typeface="Century Gothic"/>
                <a:cs typeface="Helvetica"/>
              </a:rPr>
              <a:t> 2021, AISC 1366, pp. 3–12, 2021. https://doi.org/10.1007/978-3-030-72651-5_1 </a:t>
            </a:r>
            <a:endParaRPr lang="en-US" sz="1600" i="1">
              <a:solidFill>
                <a:srgbClr val="0070C0"/>
              </a:solidFill>
            </a:endParaRPr>
          </a:p>
        </p:txBody>
      </p:sp>
    </p:spTree>
    <p:extLst>
      <p:ext uri="{BB962C8B-B14F-4D97-AF65-F5344CB8AC3E}">
        <p14:creationId xmlns:p14="http://schemas.microsoft.com/office/powerpoint/2010/main" val="313888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FCEC-3EC1-F085-D44F-29E5FCECEE65}"/>
              </a:ext>
            </a:extLst>
          </p:cNvPr>
          <p:cNvSpPr>
            <a:spLocks noGrp="1"/>
          </p:cNvSpPr>
          <p:nvPr>
            <p:ph type="title"/>
          </p:nvPr>
        </p:nvSpPr>
        <p:spPr>
          <a:xfrm>
            <a:off x="457200" y="512040"/>
            <a:ext cx="8229600" cy="383310"/>
          </a:xfrm>
        </p:spPr>
        <p:txBody>
          <a:bodyPr/>
          <a:lstStyle/>
          <a:p>
            <a:r>
              <a:rPr lang="en-US" dirty="0">
                <a:latin typeface="Century Gothic"/>
              </a:rPr>
              <a:t>Sample Social Media Analytics</a:t>
            </a:r>
            <a:endParaRPr lang="en-US" b="0" dirty="0">
              <a:latin typeface="Century Gothic"/>
            </a:endParaRPr>
          </a:p>
        </p:txBody>
      </p:sp>
      <p:sp>
        <p:nvSpPr>
          <p:cNvPr id="3" name="Content Placeholder 2">
            <a:extLst>
              <a:ext uri="{FF2B5EF4-FFF2-40B4-BE49-F238E27FC236}">
                <a16:creationId xmlns:a16="http://schemas.microsoft.com/office/drawing/2014/main" id="{8C9B58BE-4974-7976-3A1D-46C25B0503E4}"/>
              </a:ext>
            </a:extLst>
          </p:cNvPr>
          <p:cNvSpPr>
            <a:spLocks noGrp="1"/>
          </p:cNvSpPr>
          <p:nvPr>
            <p:ph sz="quarter" idx="10"/>
          </p:nvPr>
        </p:nvSpPr>
        <p:spPr/>
        <p:txBody>
          <a:bodyPr vert="horz" lIns="91440" tIns="45720" rIns="91440" bIns="45720" rtlCol="0" anchor="t">
            <a:normAutofit/>
          </a:bodyPr>
          <a:lstStyle/>
          <a:p>
            <a:r>
              <a:rPr lang="en-US" dirty="0">
                <a:latin typeface="Century Gothic"/>
                <a:cs typeface="Helvetica"/>
              </a:rPr>
              <a:t>examined the factors associated with Airbnb utilization from various platforms, but not exclusively from Twitter. A total of 21,097 tweets was collected in a period of two months, and the tweets were qualitatively analyzed with the help of text analysis tools to verify the discourse of discussion.  - </a:t>
            </a:r>
            <a:r>
              <a:rPr lang="en-US" sz="1600" i="1" dirty="0" err="1">
                <a:solidFill>
                  <a:srgbClr val="0070C0"/>
                </a:solidFill>
                <a:latin typeface="Century Gothic"/>
                <a:cs typeface="Helvetica"/>
              </a:rPr>
              <a:t>Phoey</a:t>
            </a:r>
            <a:r>
              <a:rPr lang="en-US" sz="1600" i="1" dirty="0">
                <a:solidFill>
                  <a:srgbClr val="0070C0"/>
                </a:solidFill>
                <a:latin typeface="Century Gothic"/>
                <a:cs typeface="Helvetica"/>
              </a:rPr>
              <a:t> Lee Teh, </a:t>
            </a:r>
            <a:r>
              <a:rPr lang="en-US" sz="1600" i="1" dirty="0" err="1">
                <a:solidFill>
                  <a:srgbClr val="0070C0"/>
                </a:solidFill>
                <a:latin typeface="Century Gothic"/>
                <a:cs typeface="Helvetica"/>
              </a:rPr>
              <a:t>YCLow</a:t>
            </a:r>
            <a:r>
              <a:rPr lang="en-US" sz="1600" i="1" dirty="0">
                <a:solidFill>
                  <a:srgbClr val="0070C0"/>
                </a:solidFill>
                <a:latin typeface="Century Gothic"/>
                <a:cs typeface="Helvetica"/>
              </a:rPr>
              <a:t>, </a:t>
            </a:r>
            <a:r>
              <a:rPr lang="en-US" sz="1600" i="1" dirty="0" err="1">
                <a:solidFill>
                  <a:srgbClr val="0070C0"/>
                </a:solidFill>
                <a:latin typeface="Century Gothic"/>
                <a:cs typeface="Helvetica"/>
              </a:rPr>
              <a:t>PBOoi</a:t>
            </a:r>
            <a:r>
              <a:rPr lang="en-US" sz="1600" i="1" dirty="0">
                <a:solidFill>
                  <a:srgbClr val="0070C0"/>
                </a:solidFill>
                <a:latin typeface="Century Gothic"/>
                <a:cs typeface="Helvetica"/>
              </a:rPr>
              <a:t>, Viewing Airbnb from Twitter: factors associated with users’ utilization, . In (iiWAS2020). ACM, New York, NY, USA, 9 pages. https://doi.org/3428757.3429112 </a:t>
            </a:r>
            <a:endParaRPr lang="en-US" sz="1600" i="1" dirty="0" err="1">
              <a:solidFill>
                <a:srgbClr val="0070C0"/>
              </a:solidFill>
            </a:endParaRPr>
          </a:p>
        </p:txBody>
      </p:sp>
    </p:spTree>
    <p:extLst>
      <p:ext uri="{BB962C8B-B14F-4D97-AF65-F5344CB8AC3E}">
        <p14:creationId xmlns:p14="http://schemas.microsoft.com/office/powerpoint/2010/main" val="330147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t>Integration Analysis</a:t>
            </a:r>
          </a:p>
        </p:txBody>
      </p:sp>
      <p:sp>
        <p:nvSpPr>
          <p:cNvPr id="3" name="Content Placeholder 2"/>
          <p:cNvSpPr>
            <a:spLocks noGrp="1"/>
          </p:cNvSpPr>
          <p:nvPr>
            <p:ph sz="quarter" idx="10"/>
          </p:nvPr>
        </p:nvSpPr>
        <p:spPr>
          <a:xfrm>
            <a:off x="457200" y="1131590"/>
            <a:ext cx="8229600" cy="3649960"/>
          </a:xfrm>
        </p:spPr>
        <p:txBody>
          <a:bodyPr>
            <a:normAutofit fontScale="70000" lnSpcReduction="20000"/>
          </a:bodyPr>
          <a:lstStyle/>
          <a:p>
            <a:r>
              <a:rPr lang="en-GB" sz="2100" dirty="0"/>
              <a:t>Large volume of data available from different sources and in varied format</a:t>
            </a:r>
          </a:p>
          <a:p>
            <a:r>
              <a:rPr lang="en-GB" sz="2100" dirty="0"/>
              <a:t>Few question that could be answered from the wealth of data</a:t>
            </a:r>
          </a:p>
          <a:p>
            <a:pPr lvl="1"/>
            <a:r>
              <a:rPr lang="en-GB" dirty="0"/>
              <a:t>What sales occurred across the US for a given day/week/month/quarter/year, and under various weather conditions?</a:t>
            </a:r>
          </a:p>
          <a:p>
            <a:pPr lvl="1"/>
            <a:r>
              <a:rPr lang="en-GB" dirty="0"/>
              <a:t>Did people prefer drive-thru in extreme weather conditions irrespective of the geography?</a:t>
            </a:r>
          </a:p>
          <a:p>
            <a:pPr lvl="1"/>
            <a:r>
              <a:rPr lang="en-GB" dirty="0"/>
              <a:t>Did restaurants along the highway get more traffic in drive-thru during regular versus abnormal weather?</a:t>
            </a:r>
          </a:p>
          <a:p>
            <a:pPr lvl="1"/>
            <a:r>
              <a:rPr lang="en-GB" dirty="0"/>
              <a:t>Did service interruptions occur due to weather?</a:t>
            </a:r>
          </a:p>
          <a:p>
            <a:pPr lvl="1"/>
            <a:r>
              <a:rPr lang="en-GB" dirty="0"/>
              <a:t>What is the tendency for business impact in abnormal weather?</a:t>
            </a:r>
          </a:p>
          <a:p>
            <a:pPr lvl="1"/>
            <a:r>
              <a:rPr lang="en-GB" dirty="0"/>
              <a:t>Does the restaurant need to staff more in different weather conditions? What is the budget impact in such situations?</a:t>
            </a:r>
          </a:p>
          <a:p>
            <a:pPr lvl="1"/>
            <a:r>
              <a:rPr lang="en-GB" dirty="0"/>
              <a:t>Does coffee sell more than burgers in the winter in Boston, and during the same time, do more cold beverages sell in Orlando?</a:t>
            </a:r>
          </a:p>
          <a:p>
            <a:pPr lvl="1"/>
            <a:r>
              <a:rPr lang="en-GB" dirty="0"/>
              <a:t>What are the customer expectations of pricing? Do they give feedback by phone, email or social media?</a:t>
            </a:r>
          </a:p>
          <a:p>
            <a:pPr lvl="1"/>
            <a:r>
              <a:rPr lang="en-GB" dirty="0"/>
              <a:t>What is the competition comparison by customers in social media?</a:t>
            </a:r>
            <a:endParaRPr lang="en-US" sz="2100" dirty="0"/>
          </a:p>
          <a:p>
            <a:pPr marL="0" indent="0">
              <a:buNone/>
              <a:defRPr/>
            </a:pPr>
            <a:endParaRPr lang="en-US" dirty="0"/>
          </a:p>
        </p:txBody>
      </p:sp>
    </p:spTree>
    <p:extLst>
      <p:ext uri="{BB962C8B-B14F-4D97-AF65-F5344CB8AC3E}">
        <p14:creationId xmlns:p14="http://schemas.microsoft.com/office/powerpoint/2010/main" val="178552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dirty="0"/>
              <a:t>Integration and Analysis</a:t>
            </a: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127400251"/>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570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a:t>Value of Data</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516303398"/>
              </p:ext>
            </p:extLst>
          </p:nvPr>
        </p:nvGraphicFramePr>
        <p:xfrm>
          <a:off x="457200" y="1039044"/>
          <a:ext cx="8229600" cy="3836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0177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a:lstStyle/>
          <a:p>
            <a:r>
              <a:rPr lang="en-US" dirty="0"/>
              <a:t>Data Volume</a:t>
            </a:r>
            <a:endParaRPr lang="en-GB" dirty="0"/>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395159299"/>
              </p:ext>
            </p:extLst>
          </p:nvPr>
        </p:nvGraphicFramePr>
        <p:xfrm>
          <a:off x="457200" y="1131590"/>
          <a:ext cx="8229600" cy="3744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231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78849EAD-A584-4BB9-94A1-D7091CCC89C8}"/>
                                            </p:graphicEl>
                                          </p:spTgt>
                                        </p:tgtEl>
                                        <p:attrNameLst>
                                          <p:attrName>style.visibility</p:attrName>
                                        </p:attrNameLst>
                                      </p:cBhvr>
                                      <p:to>
                                        <p:strVal val="visible"/>
                                      </p:to>
                                    </p:set>
                                    <p:anim calcmode="lin" valueType="num">
                                      <p:cBhvr additive="base">
                                        <p:cTn id="7" dur="500" fill="hold"/>
                                        <p:tgtEl>
                                          <p:spTgt spid="4">
                                            <p:graphicEl>
                                              <a:dgm id="{78849EAD-A584-4BB9-94A1-D7091CCC89C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78849EAD-A584-4BB9-94A1-D7091CCC89C8}"/>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graphicEl>
                                              <a:dgm id="{86D4EE5E-AAE4-4A6C-ABD3-6A010F28ABD2}"/>
                                            </p:graphicEl>
                                          </p:spTgt>
                                        </p:tgtEl>
                                        <p:attrNameLst>
                                          <p:attrName>style.visibility</p:attrName>
                                        </p:attrNameLst>
                                      </p:cBhvr>
                                      <p:to>
                                        <p:strVal val="visible"/>
                                      </p:to>
                                    </p:set>
                                    <p:anim calcmode="lin" valueType="num">
                                      <p:cBhvr additive="base">
                                        <p:cTn id="11" dur="500" fill="hold"/>
                                        <p:tgtEl>
                                          <p:spTgt spid="4">
                                            <p:graphicEl>
                                              <a:dgm id="{86D4EE5E-AAE4-4A6C-ABD3-6A010F28ABD2}"/>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graphicEl>
                                              <a:dgm id="{86D4EE5E-AAE4-4A6C-ABD3-6A010F28ABD2}"/>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graphicEl>
                                              <a:dgm id="{B8C14EA3-0960-45C2-BDFA-CCE5548E3B0F}"/>
                                            </p:graphicEl>
                                          </p:spTgt>
                                        </p:tgtEl>
                                        <p:attrNameLst>
                                          <p:attrName>style.visibility</p:attrName>
                                        </p:attrNameLst>
                                      </p:cBhvr>
                                      <p:to>
                                        <p:strVal val="visible"/>
                                      </p:to>
                                    </p:set>
                                    <p:anim calcmode="lin" valueType="num">
                                      <p:cBhvr additive="base">
                                        <p:cTn id="15" dur="500" fill="hold"/>
                                        <p:tgtEl>
                                          <p:spTgt spid="4">
                                            <p:graphicEl>
                                              <a:dgm id="{B8C14EA3-0960-45C2-BDFA-CCE5548E3B0F}"/>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graphicEl>
                                              <a:dgm id="{B8C14EA3-0960-45C2-BDFA-CCE5548E3B0F}"/>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graphicEl>
                                              <a:dgm id="{9426B107-74AC-413A-9315-0B2C679C41B0}"/>
                                            </p:graphicEl>
                                          </p:spTgt>
                                        </p:tgtEl>
                                        <p:attrNameLst>
                                          <p:attrName>style.visibility</p:attrName>
                                        </p:attrNameLst>
                                      </p:cBhvr>
                                      <p:to>
                                        <p:strVal val="visible"/>
                                      </p:to>
                                    </p:set>
                                    <p:anim calcmode="lin" valueType="num">
                                      <p:cBhvr additive="base">
                                        <p:cTn id="21" dur="500" fill="hold"/>
                                        <p:tgtEl>
                                          <p:spTgt spid="4">
                                            <p:graphicEl>
                                              <a:dgm id="{9426B107-74AC-413A-9315-0B2C679C41B0}"/>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graphicEl>
                                              <a:dgm id="{9426B107-74AC-413A-9315-0B2C679C41B0}"/>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graphicEl>
                                              <a:dgm id="{A85D08B7-85E1-4A89-9DF6-1232A3B043F3}"/>
                                            </p:graphicEl>
                                          </p:spTgt>
                                        </p:tgtEl>
                                        <p:attrNameLst>
                                          <p:attrName>style.visibility</p:attrName>
                                        </p:attrNameLst>
                                      </p:cBhvr>
                                      <p:to>
                                        <p:strVal val="visible"/>
                                      </p:to>
                                    </p:set>
                                    <p:anim calcmode="lin" valueType="num">
                                      <p:cBhvr additive="base">
                                        <p:cTn id="25" dur="500" fill="hold"/>
                                        <p:tgtEl>
                                          <p:spTgt spid="4">
                                            <p:graphicEl>
                                              <a:dgm id="{A85D08B7-85E1-4A89-9DF6-1232A3B043F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A85D08B7-85E1-4A89-9DF6-1232A3B043F3}"/>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graphicEl>
                                              <a:dgm id="{2626F811-F565-4B1A-8603-F281FBB4E1F6}"/>
                                            </p:graphicEl>
                                          </p:spTgt>
                                        </p:tgtEl>
                                        <p:attrNameLst>
                                          <p:attrName>style.visibility</p:attrName>
                                        </p:attrNameLst>
                                      </p:cBhvr>
                                      <p:to>
                                        <p:strVal val="visible"/>
                                      </p:to>
                                    </p:set>
                                    <p:anim calcmode="lin" valueType="num">
                                      <p:cBhvr additive="base">
                                        <p:cTn id="29" dur="500" fill="hold"/>
                                        <p:tgtEl>
                                          <p:spTgt spid="4">
                                            <p:graphicEl>
                                              <a:dgm id="{2626F811-F565-4B1A-8603-F281FBB4E1F6}"/>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graphicEl>
                                              <a:dgm id="{2626F811-F565-4B1A-8603-F281FBB4E1F6}"/>
                                            </p:graphic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graphicEl>
                                              <a:dgm id="{65EF9F06-4C8F-4D87-A2A6-8057FBC1A90B}"/>
                                            </p:graphicEl>
                                          </p:spTgt>
                                        </p:tgtEl>
                                        <p:attrNameLst>
                                          <p:attrName>style.visibility</p:attrName>
                                        </p:attrNameLst>
                                      </p:cBhvr>
                                      <p:to>
                                        <p:strVal val="visible"/>
                                      </p:to>
                                    </p:set>
                                    <p:anim calcmode="lin" valueType="num">
                                      <p:cBhvr additive="base">
                                        <p:cTn id="33" dur="500" fill="hold"/>
                                        <p:tgtEl>
                                          <p:spTgt spid="4">
                                            <p:graphicEl>
                                              <a:dgm id="{65EF9F06-4C8F-4D87-A2A6-8057FBC1A90B}"/>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65EF9F06-4C8F-4D87-A2A6-8057FBC1A90B}"/>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88B7AACF-4FBF-4542-B07A-14EEC848E1FC}"/>
                                            </p:graphicEl>
                                          </p:spTgt>
                                        </p:tgtEl>
                                        <p:attrNameLst>
                                          <p:attrName>style.visibility</p:attrName>
                                        </p:attrNameLst>
                                      </p:cBhvr>
                                      <p:to>
                                        <p:strVal val="visible"/>
                                      </p:to>
                                    </p:set>
                                    <p:anim calcmode="lin" valueType="num">
                                      <p:cBhvr additive="base">
                                        <p:cTn id="37" dur="500" fill="hold"/>
                                        <p:tgtEl>
                                          <p:spTgt spid="4">
                                            <p:graphicEl>
                                              <a:dgm id="{88B7AACF-4FBF-4542-B07A-14EEC848E1F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88B7AACF-4FBF-4542-B07A-14EEC848E1FC}"/>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graphicEl>
                                              <a:dgm id="{6D793848-5A66-4F7C-B3A6-5723D3571116}"/>
                                            </p:graphicEl>
                                          </p:spTgt>
                                        </p:tgtEl>
                                        <p:attrNameLst>
                                          <p:attrName>style.visibility</p:attrName>
                                        </p:attrNameLst>
                                      </p:cBhvr>
                                      <p:to>
                                        <p:strVal val="visible"/>
                                      </p:to>
                                    </p:set>
                                    <p:anim calcmode="lin" valueType="num">
                                      <p:cBhvr additive="base">
                                        <p:cTn id="41" dur="500" fill="hold"/>
                                        <p:tgtEl>
                                          <p:spTgt spid="4">
                                            <p:graphicEl>
                                              <a:dgm id="{6D793848-5A66-4F7C-B3A6-5723D3571116}"/>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graphicEl>
                                              <a:dgm id="{6D793848-5A66-4F7C-B3A6-5723D3571116}"/>
                                            </p:graphic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graphicEl>
                                              <a:dgm id="{E07BE49C-3F7C-4551-96CD-6030ADE7C4FF}"/>
                                            </p:graphicEl>
                                          </p:spTgt>
                                        </p:tgtEl>
                                        <p:attrNameLst>
                                          <p:attrName>style.visibility</p:attrName>
                                        </p:attrNameLst>
                                      </p:cBhvr>
                                      <p:to>
                                        <p:strVal val="visible"/>
                                      </p:to>
                                    </p:set>
                                    <p:anim calcmode="lin" valueType="num">
                                      <p:cBhvr additive="base">
                                        <p:cTn id="45" dur="500" fill="hold"/>
                                        <p:tgtEl>
                                          <p:spTgt spid="4">
                                            <p:graphicEl>
                                              <a:dgm id="{E07BE49C-3F7C-4551-96CD-6030ADE7C4FF}"/>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graphicEl>
                                              <a:dgm id="{E07BE49C-3F7C-4551-96CD-6030ADE7C4FF}"/>
                                            </p:graphic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graphicEl>
                                              <a:dgm id="{627E3100-7A0C-4E6F-B5A4-A7F56FDDDE81}"/>
                                            </p:graphicEl>
                                          </p:spTgt>
                                        </p:tgtEl>
                                        <p:attrNameLst>
                                          <p:attrName>style.visibility</p:attrName>
                                        </p:attrNameLst>
                                      </p:cBhvr>
                                      <p:to>
                                        <p:strVal val="visible"/>
                                      </p:to>
                                    </p:set>
                                    <p:anim calcmode="lin" valueType="num">
                                      <p:cBhvr additive="base">
                                        <p:cTn id="49" dur="500" fill="hold"/>
                                        <p:tgtEl>
                                          <p:spTgt spid="4">
                                            <p:graphicEl>
                                              <a:dgm id="{627E3100-7A0C-4E6F-B5A4-A7F56FDDDE81}"/>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627E3100-7A0C-4E6F-B5A4-A7F56FDDDE81}"/>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
                                            <p:graphicEl>
                                              <a:dgm id="{736FE7C6-8D2C-4E4F-944A-A6A386CE112D}"/>
                                            </p:graphicEl>
                                          </p:spTgt>
                                        </p:tgtEl>
                                        <p:attrNameLst>
                                          <p:attrName>style.visibility</p:attrName>
                                        </p:attrNameLst>
                                      </p:cBhvr>
                                      <p:to>
                                        <p:strVal val="visible"/>
                                      </p:to>
                                    </p:set>
                                    <p:anim calcmode="lin" valueType="num">
                                      <p:cBhvr additive="base">
                                        <p:cTn id="53" dur="500" fill="hold"/>
                                        <p:tgtEl>
                                          <p:spTgt spid="4">
                                            <p:graphicEl>
                                              <a:dgm id="{736FE7C6-8D2C-4E4F-944A-A6A386CE112D}"/>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736FE7C6-8D2C-4E4F-944A-A6A386CE112D}"/>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6B5FD9CA-BB44-4811-9EE8-32DA070FB542}"/>
                                            </p:graphicEl>
                                          </p:spTgt>
                                        </p:tgtEl>
                                        <p:attrNameLst>
                                          <p:attrName>style.visibility</p:attrName>
                                        </p:attrNameLst>
                                      </p:cBhvr>
                                      <p:to>
                                        <p:strVal val="visible"/>
                                      </p:to>
                                    </p:set>
                                    <p:anim calcmode="lin" valueType="num">
                                      <p:cBhvr additive="base">
                                        <p:cTn id="57" dur="500" fill="hold"/>
                                        <p:tgtEl>
                                          <p:spTgt spid="4">
                                            <p:graphicEl>
                                              <a:dgm id="{6B5FD9CA-BB44-4811-9EE8-32DA070FB542}"/>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6B5FD9CA-BB44-4811-9EE8-32DA070FB542}"/>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
                                            <p:graphicEl>
                                              <a:dgm id="{3797BADF-27BA-4BE0-86B7-8A425A775389}"/>
                                            </p:graphicEl>
                                          </p:spTgt>
                                        </p:tgtEl>
                                        <p:attrNameLst>
                                          <p:attrName>style.visibility</p:attrName>
                                        </p:attrNameLst>
                                      </p:cBhvr>
                                      <p:to>
                                        <p:strVal val="visible"/>
                                      </p:to>
                                    </p:set>
                                    <p:anim calcmode="lin" valueType="num">
                                      <p:cBhvr additive="base">
                                        <p:cTn id="61" dur="500" fill="hold"/>
                                        <p:tgtEl>
                                          <p:spTgt spid="4">
                                            <p:graphicEl>
                                              <a:dgm id="{3797BADF-27BA-4BE0-86B7-8A425A775389}"/>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graphicEl>
                                              <a:dgm id="{3797BADF-27BA-4BE0-86B7-8A425A775389}"/>
                                            </p:graphic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
                                            <p:graphicEl>
                                              <a:dgm id="{C0D30DAD-B5E8-4473-8F09-F92D92105B13}"/>
                                            </p:graphicEl>
                                          </p:spTgt>
                                        </p:tgtEl>
                                        <p:attrNameLst>
                                          <p:attrName>style.visibility</p:attrName>
                                        </p:attrNameLst>
                                      </p:cBhvr>
                                      <p:to>
                                        <p:strVal val="visible"/>
                                      </p:to>
                                    </p:set>
                                    <p:anim calcmode="lin" valueType="num">
                                      <p:cBhvr additive="base">
                                        <p:cTn id="65" dur="500" fill="hold"/>
                                        <p:tgtEl>
                                          <p:spTgt spid="4">
                                            <p:graphicEl>
                                              <a:dgm id="{C0D30DAD-B5E8-4473-8F09-F92D92105B13}"/>
                                            </p:graphic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graphicEl>
                                              <a:dgm id="{C0D30DAD-B5E8-4473-8F09-F92D92105B1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AtOnc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a:lstStyle/>
          <a:p>
            <a:r>
              <a:rPr lang="en-US" dirty="0"/>
              <a:t>Data Volume</a:t>
            </a:r>
            <a:endParaRPr lang="en-GB"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3067447593"/>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0859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300" dirty="0"/>
              <a:t>Data Velocity</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1188762433"/>
              </p:ext>
            </p:extLst>
          </p:nvPr>
        </p:nvGraphicFramePr>
        <p:xfrm>
          <a:off x="457200" y="1131590"/>
          <a:ext cx="8229600" cy="3816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8874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300" dirty="0"/>
              <a:t>Data Velocity</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3152539252"/>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759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300" dirty="0"/>
              <a:t>Data Variety</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850461515"/>
              </p:ext>
            </p:extLst>
          </p:nvPr>
        </p:nvGraphicFramePr>
        <p:xfrm>
          <a:off x="457200" y="1203598"/>
          <a:ext cx="8229600" cy="3649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41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300" dirty="0"/>
              <a:t>Data Variety</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227912561"/>
              </p:ext>
            </p:extLst>
          </p:nvPr>
        </p:nvGraphicFramePr>
        <p:xfrm>
          <a:off x="457200" y="1131590"/>
          <a:ext cx="8229600" cy="3649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265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300" dirty="0"/>
              <a:t>Big Data</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2768924079"/>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576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a:lstStyle/>
          <a:p>
            <a:r>
              <a:rPr lang="en-GB" dirty="0"/>
              <a:t>Summary</a:t>
            </a:r>
          </a:p>
        </p:txBody>
      </p:sp>
      <p:graphicFrame>
        <p:nvGraphicFramePr>
          <p:cNvPr id="4" name="Content Placeholder 3">
            <a:extLst>
              <a:ext uri="{FF2B5EF4-FFF2-40B4-BE49-F238E27FC236}">
                <a16:creationId xmlns:a16="http://schemas.microsoft.com/office/drawing/2014/main" id="{6B83AE24-0553-44F1-A929-945560F973BB}"/>
              </a:ext>
            </a:extLst>
          </p:cNvPr>
          <p:cNvGraphicFramePr>
            <a:graphicFrameLocks noGrp="1"/>
          </p:cNvGraphicFramePr>
          <p:nvPr>
            <p:ph sz="quarter" idx="10"/>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481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194"/>
            <a:ext cx="8229600" cy="382156"/>
          </a:xfrm>
        </p:spPr>
        <p:txBody>
          <a:bodyPr/>
          <a:lstStyle/>
          <a:p>
            <a:r>
              <a:rPr lang="en-GB" dirty="0"/>
              <a:t>Next</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3450754927"/>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724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2.xml><?xml version="1.0" encoding="utf-8"?>
<a:theme xmlns:a="http://schemas.openxmlformats.org/drawingml/2006/main" name="2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2F052DFD6A4241BCA64902A30F465C" ma:contentTypeVersion="15" ma:contentTypeDescription="Create a new document." ma:contentTypeScope="" ma:versionID="9bf09fcda33860ef432e8aa6653c2903">
  <xsd:schema xmlns:xsd="http://www.w3.org/2001/XMLSchema" xmlns:xs="http://www.w3.org/2001/XMLSchema" xmlns:p="http://schemas.microsoft.com/office/2006/metadata/properties" xmlns:ns1="http://schemas.microsoft.com/sharepoint/v3" xmlns:ns3="3b0878e4-adc5-4a57-b458-b832fc8119e6" xmlns:ns4="45f838f1-6ca2-4b27-9643-554f77f867a6" targetNamespace="http://schemas.microsoft.com/office/2006/metadata/properties" ma:root="true" ma:fieldsID="c17b02809f3e223fb36ffefd9b9100e3" ns1:_="" ns3:_="" ns4:_="">
    <xsd:import namespace="http://schemas.microsoft.com/sharepoint/v3"/>
    <xsd:import namespace="3b0878e4-adc5-4a57-b458-b832fc8119e6"/>
    <xsd:import namespace="45f838f1-6ca2-4b27-9643-554f77f867a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4:SharedWithUsers" minOccurs="0"/>
                <xsd:element ref="ns4:SharedWithDetails" minOccurs="0"/>
                <xsd:element ref="ns4:SharingHintHash" minOccurs="0"/>
                <xsd:element ref="ns3:MediaServiceDateTaken"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0878e4-adc5-4a57-b458-b832fc8119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f838f1-6ca2-4b27-9643-554f77f867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B5613BD-0A9B-43D4-B221-7F2CB5B221C1}">
  <ds:schemaRefs>
    <ds:schemaRef ds:uri="http://schemas.microsoft.com/sharepoint/v3/contenttype/forms"/>
  </ds:schemaRefs>
</ds:datastoreItem>
</file>

<file path=customXml/itemProps2.xml><?xml version="1.0" encoding="utf-8"?>
<ds:datastoreItem xmlns:ds="http://schemas.openxmlformats.org/officeDocument/2006/customXml" ds:itemID="{6076658B-048F-452C-AD87-966C84F647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b0878e4-adc5-4a57-b458-b832fc8119e6"/>
    <ds:schemaRef ds:uri="45f838f1-6ca2-4b27-9643-554f77f867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2D02A8-937E-4448-BDAC-AC3D7F1FFE01}">
  <ds:schemaRefs>
    <ds:schemaRef ds:uri="http://www.w3.org/XML/1998/namespace"/>
    <ds:schemaRef ds:uri="http://purl.org/dc/elements/1.1/"/>
    <ds:schemaRef ds:uri="http://schemas.microsoft.com/office/2006/documentManagement/types"/>
    <ds:schemaRef ds:uri="http://purl.org/dc/dcmitype/"/>
    <ds:schemaRef ds:uri="http://schemas.microsoft.com/sharepoint/v3"/>
    <ds:schemaRef ds:uri="45f838f1-6ca2-4b27-9643-554f77f867a6"/>
    <ds:schemaRef ds:uri="http://purl.org/dc/terms/"/>
    <ds:schemaRef ds:uri="http://schemas.microsoft.com/office/infopath/2007/PartnerControls"/>
    <ds:schemaRef ds:uri="http://schemas.openxmlformats.org/package/2006/metadata/core-properties"/>
    <ds:schemaRef ds:uri="3b0878e4-adc5-4a57-b458-b832fc8119e6"/>
    <ds:schemaRef ds:uri="http://schemas.microsoft.com/office/2006/metadata/properties"/>
  </ds:schemaRefs>
</ds:datastoreItem>
</file>

<file path=docMetadata/LabelInfo.xml><?xml version="1.0" encoding="utf-8"?>
<clbl:labelList xmlns:clbl="http://schemas.microsoft.com/office/2020/mipLabelMetadata">
  <clbl:label id="{8f4ba6ac-c9c0-4c5e-a531-736e3faaed7d}" enabled="1" method="Privileged" siteId="{2081ade3-b577-421e-9935-31961e4ff17d}" contentBits="0" removed="0"/>
</clbl:labelList>
</file>

<file path=docProps/app.xml><?xml version="1.0" encoding="utf-8"?>
<Properties xmlns="http://schemas.openxmlformats.org/officeDocument/2006/extended-properties" xmlns:vt="http://schemas.openxmlformats.org/officeDocument/2006/docPropsVTypes">
  <Template/>
  <TotalTime>10035</TotalTime>
  <Words>3241</Words>
  <Application>Microsoft Office PowerPoint</Application>
  <PresentationFormat>On-screen Show (16:9)</PresentationFormat>
  <Paragraphs>348</Paragraphs>
  <Slides>21</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Arial</vt:lpstr>
      <vt:lpstr>Century Gothic</vt:lpstr>
      <vt:lpstr>Calibri</vt:lpstr>
      <vt:lpstr>1_1055_CyberVista_Template_v5_16x9</vt:lpstr>
      <vt:lpstr>2_1055_CyberVista_Template_v5_16x9</vt:lpstr>
      <vt:lpstr>Big Data Fundamentals and Architecture</vt:lpstr>
      <vt:lpstr>Big Data</vt:lpstr>
      <vt:lpstr>Big Data</vt:lpstr>
      <vt:lpstr>Example</vt:lpstr>
      <vt:lpstr>Example Earth Imaging analysis</vt:lpstr>
      <vt:lpstr>Sample Data set for Analysis</vt:lpstr>
      <vt:lpstr>Sample Social Media Analytics</vt:lpstr>
      <vt:lpstr>Sample Social Media Analytics</vt:lpstr>
      <vt:lpstr>Sample Social Media Analytics</vt:lpstr>
      <vt:lpstr>Integration Analysis</vt:lpstr>
      <vt:lpstr>Integration and Analysis</vt:lpstr>
      <vt:lpstr>Value of Data</vt:lpstr>
      <vt:lpstr>Data Volume</vt:lpstr>
      <vt:lpstr>Data Volume</vt:lpstr>
      <vt:lpstr>Data Velocity</vt:lpstr>
      <vt:lpstr>Data Velocity</vt:lpstr>
      <vt:lpstr>Data Variety</vt:lpstr>
      <vt:lpstr>Data Variety</vt:lpstr>
      <vt:lpstr>Big Data</vt:lpstr>
      <vt:lpstr>Summary</vt:lpstr>
      <vt:lpstr>Next</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NWMS Template</dc:title>
  <dc:creator>Jessica Muirhead</dc:creator>
  <cp:lastModifiedBy>Thilina Perera</cp:lastModifiedBy>
  <cp:revision>629</cp:revision>
  <cp:lastPrinted>2016-06-30T02:54:45Z</cp:lastPrinted>
  <dcterms:created xsi:type="dcterms:W3CDTF">2019-12-09T09:26:27Z</dcterms:created>
  <dcterms:modified xsi:type="dcterms:W3CDTF">2026-05-03T04:57:52Z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0x010100132F052DFD6A4241BCA64902A30F465C</vt:lpwstr>
  </property>
</Properties>
</file>