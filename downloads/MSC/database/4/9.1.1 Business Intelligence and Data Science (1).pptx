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4.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5.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6.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7.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3" r:id="rId4"/>
    <p:sldMasterId id="2147483682" r:id="rId5"/>
  </p:sldMasterIdLst>
  <p:notesMasterIdLst>
    <p:notesMasterId r:id="rId23"/>
  </p:notesMasterIdLst>
  <p:handoutMasterIdLst>
    <p:handoutMasterId r:id="rId24"/>
  </p:handoutMasterIdLst>
  <p:sldIdLst>
    <p:sldId id="360" r:id="rId6"/>
    <p:sldId id="286" r:id="rId7"/>
    <p:sldId id="297" r:id="rId8"/>
    <p:sldId id="299" r:id="rId9"/>
    <p:sldId id="301" r:id="rId10"/>
    <p:sldId id="302" r:id="rId11"/>
    <p:sldId id="304" r:id="rId12"/>
    <p:sldId id="305" r:id="rId13"/>
    <p:sldId id="308" r:id="rId14"/>
    <p:sldId id="309" r:id="rId15"/>
    <p:sldId id="306" r:id="rId16"/>
    <p:sldId id="310" r:id="rId17"/>
    <p:sldId id="293" r:id="rId18"/>
    <p:sldId id="294" r:id="rId19"/>
    <p:sldId id="289" r:id="rId20"/>
    <p:sldId id="296" r:id="rId21"/>
    <p:sldId id="307" r:id="rId22"/>
  </p:sldIdLst>
  <p:sldSz cx="9144000" cy="5143500" type="screen16x9"/>
  <p:notesSz cx="7010400" cy="9296400"/>
  <p:embeddedFontLst>
    <p:embeddedFont>
      <p:font typeface="Century Gothic" panose="020B0502020202020204" pitchFamily="34" charset="0"/>
      <p:regular r:id="rId25"/>
      <p:bold r:id="rId26"/>
      <p:italic r:id="rId27"/>
      <p:boldItalic r:id="rId2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4661"/>
    <a:srgbClr val="EC1A3B"/>
    <a:srgbClr val="736663"/>
    <a:srgbClr val="034561"/>
    <a:srgbClr val="F0F3F7"/>
    <a:srgbClr val="7D0063"/>
    <a:srgbClr val="CCCCCC"/>
    <a:srgbClr val="023F5C"/>
    <a:srgbClr val="3D59CE"/>
    <a:srgbClr val="13729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D4B2A8-3D3E-49C8-A620-1A0382258DE8}" v="3" dt="2021-03-24T09:28:54.0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73" autoAdjust="0"/>
    <p:restoredTop sz="82483" autoAdjust="0"/>
  </p:normalViewPr>
  <p:slideViewPr>
    <p:cSldViewPr snapToObjects="1">
      <p:cViewPr varScale="1">
        <p:scale>
          <a:sx n="120" d="100"/>
          <a:sy n="120" d="100"/>
        </p:scale>
        <p:origin x="1212" y="102"/>
      </p:cViewPr>
      <p:guideLst>
        <p:guide orient="horz" pos="162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snapToObjects="1" showGuides="1">
      <p:cViewPr varScale="1">
        <p:scale>
          <a:sx n="63" d="100"/>
          <a:sy n="63" d="100"/>
        </p:scale>
        <p:origin x="2314" y="6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font" Target="fonts/font2.fntdata"/><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font" Target="fonts/font1.fntdata"/><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handoutMaster" Target="handoutMasters/handoutMaster1.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font" Target="fonts/font4.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font" Target="fonts/font3.fntdata"/><Relationship Id="rId30" Type="http://schemas.openxmlformats.org/officeDocument/2006/relationships/viewProps" Target="viewProps.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ssica Muirhead" userId="4348b7c2-15d4-41d3-a169-9dcf16fd4128" providerId="ADAL" clId="{819F4FB7-54DF-4C72-97BE-0D2365ABDCD6}"/>
    <pc:docChg chg="modSld">
      <pc:chgData name="Jessica Muirhead" userId="4348b7c2-15d4-41d3-a169-9dcf16fd4128" providerId="ADAL" clId="{819F4FB7-54DF-4C72-97BE-0D2365ABDCD6}" dt="2020-04-26T14:11:14.314" v="2" actId="20577"/>
      <pc:docMkLst>
        <pc:docMk/>
      </pc:docMkLst>
      <pc:sldChg chg="modSp">
        <pc:chgData name="Jessica Muirhead" userId="4348b7c2-15d4-41d3-a169-9dcf16fd4128" providerId="ADAL" clId="{819F4FB7-54DF-4C72-97BE-0D2365ABDCD6}" dt="2020-04-26T14:11:14.314" v="2" actId="20577"/>
        <pc:sldMkLst>
          <pc:docMk/>
          <pc:sldMk cId="3057038417" sldId="289"/>
        </pc:sldMkLst>
        <pc:spChg chg="mod">
          <ac:chgData name="Jessica Muirhead" userId="4348b7c2-15d4-41d3-a169-9dcf16fd4128" providerId="ADAL" clId="{819F4FB7-54DF-4C72-97BE-0D2365ABDCD6}" dt="2020-04-26T14:11:14.314" v="2" actId="20577"/>
          <ac:spMkLst>
            <pc:docMk/>
            <pc:sldMk cId="3057038417" sldId="289"/>
            <ac:spMk id="2" creationId="{E2F503F5-729A-41DB-BE9B-995D6171841C}"/>
          </ac:spMkLst>
        </pc:spChg>
      </pc:sldChg>
    </pc:docChg>
  </pc:docChgLst>
  <pc:docChgLst>
    <pc:chgData name="Bindu Jose" userId="bb576a8c-2f61-4e68-ab69-362814d3356d" providerId="ADAL" clId="{85D4B2A8-3D3E-49C8-A620-1A0382258DE8}"/>
    <pc:docChg chg="undo custSel addSld delSld modSld">
      <pc:chgData name="Bindu Jose" userId="bb576a8c-2f61-4e68-ab69-362814d3356d" providerId="ADAL" clId="{85D4B2A8-3D3E-49C8-A620-1A0382258DE8}" dt="2021-03-24T09:30:31.678" v="18" actId="47"/>
      <pc:docMkLst>
        <pc:docMk/>
      </pc:docMkLst>
      <pc:sldChg chg="modSp mod">
        <pc:chgData name="Bindu Jose" userId="bb576a8c-2f61-4e68-ab69-362814d3356d" providerId="ADAL" clId="{85D4B2A8-3D3E-49C8-A620-1A0382258DE8}" dt="2021-03-24T09:28:51.387" v="4" actId="27636"/>
        <pc:sldMkLst>
          <pc:docMk/>
          <pc:sldMk cId="579727845" sldId="289"/>
        </pc:sldMkLst>
        <pc:spChg chg="mod">
          <ac:chgData name="Bindu Jose" userId="bb576a8c-2f61-4e68-ab69-362814d3356d" providerId="ADAL" clId="{85D4B2A8-3D3E-49C8-A620-1A0382258DE8}" dt="2021-03-24T09:28:51.387" v="4" actId="27636"/>
          <ac:spMkLst>
            <pc:docMk/>
            <pc:sldMk cId="579727845" sldId="289"/>
            <ac:spMk id="29698" creationId="{00000000-0000-0000-0000-000000000000}"/>
          </ac:spMkLst>
        </pc:spChg>
      </pc:sldChg>
      <pc:sldChg chg="add del modNotesTx">
        <pc:chgData name="Bindu Jose" userId="bb576a8c-2f61-4e68-ab69-362814d3356d" providerId="ADAL" clId="{85D4B2A8-3D3E-49C8-A620-1A0382258DE8}" dt="2021-03-24T09:30:31.678" v="18" actId="47"/>
        <pc:sldMkLst>
          <pc:docMk/>
          <pc:sldMk cId="151256552" sldId="295"/>
        </pc:sldMkLst>
      </pc:sldChg>
      <pc:sldChg chg="modSp add del mod modNotesTx">
        <pc:chgData name="Bindu Jose" userId="bb576a8c-2f61-4e68-ab69-362814d3356d" providerId="ADAL" clId="{85D4B2A8-3D3E-49C8-A620-1A0382258DE8}" dt="2021-03-24T09:30:29.099" v="17"/>
        <pc:sldMkLst>
          <pc:docMk/>
          <pc:sldMk cId="3845510137" sldId="360"/>
        </pc:sldMkLst>
        <pc:spChg chg="mod">
          <ac:chgData name="Bindu Jose" userId="bb576a8c-2f61-4e68-ab69-362814d3356d" providerId="ADAL" clId="{85D4B2A8-3D3E-49C8-A620-1A0382258DE8}" dt="2021-03-24T09:29:22.519" v="7"/>
          <ac:spMkLst>
            <pc:docMk/>
            <pc:sldMk cId="3845510137" sldId="360"/>
            <ac:spMk id="3" creationId="{00000000-0000-0000-0000-000000000000}"/>
          </ac:spMkLst>
        </pc:spChg>
        <pc:spChg chg="mod">
          <ac:chgData name="Bindu Jose" userId="bb576a8c-2f61-4e68-ab69-362814d3356d" providerId="ADAL" clId="{85D4B2A8-3D3E-49C8-A620-1A0382258DE8}" dt="2021-03-24T09:29:03.222" v="6" actId="20577"/>
          <ac:spMkLst>
            <pc:docMk/>
            <pc:sldMk cId="3845510137" sldId="360"/>
            <ac:spMk id="4"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9AFC2B7-FA26-4341-953C-D539FF7AB552}" type="doc">
      <dgm:prSet loTypeId="urn:microsoft.com/office/officeart/2005/8/layout/hProcess9" loCatId="process" qsTypeId="urn:microsoft.com/office/officeart/2005/8/quickstyle/simple1" qsCatId="simple" csTypeId="urn:microsoft.com/office/officeart/2005/8/colors/colorful4" csCatId="colorful" phldr="1"/>
      <dgm:spPr/>
      <dgm:t>
        <a:bodyPr/>
        <a:lstStyle/>
        <a:p>
          <a:endParaRPr lang="en-US"/>
        </a:p>
      </dgm:t>
    </dgm:pt>
    <dgm:pt modelId="{AC05139A-6141-48BB-BE30-F3AC4C0EABDA}">
      <dgm:prSet/>
      <dgm:spPr/>
      <dgm:t>
        <a:bodyPr/>
        <a:lstStyle/>
        <a:p>
          <a:pPr rtl="0"/>
          <a:r>
            <a:rPr lang="en-GB" dirty="0"/>
            <a:t>Explore business intelligence and data science</a:t>
          </a:r>
        </a:p>
      </dgm:t>
    </dgm:pt>
    <dgm:pt modelId="{F92BC9A6-4DD0-4B2F-B3D7-26D31AEEA2D3}" type="parTrans" cxnId="{D378812E-C80A-4A7C-A602-FD781BF09BFF}">
      <dgm:prSet/>
      <dgm:spPr/>
      <dgm:t>
        <a:bodyPr/>
        <a:lstStyle/>
        <a:p>
          <a:endParaRPr lang="en-US"/>
        </a:p>
      </dgm:t>
    </dgm:pt>
    <dgm:pt modelId="{DF81D18F-5948-49AE-8502-A2BCAC36F5A5}" type="sibTrans" cxnId="{D378812E-C80A-4A7C-A602-FD781BF09BFF}">
      <dgm:prSet/>
      <dgm:spPr/>
      <dgm:t>
        <a:bodyPr/>
        <a:lstStyle/>
        <a:p>
          <a:endParaRPr lang="en-US"/>
        </a:p>
      </dgm:t>
    </dgm:pt>
    <dgm:pt modelId="{DDA44931-1A3B-42F1-A79A-41CAE5AEC7CE}" type="pres">
      <dgm:prSet presAssocID="{D9AFC2B7-FA26-4341-953C-D539FF7AB552}" presName="CompostProcess" presStyleCnt="0">
        <dgm:presLayoutVars>
          <dgm:dir/>
          <dgm:resizeHandles val="exact"/>
        </dgm:presLayoutVars>
      </dgm:prSet>
      <dgm:spPr/>
    </dgm:pt>
    <dgm:pt modelId="{3E92F40C-75C4-4586-A6AC-EDFEFA257A58}" type="pres">
      <dgm:prSet presAssocID="{D9AFC2B7-FA26-4341-953C-D539FF7AB552}" presName="arrow" presStyleLbl="bgShp" presStyleIdx="0" presStyleCnt="1"/>
      <dgm:spPr/>
    </dgm:pt>
    <dgm:pt modelId="{30A76380-DE70-45CE-8616-D2B2FB29CC08}" type="pres">
      <dgm:prSet presAssocID="{D9AFC2B7-FA26-4341-953C-D539FF7AB552}" presName="linearProcess" presStyleCnt="0"/>
      <dgm:spPr/>
    </dgm:pt>
    <dgm:pt modelId="{917E5382-50F7-46EE-AF0B-83582A7AB40A}" type="pres">
      <dgm:prSet presAssocID="{AC05139A-6141-48BB-BE30-F3AC4C0EABDA}" presName="textNode" presStyleLbl="node1" presStyleIdx="0" presStyleCnt="1">
        <dgm:presLayoutVars>
          <dgm:bulletEnabled val="1"/>
        </dgm:presLayoutVars>
      </dgm:prSet>
      <dgm:spPr/>
    </dgm:pt>
  </dgm:ptLst>
  <dgm:cxnLst>
    <dgm:cxn modelId="{D378812E-C80A-4A7C-A602-FD781BF09BFF}" srcId="{D9AFC2B7-FA26-4341-953C-D539FF7AB552}" destId="{AC05139A-6141-48BB-BE30-F3AC4C0EABDA}" srcOrd="0" destOrd="0" parTransId="{F92BC9A6-4DD0-4B2F-B3D7-26D31AEEA2D3}" sibTransId="{DF81D18F-5948-49AE-8502-A2BCAC36F5A5}"/>
    <dgm:cxn modelId="{F76DE982-8798-4F2D-A221-1423FA31CA3D}" type="presOf" srcId="{AC05139A-6141-48BB-BE30-F3AC4C0EABDA}" destId="{917E5382-50F7-46EE-AF0B-83582A7AB40A}" srcOrd="0" destOrd="0" presId="urn:microsoft.com/office/officeart/2005/8/layout/hProcess9"/>
    <dgm:cxn modelId="{C9B41DE4-AD3C-41E8-8325-86BB5D712A1C}" type="presOf" srcId="{D9AFC2B7-FA26-4341-953C-D539FF7AB552}" destId="{DDA44931-1A3B-42F1-A79A-41CAE5AEC7CE}" srcOrd="0" destOrd="0" presId="urn:microsoft.com/office/officeart/2005/8/layout/hProcess9"/>
    <dgm:cxn modelId="{E96EE636-A6D9-4B93-A987-649169D6EE9C}" type="presParOf" srcId="{DDA44931-1A3B-42F1-A79A-41CAE5AEC7CE}" destId="{3E92F40C-75C4-4586-A6AC-EDFEFA257A58}" srcOrd="0" destOrd="0" presId="urn:microsoft.com/office/officeart/2005/8/layout/hProcess9"/>
    <dgm:cxn modelId="{0DBDD2E9-E6A0-4D08-BAFF-AF351C0FF906}" type="presParOf" srcId="{DDA44931-1A3B-42F1-A79A-41CAE5AEC7CE}" destId="{30A76380-DE70-45CE-8616-D2B2FB29CC08}" srcOrd="1" destOrd="0" presId="urn:microsoft.com/office/officeart/2005/8/layout/hProcess9"/>
    <dgm:cxn modelId="{591ED710-4001-4C38-91DE-FB4894648432}" type="presParOf" srcId="{30A76380-DE70-45CE-8616-D2B2FB29CC08}" destId="{917E5382-50F7-46EE-AF0B-83582A7AB40A}" srcOrd="0"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1B569B2-DF47-4A99-B586-72EFDF2EE565}" type="doc">
      <dgm:prSet loTypeId="urn:microsoft.com/office/officeart/2005/8/layout/chevron2" loCatId="process" qsTypeId="urn:microsoft.com/office/officeart/2005/8/quickstyle/simple1" qsCatId="simple" csTypeId="urn:microsoft.com/office/officeart/2005/8/colors/colorful5" csCatId="colorful"/>
      <dgm:spPr/>
      <dgm:t>
        <a:bodyPr/>
        <a:lstStyle/>
        <a:p>
          <a:endParaRPr lang="en-US"/>
        </a:p>
      </dgm:t>
    </dgm:pt>
    <dgm:pt modelId="{710D58AE-125F-42A6-B46C-0630BD4496A2}">
      <dgm:prSet/>
      <dgm:spPr/>
      <dgm:t>
        <a:bodyPr/>
        <a:lstStyle/>
        <a:p>
          <a:pPr rtl="0"/>
          <a:r>
            <a:rPr lang="en-GB"/>
            <a:t>Data</a:t>
          </a:r>
        </a:p>
      </dgm:t>
    </dgm:pt>
    <dgm:pt modelId="{E207EF33-A5BA-44E5-A6BF-703661AC0EF9}" type="parTrans" cxnId="{059FB152-D0FF-4D88-B3A1-2C46C9A44D12}">
      <dgm:prSet/>
      <dgm:spPr/>
      <dgm:t>
        <a:bodyPr/>
        <a:lstStyle/>
        <a:p>
          <a:endParaRPr lang="en-US"/>
        </a:p>
      </dgm:t>
    </dgm:pt>
    <dgm:pt modelId="{B9621687-EFFC-4184-87ED-7F545F104B0D}" type="sibTrans" cxnId="{059FB152-D0FF-4D88-B3A1-2C46C9A44D12}">
      <dgm:prSet/>
      <dgm:spPr/>
      <dgm:t>
        <a:bodyPr/>
        <a:lstStyle/>
        <a:p>
          <a:endParaRPr lang="en-US"/>
        </a:p>
      </dgm:t>
    </dgm:pt>
    <dgm:pt modelId="{840C755D-C55B-4927-BAB9-0E2E98C3DDA4}">
      <dgm:prSet/>
      <dgm:spPr/>
      <dgm:t>
        <a:bodyPr/>
        <a:lstStyle/>
        <a:p>
          <a:pPr rtl="0"/>
          <a:r>
            <a:rPr lang="en-GB"/>
            <a:t>The most valuable ingredient in decision making</a:t>
          </a:r>
        </a:p>
      </dgm:t>
    </dgm:pt>
    <dgm:pt modelId="{523A0893-E943-4D3A-A619-0524E77BF97E}" type="parTrans" cxnId="{2E7B4B28-883C-4760-A8C4-71B9AEA128CC}">
      <dgm:prSet/>
      <dgm:spPr/>
      <dgm:t>
        <a:bodyPr/>
        <a:lstStyle/>
        <a:p>
          <a:endParaRPr lang="en-US"/>
        </a:p>
      </dgm:t>
    </dgm:pt>
    <dgm:pt modelId="{BD55A6EE-0DFB-4252-8D0B-2480BB425204}" type="sibTrans" cxnId="{2E7B4B28-883C-4760-A8C4-71B9AEA128CC}">
      <dgm:prSet/>
      <dgm:spPr/>
      <dgm:t>
        <a:bodyPr/>
        <a:lstStyle/>
        <a:p>
          <a:endParaRPr lang="en-US"/>
        </a:p>
      </dgm:t>
    </dgm:pt>
    <dgm:pt modelId="{1CCE6EF5-9469-47AF-8970-5D4074C8C93E}">
      <dgm:prSet/>
      <dgm:spPr/>
      <dgm:t>
        <a:bodyPr/>
        <a:lstStyle/>
        <a:p>
          <a:pPr rtl="0"/>
          <a:r>
            <a:rPr lang="en-GB"/>
            <a:t>Generated and updated every second </a:t>
          </a:r>
        </a:p>
      </dgm:t>
    </dgm:pt>
    <dgm:pt modelId="{E9B89AB5-86BA-4BCC-BAC3-AB6C97429F27}" type="parTrans" cxnId="{C2E18054-19C6-419D-9683-0A40F786F2C9}">
      <dgm:prSet/>
      <dgm:spPr/>
      <dgm:t>
        <a:bodyPr/>
        <a:lstStyle/>
        <a:p>
          <a:endParaRPr lang="en-US"/>
        </a:p>
      </dgm:t>
    </dgm:pt>
    <dgm:pt modelId="{BC404C64-0A45-437E-8FE5-40BEB56AED9C}" type="sibTrans" cxnId="{C2E18054-19C6-419D-9683-0A40F786F2C9}">
      <dgm:prSet/>
      <dgm:spPr/>
      <dgm:t>
        <a:bodyPr/>
        <a:lstStyle/>
        <a:p>
          <a:endParaRPr lang="en-US"/>
        </a:p>
      </dgm:t>
    </dgm:pt>
    <dgm:pt modelId="{04954E83-809E-441B-B3CD-9EC0BB51E082}">
      <dgm:prSet/>
      <dgm:spPr/>
      <dgm:t>
        <a:bodyPr/>
        <a:lstStyle/>
        <a:p>
          <a:pPr rtl="0"/>
          <a:r>
            <a:rPr lang="en-GB"/>
            <a:t>Decision-making.</a:t>
          </a:r>
        </a:p>
      </dgm:t>
    </dgm:pt>
    <dgm:pt modelId="{59FE4EC3-972A-40D4-BD78-696602F11294}" type="parTrans" cxnId="{4A412B06-A5A7-4DC0-909A-DB4A87335A0D}">
      <dgm:prSet/>
      <dgm:spPr/>
      <dgm:t>
        <a:bodyPr/>
        <a:lstStyle/>
        <a:p>
          <a:endParaRPr lang="en-US"/>
        </a:p>
      </dgm:t>
    </dgm:pt>
    <dgm:pt modelId="{14CB70EB-2236-49D1-9D16-6852D73252D7}" type="sibTrans" cxnId="{4A412B06-A5A7-4DC0-909A-DB4A87335A0D}">
      <dgm:prSet/>
      <dgm:spPr/>
      <dgm:t>
        <a:bodyPr/>
        <a:lstStyle/>
        <a:p>
          <a:endParaRPr lang="en-US"/>
        </a:p>
      </dgm:t>
    </dgm:pt>
    <dgm:pt modelId="{9246346C-CD81-4B87-84D0-4D1093711EE9}">
      <dgm:prSet/>
      <dgm:spPr/>
      <dgm:t>
        <a:bodyPr/>
        <a:lstStyle/>
        <a:p>
          <a:pPr rtl="0"/>
          <a:r>
            <a:rPr lang="en-GB"/>
            <a:t>Data warehouse (DW) </a:t>
          </a:r>
        </a:p>
      </dgm:t>
    </dgm:pt>
    <dgm:pt modelId="{94163335-411D-45B9-8E51-725E233822AA}" type="parTrans" cxnId="{4536E2B9-D8FC-4181-AA10-CB03A64AF063}">
      <dgm:prSet/>
      <dgm:spPr/>
      <dgm:t>
        <a:bodyPr/>
        <a:lstStyle/>
        <a:p>
          <a:endParaRPr lang="en-US"/>
        </a:p>
      </dgm:t>
    </dgm:pt>
    <dgm:pt modelId="{17E2A554-E38E-4F26-8B21-A7FB6C341BED}" type="sibTrans" cxnId="{4536E2B9-D8FC-4181-AA10-CB03A64AF063}">
      <dgm:prSet/>
      <dgm:spPr/>
      <dgm:t>
        <a:bodyPr/>
        <a:lstStyle/>
        <a:p>
          <a:endParaRPr lang="en-US"/>
        </a:p>
      </dgm:t>
    </dgm:pt>
    <dgm:pt modelId="{4CBCD014-F3A1-4D2F-8611-08D60BB73048}">
      <dgm:prSet/>
      <dgm:spPr/>
      <dgm:t>
        <a:bodyPr/>
        <a:lstStyle/>
        <a:p>
          <a:pPr rtl="0"/>
          <a:r>
            <a:rPr lang="en-GB"/>
            <a:t>Data Mining technologies </a:t>
          </a:r>
        </a:p>
      </dgm:t>
    </dgm:pt>
    <dgm:pt modelId="{1E19975E-3FBD-47FE-A8AF-1DF2888112C5}" type="parTrans" cxnId="{EFFD1521-A943-4E13-9562-C335B02B8D94}">
      <dgm:prSet/>
      <dgm:spPr/>
      <dgm:t>
        <a:bodyPr/>
        <a:lstStyle/>
        <a:p>
          <a:endParaRPr lang="en-US"/>
        </a:p>
      </dgm:t>
    </dgm:pt>
    <dgm:pt modelId="{C0D58600-2DBC-4753-8262-C970D8D25AF9}" type="sibTrans" cxnId="{EFFD1521-A943-4E13-9562-C335B02B8D94}">
      <dgm:prSet/>
      <dgm:spPr/>
      <dgm:t>
        <a:bodyPr/>
        <a:lstStyle/>
        <a:p>
          <a:endParaRPr lang="en-US"/>
        </a:p>
      </dgm:t>
    </dgm:pt>
    <dgm:pt modelId="{8E01760F-75B1-40FA-B291-275FA376B86E}">
      <dgm:prSet/>
      <dgm:spPr/>
      <dgm:t>
        <a:bodyPr/>
        <a:lstStyle/>
        <a:p>
          <a:pPr rtl="0"/>
          <a:r>
            <a:rPr lang="en-US"/>
            <a:t>Multidimensional analysis </a:t>
          </a:r>
          <a:endParaRPr lang="en-GB"/>
        </a:p>
      </dgm:t>
    </dgm:pt>
    <dgm:pt modelId="{0F1591CE-2CA7-4BB0-8B02-0EEBFD1892BE}" type="parTrans" cxnId="{9379C993-D75C-4482-91C1-8228AA838139}">
      <dgm:prSet/>
      <dgm:spPr/>
      <dgm:t>
        <a:bodyPr/>
        <a:lstStyle/>
        <a:p>
          <a:endParaRPr lang="en-US"/>
        </a:p>
      </dgm:t>
    </dgm:pt>
    <dgm:pt modelId="{1E3C6FFD-B543-421F-8236-21148F57236E}" type="sibTrans" cxnId="{9379C993-D75C-4482-91C1-8228AA838139}">
      <dgm:prSet/>
      <dgm:spPr/>
      <dgm:t>
        <a:bodyPr/>
        <a:lstStyle/>
        <a:p>
          <a:endParaRPr lang="en-US"/>
        </a:p>
      </dgm:t>
    </dgm:pt>
    <dgm:pt modelId="{3B6E3229-20C4-455B-9629-FF03DCBEDC4B}">
      <dgm:prSet/>
      <dgm:spPr/>
      <dgm:t>
        <a:bodyPr/>
        <a:lstStyle/>
        <a:p>
          <a:pPr rtl="0"/>
          <a:r>
            <a:rPr lang="en-US"/>
            <a:t>Online Analytical Processing (OLAP)</a:t>
          </a:r>
          <a:endParaRPr lang="en-GB"/>
        </a:p>
      </dgm:t>
    </dgm:pt>
    <dgm:pt modelId="{6561FDE6-BFA8-4D63-8681-A502AC37751A}" type="parTrans" cxnId="{5358B5C4-9799-4F1C-AEAC-506467BBD66F}">
      <dgm:prSet/>
      <dgm:spPr/>
      <dgm:t>
        <a:bodyPr/>
        <a:lstStyle/>
        <a:p>
          <a:endParaRPr lang="en-US"/>
        </a:p>
      </dgm:t>
    </dgm:pt>
    <dgm:pt modelId="{F03FA25E-8BB6-462B-97C9-19DD90FF38E4}" type="sibTrans" cxnId="{5358B5C4-9799-4F1C-AEAC-506467BBD66F}">
      <dgm:prSet/>
      <dgm:spPr/>
      <dgm:t>
        <a:bodyPr/>
        <a:lstStyle/>
        <a:p>
          <a:endParaRPr lang="en-US"/>
        </a:p>
      </dgm:t>
    </dgm:pt>
    <dgm:pt modelId="{D8617BB8-1C9D-4B36-8A64-A43476BDFE79}">
      <dgm:prSet/>
      <dgm:spPr/>
      <dgm:t>
        <a:bodyPr/>
        <a:lstStyle/>
        <a:p>
          <a:pPr rtl="0"/>
          <a:r>
            <a:rPr lang="en-GB"/>
            <a:t>Big Data Technologies</a:t>
          </a:r>
        </a:p>
      </dgm:t>
    </dgm:pt>
    <dgm:pt modelId="{EC760FC0-31E4-4FE4-9720-BEBEF609FEC9}" type="parTrans" cxnId="{9BD9706B-1376-4F0A-B5D9-5613E6FC3149}">
      <dgm:prSet/>
      <dgm:spPr/>
      <dgm:t>
        <a:bodyPr/>
        <a:lstStyle/>
        <a:p>
          <a:endParaRPr lang="en-US"/>
        </a:p>
      </dgm:t>
    </dgm:pt>
    <dgm:pt modelId="{74A66578-AEA8-4EFA-A34D-5F5F43B83AA7}" type="sibTrans" cxnId="{9BD9706B-1376-4F0A-B5D9-5613E6FC3149}">
      <dgm:prSet/>
      <dgm:spPr/>
      <dgm:t>
        <a:bodyPr/>
        <a:lstStyle/>
        <a:p>
          <a:endParaRPr lang="en-US"/>
        </a:p>
      </dgm:t>
    </dgm:pt>
    <dgm:pt modelId="{16CE1047-5E5D-4711-8F03-581B9629E881}" type="pres">
      <dgm:prSet presAssocID="{71B569B2-DF47-4A99-B586-72EFDF2EE565}" presName="linearFlow" presStyleCnt="0">
        <dgm:presLayoutVars>
          <dgm:dir/>
          <dgm:animLvl val="lvl"/>
          <dgm:resizeHandles val="exact"/>
        </dgm:presLayoutVars>
      </dgm:prSet>
      <dgm:spPr/>
    </dgm:pt>
    <dgm:pt modelId="{94789BE6-B463-4540-AC5C-367A8830E2F4}" type="pres">
      <dgm:prSet presAssocID="{710D58AE-125F-42A6-B46C-0630BD4496A2}" presName="composite" presStyleCnt="0"/>
      <dgm:spPr/>
    </dgm:pt>
    <dgm:pt modelId="{F35F8BBA-7729-4A81-9805-2A21771E5E6A}" type="pres">
      <dgm:prSet presAssocID="{710D58AE-125F-42A6-B46C-0630BD4496A2}" presName="parentText" presStyleLbl="alignNode1" presStyleIdx="0" presStyleCnt="2">
        <dgm:presLayoutVars>
          <dgm:chMax val="1"/>
          <dgm:bulletEnabled val="1"/>
        </dgm:presLayoutVars>
      </dgm:prSet>
      <dgm:spPr/>
    </dgm:pt>
    <dgm:pt modelId="{E9BFE997-B4D3-4B25-9D58-00D6397D1F23}" type="pres">
      <dgm:prSet presAssocID="{710D58AE-125F-42A6-B46C-0630BD4496A2}" presName="descendantText" presStyleLbl="alignAcc1" presStyleIdx="0" presStyleCnt="2">
        <dgm:presLayoutVars>
          <dgm:bulletEnabled val="1"/>
        </dgm:presLayoutVars>
      </dgm:prSet>
      <dgm:spPr/>
    </dgm:pt>
    <dgm:pt modelId="{78039A47-0FC5-4CD5-8B92-44DC2394714F}" type="pres">
      <dgm:prSet presAssocID="{B9621687-EFFC-4184-87ED-7F545F104B0D}" presName="sp" presStyleCnt="0"/>
      <dgm:spPr/>
    </dgm:pt>
    <dgm:pt modelId="{D19A284F-79BC-4945-A702-AE838366EB39}" type="pres">
      <dgm:prSet presAssocID="{04954E83-809E-441B-B3CD-9EC0BB51E082}" presName="composite" presStyleCnt="0"/>
      <dgm:spPr/>
    </dgm:pt>
    <dgm:pt modelId="{BAE0F876-714D-44CF-9AA4-8036757E11F0}" type="pres">
      <dgm:prSet presAssocID="{04954E83-809E-441B-B3CD-9EC0BB51E082}" presName="parentText" presStyleLbl="alignNode1" presStyleIdx="1" presStyleCnt="2">
        <dgm:presLayoutVars>
          <dgm:chMax val="1"/>
          <dgm:bulletEnabled val="1"/>
        </dgm:presLayoutVars>
      </dgm:prSet>
      <dgm:spPr/>
    </dgm:pt>
    <dgm:pt modelId="{313CAD43-002E-46ED-A96F-A408D738E261}" type="pres">
      <dgm:prSet presAssocID="{04954E83-809E-441B-B3CD-9EC0BB51E082}" presName="descendantText" presStyleLbl="alignAcc1" presStyleIdx="1" presStyleCnt="2">
        <dgm:presLayoutVars>
          <dgm:bulletEnabled val="1"/>
        </dgm:presLayoutVars>
      </dgm:prSet>
      <dgm:spPr/>
    </dgm:pt>
  </dgm:ptLst>
  <dgm:cxnLst>
    <dgm:cxn modelId="{CAB8C200-F1FA-4F3A-A61C-04FB7B20A5D1}" type="presOf" srcId="{04954E83-809E-441B-B3CD-9EC0BB51E082}" destId="{BAE0F876-714D-44CF-9AA4-8036757E11F0}" srcOrd="0" destOrd="0" presId="urn:microsoft.com/office/officeart/2005/8/layout/chevron2"/>
    <dgm:cxn modelId="{544D2905-CB1F-49F8-BD90-4F4D511C21C2}" type="presOf" srcId="{710D58AE-125F-42A6-B46C-0630BD4496A2}" destId="{F35F8BBA-7729-4A81-9805-2A21771E5E6A}" srcOrd="0" destOrd="0" presId="urn:microsoft.com/office/officeart/2005/8/layout/chevron2"/>
    <dgm:cxn modelId="{4A412B06-A5A7-4DC0-909A-DB4A87335A0D}" srcId="{71B569B2-DF47-4A99-B586-72EFDF2EE565}" destId="{04954E83-809E-441B-B3CD-9EC0BB51E082}" srcOrd="1" destOrd="0" parTransId="{59FE4EC3-972A-40D4-BD78-696602F11294}" sibTransId="{14CB70EB-2236-49D1-9D16-6852D73252D7}"/>
    <dgm:cxn modelId="{D6CC5D1A-4039-42DE-940E-7015348EA19C}" type="presOf" srcId="{4CBCD014-F3A1-4D2F-8611-08D60BB73048}" destId="{313CAD43-002E-46ED-A96F-A408D738E261}" srcOrd="0" destOrd="1" presId="urn:microsoft.com/office/officeart/2005/8/layout/chevron2"/>
    <dgm:cxn modelId="{3D36401E-FC84-4264-B6B9-8520AA950396}" type="presOf" srcId="{D8617BB8-1C9D-4B36-8A64-A43476BDFE79}" destId="{313CAD43-002E-46ED-A96F-A408D738E261}" srcOrd="0" destOrd="4" presId="urn:microsoft.com/office/officeart/2005/8/layout/chevron2"/>
    <dgm:cxn modelId="{EFFD1521-A943-4E13-9562-C335B02B8D94}" srcId="{04954E83-809E-441B-B3CD-9EC0BB51E082}" destId="{4CBCD014-F3A1-4D2F-8611-08D60BB73048}" srcOrd="1" destOrd="0" parTransId="{1E19975E-3FBD-47FE-A8AF-1DF2888112C5}" sibTransId="{C0D58600-2DBC-4753-8262-C970D8D25AF9}"/>
    <dgm:cxn modelId="{2E7B4B28-883C-4760-A8C4-71B9AEA128CC}" srcId="{710D58AE-125F-42A6-B46C-0630BD4496A2}" destId="{840C755D-C55B-4927-BAB9-0E2E98C3DDA4}" srcOrd="0" destOrd="0" parTransId="{523A0893-E943-4D3A-A619-0524E77BF97E}" sibTransId="{BD55A6EE-0DFB-4252-8D0B-2480BB425204}"/>
    <dgm:cxn modelId="{45788636-9900-4E46-88EF-045DE0A30A6D}" type="presOf" srcId="{8E01760F-75B1-40FA-B291-275FA376B86E}" destId="{313CAD43-002E-46ED-A96F-A408D738E261}" srcOrd="0" destOrd="2" presId="urn:microsoft.com/office/officeart/2005/8/layout/chevron2"/>
    <dgm:cxn modelId="{DCF13A3D-AD92-4827-93E6-B3C421BF5667}" type="presOf" srcId="{3B6E3229-20C4-455B-9629-FF03DCBEDC4B}" destId="{313CAD43-002E-46ED-A96F-A408D738E261}" srcOrd="0" destOrd="3" presId="urn:microsoft.com/office/officeart/2005/8/layout/chevron2"/>
    <dgm:cxn modelId="{607D494A-376D-417A-A0B2-DC1E6D2BD694}" type="presOf" srcId="{71B569B2-DF47-4A99-B586-72EFDF2EE565}" destId="{16CE1047-5E5D-4711-8F03-581B9629E881}" srcOrd="0" destOrd="0" presId="urn:microsoft.com/office/officeart/2005/8/layout/chevron2"/>
    <dgm:cxn modelId="{9BD9706B-1376-4F0A-B5D9-5613E6FC3149}" srcId="{04954E83-809E-441B-B3CD-9EC0BB51E082}" destId="{D8617BB8-1C9D-4B36-8A64-A43476BDFE79}" srcOrd="4" destOrd="0" parTransId="{EC760FC0-31E4-4FE4-9720-BEBEF609FEC9}" sibTransId="{74A66578-AEA8-4EFA-A34D-5F5F43B83AA7}"/>
    <dgm:cxn modelId="{059FB152-D0FF-4D88-B3A1-2C46C9A44D12}" srcId="{71B569B2-DF47-4A99-B586-72EFDF2EE565}" destId="{710D58AE-125F-42A6-B46C-0630BD4496A2}" srcOrd="0" destOrd="0" parTransId="{E207EF33-A5BA-44E5-A6BF-703661AC0EF9}" sibTransId="{B9621687-EFFC-4184-87ED-7F545F104B0D}"/>
    <dgm:cxn modelId="{C2E18054-19C6-419D-9683-0A40F786F2C9}" srcId="{710D58AE-125F-42A6-B46C-0630BD4496A2}" destId="{1CCE6EF5-9469-47AF-8970-5D4074C8C93E}" srcOrd="1" destOrd="0" parTransId="{E9B89AB5-86BA-4BCC-BAC3-AB6C97429F27}" sibTransId="{BC404C64-0A45-437E-8FE5-40BEB56AED9C}"/>
    <dgm:cxn modelId="{9379C993-D75C-4482-91C1-8228AA838139}" srcId="{04954E83-809E-441B-B3CD-9EC0BB51E082}" destId="{8E01760F-75B1-40FA-B291-275FA376B86E}" srcOrd="2" destOrd="0" parTransId="{0F1591CE-2CA7-4BB0-8B02-0EEBFD1892BE}" sibTransId="{1E3C6FFD-B543-421F-8236-21148F57236E}"/>
    <dgm:cxn modelId="{4536E2B9-D8FC-4181-AA10-CB03A64AF063}" srcId="{04954E83-809E-441B-B3CD-9EC0BB51E082}" destId="{9246346C-CD81-4B87-84D0-4D1093711EE9}" srcOrd="0" destOrd="0" parTransId="{94163335-411D-45B9-8E51-725E233822AA}" sibTransId="{17E2A554-E38E-4F26-8B21-A7FB6C341BED}"/>
    <dgm:cxn modelId="{5358B5C4-9799-4F1C-AEAC-506467BBD66F}" srcId="{04954E83-809E-441B-B3CD-9EC0BB51E082}" destId="{3B6E3229-20C4-455B-9629-FF03DCBEDC4B}" srcOrd="3" destOrd="0" parTransId="{6561FDE6-BFA8-4D63-8681-A502AC37751A}" sibTransId="{F03FA25E-8BB6-462B-97C9-19DD90FF38E4}"/>
    <dgm:cxn modelId="{88A200D5-79E0-40F1-BC9E-56B583C1CE09}" type="presOf" srcId="{840C755D-C55B-4927-BAB9-0E2E98C3DDA4}" destId="{E9BFE997-B4D3-4B25-9D58-00D6397D1F23}" srcOrd="0" destOrd="0" presId="urn:microsoft.com/office/officeart/2005/8/layout/chevron2"/>
    <dgm:cxn modelId="{D76A10E2-8269-495F-9ACA-06823286A8D0}" type="presOf" srcId="{1CCE6EF5-9469-47AF-8970-5D4074C8C93E}" destId="{E9BFE997-B4D3-4B25-9D58-00D6397D1F23}" srcOrd="0" destOrd="1" presId="urn:microsoft.com/office/officeart/2005/8/layout/chevron2"/>
    <dgm:cxn modelId="{488E5DFB-DA4D-4B96-93F9-7ECAD3152B1C}" type="presOf" srcId="{9246346C-CD81-4B87-84D0-4D1093711EE9}" destId="{313CAD43-002E-46ED-A96F-A408D738E261}" srcOrd="0" destOrd="0" presId="urn:microsoft.com/office/officeart/2005/8/layout/chevron2"/>
    <dgm:cxn modelId="{52188EC1-78C1-4102-B03D-F951A2F6FAF7}" type="presParOf" srcId="{16CE1047-5E5D-4711-8F03-581B9629E881}" destId="{94789BE6-B463-4540-AC5C-367A8830E2F4}" srcOrd="0" destOrd="0" presId="urn:microsoft.com/office/officeart/2005/8/layout/chevron2"/>
    <dgm:cxn modelId="{CB0CC194-C157-4B3E-9511-12A6EE3F1B92}" type="presParOf" srcId="{94789BE6-B463-4540-AC5C-367A8830E2F4}" destId="{F35F8BBA-7729-4A81-9805-2A21771E5E6A}" srcOrd="0" destOrd="0" presId="urn:microsoft.com/office/officeart/2005/8/layout/chevron2"/>
    <dgm:cxn modelId="{D82C0FFB-C126-4C25-AB88-BF32F7B4BA0E}" type="presParOf" srcId="{94789BE6-B463-4540-AC5C-367A8830E2F4}" destId="{E9BFE997-B4D3-4B25-9D58-00D6397D1F23}" srcOrd="1" destOrd="0" presId="urn:microsoft.com/office/officeart/2005/8/layout/chevron2"/>
    <dgm:cxn modelId="{B7421149-A843-4101-8765-559D63A93ED5}" type="presParOf" srcId="{16CE1047-5E5D-4711-8F03-581B9629E881}" destId="{78039A47-0FC5-4CD5-8B92-44DC2394714F}" srcOrd="1" destOrd="0" presId="urn:microsoft.com/office/officeart/2005/8/layout/chevron2"/>
    <dgm:cxn modelId="{BE444552-33D3-4305-AC9C-B385B563C05D}" type="presParOf" srcId="{16CE1047-5E5D-4711-8F03-581B9629E881}" destId="{D19A284F-79BC-4945-A702-AE838366EB39}" srcOrd="2" destOrd="0" presId="urn:microsoft.com/office/officeart/2005/8/layout/chevron2"/>
    <dgm:cxn modelId="{D0D13922-D61B-499D-B978-1AEB75B4B7EF}" type="presParOf" srcId="{D19A284F-79BC-4945-A702-AE838366EB39}" destId="{BAE0F876-714D-44CF-9AA4-8036757E11F0}" srcOrd="0" destOrd="0" presId="urn:microsoft.com/office/officeart/2005/8/layout/chevron2"/>
    <dgm:cxn modelId="{91C601D0-9ECB-4BA3-B1D7-9051BBE8293C}" type="presParOf" srcId="{D19A284F-79BC-4945-A702-AE838366EB39}" destId="{313CAD43-002E-46ED-A96F-A408D738E261}"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D56D599-1472-4900-BC30-88030701ACF0}" type="doc">
      <dgm:prSet loTypeId="urn:microsoft.com/office/officeart/2005/8/layout/hierarchy4" loCatId="relationship" qsTypeId="urn:microsoft.com/office/officeart/2005/8/quickstyle/simple1" qsCatId="simple" csTypeId="urn:microsoft.com/office/officeart/2005/8/colors/colorful4" csCatId="colorful" phldr="1"/>
      <dgm:spPr/>
      <dgm:t>
        <a:bodyPr/>
        <a:lstStyle/>
        <a:p>
          <a:endParaRPr lang="en-US"/>
        </a:p>
      </dgm:t>
    </dgm:pt>
    <dgm:pt modelId="{E539A4D0-D1A9-4ABE-A10C-80230782F46B}">
      <dgm:prSet/>
      <dgm:spPr/>
      <dgm:t>
        <a:bodyPr/>
        <a:lstStyle/>
        <a:p>
          <a:pPr rtl="0"/>
          <a:r>
            <a:rPr lang="en-US" dirty="0"/>
            <a:t>OLTP systems </a:t>
          </a:r>
          <a:endParaRPr lang="en-GB" dirty="0"/>
        </a:p>
      </dgm:t>
    </dgm:pt>
    <dgm:pt modelId="{04234E51-9987-46A8-8D11-201534F18A3C}" type="parTrans" cxnId="{2F3580D6-3464-48E8-B4A1-1996FCEFE9C4}">
      <dgm:prSet/>
      <dgm:spPr/>
      <dgm:t>
        <a:bodyPr/>
        <a:lstStyle/>
        <a:p>
          <a:endParaRPr lang="en-US"/>
        </a:p>
      </dgm:t>
    </dgm:pt>
    <dgm:pt modelId="{6905658A-E5C3-4131-9D12-CDA3A2F00BFB}" type="sibTrans" cxnId="{2F3580D6-3464-48E8-B4A1-1996FCEFE9C4}">
      <dgm:prSet/>
      <dgm:spPr/>
      <dgm:t>
        <a:bodyPr/>
        <a:lstStyle/>
        <a:p>
          <a:endParaRPr lang="en-US"/>
        </a:p>
      </dgm:t>
    </dgm:pt>
    <dgm:pt modelId="{7B2CA54A-E4DF-4FE7-BA3C-9A53FF217C2B}">
      <dgm:prSet/>
      <dgm:spPr/>
      <dgm:t>
        <a:bodyPr/>
        <a:lstStyle/>
        <a:p>
          <a:pPr rtl="0"/>
          <a:r>
            <a:rPr lang="en-US" dirty="0"/>
            <a:t>Transaction Server</a:t>
          </a:r>
          <a:endParaRPr lang="en-GB" dirty="0"/>
        </a:p>
      </dgm:t>
    </dgm:pt>
    <dgm:pt modelId="{752ADF22-D886-4823-A4E3-0B283DF6865F}" type="parTrans" cxnId="{A712C27A-0446-49EB-9176-3A229D7B67E0}">
      <dgm:prSet/>
      <dgm:spPr/>
      <dgm:t>
        <a:bodyPr/>
        <a:lstStyle/>
        <a:p>
          <a:endParaRPr lang="en-US"/>
        </a:p>
      </dgm:t>
    </dgm:pt>
    <dgm:pt modelId="{E891CAE2-A470-4C6F-BB65-2A5E46617882}" type="sibTrans" cxnId="{A712C27A-0446-49EB-9176-3A229D7B67E0}">
      <dgm:prSet/>
      <dgm:spPr/>
      <dgm:t>
        <a:bodyPr/>
        <a:lstStyle/>
        <a:p>
          <a:endParaRPr lang="en-US"/>
        </a:p>
      </dgm:t>
    </dgm:pt>
    <dgm:pt modelId="{48DEC2CF-DBA4-480E-85E0-B5BD1EDE9F59}">
      <dgm:prSet/>
      <dgm:spPr/>
      <dgm:t>
        <a:bodyPr/>
        <a:lstStyle/>
        <a:p>
          <a:pPr rtl="0"/>
          <a:r>
            <a:rPr lang="en-US" dirty="0"/>
            <a:t>Remote procedures on the server</a:t>
          </a:r>
          <a:endParaRPr lang="en-GB" dirty="0"/>
        </a:p>
      </dgm:t>
    </dgm:pt>
    <dgm:pt modelId="{C5C8DA5A-BA61-40C1-B124-DDAAD13264D6}" type="parTrans" cxnId="{E47F8DE0-21DB-4E40-BED2-E4C9D06A4854}">
      <dgm:prSet/>
      <dgm:spPr/>
      <dgm:t>
        <a:bodyPr/>
        <a:lstStyle/>
        <a:p>
          <a:endParaRPr lang="en-US"/>
        </a:p>
      </dgm:t>
    </dgm:pt>
    <dgm:pt modelId="{90AC3746-8A53-42C7-81E0-CF0D5B326346}" type="sibTrans" cxnId="{E47F8DE0-21DB-4E40-BED2-E4C9D06A4854}">
      <dgm:prSet/>
      <dgm:spPr/>
      <dgm:t>
        <a:bodyPr/>
        <a:lstStyle/>
        <a:p>
          <a:endParaRPr lang="en-US"/>
        </a:p>
      </dgm:t>
    </dgm:pt>
    <dgm:pt modelId="{936CD1EA-29DA-498C-A1B8-C9C15FD7FACE}">
      <dgm:prSet/>
      <dgm:spPr/>
      <dgm:t>
        <a:bodyPr/>
        <a:lstStyle/>
        <a:p>
          <a:pPr rtl="0"/>
          <a:r>
            <a:rPr lang="en-US" dirty="0"/>
            <a:t>Customized code written for both client and server</a:t>
          </a:r>
          <a:endParaRPr lang="en-GB" dirty="0"/>
        </a:p>
      </dgm:t>
    </dgm:pt>
    <dgm:pt modelId="{7F73D12D-9DEC-4C30-BF6C-3A1E25705348}" type="parTrans" cxnId="{501EFF93-3C9F-4518-82A5-DB6D6576A2AF}">
      <dgm:prSet/>
      <dgm:spPr/>
      <dgm:t>
        <a:bodyPr/>
        <a:lstStyle/>
        <a:p>
          <a:endParaRPr lang="en-US"/>
        </a:p>
      </dgm:t>
    </dgm:pt>
    <dgm:pt modelId="{4233C347-F9A3-46AC-AD67-423353FEE009}" type="sibTrans" cxnId="{501EFF93-3C9F-4518-82A5-DB6D6576A2AF}">
      <dgm:prSet/>
      <dgm:spPr/>
      <dgm:t>
        <a:bodyPr/>
        <a:lstStyle/>
        <a:p>
          <a:endParaRPr lang="en-US"/>
        </a:p>
      </dgm:t>
    </dgm:pt>
    <dgm:pt modelId="{3DA3ABCE-A65E-4AAB-A23F-7CE3CCEE6F07}">
      <dgm:prSet/>
      <dgm:spPr/>
      <dgm:t>
        <a:bodyPr/>
        <a:lstStyle/>
        <a:p>
          <a:pPr rtl="0"/>
          <a:r>
            <a:rPr lang="en-US" dirty="0"/>
            <a:t>Minimum communication overhead</a:t>
          </a:r>
          <a:endParaRPr lang="en-GB" dirty="0"/>
        </a:p>
      </dgm:t>
    </dgm:pt>
    <dgm:pt modelId="{BCFF8FFA-D175-4D41-AE49-332290EDE42C}" type="parTrans" cxnId="{C98CCB8E-E526-43DA-91DE-025CCD739EF7}">
      <dgm:prSet/>
      <dgm:spPr/>
      <dgm:t>
        <a:bodyPr/>
        <a:lstStyle/>
        <a:p>
          <a:endParaRPr lang="en-US"/>
        </a:p>
      </dgm:t>
    </dgm:pt>
    <dgm:pt modelId="{D4DE3D1B-FCCF-441F-9A3A-12A866C3D0B4}" type="sibTrans" cxnId="{C98CCB8E-E526-43DA-91DE-025CCD739EF7}">
      <dgm:prSet/>
      <dgm:spPr/>
      <dgm:t>
        <a:bodyPr/>
        <a:lstStyle/>
        <a:p>
          <a:endParaRPr lang="en-US"/>
        </a:p>
      </dgm:t>
    </dgm:pt>
    <dgm:pt modelId="{9A558EB7-D078-4AE8-ABB6-2C96C7A69A9E}">
      <dgm:prSet/>
      <dgm:spPr/>
      <dgm:t>
        <a:bodyPr/>
        <a:lstStyle/>
        <a:p>
          <a:pPr rtl="0"/>
          <a:r>
            <a:rPr lang="en-US" dirty="0"/>
            <a:t>Short structured exchanges between client and server</a:t>
          </a:r>
          <a:endParaRPr lang="en-GB" dirty="0"/>
        </a:p>
      </dgm:t>
    </dgm:pt>
    <dgm:pt modelId="{A97453EA-15D0-48A3-8DCC-776DF1A0F5BA}" type="parTrans" cxnId="{C41631B5-8870-4B21-9C29-2D244D1C7816}">
      <dgm:prSet/>
      <dgm:spPr/>
      <dgm:t>
        <a:bodyPr/>
        <a:lstStyle/>
        <a:p>
          <a:endParaRPr lang="en-US"/>
        </a:p>
      </dgm:t>
    </dgm:pt>
    <dgm:pt modelId="{D4B3C178-9984-4A93-9CB0-C9B0424000FB}" type="sibTrans" cxnId="{C41631B5-8870-4B21-9C29-2D244D1C7816}">
      <dgm:prSet/>
      <dgm:spPr/>
      <dgm:t>
        <a:bodyPr/>
        <a:lstStyle/>
        <a:p>
          <a:endParaRPr lang="en-US"/>
        </a:p>
      </dgm:t>
    </dgm:pt>
    <dgm:pt modelId="{27C0F042-49A6-411A-BE19-AA5E41B732E9}">
      <dgm:prSet/>
      <dgm:spPr/>
      <dgm:t>
        <a:bodyPr/>
        <a:lstStyle/>
        <a:p>
          <a:pPr rtl="0"/>
          <a:r>
            <a:rPr lang="en-US" dirty="0"/>
            <a:t>Request/reply pair as opposed to multiple SQL messages</a:t>
          </a:r>
          <a:endParaRPr lang="en-GB" dirty="0"/>
        </a:p>
      </dgm:t>
    </dgm:pt>
    <dgm:pt modelId="{E07B7C95-4F5D-44CE-9BF3-DA6866E0304A}" type="parTrans" cxnId="{74D725C4-FA18-4546-8E04-F7CD87AD350A}">
      <dgm:prSet/>
      <dgm:spPr/>
      <dgm:t>
        <a:bodyPr/>
        <a:lstStyle/>
        <a:p>
          <a:endParaRPr lang="en-US"/>
        </a:p>
      </dgm:t>
    </dgm:pt>
    <dgm:pt modelId="{66DE326F-2FF1-4866-A541-FBA9379BD333}" type="sibTrans" cxnId="{74D725C4-FA18-4546-8E04-F7CD87AD350A}">
      <dgm:prSet/>
      <dgm:spPr/>
      <dgm:t>
        <a:bodyPr/>
        <a:lstStyle/>
        <a:p>
          <a:endParaRPr lang="en-US"/>
        </a:p>
      </dgm:t>
    </dgm:pt>
    <dgm:pt modelId="{F5C3B12E-7024-440A-8DB3-C58ADF22B498}" type="pres">
      <dgm:prSet presAssocID="{BD56D599-1472-4900-BC30-88030701ACF0}" presName="Name0" presStyleCnt="0">
        <dgm:presLayoutVars>
          <dgm:chPref val="1"/>
          <dgm:dir/>
          <dgm:animOne val="branch"/>
          <dgm:animLvl val="lvl"/>
          <dgm:resizeHandles/>
        </dgm:presLayoutVars>
      </dgm:prSet>
      <dgm:spPr/>
    </dgm:pt>
    <dgm:pt modelId="{372C9A51-8782-47B7-836D-E16CBBF4327D}" type="pres">
      <dgm:prSet presAssocID="{E539A4D0-D1A9-4ABE-A10C-80230782F46B}" presName="vertOne" presStyleCnt="0"/>
      <dgm:spPr/>
    </dgm:pt>
    <dgm:pt modelId="{8F1077C5-E55D-4E22-A9F2-B6E31ABC8976}" type="pres">
      <dgm:prSet presAssocID="{E539A4D0-D1A9-4ABE-A10C-80230782F46B}" presName="txOne" presStyleLbl="node0" presStyleIdx="0" presStyleCnt="1">
        <dgm:presLayoutVars>
          <dgm:chPref val="3"/>
        </dgm:presLayoutVars>
      </dgm:prSet>
      <dgm:spPr/>
    </dgm:pt>
    <dgm:pt modelId="{C5AA08CC-41A9-4535-B1C4-1D87A2E37612}" type="pres">
      <dgm:prSet presAssocID="{E539A4D0-D1A9-4ABE-A10C-80230782F46B}" presName="parTransOne" presStyleCnt="0"/>
      <dgm:spPr/>
    </dgm:pt>
    <dgm:pt modelId="{BA13D636-A56D-4F80-BDBA-1D9A19C97DD9}" type="pres">
      <dgm:prSet presAssocID="{E539A4D0-D1A9-4ABE-A10C-80230782F46B}" presName="horzOne" presStyleCnt="0"/>
      <dgm:spPr/>
    </dgm:pt>
    <dgm:pt modelId="{4E649190-EA28-408E-927D-E16B6DC23536}" type="pres">
      <dgm:prSet presAssocID="{7B2CA54A-E4DF-4FE7-BA3C-9A53FF217C2B}" presName="vertTwo" presStyleCnt="0"/>
      <dgm:spPr/>
    </dgm:pt>
    <dgm:pt modelId="{C83C1AE0-C722-49EE-AAAB-617D7331BFA8}" type="pres">
      <dgm:prSet presAssocID="{7B2CA54A-E4DF-4FE7-BA3C-9A53FF217C2B}" presName="txTwo" presStyleLbl="node2" presStyleIdx="0" presStyleCnt="4">
        <dgm:presLayoutVars>
          <dgm:chPref val="3"/>
        </dgm:presLayoutVars>
      </dgm:prSet>
      <dgm:spPr/>
    </dgm:pt>
    <dgm:pt modelId="{E1E8C909-D0A3-4C3D-B1B4-030EF5C4BE94}" type="pres">
      <dgm:prSet presAssocID="{7B2CA54A-E4DF-4FE7-BA3C-9A53FF217C2B}" presName="horzTwo" presStyleCnt="0"/>
      <dgm:spPr/>
    </dgm:pt>
    <dgm:pt modelId="{6C67509D-950E-40CC-AE95-A980C86F0112}" type="pres">
      <dgm:prSet presAssocID="{E891CAE2-A470-4C6F-BB65-2A5E46617882}" presName="sibSpaceTwo" presStyleCnt="0"/>
      <dgm:spPr/>
    </dgm:pt>
    <dgm:pt modelId="{FDC31529-A7E7-4146-8735-26A7AE959BFF}" type="pres">
      <dgm:prSet presAssocID="{48DEC2CF-DBA4-480E-85E0-B5BD1EDE9F59}" presName="vertTwo" presStyleCnt="0"/>
      <dgm:spPr/>
    </dgm:pt>
    <dgm:pt modelId="{05C8D778-645F-4B72-B9EB-3EBD14D7C190}" type="pres">
      <dgm:prSet presAssocID="{48DEC2CF-DBA4-480E-85E0-B5BD1EDE9F59}" presName="txTwo" presStyleLbl="node2" presStyleIdx="1" presStyleCnt="4">
        <dgm:presLayoutVars>
          <dgm:chPref val="3"/>
        </dgm:presLayoutVars>
      </dgm:prSet>
      <dgm:spPr/>
    </dgm:pt>
    <dgm:pt modelId="{91D869C4-7588-4769-A91B-1B316248082A}" type="pres">
      <dgm:prSet presAssocID="{48DEC2CF-DBA4-480E-85E0-B5BD1EDE9F59}" presName="horzTwo" presStyleCnt="0"/>
      <dgm:spPr/>
    </dgm:pt>
    <dgm:pt modelId="{09284BB5-1FFD-41C5-829B-2BA509E06319}" type="pres">
      <dgm:prSet presAssocID="{90AC3746-8A53-42C7-81E0-CF0D5B326346}" presName="sibSpaceTwo" presStyleCnt="0"/>
      <dgm:spPr/>
    </dgm:pt>
    <dgm:pt modelId="{C3D2F2CB-8310-4E0D-BCB2-D73A2C64ED0C}" type="pres">
      <dgm:prSet presAssocID="{936CD1EA-29DA-498C-A1B8-C9C15FD7FACE}" presName="vertTwo" presStyleCnt="0"/>
      <dgm:spPr/>
    </dgm:pt>
    <dgm:pt modelId="{9D791589-AD23-48CD-94D4-BEBBB68EBA6E}" type="pres">
      <dgm:prSet presAssocID="{936CD1EA-29DA-498C-A1B8-C9C15FD7FACE}" presName="txTwo" presStyleLbl="node2" presStyleIdx="2" presStyleCnt="4">
        <dgm:presLayoutVars>
          <dgm:chPref val="3"/>
        </dgm:presLayoutVars>
      </dgm:prSet>
      <dgm:spPr/>
    </dgm:pt>
    <dgm:pt modelId="{D8271E84-C1D2-467E-8311-91A316DBE58D}" type="pres">
      <dgm:prSet presAssocID="{936CD1EA-29DA-498C-A1B8-C9C15FD7FACE}" presName="horzTwo" presStyleCnt="0"/>
      <dgm:spPr/>
    </dgm:pt>
    <dgm:pt modelId="{646F2AB3-8359-41B0-9712-AEE3C30BEB90}" type="pres">
      <dgm:prSet presAssocID="{4233C347-F9A3-46AC-AD67-423353FEE009}" presName="sibSpaceTwo" presStyleCnt="0"/>
      <dgm:spPr/>
    </dgm:pt>
    <dgm:pt modelId="{3F92DD21-D909-48B6-9CAB-226F09AB750C}" type="pres">
      <dgm:prSet presAssocID="{3DA3ABCE-A65E-4AAB-A23F-7CE3CCEE6F07}" presName="vertTwo" presStyleCnt="0"/>
      <dgm:spPr/>
    </dgm:pt>
    <dgm:pt modelId="{AB8C6FFC-DB27-403A-8B13-4D49172E3F5E}" type="pres">
      <dgm:prSet presAssocID="{3DA3ABCE-A65E-4AAB-A23F-7CE3CCEE6F07}" presName="txTwo" presStyleLbl="node2" presStyleIdx="3" presStyleCnt="4">
        <dgm:presLayoutVars>
          <dgm:chPref val="3"/>
        </dgm:presLayoutVars>
      </dgm:prSet>
      <dgm:spPr/>
    </dgm:pt>
    <dgm:pt modelId="{B5F9A053-0C1B-4FFC-B0CB-053C30E58DFA}" type="pres">
      <dgm:prSet presAssocID="{3DA3ABCE-A65E-4AAB-A23F-7CE3CCEE6F07}" presName="parTransTwo" presStyleCnt="0"/>
      <dgm:spPr/>
    </dgm:pt>
    <dgm:pt modelId="{AE542269-BA88-441A-9FBB-CA5BD15D3CC5}" type="pres">
      <dgm:prSet presAssocID="{3DA3ABCE-A65E-4AAB-A23F-7CE3CCEE6F07}" presName="horzTwo" presStyleCnt="0"/>
      <dgm:spPr/>
    </dgm:pt>
    <dgm:pt modelId="{D5E6D8DE-C20B-4857-AE8F-2F87C20D76DE}" type="pres">
      <dgm:prSet presAssocID="{9A558EB7-D078-4AE8-ABB6-2C96C7A69A9E}" presName="vertThree" presStyleCnt="0"/>
      <dgm:spPr/>
    </dgm:pt>
    <dgm:pt modelId="{D8078F36-69C7-4B76-A744-920C8943D68C}" type="pres">
      <dgm:prSet presAssocID="{9A558EB7-D078-4AE8-ABB6-2C96C7A69A9E}" presName="txThree" presStyleLbl="node3" presStyleIdx="0" presStyleCnt="2">
        <dgm:presLayoutVars>
          <dgm:chPref val="3"/>
        </dgm:presLayoutVars>
      </dgm:prSet>
      <dgm:spPr/>
    </dgm:pt>
    <dgm:pt modelId="{E4CF19FD-DEB2-4550-8D9D-1DC222FE3452}" type="pres">
      <dgm:prSet presAssocID="{9A558EB7-D078-4AE8-ABB6-2C96C7A69A9E}" presName="horzThree" presStyleCnt="0"/>
      <dgm:spPr/>
    </dgm:pt>
    <dgm:pt modelId="{275F7FDC-C6A7-4173-A468-E7149D3CA696}" type="pres">
      <dgm:prSet presAssocID="{D4B3C178-9984-4A93-9CB0-C9B0424000FB}" presName="sibSpaceThree" presStyleCnt="0"/>
      <dgm:spPr/>
    </dgm:pt>
    <dgm:pt modelId="{AEFF4E45-8747-44BD-B5C3-41BB20DCBA32}" type="pres">
      <dgm:prSet presAssocID="{27C0F042-49A6-411A-BE19-AA5E41B732E9}" presName="vertThree" presStyleCnt="0"/>
      <dgm:spPr/>
    </dgm:pt>
    <dgm:pt modelId="{8A72FCCF-2BF3-4B88-AC61-0A26A6A7970D}" type="pres">
      <dgm:prSet presAssocID="{27C0F042-49A6-411A-BE19-AA5E41B732E9}" presName="txThree" presStyleLbl="node3" presStyleIdx="1" presStyleCnt="2">
        <dgm:presLayoutVars>
          <dgm:chPref val="3"/>
        </dgm:presLayoutVars>
      </dgm:prSet>
      <dgm:spPr/>
    </dgm:pt>
    <dgm:pt modelId="{3600B770-CDF0-45B2-BB2A-E7BD4AA128CE}" type="pres">
      <dgm:prSet presAssocID="{27C0F042-49A6-411A-BE19-AA5E41B732E9}" presName="horzThree" presStyleCnt="0"/>
      <dgm:spPr/>
    </dgm:pt>
  </dgm:ptLst>
  <dgm:cxnLst>
    <dgm:cxn modelId="{F4EC0A07-30B5-4AFE-884A-B9A08ED94D75}" type="presOf" srcId="{7B2CA54A-E4DF-4FE7-BA3C-9A53FF217C2B}" destId="{C83C1AE0-C722-49EE-AAAB-617D7331BFA8}" srcOrd="0" destOrd="0" presId="urn:microsoft.com/office/officeart/2005/8/layout/hierarchy4"/>
    <dgm:cxn modelId="{F0ACC93A-1F62-4399-A071-52DAFD5E5880}" type="presOf" srcId="{48DEC2CF-DBA4-480E-85E0-B5BD1EDE9F59}" destId="{05C8D778-645F-4B72-B9EB-3EBD14D7C190}" srcOrd="0" destOrd="0" presId="urn:microsoft.com/office/officeart/2005/8/layout/hierarchy4"/>
    <dgm:cxn modelId="{836A8C3B-AB98-4D6C-9D1F-7EABF31400E7}" type="presOf" srcId="{BD56D599-1472-4900-BC30-88030701ACF0}" destId="{F5C3B12E-7024-440A-8DB3-C58ADF22B498}" srcOrd="0" destOrd="0" presId="urn:microsoft.com/office/officeart/2005/8/layout/hierarchy4"/>
    <dgm:cxn modelId="{470FB35C-2194-4AA3-A483-AAD9DE46BC55}" type="presOf" srcId="{E539A4D0-D1A9-4ABE-A10C-80230782F46B}" destId="{8F1077C5-E55D-4E22-A9F2-B6E31ABC8976}" srcOrd="0" destOrd="0" presId="urn:microsoft.com/office/officeart/2005/8/layout/hierarchy4"/>
    <dgm:cxn modelId="{A712C27A-0446-49EB-9176-3A229D7B67E0}" srcId="{E539A4D0-D1A9-4ABE-A10C-80230782F46B}" destId="{7B2CA54A-E4DF-4FE7-BA3C-9A53FF217C2B}" srcOrd="0" destOrd="0" parTransId="{752ADF22-D886-4823-A4E3-0B283DF6865F}" sibTransId="{E891CAE2-A470-4C6F-BB65-2A5E46617882}"/>
    <dgm:cxn modelId="{CC09F485-0770-4A33-B8F6-20F927C1F233}" type="presOf" srcId="{3DA3ABCE-A65E-4AAB-A23F-7CE3CCEE6F07}" destId="{AB8C6FFC-DB27-403A-8B13-4D49172E3F5E}" srcOrd="0" destOrd="0" presId="urn:microsoft.com/office/officeart/2005/8/layout/hierarchy4"/>
    <dgm:cxn modelId="{C98CCB8E-E526-43DA-91DE-025CCD739EF7}" srcId="{E539A4D0-D1A9-4ABE-A10C-80230782F46B}" destId="{3DA3ABCE-A65E-4AAB-A23F-7CE3CCEE6F07}" srcOrd="3" destOrd="0" parTransId="{BCFF8FFA-D175-4D41-AE49-332290EDE42C}" sibTransId="{D4DE3D1B-FCCF-441F-9A3A-12A866C3D0B4}"/>
    <dgm:cxn modelId="{DF3F8B8F-C022-4A44-8FC9-C0305248D373}" type="presOf" srcId="{27C0F042-49A6-411A-BE19-AA5E41B732E9}" destId="{8A72FCCF-2BF3-4B88-AC61-0A26A6A7970D}" srcOrd="0" destOrd="0" presId="urn:microsoft.com/office/officeart/2005/8/layout/hierarchy4"/>
    <dgm:cxn modelId="{501EFF93-3C9F-4518-82A5-DB6D6576A2AF}" srcId="{E539A4D0-D1A9-4ABE-A10C-80230782F46B}" destId="{936CD1EA-29DA-498C-A1B8-C9C15FD7FACE}" srcOrd="2" destOrd="0" parTransId="{7F73D12D-9DEC-4C30-BF6C-3A1E25705348}" sibTransId="{4233C347-F9A3-46AC-AD67-423353FEE009}"/>
    <dgm:cxn modelId="{B7BD6EA9-5748-4CB9-A220-A8E29E1D3598}" type="presOf" srcId="{936CD1EA-29DA-498C-A1B8-C9C15FD7FACE}" destId="{9D791589-AD23-48CD-94D4-BEBBB68EBA6E}" srcOrd="0" destOrd="0" presId="urn:microsoft.com/office/officeart/2005/8/layout/hierarchy4"/>
    <dgm:cxn modelId="{C41631B5-8870-4B21-9C29-2D244D1C7816}" srcId="{3DA3ABCE-A65E-4AAB-A23F-7CE3CCEE6F07}" destId="{9A558EB7-D078-4AE8-ABB6-2C96C7A69A9E}" srcOrd="0" destOrd="0" parTransId="{A97453EA-15D0-48A3-8DCC-776DF1A0F5BA}" sibTransId="{D4B3C178-9984-4A93-9CB0-C9B0424000FB}"/>
    <dgm:cxn modelId="{74D725C4-FA18-4546-8E04-F7CD87AD350A}" srcId="{3DA3ABCE-A65E-4AAB-A23F-7CE3CCEE6F07}" destId="{27C0F042-49A6-411A-BE19-AA5E41B732E9}" srcOrd="1" destOrd="0" parTransId="{E07B7C95-4F5D-44CE-9BF3-DA6866E0304A}" sibTransId="{66DE326F-2FF1-4866-A541-FBA9379BD333}"/>
    <dgm:cxn modelId="{2F3580D6-3464-48E8-B4A1-1996FCEFE9C4}" srcId="{BD56D599-1472-4900-BC30-88030701ACF0}" destId="{E539A4D0-D1A9-4ABE-A10C-80230782F46B}" srcOrd="0" destOrd="0" parTransId="{04234E51-9987-46A8-8D11-201534F18A3C}" sibTransId="{6905658A-E5C3-4131-9D12-CDA3A2F00BFB}"/>
    <dgm:cxn modelId="{531684DF-5B40-4DFD-A481-39335A570F6D}" type="presOf" srcId="{9A558EB7-D078-4AE8-ABB6-2C96C7A69A9E}" destId="{D8078F36-69C7-4B76-A744-920C8943D68C}" srcOrd="0" destOrd="0" presId="urn:microsoft.com/office/officeart/2005/8/layout/hierarchy4"/>
    <dgm:cxn modelId="{E47F8DE0-21DB-4E40-BED2-E4C9D06A4854}" srcId="{E539A4D0-D1A9-4ABE-A10C-80230782F46B}" destId="{48DEC2CF-DBA4-480E-85E0-B5BD1EDE9F59}" srcOrd="1" destOrd="0" parTransId="{C5C8DA5A-BA61-40C1-B124-DDAAD13264D6}" sibTransId="{90AC3746-8A53-42C7-81E0-CF0D5B326346}"/>
    <dgm:cxn modelId="{58219DC9-6E18-48E9-8E3B-C4FB0BB4D643}" type="presParOf" srcId="{F5C3B12E-7024-440A-8DB3-C58ADF22B498}" destId="{372C9A51-8782-47B7-836D-E16CBBF4327D}" srcOrd="0" destOrd="0" presId="urn:microsoft.com/office/officeart/2005/8/layout/hierarchy4"/>
    <dgm:cxn modelId="{0CF4F51B-1E27-4C9A-A2BA-CC3531B6FD3F}" type="presParOf" srcId="{372C9A51-8782-47B7-836D-E16CBBF4327D}" destId="{8F1077C5-E55D-4E22-A9F2-B6E31ABC8976}" srcOrd="0" destOrd="0" presId="urn:microsoft.com/office/officeart/2005/8/layout/hierarchy4"/>
    <dgm:cxn modelId="{A2785CCE-AFB0-49C8-9966-6B8090974BE5}" type="presParOf" srcId="{372C9A51-8782-47B7-836D-E16CBBF4327D}" destId="{C5AA08CC-41A9-4535-B1C4-1D87A2E37612}" srcOrd="1" destOrd="0" presId="urn:microsoft.com/office/officeart/2005/8/layout/hierarchy4"/>
    <dgm:cxn modelId="{84269DF6-004B-4D11-970D-CB6AC2ECE957}" type="presParOf" srcId="{372C9A51-8782-47B7-836D-E16CBBF4327D}" destId="{BA13D636-A56D-4F80-BDBA-1D9A19C97DD9}" srcOrd="2" destOrd="0" presId="urn:microsoft.com/office/officeart/2005/8/layout/hierarchy4"/>
    <dgm:cxn modelId="{8BDE97D6-B322-4A74-B530-46951ED7C747}" type="presParOf" srcId="{BA13D636-A56D-4F80-BDBA-1D9A19C97DD9}" destId="{4E649190-EA28-408E-927D-E16B6DC23536}" srcOrd="0" destOrd="0" presId="urn:microsoft.com/office/officeart/2005/8/layout/hierarchy4"/>
    <dgm:cxn modelId="{4CA0EEFC-873B-41E1-8110-A1C3AA292934}" type="presParOf" srcId="{4E649190-EA28-408E-927D-E16B6DC23536}" destId="{C83C1AE0-C722-49EE-AAAB-617D7331BFA8}" srcOrd="0" destOrd="0" presId="urn:microsoft.com/office/officeart/2005/8/layout/hierarchy4"/>
    <dgm:cxn modelId="{2EA17082-E108-4659-9D1D-CA69C331421F}" type="presParOf" srcId="{4E649190-EA28-408E-927D-E16B6DC23536}" destId="{E1E8C909-D0A3-4C3D-B1B4-030EF5C4BE94}" srcOrd="1" destOrd="0" presId="urn:microsoft.com/office/officeart/2005/8/layout/hierarchy4"/>
    <dgm:cxn modelId="{7D425289-5353-4E10-9F0D-3DB10FC75A60}" type="presParOf" srcId="{BA13D636-A56D-4F80-BDBA-1D9A19C97DD9}" destId="{6C67509D-950E-40CC-AE95-A980C86F0112}" srcOrd="1" destOrd="0" presId="urn:microsoft.com/office/officeart/2005/8/layout/hierarchy4"/>
    <dgm:cxn modelId="{13278333-55C3-426C-AFAE-0E9B6F60DF87}" type="presParOf" srcId="{BA13D636-A56D-4F80-BDBA-1D9A19C97DD9}" destId="{FDC31529-A7E7-4146-8735-26A7AE959BFF}" srcOrd="2" destOrd="0" presId="urn:microsoft.com/office/officeart/2005/8/layout/hierarchy4"/>
    <dgm:cxn modelId="{E83402DA-06CD-4BB4-804B-FFA7CC9C68BE}" type="presParOf" srcId="{FDC31529-A7E7-4146-8735-26A7AE959BFF}" destId="{05C8D778-645F-4B72-B9EB-3EBD14D7C190}" srcOrd="0" destOrd="0" presId="urn:microsoft.com/office/officeart/2005/8/layout/hierarchy4"/>
    <dgm:cxn modelId="{0D003AD8-7490-4BB3-9410-A06C7BB2F32B}" type="presParOf" srcId="{FDC31529-A7E7-4146-8735-26A7AE959BFF}" destId="{91D869C4-7588-4769-A91B-1B316248082A}" srcOrd="1" destOrd="0" presId="urn:microsoft.com/office/officeart/2005/8/layout/hierarchy4"/>
    <dgm:cxn modelId="{EA76F554-9ADC-478A-8483-A2B4541DF852}" type="presParOf" srcId="{BA13D636-A56D-4F80-BDBA-1D9A19C97DD9}" destId="{09284BB5-1FFD-41C5-829B-2BA509E06319}" srcOrd="3" destOrd="0" presId="urn:microsoft.com/office/officeart/2005/8/layout/hierarchy4"/>
    <dgm:cxn modelId="{2E024DB8-A78A-4643-A703-D9015C9637CC}" type="presParOf" srcId="{BA13D636-A56D-4F80-BDBA-1D9A19C97DD9}" destId="{C3D2F2CB-8310-4E0D-BCB2-D73A2C64ED0C}" srcOrd="4" destOrd="0" presId="urn:microsoft.com/office/officeart/2005/8/layout/hierarchy4"/>
    <dgm:cxn modelId="{CBCF1479-4DFE-479E-9E22-5D92774FBA3B}" type="presParOf" srcId="{C3D2F2CB-8310-4E0D-BCB2-D73A2C64ED0C}" destId="{9D791589-AD23-48CD-94D4-BEBBB68EBA6E}" srcOrd="0" destOrd="0" presId="urn:microsoft.com/office/officeart/2005/8/layout/hierarchy4"/>
    <dgm:cxn modelId="{EA716A49-410D-4CAF-B9CD-A495EBE91A0E}" type="presParOf" srcId="{C3D2F2CB-8310-4E0D-BCB2-D73A2C64ED0C}" destId="{D8271E84-C1D2-467E-8311-91A316DBE58D}" srcOrd="1" destOrd="0" presId="urn:microsoft.com/office/officeart/2005/8/layout/hierarchy4"/>
    <dgm:cxn modelId="{6A0C761E-4779-479E-845C-CC5E9D389BBD}" type="presParOf" srcId="{BA13D636-A56D-4F80-BDBA-1D9A19C97DD9}" destId="{646F2AB3-8359-41B0-9712-AEE3C30BEB90}" srcOrd="5" destOrd="0" presId="urn:microsoft.com/office/officeart/2005/8/layout/hierarchy4"/>
    <dgm:cxn modelId="{36F591F1-DE7E-4EE6-BFD5-EDC678955759}" type="presParOf" srcId="{BA13D636-A56D-4F80-BDBA-1D9A19C97DD9}" destId="{3F92DD21-D909-48B6-9CAB-226F09AB750C}" srcOrd="6" destOrd="0" presId="urn:microsoft.com/office/officeart/2005/8/layout/hierarchy4"/>
    <dgm:cxn modelId="{B5FF2076-BB90-4642-9908-B528289DCB34}" type="presParOf" srcId="{3F92DD21-D909-48B6-9CAB-226F09AB750C}" destId="{AB8C6FFC-DB27-403A-8B13-4D49172E3F5E}" srcOrd="0" destOrd="0" presId="urn:microsoft.com/office/officeart/2005/8/layout/hierarchy4"/>
    <dgm:cxn modelId="{41E5A2D4-C85B-4C56-9A48-D9E682D826F3}" type="presParOf" srcId="{3F92DD21-D909-48B6-9CAB-226F09AB750C}" destId="{B5F9A053-0C1B-4FFC-B0CB-053C30E58DFA}" srcOrd="1" destOrd="0" presId="urn:microsoft.com/office/officeart/2005/8/layout/hierarchy4"/>
    <dgm:cxn modelId="{3DED3B79-1B81-498B-831B-B4BBE174C546}" type="presParOf" srcId="{3F92DD21-D909-48B6-9CAB-226F09AB750C}" destId="{AE542269-BA88-441A-9FBB-CA5BD15D3CC5}" srcOrd="2" destOrd="0" presId="urn:microsoft.com/office/officeart/2005/8/layout/hierarchy4"/>
    <dgm:cxn modelId="{D0ACA34F-F25B-4680-B178-E1E64B710448}" type="presParOf" srcId="{AE542269-BA88-441A-9FBB-CA5BD15D3CC5}" destId="{D5E6D8DE-C20B-4857-AE8F-2F87C20D76DE}" srcOrd="0" destOrd="0" presId="urn:microsoft.com/office/officeart/2005/8/layout/hierarchy4"/>
    <dgm:cxn modelId="{1FB9FE22-ECE4-4437-8743-15295BDEAE16}" type="presParOf" srcId="{D5E6D8DE-C20B-4857-AE8F-2F87C20D76DE}" destId="{D8078F36-69C7-4B76-A744-920C8943D68C}" srcOrd="0" destOrd="0" presId="urn:microsoft.com/office/officeart/2005/8/layout/hierarchy4"/>
    <dgm:cxn modelId="{7F0A6033-DCF8-4064-B6E9-2E0A6AC993B0}" type="presParOf" srcId="{D5E6D8DE-C20B-4857-AE8F-2F87C20D76DE}" destId="{E4CF19FD-DEB2-4550-8D9D-1DC222FE3452}" srcOrd="1" destOrd="0" presId="urn:microsoft.com/office/officeart/2005/8/layout/hierarchy4"/>
    <dgm:cxn modelId="{F82F5CE7-2C13-45C2-A115-071CF31298F0}" type="presParOf" srcId="{AE542269-BA88-441A-9FBB-CA5BD15D3CC5}" destId="{275F7FDC-C6A7-4173-A468-E7149D3CA696}" srcOrd="1" destOrd="0" presId="urn:microsoft.com/office/officeart/2005/8/layout/hierarchy4"/>
    <dgm:cxn modelId="{66CA9AFA-F03A-4D6E-AE03-7B4381221A3E}" type="presParOf" srcId="{AE542269-BA88-441A-9FBB-CA5BD15D3CC5}" destId="{AEFF4E45-8747-44BD-B5C3-41BB20DCBA32}" srcOrd="2" destOrd="0" presId="urn:microsoft.com/office/officeart/2005/8/layout/hierarchy4"/>
    <dgm:cxn modelId="{2C7BC8DC-5A52-4134-81A2-2039DB5C3DBD}" type="presParOf" srcId="{AEFF4E45-8747-44BD-B5C3-41BB20DCBA32}" destId="{8A72FCCF-2BF3-4B88-AC61-0A26A6A7970D}" srcOrd="0" destOrd="0" presId="urn:microsoft.com/office/officeart/2005/8/layout/hierarchy4"/>
    <dgm:cxn modelId="{D4F7421D-DEEC-45E5-9C33-4D432550E04A}" type="presParOf" srcId="{AEFF4E45-8747-44BD-B5C3-41BB20DCBA32}" destId="{3600B770-CDF0-45B2-BB2A-E7BD4AA128CE}"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057E91C-B8C0-4CA9-92C1-20958EC716FD}" type="doc">
      <dgm:prSet loTypeId="urn:microsoft.com/office/officeart/2005/8/layout/lProcess2" loCatId="list" qsTypeId="urn:microsoft.com/office/officeart/2005/8/quickstyle/simple1" qsCatId="simple" csTypeId="urn:microsoft.com/office/officeart/2005/8/colors/colorful5" csCatId="colorful" phldr="1"/>
      <dgm:spPr/>
      <dgm:t>
        <a:bodyPr/>
        <a:lstStyle/>
        <a:p>
          <a:endParaRPr lang="en-US"/>
        </a:p>
      </dgm:t>
    </dgm:pt>
    <dgm:pt modelId="{E3D07797-9822-4D0A-B82D-3BA873DB0033}">
      <dgm:prSet/>
      <dgm:spPr/>
      <dgm:t>
        <a:bodyPr/>
        <a:lstStyle/>
        <a:p>
          <a:pPr rtl="0"/>
          <a:r>
            <a:rPr lang="en-US" dirty="0" err="1"/>
            <a:t>Organisational</a:t>
          </a:r>
          <a:r>
            <a:rPr lang="en-US" dirty="0"/>
            <a:t> memory is fragmented</a:t>
          </a:r>
          <a:endParaRPr lang="en-GB" dirty="0"/>
        </a:p>
      </dgm:t>
    </dgm:pt>
    <dgm:pt modelId="{AD73E86E-AE4C-4DA2-8D28-3EAD89922790}" type="parTrans" cxnId="{81DBDBD1-F4DE-4B5F-BDEC-7131966EE928}">
      <dgm:prSet/>
      <dgm:spPr/>
      <dgm:t>
        <a:bodyPr/>
        <a:lstStyle/>
        <a:p>
          <a:endParaRPr lang="en-US"/>
        </a:p>
      </dgm:t>
    </dgm:pt>
    <dgm:pt modelId="{B829E00B-F569-47BD-B2D0-6F521141A0C4}" type="sibTrans" cxnId="{81DBDBD1-F4DE-4B5F-BDEC-7131966EE928}">
      <dgm:prSet/>
      <dgm:spPr/>
      <dgm:t>
        <a:bodyPr/>
        <a:lstStyle/>
        <a:p>
          <a:endParaRPr lang="en-US"/>
        </a:p>
      </dgm:t>
    </dgm:pt>
    <dgm:pt modelId="{23324C59-CA6E-452C-89AA-F50ACFDC8EB9}">
      <dgm:prSet/>
      <dgm:spPr/>
      <dgm:t>
        <a:bodyPr/>
        <a:lstStyle/>
        <a:p>
          <a:pPr rtl="0"/>
          <a:r>
            <a:rPr lang="en-US"/>
            <a:t>Different systems</a:t>
          </a:r>
          <a:endParaRPr lang="en-GB"/>
        </a:p>
      </dgm:t>
    </dgm:pt>
    <dgm:pt modelId="{0EFAA0CA-803D-4C0B-8050-79ACF97DE31B}" type="parTrans" cxnId="{817F78E5-9C32-4647-8108-EBAEB15E90CE}">
      <dgm:prSet/>
      <dgm:spPr/>
      <dgm:t>
        <a:bodyPr/>
        <a:lstStyle/>
        <a:p>
          <a:endParaRPr lang="en-US"/>
        </a:p>
      </dgm:t>
    </dgm:pt>
    <dgm:pt modelId="{555C1FF1-6A8D-4F40-9659-D24603120077}" type="sibTrans" cxnId="{817F78E5-9C32-4647-8108-EBAEB15E90CE}">
      <dgm:prSet/>
      <dgm:spPr/>
      <dgm:t>
        <a:bodyPr/>
        <a:lstStyle/>
        <a:p>
          <a:endParaRPr lang="en-US"/>
        </a:p>
      </dgm:t>
    </dgm:pt>
    <dgm:pt modelId="{3E93FE78-5C9A-431A-B2F8-1AEB2266954B}">
      <dgm:prSet/>
      <dgm:spPr/>
      <dgm:t>
        <a:bodyPr/>
        <a:lstStyle/>
        <a:p>
          <a:pPr rtl="0"/>
          <a:r>
            <a:rPr lang="en-US"/>
            <a:t>Different database technologies</a:t>
          </a:r>
          <a:endParaRPr lang="en-GB"/>
        </a:p>
      </dgm:t>
    </dgm:pt>
    <dgm:pt modelId="{85251C5A-F592-48CC-B1A4-4E0DBB6F0CBF}" type="parTrans" cxnId="{486DFCDF-F1F8-4950-BFFC-04B50D944DA3}">
      <dgm:prSet/>
      <dgm:spPr/>
      <dgm:t>
        <a:bodyPr/>
        <a:lstStyle/>
        <a:p>
          <a:endParaRPr lang="en-US"/>
        </a:p>
      </dgm:t>
    </dgm:pt>
    <dgm:pt modelId="{6FA144CF-A554-47FB-8FC5-C8C387BBAB2E}" type="sibTrans" cxnId="{486DFCDF-F1F8-4950-BFFC-04B50D944DA3}">
      <dgm:prSet/>
      <dgm:spPr/>
      <dgm:t>
        <a:bodyPr/>
        <a:lstStyle/>
        <a:p>
          <a:endParaRPr lang="en-US"/>
        </a:p>
      </dgm:t>
    </dgm:pt>
    <dgm:pt modelId="{25E5EB38-CA9B-44C5-A167-60146F9CBAE0}">
      <dgm:prSet/>
      <dgm:spPr/>
      <dgm:t>
        <a:bodyPr/>
        <a:lstStyle/>
        <a:p>
          <a:pPr rtl="0"/>
          <a:r>
            <a:rPr lang="en-US"/>
            <a:t>Different locations</a:t>
          </a:r>
          <a:endParaRPr lang="en-GB"/>
        </a:p>
      </dgm:t>
    </dgm:pt>
    <dgm:pt modelId="{0A9B675B-1434-4E29-A6D3-65DC1F3BE628}" type="parTrans" cxnId="{83841EAA-A054-4509-BB0A-F7338155EF4C}">
      <dgm:prSet/>
      <dgm:spPr/>
      <dgm:t>
        <a:bodyPr/>
        <a:lstStyle/>
        <a:p>
          <a:endParaRPr lang="en-US"/>
        </a:p>
      </dgm:t>
    </dgm:pt>
    <dgm:pt modelId="{D82BABE8-3665-4F81-B9EC-CE1E9A7AFB53}" type="sibTrans" cxnId="{83841EAA-A054-4509-BB0A-F7338155EF4C}">
      <dgm:prSet/>
      <dgm:spPr/>
      <dgm:t>
        <a:bodyPr/>
        <a:lstStyle/>
        <a:p>
          <a:endParaRPr lang="en-US"/>
        </a:p>
      </dgm:t>
    </dgm:pt>
    <dgm:pt modelId="{F1BFEB48-0E7A-4755-954B-92B908FF8A72}">
      <dgm:prSet/>
      <dgm:spPr/>
      <dgm:t>
        <a:bodyPr/>
        <a:lstStyle/>
        <a:p>
          <a:pPr rtl="0"/>
          <a:r>
            <a:rPr lang="en-US"/>
            <a:t>Disadvantages</a:t>
          </a:r>
          <a:endParaRPr lang="en-GB"/>
        </a:p>
      </dgm:t>
    </dgm:pt>
    <dgm:pt modelId="{D0C2A1CD-AA1B-447D-83C4-689D998EC081}" type="parTrans" cxnId="{95F8C779-4B5A-43B5-9BA5-557786FC414F}">
      <dgm:prSet/>
      <dgm:spPr/>
      <dgm:t>
        <a:bodyPr/>
        <a:lstStyle/>
        <a:p>
          <a:endParaRPr lang="en-US"/>
        </a:p>
      </dgm:t>
    </dgm:pt>
    <dgm:pt modelId="{40BDD62A-F7AC-46AA-A8DC-D2ED17123068}" type="sibTrans" cxnId="{95F8C779-4B5A-43B5-9BA5-557786FC414F}">
      <dgm:prSet/>
      <dgm:spPr/>
      <dgm:t>
        <a:bodyPr/>
        <a:lstStyle/>
        <a:p>
          <a:endParaRPr lang="en-US"/>
        </a:p>
      </dgm:t>
    </dgm:pt>
    <dgm:pt modelId="{B0FC5F32-798E-4B80-B015-CAC2D6FD2893}">
      <dgm:prSet/>
      <dgm:spPr/>
      <dgm:t>
        <a:bodyPr/>
        <a:lstStyle/>
        <a:p>
          <a:pPr rtl="0"/>
          <a:r>
            <a:rPr lang="en-US" dirty="0"/>
            <a:t>An underused intelligence system </a:t>
          </a:r>
          <a:endParaRPr lang="en-GB" dirty="0"/>
        </a:p>
      </dgm:t>
    </dgm:pt>
    <dgm:pt modelId="{EF949F04-C978-4854-B88B-58E48243CD27}" type="parTrans" cxnId="{B3787BC4-4C6D-4563-A0E8-E4EF0EA888C0}">
      <dgm:prSet/>
      <dgm:spPr/>
      <dgm:t>
        <a:bodyPr/>
        <a:lstStyle/>
        <a:p>
          <a:endParaRPr lang="en-US"/>
        </a:p>
      </dgm:t>
    </dgm:pt>
    <dgm:pt modelId="{5EEFE4A2-F077-46C6-91C7-AE9D06C24287}" type="sibTrans" cxnId="{B3787BC4-4C6D-4563-A0E8-E4EF0EA888C0}">
      <dgm:prSet/>
      <dgm:spPr/>
      <dgm:t>
        <a:bodyPr/>
        <a:lstStyle/>
        <a:p>
          <a:endParaRPr lang="en-US"/>
        </a:p>
      </dgm:t>
    </dgm:pt>
    <dgm:pt modelId="{CD12FB25-6DC4-45A4-894A-1E0F51BF14AE}">
      <dgm:prSet/>
      <dgm:spPr/>
      <dgm:t>
        <a:bodyPr/>
        <a:lstStyle/>
        <a:p>
          <a:pPr rtl="0"/>
          <a:r>
            <a:rPr lang="en-US" dirty="0"/>
            <a:t>Undetected key facts about transactions, customers etc.</a:t>
          </a:r>
          <a:endParaRPr lang="en-GB" dirty="0"/>
        </a:p>
      </dgm:t>
    </dgm:pt>
    <dgm:pt modelId="{7D2099E5-1D31-49C1-AA23-DAA3968CF2A5}" type="parTrans" cxnId="{6C4C9E95-FC55-4348-A859-B03D5019E79C}">
      <dgm:prSet/>
      <dgm:spPr/>
      <dgm:t>
        <a:bodyPr/>
        <a:lstStyle/>
        <a:p>
          <a:endParaRPr lang="en-US"/>
        </a:p>
      </dgm:t>
    </dgm:pt>
    <dgm:pt modelId="{0C29D93C-B8CC-453C-97A9-853F0FFF2E04}" type="sibTrans" cxnId="{6C4C9E95-FC55-4348-A859-B03D5019E79C}">
      <dgm:prSet/>
      <dgm:spPr/>
      <dgm:t>
        <a:bodyPr/>
        <a:lstStyle/>
        <a:p>
          <a:endParaRPr lang="en-US"/>
        </a:p>
      </dgm:t>
    </dgm:pt>
    <dgm:pt modelId="{8F339A4C-D578-419F-9A22-DACB0D71D25C}">
      <dgm:prSet/>
      <dgm:spPr/>
      <dgm:t>
        <a:bodyPr/>
        <a:lstStyle/>
        <a:p>
          <a:pPr rtl="0"/>
          <a:r>
            <a:rPr lang="en-US" dirty="0"/>
            <a:t>Department-owned systems</a:t>
          </a:r>
          <a:endParaRPr lang="en-GB" dirty="0"/>
        </a:p>
      </dgm:t>
    </dgm:pt>
    <dgm:pt modelId="{43DF9DAE-8153-4C34-8982-E03BCA11E160}" type="parTrans" cxnId="{DEB3E1B9-8254-4FD9-A657-301CFCD0F119}">
      <dgm:prSet/>
      <dgm:spPr/>
      <dgm:t>
        <a:bodyPr/>
        <a:lstStyle/>
        <a:p>
          <a:endParaRPr lang="en-US"/>
        </a:p>
      </dgm:t>
    </dgm:pt>
    <dgm:pt modelId="{CAC05FE3-F614-41B1-9669-AE2A044D71D2}" type="sibTrans" cxnId="{DEB3E1B9-8254-4FD9-A657-301CFCD0F119}">
      <dgm:prSet/>
      <dgm:spPr/>
      <dgm:t>
        <a:bodyPr/>
        <a:lstStyle/>
        <a:p>
          <a:endParaRPr lang="en-US"/>
        </a:p>
      </dgm:t>
    </dgm:pt>
    <dgm:pt modelId="{323B7242-DECD-4F96-ACE6-EAED50E4283C}">
      <dgm:prSet/>
      <dgm:spPr/>
      <dgm:t>
        <a:bodyPr/>
        <a:lstStyle/>
        <a:p>
          <a:pPr rtl="0"/>
          <a:r>
            <a:rPr lang="en-US" dirty="0"/>
            <a:t>Creating islands of inaccessible and incompatible data</a:t>
          </a:r>
          <a:endParaRPr lang="en-GB" dirty="0"/>
        </a:p>
      </dgm:t>
    </dgm:pt>
    <dgm:pt modelId="{4F225873-3BBA-4672-BB73-D47D0D023E07}" type="parTrans" cxnId="{47FC8B58-2610-415C-B440-8C0769C525AA}">
      <dgm:prSet/>
      <dgm:spPr/>
      <dgm:t>
        <a:bodyPr/>
        <a:lstStyle/>
        <a:p>
          <a:endParaRPr lang="en-US"/>
        </a:p>
      </dgm:t>
    </dgm:pt>
    <dgm:pt modelId="{A5B5F757-848D-4A4B-8566-409BCC7D2852}" type="sibTrans" cxnId="{47FC8B58-2610-415C-B440-8C0769C525AA}">
      <dgm:prSet/>
      <dgm:spPr/>
      <dgm:t>
        <a:bodyPr/>
        <a:lstStyle/>
        <a:p>
          <a:endParaRPr lang="en-US"/>
        </a:p>
      </dgm:t>
    </dgm:pt>
    <dgm:pt modelId="{38E92886-D483-4806-B89F-AC55AEF9607F}">
      <dgm:prSet/>
      <dgm:spPr/>
      <dgm:t>
        <a:bodyPr/>
        <a:lstStyle/>
        <a:p>
          <a:r>
            <a:rPr lang="en-US" dirty="0"/>
            <a:t>Corporate decision makers cannot easily extract essential information</a:t>
          </a:r>
          <a:endParaRPr lang="en-US"/>
        </a:p>
      </dgm:t>
    </dgm:pt>
    <dgm:pt modelId="{7EDAD12D-79EC-4F3B-A874-E923930A2923}" type="parTrans" cxnId="{7F6B478D-3A44-47F2-BAC8-8E54AE0B062E}">
      <dgm:prSet/>
      <dgm:spPr/>
      <dgm:t>
        <a:bodyPr/>
        <a:lstStyle/>
        <a:p>
          <a:endParaRPr lang="en-US"/>
        </a:p>
      </dgm:t>
    </dgm:pt>
    <dgm:pt modelId="{58F61B33-82C0-4050-BCFE-CC670785A70F}" type="sibTrans" cxnId="{7F6B478D-3A44-47F2-BAC8-8E54AE0B062E}">
      <dgm:prSet/>
      <dgm:spPr/>
      <dgm:t>
        <a:bodyPr/>
        <a:lstStyle/>
        <a:p>
          <a:endParaRPr lang="en-US"/>
        </a:p>
      </dgm:t>
    </dgm:pt>
    <dgm:pt modelId="{EFD918AE-DD76-426F-AC4B-5130242F20C9}" type="pres">
      <dgm:prSet presAssocID="{5057E91C-B8C0-4CA9-92C1-20958EC716FD}" presName="theList" presStyleCnt="0">
        <dgm:presLayoutVars>
          <dgm:dir/>
          <dgm:animLvl val="lvl"/>
          <dgm:resizeHandles val="exact"/>
        </dgm:presLayoutVars>
      </dgm:prSet>
      <dgm:spPr/>
    </dgm:pt>
    <dgm:pt modelId="{36108A84-193E-4457-8AE9-436F3DD437F7}" type="pres">
      <dgm:prSet presAssocID="{8F339A4C-D578-419F-9A22-DACB0D71D25C}" presName="compNode" presStyleCnt="0"/>
      <dgm:spPr/>
    </dgm:pt>
    <dgm:pt modelId="{08AF4C33-0963-449E-9E78-19DC3D43CC44}" type="pres">
      <dgm:prSet presAssocID="{8F339A4C-D578-419F-9A22-DACB0D71D25C}" presName="aNode" presStyleLbl="bgShp" presStyleIdx="0" presStyleCnt="3"/>
      <dgm:spPr/>
    </dgm:pt>
    <dgm:pt modelId="{64B62D7C-F800-4601-AF6C-60CDBDA7C346}" type="pres">
      <dgm:prSet presAssocID="{8F339A4C-D578-419F-9A22-DACB0D71D25C}" presName="textNode" presStyleLbl="bgShp" presStyleIdx="0" presStyleCnt="3"/>
      <dgm:spPr/>
    </dgm:pt>
    <dgm:pt modelId="{4AA73FAF-6E0A-42ED-B9FB-AFA75E0399B1}" type="pres">
      <dgm:prSet presAssocID="{8F339A4C-D578-419F-9A22-DACB0D71D25C}" presName="compChildNode" presStyleCnt="0"/>
      <dgm:spPr/>
    </dgm:pt>
    <dgm:pt modelId="{A0A75052-CF1C-4D3C-A8B2-C31384A78810}" type="pres">
      <dgm:prSet presAssocID="{8F339A4C-D578-419F-9A22-DACB0D71D25C}" presName="theInnerList" presStyleCnt="0"/>
      <dgm:spPr/>
    </dgm:pt>
    <dgm:pt modelId="{216FA2ED-3D42-4AD5-8A0D-D536E03E6323}" type="pres">
      <dgm:prSet presAssocID="{323B7242-DECD-4F96-ACE6-EAED50E4283C}" presName="childNode" presStyleLbl="node1" presStyleIdx="0" presStyleCnt="7">
        <dgm:presLayoutVars>
          <dgm:bulletEnabled val="1"/>
        </dgm:presLayoutVars>
      </dgm:prSet>
      <dgm:spPr/>
    </dgm:pt>
    <dgm:pt modelId="{1A28ED29-17FB-4876-9237-8725471E0D57}" type="pres">
      <dgm:prSet presAssocID="{323B7242-DECD-4F96-ACE6-EAED50E4283C}" presName="aSpace2" presStyleCnt="0"/>
      <dgm:spPr/>
    </dgm:pt>
    <dgm:pt modelId="{958689B4-0709-45AF-B814-15B5415B607B}" type="pres">
      <dgm:prSet presAssocID="{38E92886-D483-4806-B89F-AC55AEF9607F}" presName="childNode" presStyleLbl="node1" presStyleIdx="1" presStyleCnt="7">
        <dgm:presLayoutVars>
          <dgm:bulletEnabled val="1"/>
        </dgm:presLayoutVars>
      </dgm:prSet>
      <dgm:spPr/>
    </dgm:pt>
    <dgm:pt modelId="{91C0F268-9793-4D94-ACF7-D0C9E3F5C20A}" type="pres">
      <dgm:prSet presAssocID="{8F339A4C-D578-419F-9A22-DACB0D71D25C}" presName="aSpace" presStyleCnt="0"/>
      <dgm:spPr/>
    </dgm:pt>
    <dgm:pt modelId="{C178DEFF-2AC9-4402-A4B2-88E09A128418}" type="pres">
      <dgm:prSet presAssocID="{E3D07797-9822-4D0A-B82D-3BA873DB0033}" presName="compNode" presStyleCnt="0"/>
      <dgm:spPr/>
    </dgm:pt>
    <dgm:pt modelId="{07812C69-0C9B-437D-978D-F6DC3A0D16B4}" type="pres">
      <dgm:prSet presAssocID="{E3D07797-9822-4D0A-B82D-3BA873DB0033}" presName="aNode" presStyleLbl="bgShp" presStyleIdx="1" presStyleCnt="3"/>
      <dgm:spPr/>
    </dgm:pt>
    <dgm:pt modelId="{C7E7D82E-1B51-4FF2-A813-5E7A06912221}" type="pres">
      <dgm:prSet presAssocID="{E3D07797-9822-4D0A-B82D-3BA873DB0033}" presName="textNode" presStyleLbl="bgShp" presStyleIdx="1" presStyleCnt="3"/>
      <dgm:spPr/>
    </dgm:pt>
    <dgm:pt modelId="{544E08D3-305D-4EE1-9CB2-2E8B2707EFED}" type="pres">
      <dgm:prSet presAssocID="{E3D07797-9822-4D0A-B82D-3BA873DB0033}" presName="compChildNode" presStyleCnt="0"/>
      <dgm:spPr/>
    </dgm:pt>
    <dgm:pt modelId="{DC3739D6-2A1A-4CB2-9715-4B784D8C92D0}" type="pres">
      <dgm:prSet presAssocID="{E3D07797-9822-4D0A-B82D-3BA873DB0033}" presName="theInnerList" presStyleCnt="0"/>
      <dgm:spPr/>
    </dgm:pt>
    <dgm:pt modelId="{69E69C84-B5F9-43B3-86EA-08AE2A7F9929}" type="pres">
      <dgm:prSet presAssocID="{23324C59-CA6E-452C-89AA-F50ACFDC8EB9}" presName="childNode" presStyleLbl="node1" presStyleIdx="2" presStyleCnt="7">
        <dgm:presLayoutVars>
          <dgm:bulletEnabled val="1"/>
        </dgm:presLayoutVars>
      </dgm:prSet>
      <dgm:spPr/>
    </dgm:pt>
    <dgm:pt modelId="{4B4A5B5A-075A-4BD3-912B-2175FD710703}" type="pres">
      <dgm:prSet presAssocID="{23324C59-CA6E-452C-89AA-F50ACFDC8EB9}" presName="aSpace2" presStyleCnt="0"/>
      <dgm:spPr/>
    </dgm:pt>
    <dgm:pt modelId="{C247E836-5B06-4964-A578-46F21EC7DFC5}" type="pres">
      <dgm:prSet presAssocID="{3E93FE78-5C9A-431A-B2F8-1AEB2266954B}" presName="childNode" presStyleLbl="node1" presStyleIdx="3" presStyleCnt="7">
        <dgm:presLayoutVars>
          <dgm:bulletEnabled val="1"/>
        </dgm:presLayoutVars>
      </dgm:prSet>
      <dgm:spPr/>
    </dgm:pt>
    <dgm:pt modelId="{403CBF4B-D8B9-4A11-9790-240689466A2B}" type="pres">
      <dgm:prSet presAssocID="{3E93FE78-5C9A-431A-B2F8-1AEB2266954B}" presName="aSpace2" presStyleCnt="0"/>
      <dgm:spPr/>
    </dgm:pt>
    <dgm:pt modelId="{D58C23E0-5392-4430-8D6F-80A15B579400}" type="pres">
      <dgm:prSet presAssocID="{25E5EB38-CA9B-44C5-A167-60146F9CBAE0}" presName="childNode" presStyleLbl="node1" presStyleIdx="4" presStyleCnt="7">
        <dgm:presLayoutVars>
          <dgm:bulletEnabled val="1"/>
        </dgm:presLayoutVars>
      </dgm:prSet>
      <dgm:spPr/>
    </dgm:pt>
    <dgm:pt modelId="{8CC1B558-530C-4C55-85F2-6C80A0EC4025}" type="pres">
      <dgm:prSet presAssocID="{E3D07797-9822-4D0A-B82D-3BA873DB0033}" presName="aSpace" presStyleCnt="0"/>
      <dgm:spPr/>
    </dgm:pt>
    <dgm:pt modelId="{D0E112B7-54A6-49CF-916B-EA8DB35FF62B}" type="pres">
      <dgm:prSet presAssocID="{F1BFEB48-0E7A-4755-954B-92B908FF8A72}" presName="compNode" presStyleCnt="0"/>
      <dgm:spPr/>
    </dgm:pt>
    <dgm:pt modelId="{1CCE136B-AB81-4E8A-A879-E26A8A7668E4}" type="pres">
      <dgm:prSet presAssocID="{F1BFEB48-0E7A-4755-954B-92B908FF8A72}" presName="aNode" presStyleLbl="bgShp" presStyleIdx="2" presStyleCnt="3"/>
      <dgm:spPr/>
    </dgm:pt>
    <dgm:pt modelId="{FEB7175E-1A2A-4774-A696-996954FFB7A8}" type="pres">
      <dgm:prSet presAssocID="{F1BFEB48-0E7A-4755-954B-92B908FF8A72}" presName="textNode" presStyleLbl="bgShp" presStyleIdx="2" presStyleCnt="3"/>
      <dgm:spPr/>
    </dgm:pt>
    <dgm:pt modelId="{891BC1E3-A948-4981-8783-D09648990527}" type="pres">
      <dgm:prSet presAssocID="{F1BFEB48-0E7A-4755-954B-92B908FF8A72}" presName="compChildNode" presStyleCnt="0"/>
      <dgm:spPr/>
    </dgm:pt>
    <dgm:pt modelId="{4D522416-DD7E-49B5-A973-7CD12CA84E3A}" type="pres">
      <dgm:prSet presAssocID="{F1BFEB48-0E7A-4755-954B-92B908FF8A72}" presName="theInnerList" presStyleCnt="0"/>
      <dgm:spPr/>
    </dgm:pt>
    <dgm:pt modelId="{A9C3E87D-47B3-4F4E-957A-20B1504991A9}" type="pres">
      <dgm:prSet presAssocID="{B0FC5F32-798E-4B80-B015-CAC2D6FD2893}" presName="childNode" presStyleLbl="node1" presStyleIdx="5" presStyleCnt="7">
        <dgm:presLayoutVars>
          <dgm:bulletEnabled val="1"/>
        </dgm:presLayoutVars>
      </dgm:prSet>
      <dgm:spPr/>
    </dgm:pt>
    <dgm:pt modelId="{2072CCE4-F5DA-4D95-A7E7-4E3C71A8455D}" type="pres">
      <dgm:prSet presAssocID="{B0FC5F32-798E-4B80-B015-CAC2D6FD2893}" presName="aSpace2" presStyleCnt="0"/>
      <dgm:spPr/>
    </dgm:pt>
    <dgm:pt modelId="{B1608C75-CF5B-41F5-BBCB-37AF76AA93E6}" type="pres">
      <dgm:prSet presAssocID="{CD12FB25-6DC4-45A4-894A-1E0F51BF14AE}" presName="childNode" presStyleLbl="node1" presStyleIdx="6" presStyleCnt="7">
        <dgm:presLayoutVars>
          <dgm:bulletEnabled val="1"/>
        </dgm:presLayoutVars>
      </dgm:prSet>
      <dgm:spPr/>
    </dgm:pt>
  </dgm:ptLst>
  <dgm:cxnLst>
    <dgm:cxn modelId="{2889EE05-C05F-4CBE-A813-6CF88541F8A1}" type="presOf" srcId="{23324C59-CA6E-452C-89AA-F50ACFDC8EB9}" destId="{69E69C84-B5F9-43B3-86EA-08AE2A7F9929}" srcOrd="0" destOrd="0" presId="urn:microsoft.com/office/officeart/2005/8/layout/lProcess2"/>
    <dgm:cxn modelId="{EC388307-FB49-4370-BA42-442A25CBBF8F}" type="presOf" srcId="{F1BFEB48-0E7A-4755-954B-92B908FF8A72}" destId="{1CCE136B-AB81-4E8A-A879-E26A8A7668E4}" srcOrd="0" destOrd="0" presId="urn:microsoft.com/office/officeart/2005/8/layout/lProcess2"/>
    <dgm:cxn modelId="{5A98A25B-093F-4719-BC57-1A066641E6FA}" type="presOf" srcId="{CD12FB25-6DC4-45A4-894A-1E0F51BF14AE}" destId="{B1608C75-CF5B-41F5-BBCB-37AF76AA93E6}" srcOrd="0" destOrd="0" presId="urn:microsoft.com/office/officeart/2005/8/layout/lProcess2"/>
    <dgm:cxn modelId="{62FAAA6A-A54A-4531-8AC5-C65CEEDFAF2B}" type="presOf" srcId="{3E93FE78-5C9A-431A-B2F8-1AEB2266954B}" destId="{C247E836-5B06-4964-A578-46F21EC7DFC5}" srcOrd="0" destOrd="0" presId="urn:microsoft.com/office/officeart/2005/8/layout/lProcess2"/>
    <dgm:cxn modelId="{1E47416F-647E-485C-8783-C30242F769B8}" type="presOf" srcId="{8F339A4C-D578-419F-9A22-DACB0D71D25C}" destId="{64B62D7C-F800-4601-AF6C-60CDBDA7C346}" srcOrd="1" destOrd="0" presId="urn:microsoft.com/office/officeart/2005/8/layout/lProcess2"/>
    <dgm:cxn modelId="{6AAED276-F6AC-408F-B27A-DC932B8696DA}" type="presOf" srcId="{F1BFEB48-0E7A-4755-954B-92B908FF8A72}" destId="{FEB7175E-1A2A-4774-A696-996954FFB7A8}" srcOrd="1" destOrd="0" presId="urn:microsoft.com/office/officeart/2005/8/layout/lProcess2"/>
    <dgm:cxn modelId="{47FC8B58-2610-415C-B440-8C0769C525AA}" srcId="{8F339A4C-D578-419F-9A22-DACB0D71D25C}" destId="{323B7242-DECD-4F96-ACE6-EAED50E4283C}" srcOrd="0" destOrd="0" parTransId="{4F225873-3BBA-4672-BB73-D47D0D023E07}" sibTransId="{A5B5F757-848D-4A4B-8566-409BCC7D2852}"/>
    <dgm:cxn modelId="{B1F0FF58-1852-4500-9F95-391D5746CB0E}" type="presOf" srcId="{E3D07797-9822-4D0A-B82D-3BA873DB0033}" destId="{C7E7D82E-1B51-4FF2-A813-5E7A06912221}" srcOrd="1" destOrd="0" presId="urn:microsoft.com/office/officeart/2005/8/layout/lProcess2"/>
    <dgm:cxn modelId="{7F021559-0BF0-4BFF-843A-0724AB8771F3}" type="presOf" srcId="{8F339A4C-D578-419F-9A22-DACB0D71D25C}" destId="{08AF4C33-0963-449E-9E78-19DC3D43CC44}" srcOrd="0" destOrd="0" presId="urn:microsoft.com/office/officeart/2005/8/layout/lProcess2"/>
    <dgm:cxn modelId="{95F8C779-4B5A-43B5-9BA5-557786FC414F}" srcId="{5057E91C-B8C0-4CA9-92C1-20958EC716FD}" destId="{F1BFEB48-0E7A-4755-954B-92B908FF8A72}" srcOrd="2" destOrd="0" parTransId="{D0C2A1CD-AA1B-447D-83C4-689D998EC081}" sibTransId="{40BDD62A-F7AC-46AA-A8DC-D2ED17123068}"/>
    <dgm:cxn modelId="{7F6B478D-3A44-47F2-BAC8-8E54AE0B062E}" srcId="{8F339A4C-D578-419F-9A22-DACB0D71D25C}" destId="{38E92886-D483-4806-B89F-AC55AEF9607F}" srcOrd="1" destOrd="0" parTransId="{7EDAD12D-79EC-4F3B-A874-E923930A2923}" sibTransId="{58F61B33-82C0-4050-BCFE-CC670785A70F}"/>
    <dgm:cxn modelId="{AA2E5292-53B3-428A-84A5-262724B79308}" type="presOf" srcId="{5057E91C-B8C0-4CA9-92C1-20958EC716FD}" destId="{EFD918AE-DD76-426F-AC4B-5130242F20C9}" srcOrd="0" destOrd="0" presId="urn:microsoft.com/office/officeart/2005/8/layout/lProcess2"/>
    <dgm:cxn modelId="{6C4C9E95-FC55-4348-A859-B03D5019E79C}" srcId="{F1BFEB48-0E7A-4755-954B-92B908FF8A72}" destId="{CD12FB25-6DC4-45A4-894A-1E0F51BF14AE}" srcOrd="1" destOrd="0" parTransId="{7D2099E5-1D31-49C1-AA23-DAA3968CF2A5}" sibTransId="{0C29D93C-B8CC-453C-97A9-853F0FFF2E04}"/>
    <dgm:cxn modelId="{83841EAA-A054-4509-BB0A-F7338155EF4C}" srcId="{E3D07797-9822-4D0A-B82D-3BA873DB0033}" destId="{25E5EB38-CA9B-44C5-A167-60146F9CBAE0}" srcOrd="2" destOrd="0" parTransId="{0A9B675B-1434-4E29-A6D3-65DC1F3BE628}" sibTransId="{D82BABE8-3665-4F81-B9EC-CE1E9A7AFB53}"/>
    <dgm:cxn modelId="{DEB3E1B9-8254-4FD9-A657-301CFCD0F119}" srcId="{5057E91C-B8C0-4CA9-92C1-20958EC716FD}" destId="{8F339A4C-D578-419F-9A22-DACB0D71D25C}" srcOrd="0" destOrd="0" parTransId="{43DF9DAE-8153-4C34-8982-E03BCA11E160}" sibTransId="{CAC05FE3-F614-41B1-9669-AE2A044D71D2}"/>
    <dgm:cxn modelId="{B3787BC4-4C6D-4563-A0E8-E4EF0EA888C0}" srcId="{F1BFEB48-0E7A-4755-954B-92B908FF8A72}" destId="{B0FC5F32-798E-4B80-B015-CAC2D6FD2893}" srcOrd="0" destOrd="0" parTransId="{EF949F04-C978-4854-B88B-58E48243CD27}" sibTransId="{5EEFE4A2-F077-46C6-91C7-AE9D06C24287}"/>
    <dgm:cxn modelId="{8B42FCC7-0670-40BB-BC37-B4A3C2C83876}" type="presOf" srcId="{25E5EB38-CA9B-44C5-A167-60146F9CBAE0}" destId="{D58C23E0-5392-4430-8D6F-80A15B579400}" srcOrd="0" destOrd="0" presId="urn:microsoft.com/office/officeart/2005/8/layout/lProcess2"/>
    <dgm:cxn modelId="{810B77C8-6355-435E-A413-47E5ACDAF517}" type="presOf" srcId="{E3D07797-9822-4D0A-B82D-3BA873DB0033}" destId="{07812C69-0C9B-437D-978D-F6DC3A0D16B4}" srcOrd="0" destOrd="0" presId="urn:microsoft.com/office/officeart/2005/8/layout/lProcess2"/>
    <dgm:cxn modelId="{81DBDBD1-F4DE-4B5F-BDEC-7131966EE928}" srcId="{5057E91C-B8C0-4CA9-92C1-20958EC716FD}" destId="{E3D07797-9822-4D0A-B82D-3BA873DB0033}" srcOrd="1" destOrd="0" parTransId="{AD73E86E-AE4C-4DA2-8D28-3EAD89922790}" sibTransId="{B829E00B-F569-47BD-B2D0-6F521141A0C4}"/>
    <dgm:cxn modelId="{486DFCDF-F1F8-4950-BFFC-04B50D944DA3}" srcId="{E3D07797-9822-4D0A-B82D-3BA873DB0033}" destId="{3E93FE78-5C9A-431A-B2F8-1AEB2266954B}" srcOrd="1" destOrd="0" parTransId="{85251C5A-F592-48CC-B1A4-4E0DBB6F0CBF}" sibTransId="{6FA144CF-A554-47FB-8FC5-C8C387BBAB2E}"/>
    <dgm:cxn modelId="{A9CF00E1-800D-4A3B-8631-BBF863FB6C76}" type="presOf" srcId="{B0FC5F32-798E-4B80-B015-CAC2D6FD2893}" destId="{A9C3E87D-47B3-4F4E-957A-20B1504991A9}" srcOrd="0" destOrd="0" presId="urn:microsoft.com/office/officeart/2005/8/layout/lProcess2"/>
    <dgm:cxn modelId="{817F78E5-9C32-4647-8108-EBAEB15E90CE}" srcId="{E3D07797-9822-4D0A-B82D-3BA873DB0033}" destId="{23324C59-CA6E-452C-89AA-F50ACFDC8EB9}" srcOrd="0" destOrd="0" parTransId="{0EFAA0CA-803D-4C0B-8050-79ACF97DE31B}" sibTransId="{555C1FF1-6A8D-4F40-9659-D24603120077}"/>
    <dgm:cxn modelId="{0954A3EF-8D7B-48F1-B4F3-6CC8023036C5}" type="presOf" srcId="{38E92886-D483-4806-B89F-AC55AEF9607F}" destId="{958689B4-0709-45AF-B814-15B5415B607B}" srcOrd="0" destOrd="0" presId="urn:microsoft.com/office/officeart/2005/8/layout/lProcess2"/>
    <dgm:cxn modelId="{96BE8EFF-05DF-4060-9696-B3E26B8517FE}" type="presOf" srcId="{323B7242-DECD-4F96-ACE6-EAED50E4283C}" destId="{216FA2ED-3D42-4AD5-8A0D-D536E03E6323}" srcOrd="0" destOrd="0" presId="urn:microsoft.com/office/officeart/2005/8/layout/lProcess2"/>
    <dgm:cxn modelId="{0BF4FEA3-2CF3-42CC-ABB5-FA31BE622516}" type="presParOf" srcId="{EFD918AE-DD76-426F-AC4B-5130242F20C9}" destId="{36108A84-193E-4457-8AE9-436F3DD437F7}" srcOrd="0" destOrd="0" presId="urn:microsoft.com/office/officeart/2005/8/layout/lProcess2"/>
    <dgm:cxn modelId="{AE82AFDE-371B-4AD4-A7FE-E10F0D9B374C}" type="presParOf" srcId="{36108A84-193E-4457-8AE9-436F3DD437F7}" destId="{08AF4C33-0963-449E-9E78-19DC3D43CC44}" srcOrd="0" destOrd="0" presId="urn:microsoft.com/office/officeart/2005/8/layout/lProcess2"/>
    <dgm:cxn modelId="{F27A00CC-62E4-417B-AAD3-D1650C14F97E}" type="presParOf" srcId="{36108A84-193E-4457-8AE9-436F3DD437F7}" destId="{64B62D7C-F800-4601-AF6C-60CDBDA7C346}" srcOrd="1" destOrd="0" presId="urn:microsoft.com/office/officeart/2005/8/layout/lProcess2"/>
    <dgm:cxn modelId="{49834AC5-507A-4C19-95A0-F08AFE377C96}" type="presParOf" srcId="{36108A84-193E-4457-8AE9-436F3DD437F7}" destId="{4AA73FAF-6E0A-42ED-B9FB-AFA75E0399B1}" srcOrd="2" destOrd="0" presId="urn:microsoft.com/office/officeart/2005/8/layout/lProcess2"/>
    <dgm:cxn modelId="{6D154A4B-A3FC-423F-802F-AF00A99DDFD5}" type="presParOf" srcId="{4AA73FAF-6E0A-42ED-B9FB-AFA75E0399B1}" destId="{A0A75052-CF1C-4D3C-A8B2-C31384A78810}" srcOrd="0" destOrd="0" presId="urn:microsoft.com/office/officeart/2005/8/layout/lProcess2"/>
    <dgm:cxn modelId="{C1701979-4137-4E8B-96AC-76707B80FA46}" type="presParOf" srcId="{A0A75052-CF1C-4D3C-A8B2-C31384A78810}" destId="{216FA2ED-3D42-4AD5-8A0D-D536E03E6323}" srcOrd="0" destOrd="0" presId="urn:microsoft.com/office/officeart/2005/8/layout/lProcess2"/>
    <dgm:cxn modelId="{E49C4120-19F0-4DD9-B95C-F05F018B8E31}" type="presParOf" srcId="{A0A75052-CF1C-4D3C-A8B2-C31384A78810}" destId="{1A28ED29-17FB-4876-9237-8725471E0D57}" srcOrd="1" destOrd="0" presId="urn:microsoft.com/office/officeart/2005/8/layout/lProcess2"/>
    <dgm:cxn modelId="{161B911F-93AF-4906-9ED8-E1D18D948970}" type="presParOf" srcId="{A0A75052-CF1C-4D3C-A8B2-C31384A78810}" destId="{958689B4-0709-45AF-B814-15B5415B607B}" srcOrd="2" destOrd="0" presId="urn:microsoft.com/office/officeart/2005/8/layout/lProcess2"/>
    <dgm:cxn modelId="{AA96EBCB-E014-4EC0-8E1D-539AD76A468B}" type="presParOf" srcId="{EFD918AE-DD76-426F-AC4B-5130242F20C9}" destId="{91C0F268-9793-4D94-ACF7-D0C9E3F5C20A}" srcOrd="1" destOrd="0" presId="urn:microsoft.com/office/officeart/2005/8/layout/lProcess2"/>
    <dgm:cxn modelId="{95BB2A25-A18B-46B7-9E8B-1E24A16CE719}" type="presParOf" srcId="{EFD918AE-DD76-426F-AC4B-5130242F20C9}" destId="{C178DEFF-2AC9-4402-A4B2-88E09A128418}" srcOrd="2" destOrd="0" presId="urn:microsoft.com/office/officeart/2005/8/layout/lProcess2"/>
    <dgm:cxn modelId="{00DB49DA-4E78-4069-A0D5-28F3948ED291}" type="presParOf" srcId="{C178DEFF-2AC9-4402-A4B2-88E09A128418}" destId="{07812C69-0C9B-437D-978D-F6DC3A0D16B4}" srcOrd="0" destOrd="0" presId="urn:microsoft.com/office/officeart/2005/8/layout/lProcess2"/>
    <dgm:cxn modelId="{9578BD0A-76A2-4364-ABDE-7F9858E30BD8}" type="presParOf" srcId="{C178DEFF-2AC9-4402-A4B2-88E09A128418}" destId="{C7E7D82E-1B51-4FF2-A813-5E7A06912221}" srcOrd="1" destOrd="0" presId="urn:microsoft.com/office/officeart/2005/8/layout/lProcess2"/>
    <dgm:cxn modelId="{B35C3AD4-921F-4EBE-A5B1-DEF5DD6944C8}" type="presParOf" srcId="{C178DEFF-2AC9-4402-A4B2-88E09A128418}" destId="{544E08D3-305D-4EE1-9CB2-2E8B2707EFED}" srcOrd="2" destOrd="0" presId="urn:microsoft.com/office/officeart/2005/8/layout/lProcess2"/>
    <dgm:cxn modelId="{251BFBDB-A881-49F7-8D52-1F707A0597D3}" type="presParOf" srcId="{544E08D3-305D-4EE1-9CB2-2E8B2707EFED}" destId="{DC3739D6-2A1A-4CB2-9715-4B784D8C92D0}" srcOrd="0" destOrd="0" presId="urn:microsoft.com/office/officeart/2005/8/layout/lProcess2"/>
    <dgm:cxn modelId="{47139594-0BDF-4DCB-AC4A-B8468ECFD186}" type="presParOf" srcId="{DC3739D6-2A1A-4CB2-9715-4B784D8C92D0}" destId="{69E69C84-B5F9-43B3-86EA-08AE2A7F9929}" srcOrd="0" destOrd="0" presId="urn:microsoft.com/office/officeart/2005/8/layout/lProcess2"/>
    <dgm:cxn modelId="{06858E32-1471-4E9E-9C0D-F388B02EE904}" type="presParOf" srcId="{DC3739D6-2A1A-4CB2-9715-4B784D8C92D0}" destId="{4B4A5B5A-075A-4BD3-912B-2175FD710703}" srcOrd="1" destOrd="0" presId="urn:microsoft.com/office/officeart/2005/8/layout/lProcess2"/>
    <dgm:cxn modelId="{8FB4BA36-3588-4B40-B3C6-85F6F8C078A9}" type="presParOf" srcId="{DC3739D6-2A1A-4CB2-9715-4B784D8C92D0}" destId="{C247E836-5B06-4964-A578-46F21EC7DFC5}" srcOrd="2" destOrd="0" presId="urn:microsoft.com/office/officeart/2005/8/layout/lProcess2"/>
    <dgm:cxn modelId="{CF4DD91D-845E-46EB-95A7-D4D6978DB6B8}" type="presParOf" srcId="{DC3739D6-2A1A-4CB2-9715-4B784D8C92D0}" destId="{403CBF4B-D8B9-4A11-9790-240689466A2B}" srcOrd="3" destOrd="0" presId="urn:microsoft.com/office/officeart/2005/8/layout/lProcess2"/>
    <dgm:cxn modelId="{3C31A887-D824-433B-A1E0-E44D17213675}" type="presParOf" srcId="{DC3739D6-2A1A-4CB2-9715-4B784D8C92D0}" destId="{D58C23E0-5392-4430-8D6F-80A15B579400}" srcOrd="4" destOrd="0" presId="urn:microsoft.com/office/officeart/2005/8/layout/lProcess2"/>
    <dgm:cxn modelId="{9A4B0FE6-0332-4746-93F9-71615FC68758}" type="presParOf" srcId="{EFD918AE-DD76-426F-AC4B-5130242F20C9}" destId="{8CC1B558-530C-4C55-85F2-6C80A0EC4025}" srcOrd="3" destOrd="0" presId="urn:microsoft.com/office/officeart/2005/8/layout/lProcess2"/>
    <dgm:cxn modelId="{BD3F303F-1E9C-4504-9443-EE9329BC72AA}" type="presParOf" srcId="{EFD918AE-DD76-426F-AC4B-5130242F20C9}" destId="{D0E112B7-54A6-49CF-916B-EA8DB35FF62B}" srcOrd="4" destOrd="0" presId="urn:microsoft.com/office/officeart/2005/8/layout/lProcess2"/>
    <dgm:cxn modelId="{956F1C5A-5925-4EF2-95E8-CE2450F66D6E}" type="presParOf" srcId="{D0E112B7-54A6-49CF-916B-EA8DB35FF62B}" destId="{1CCE136B-AB81-4E8A-A879-E26A8A7668E4}" srcOrd="0" destOrd="0" presId="urn:microsoft.com/office/officeart/2005/8/layout/lProcess2"/>
    <dgm:cxn modelId="{9F479228-E226-4FE3-9B69-8F26AE2532E4}" type="presParOf" srcId="{D0E112B7-54A6-49CF-916B-EA8DB35FF62B}" destId="{FEB7175E-1A2A-4774-A696-996954FFB7A8}" srcOrd="1" destOrd="0" presId="urn:microsoft.com/office/officeart/2005/8/layout/lProcess2"/>
    <dgm:cxn modelId="{ACAB1EB0-1D39-48C7-9455-5A74412C3C94}" type="presParOf" srcId="{D0E112B7-54A6-49CF-916B-EA8DB35FF62B}" destId="{891BC1E3-A948-4981-8783-D09648990527}" srcOrd="2" destOrd="0" presId="urn:microsoft.com/office/officeart/2005/8/layout/lProcess2"/>
    <dgm:cxn modelId="{F051DA2A-289C-4FCD-AC62-A6B81A0D243E}" type="presParOf" srcId="{891BC1E3-A948-4981-8783-D09648990527}" destId="{4D522416-DD7E-49B5-A973-7CD12CA84E3A}" srcOrd="0" destOrd="0" presId="urn:microsoft.com/office/officeart/2005/8/layout/lProcess2"/>
    <dgm:cxn modelId="{A937D4A8-8973-45B3-8A4C-D5C5421624F2}" type="presParOf" srcId="{4D522416-DD7E-49B5-A973-7CD12CA84E3A}" destId="{A9C3E87D-47B3-4F4E-957A-20B1504991A9}" srcOrd="0" destOrd="0" presId="urn:microsoft.com/office/officeart/2005/8/layout/lProcess2"/>
    <dgm:cxn modelId="{C33D7D13-ED86-484C-A24E-4926104A7E5F}" type="presParOf" srcId="{4D522416-DD7E-49B5-A973-7CD12CA84E3A}" destId="{2072CCE4-F5DA-4D95-A7E7-4E3C71A8455D}" srcOrd="1" destOrd="0" presId="urn:microsoft.com/office/officeart/2005/8/layout/lProcess2"/>
    <dgm:cxn modelId="{A1377795-CC14-4EED-9F55-FBE6CFEE37A0}" type="presParOf" srcId="{4D522416-DD7E-49B5-A973-7CD12CA84E3A}" destId="{B1608C75-CF5B-41F5-BBCB-37AF76AA93E6}"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04EA7DC-34F0-4E08-86F9-D131DB3572CB}" type="doc">
      <dgm:prSet loTypeId="urn:microsoft.com/office/officeart/2005/8/layout/venn3" loCatId="relationship" qsTypeId="urn:microsoft.com/office/officeart/2005/8/quickstyle/simple1" qsCatId="simple" csTypeId="urn:microsoft.com/office/officeart/2005/8/colors/colorful5" csCatId="colorful" phldr="1"/>
      <dgm:spPr/>
      <dgm:t>
        <a:bodyPr/>
        <a:lstStyle/>
        <a:p>
          <a:endParaRPr lang="en-US"/>
        </a:p>
      </dgm:t>
    </dgm:pt>
    <dgm:pt modelId="{98298931-1A5F-4A8B-9CF1-B99E0ADE211D}">
      <dgm:prSet/>
      <dgm:spPr/>
      <dgm:t>
        <a:bodyPr/>
        <a:lstStyle/>
        <a:p>
          <a:pPr rtl="0"/>
          <a:r>
            <a:rPr lang="en-GB" dirty="0"/>
            <a:t>The process of organising, acquiring, storing, retrieving, and managing data</a:t>
          </a:r>
        </a:p>
      </dgm:t>
    </dgm:pt>
    <dgm:pt modelId="{BDB02DF7-E5E3-4A79-9CC4-E2DE0A182305}" type="parTrans" cxnId="{396924BD-E564-4B76-A100-A1BAE47B5495}">
      <dgm:prSet/>
      <dgm:spPr/>
      <dgm:t>
        <a:bodyPr/>
        <a:lstStyle/>
        <a:p>
          <a:endParaRPr lang="en-US"/>
        </a:p>
      </dgm:t>
    </dgm:pt>
    <dgm:pt modelId="{F4034455-C057-46CD-9D97-771F3BA83252}" type="sibTrans" cxnId="{396924BD-E564-4B76-A100-A1BAE47B5495}">
      <dgm:prSet/>
      <dgm:spPr/>
      <dgm:t>
        <a:bodyPr/>
        <a:lstStyle/>
        <a:p>
          <a:endParaRPr lang="en-US"/>
        </a:p>
      </dgm:t>
    </dgm:pt>
    <dgm:pt modelId="{363BAE66-15B5-4B35-BA67-5F443A21641D}">
      <dgm:prSet/>
      <dgm:spPr/>
      <dgm:t>
        <a:bodyPr/>
        <a:lstStyle/>
        <a:p>
          <a:pPr rtl="0"/>
          <a:r>
            <a:rPr lang="en-GB" dirty="0"/>
            <a:t>Data collected from different process and sources</a:t>
          </a:r>
        </a:p>
      </dgm:t>
    </dgm:pt>
    <dgm:pt modelId="{41B5D75A-CC8C-4E9B-8EB5-91FC3DAFB339}" type="parTrans" cxnId="{ECE2396C-AE86-4F40-85F5-41E9EC1973B1}">
      <dgm:prSet/>
      <dgm:spPr/>
      <dgm:t>
        <a:bodyPr/>
        <a:lstStyle/>
        <a:p>
          <a:endParaRPr lang="en-US"/>
        </a:p>
      </dgm:t>
    </dgm:pt>
    <dgm:pt modelId="{5DEAC4F3-27B9-43C3-B581-8DDCF763BF07}" type="sibTrans" cxnId="{ECE2396C-AE86-4F40-85F5-41E9EC1973B1}">
      <dgm:prSet/>
      <dgm:spPr/>
      <dgm:t>
        <a:bodyPr/>
        <a:lstStyle/>
        <a:p>
          <a:endParaRPr lang="en-US"/>
        </a:p>
      </dgm:t>
    </dgm:pt>
    <dgm:pt modelId="{7BFC1505-D13A-49B8-B9B2-D9261547F822}">
      <dgm:prSet/>
      <dgm:spPr/>
      <dgm:t>
        <a:bodyPr/>
        <a:lstStyle/>
        <a:p>
          <a:pPr rtl="0"/>
          <a:r>
            <a:rPr lang="en-GB" dirty="0"/>
            <a:t>Limit the data by applying algorithms and seeking for discrete relationships</a:t>
          </a:r>
        </a:p>
      </dgm:t>
    </dgm:pt>
    <dgm:pt modelId="{9907C6FC-6EBC-408C-A394-EFB401DDE2DD}" type="parTrans" cxnId="{54AA8BCE-3697-4B07-A5AC-DE0C92F5C221}">
      <dgm:prSet/>
      <dgm:spPr/>
      <dgm:t>
        <a:bodyPr/>
        <a:lstStyle/>
        <a:p>
          <a:endParaRPr lang="en-US"/>
        </a:p>
      </dgm:t>
    </dgm:pt>
    <dgm:pt modelId="{A49AE105-EAF7-477E-9B02-49678E16028F}" type="sibTrans" cxnId="{54AA8BCE-3697-4B07-A5AC-DE0C92F5C221}">
      <dgm:prSet/>
      <dgm:spPr/>
      <dgm:t>
        <a:bodyPr/>
        <a:lstStyle/>
        <a:p>
          <a:endParaRPr lang="en-US"/>
        </a:p>
      </dgm:t>
    </dgm:pt>
    <dgm:pt modelId="{FDBF7C09-013D-4FF9-B39B-DB9FA53FC38D}">
      <dgm:prSet/>
      <dgm:spPr/>
      <dgm:t>
        <a:bodyPr/>
        <a:lstStyle/>
        <a:p>
          <a:pPr rtl="0"/>
          <a:r>
            <a:rPr lang="en-GB" dirty="0"/>
            <a:t>Loosing the Whole Picture</a:t>
          </a:r>
        </a:p>
      </dgm:t>
    </dgm:pt>
    <dgm:pt modelId="{0553695C-7AE0-43CC-82C5-C192F1A0873D}" type="parTrans" cxnId="{6845D211-315E-41CA-A2D9-99F6684DF3DC}">
      <dgm:prSet/>
      <dgm:spPr/>
      <dgm:t>
        <a:bodyPr/>
        <a:lstStyle/>
        <a:p>
          <a:endParaRPr lang="en-US"/>
        </a:p>
      </dgm:t>
    </dgm:pt>
    <dgm:pt modelId="{7D222F71-6E61-403B-9806-66003BBDF76D}" type="sibTrans" cxnId="{6845D211-315E-41CA-A2D9-99F6684DF3DC}">
      <dgm:prSet/>
      <dgm:spPr/>
      <dgm:t>
        <a:bodyPr/>
        <a:lstStyle/>
        <a:p>
          <a:endParaRPr lang="en-US"/>
        </a:p>
      </dgm:t>
    </dgm:pt>
    <dgm:pt modelId="{C44C99B1-CE29-471B-8782-37C43CA0A570}" type="pres">
      <dgm:prSet presAssocID="{104EA7DC-34F0-4E08-86F9-D131DB3572CB}" presName="Name0" presStyleCnt="0">
        <dgm:presLayoutVars>
          <dgm:dir/>
          <dgm:resizeHandles val="exact"/>
        </dgm:presLayoutVars>
      </dgm:prSet>
      <dgm:spPr/>
    </dgm:pt>
    <dgm:pt modelId="{F6D811D5-7D55-4951-9926-1B197329423B}" type="pres">
      <dgm:prSet presAssocID="{98298931-1A5F-4A8B-9CF1-B99E0ADE211D}" presName="Name5" presStyleLbl="vennNode1" presStyleIdx="0" presStyleCnt="4">
        <dgm:presLayoutVars>
          <dgm:bulletEnabled val="1"/>
        </dgm:presLayoutVars>
      </dgm:prSet>
      <dgm:spPr/>
    </dgm:pt>
    <dgm:pt modelId="{D679ADE2-28E9-4EBB-B2FB-58C12A155EEE}" type="pres">
      <dgm:prSet presAssocID="{F4034455-C057-46CD-9D97-771F3BA83252}" presName="space" presStyleCnt="0"/>
      <dgm:spPr/>
    </dgm:pt>
    <dgm:pt modelId="{525D872C-E140-48A5-8DD0-AA47EE9F7594}" type="pres">
      <dgm:prSet presAssocID="{363BAE66-15B5-4B35-BA67-5F443A21641D}" presName="Name5" presStyleLbl="vennNode1" presStyleIdx="1" presStyleCnt="4">
        <dgm:presLayoutVars>
          <dgm:bulletEnabled val="1"/>
        </dgm:presLayoutVars>
      </dgm:prSet>
      <dgm:spPr/>
    </dgm:pt>
    <dgm:pt modelId="{A805E6E3-1584-4A67-B560-5DF2ED221ACC}" type="pres">
      <dgm:prSet presAssocID="{5DEAC4F3-27B9-43C3-B581-8DDCF763BF07}" presName="space" presStyleCnt="0"/>
      <dgm:spPr/>
    </dgm:pt>
    <dgm:pt modelId="{88D57F2A-AFED-49AB-BD9C-656CC441EBED}" type="pres">
      <dgm:prSet presAssocID="{7BFC1505-D13A-49B8-B9B2-D9261547F822}" presName="Name5" presStyleLbl="vennNode1" presStyleIdx="2" presStyleCnt="4">
        <dgm:presLayoutVars>
          <dgm:bulletEnabled val="1"/>
        </dgm:presLayoutVars>
      </dgm:prSet>
      <dgm:spPr/>
    </dgm:pt>
    <dgm:pt modelId="{7C9EFA8A-1F27-4EC1-8F31-971A13191607}" type="pres">
      <dgm:prSet presAssocID="{A49AE105-EAF7-477E-9B02-49678E16028F}" presName="space" presStyleCnt="0"/>
      <dgm:spPr/>
    </dgm:pt>
    <dgm:pt modelId="{046BC86B-ACA2-4505-B70E-0EE3E76691B6}" type="pres">
      <dgm:prSet presAssocID="{FDBF7C09-013D-4FF9-B39B-DB9FA53FC38D}" presName="Name5" presStyleLbl="vennNode1" presStyleIdx="3" presStyleCnt="4">
        <dgm:presLayoutVars>
          <dgm:bulletEnabled val="1"/>
        </dgm:presLayoutVars>
      </dgm:prSet>
      <dgm:spPr/>
    </dgm:pt>
  </dgm:ptLst>
  <dgm:cxnLst>
    <dgm:cxn modelId="{81E9FC08-DA45-4592-A820-9A730E4B2C3D}" type="presOf" srcId="{104EA7DC-34F0-4E08-86F9-D131DB3572CB}" destId="{C44C99B1-CE29-471B-8782-37C43CA0A570}" srcOrd="0" destOrd="0" presId="urn:microsoft.com/office/officeart/2005/8/layout/venn3"/>
    <dgm:cxn modelId="{6845D211-315E-41CA-A2D9-99F6684DF3DC}" srcId="{104EA7DC-34F0-4E08-86F9-D131DB3572CB}" destId="{FDBF7C09-013D-4FF9-B39B-DB9FA53FC38D}" srcOrd="3" destOrd="0" parTransId="{0553695C-7AE0-43CC-82C5-C192F1A0873D}" sibTransId="{7D222F71-6E61-403B-9806-66003BBDF76D}"/>
    <dgm:cxn modelId="{2AB72F24-3D6F-4DAD-B4A8-8D6E348FAFB2}" type="presOf" srcId="{FDBF7C09-013D-4FF9-B39B-DB9FA53FC38D}" destId="{046BC86B-ACA2-4505-B70E-0EE3E76691B6}" srcOrd="0" destOrd="0" presId="urn:microsoft.com/office/officeart/2005/8/layout/venn3"/>
    <dgm:cxn modelId="{BE02542A-7534-4D5F-A3A9-DB0B0106E575}" type="presOf" srcId="{7BFC1505-D13A-49B8-B9B2-D9261547F822}" destId="{88D57F2A-AFED-49AB-BD9C-656CC441EBED}" srcOrd="0" destOrd="0" presId="urn:microsoft.com/office/officeart/2005/8/layout/venn3"/>
    <dgm:cxn modelId="{53EEA43B-8386-4C3C-B121-3487CFD2E8F4}" type="presOf" srcId="{363BAE66-15B5-4B35-BA67-5F443A21641D}" destId="{525D872C-E140-48A5-8DD0-AA47EE9F7594}" srcOrd="0" destOrd="0" presId="urn:microsoft.com/office/officeart/2005/8/layout/venn3"/>
    <dgm:cxn modelId="{47194E41-33A0-4146-945C-7B270D41D106}" type="presOf" srcId="{98298931-1A5F-4A8B-9CF1-B99E0ADE211D}" destId="{F6D811D5-7D55-4951-9926-1B197329423B}" srcOrd="0" destOrd="0" presId="urn:microsoft.com/office/officeart/2005/8/layout/venn3"/>
    <dgm:cxn modelId="{ECE2396C-AE86-4F40-85F5-41E9EC1973B1}" srcId="{104EA7DC-34F0-4E08-86F9-D131DB3572CB}" destId="{363BAE66-15B5-4B35-BA67-5F443A21641D}" srcOrd="1" destOrd="0" parTransId="{41B5D75A-CC8C-4E9B-8EB5-91FC3DAFB339}" sibTransId="{5DEAC4F3-27B9-43C3-B581-8DDCF763BF07}"/>
    <dgm:cxn modelId="{396924BD-E564-4B76-A100-A1BAE47B5495}" srcId="{104EA7DC-34F0-4E08-86F9-D131DB3572CB}" destId="{98298931-1A5F-4A8B-9CF1-B99E0ADE211D}" srcOrd="0" destOrd="0" parTransId="{BDB02DF7-E5E3-4A79-9CC4-E2DE0A182305}" sibTransId="{F4034455-C057-46CD-9D97-771F3BA83252}"/>
    <dgm:cxn modelId="{54AA8BCE-3697-4B07-A5AC-DE0C92F5C221}" srcId="{104EA7DC-34F0-4E08-86F9-D131DB3572CB}" destId="{7BFC1505-D13A-49B8-B9B2-D9261547F822}" srcOrd="2" destOrd="0" parTransId="{9907C6FC-6EBC-408C-A394-EFB401DDE2DD}" sibTransId="{A49AE105-EAF7-477E-9B02-49678E16028F}"/>
    <dgm:cxn modelId="{E451EE02-06BF-4015-B6F8-0023F9B7A764}" type="presParOf" srcId="{C44C99B1-CE29-471B-8782-37C43CA0A570}" destId="{F6D811D5-7D55-4951-9926-1B197329423B}" srcOrd="0" destOrd="0" presId="urn:microsoft.com/office/officeart/2005/8/layout/venn3"/>
    <dgm:cxn modelId="{F5B092D8-EC5F-4921-9B4F-91C102C3BA0B}" type="presParOf" srcId="{C44C99B1-CE29-471B-8782-37C43CA0A570}" destId="{D679ADE2-28E9-4EBB-B2FB-58C12A155EEE}" srcOrd="1" destOrd="0" presId="urn:microsoft.com/office/officeart/2005/8/layout/venn3"/>
    <dgm:cxn modelId="{D2066A42-5631-4B9E-B176-2F5E800DC158}" type="presParOf" srcId="{C44C99B1-CE29-471B-8782-37C43CA0A570}" destId="{525D872C-E140-48A5-8DD0-AA47EE9F7594}" srcOrd="2" destOrd="0" presId="urn:microsoft.com/office/officeart/2005/8/layout/venn3"/>
    <dgm:cxn modelId="{86708E32-F82A-46AB-8B70-216F79A54749}" type="presParOf" srcId="{C44C99B1-CE29-471B-8782-37C43CA0A570}" destId="{A805E6E3-1584-4A67-B560-5DF2ED221ACC}" srcOrd="3" destOrd="0" presId="urn:microsoft.com/office/officeart/2005/8/layout/venn3"/>
    <dgm:cxn modelId="{840A65E5-97C2-4A7C-BE34-CC69A0F258F6}" type="presParOf" srcId="{C44C99B1-CE29-471B-8782-37C43CA0A570}" destId="{88D57F2A-AFED-49AB-BD9C-656CC441EBED}" srcOrd="4" destOrd="0" presId="urn:microsoft.com/office/officeart/2005/8/layout/venn3"/>
    <dgm:cxn modelId="{B103E7E8-EC7F-4810-8DF3-298232332753}" type="presParOf" srcId="{C44C99B1-CE29-471B-8782-37C43CA0A570}" destId="{7C9EFA8A-1F27-4EC1-8F31-971A13191607}" srcOrd="5" destOrd="0" presId="urn:microsoft.com/office/officeart/2005/8/layout/venn3"/>
    <dgm:cxn modelId="{B1010D52-B1C2-41B9-A858-C1E41DD1FB3B}" type="presParOf" srcId="{C44C99B1-CE29-471B-8782-37C43CA0A570}" destId="{046BC86B-ACA2-4505-B70E-0EE3E76691B6}" srcOrd="6" destOrd="0" presId="urn:microsoft.com/office/officeart/2005/8/layout/ven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6C4172D-A632-4DBB-87BE-C589086CE253}" type="doc">
      <dgm:prSet loTypeId="urn:microsoft.com/office/officeart/2005/8/layout/lProcess2" loCatId="list" qsTypeId="urn:microsoft.com/office/officeart/2005/8/quickstyle/simple1" qsCatId="simple" csTypeId="urn:microsoft.com/office/officeart/2005/8/colors/colorful3" csCatId="colorful" phldr="1"/>
      <dgm:spPr/>
      <dgm:t>
        <a:bodyPr/>
        <a:lstStyle/>
        <a:p>
          <a:endParaRPr lang="en-US"/>
        </a:p>
      </dgm:t>
    </dgm:pt>
    <dgm:pt modelId="{ED53E775-D478-4217-98D3-589193EDDA6D}">
      <dgm:prSet/>
      <dgm:spPr/>
      <dgm:t>
        <a:bodyPr/>
        <a:lstStyle/>
        <a:p>
          <a:pPr rtl="0"/>
          <a:r>
            <a:rPr lang="en-GB"/>
            <a:t>Data is also generated from various other sources</a:t>
          </a:r>
        </a:p>
      </dgm:t>
    </dgm:pt>
    <dgm:pt modelId="{DE2C1042-9F84-4AD2-9574-DAA59A9F4DA8}" type="parTrans" cxnId="{4D3A5DC8-18C9-4ACC-8516-BFE653674585}">
      <dgm:prSet/>
      <dgm:spPr/>
      <dgm:t>
        <a:bodyPr/>
        <a:lstStyle/>
        <a:p>
          <a:endParaRPr lang="en-US"/>
        </a:p>
      </dgm:t>
    </dgm:pt>
    <dgm:pt modelId="{A24B0791-E490-414D-A098-D6D50477B5C1}" type="sibTrans" cxnId="{4D3A5DC8-18C9-4ACC-8516-BFE653674585}">
      <dgm:prSet/>
      <dgm:spPr/>
      <dgm:t>
        <a:bodyPr/>
        <a:lstStyle/>
        <a:p>
          <a:endParaRPr lang="en-US"/>
        </a:p>
      </dgm:t>
    </dgm:pt>
    <dgm:pt modelId="{901D6CC7-9EF9-4B41-B479-07159AF32CB6}">
      <dgm:prSet/>
      <dgm:spPr/>
      <dgm:t>
        <a:bodyPr/>
        <a:lstStyle/>
        <a:p>
          <a:pPr rtl="0"/>
          <a:r>
            <a:rPr lang="en-GB"/>
            <a:t>Mobile devices and apps</a:t>
          </a:r>
        </a:p>
      </dgm:t>
    </dgm:pt>
    <dgm:pt modelId="{7804D018-85F8-48BF-8D43-801AEB30A678}" type="parTrans" cxnId="{AE774ADD-AFF8-49B6-9564-C53DC25E4969}">
      <dgm:prSet/>
      <dgm:spPr/>
      <dgm:t>
        <a:bodyPr/>
        <a:lstStyle/>
        <a:p>
          <a:endParaRPr lang="en-US"/>
        </a:p>
      </dgm:t>
    </dgm:pt>
    <dgm:pt modelId="{692C34FE-E23F-4903-BD39-4DD92EE5C018}" type="sibTrans" cxnId="{AE774ADD-AFF8-49B6-9564-C53DC25E4969}">
      <dgm:prSet/>
      <dgm:spPr/>
      <dgm:t>
        <a:bodyPr/>
        <a:lstStyle/>
        <a:p>
          <a:endParaRPr lang="en-US"/>
        </a:p>
      </dgm:t>
    </dgm:pt>
    <dgm:pt modelId="{4567B961-A320-4076-B01E-1DC2E4AB1083}">
      <dgm:prSet/>
      <dgm:spPr/>
      <dgm:t>
        <a:bodyPr/>
        <a:lstStyle/>
        <a:p>
          <a:pPr rtl="0"/>
          <a:r>
            <a:rPr lang="en-GB"/>
            <a:t>Search Engines (Google, Yahoo)</a:t>
          </a:r>
        </a:p>
      </dgm:t>
    </dgm:pt>
    <dgm:pt modelId="{0DBF190F-EF8A-428C-9D92-1B8400C16880}" type="parTrans" cxnId="{36D4687F-91B8-4DBD-B4F2-C5C9431DF02A}">
      <dgm:prSet/>
      <dgm:spPr/>
      <dgm:t>
        <a:bodyPr/>
        <a:lstStyle/>
        <a:p>
          <a:endParaRPr lang="en-US"/>
        </a:p>
      </dgm:t>
    </dgm:pt>
    <dgm:pt modelId="{EB5CBEF9-9A9D-4A0C-9A44-3842567F7DAE}" type="sibTrans" cxnId="{36D4687F-91B8-4DBD-B4F2-C5C9431DF02A}">
      <dgm:prSet/>
      <dgm:spPr/>
      <dgm:t>
        <a:bodyPr/>
        <a:lstStyle/>
        <a:p>
          <a:endParaRPr lang="en-US"/>
        </a:p>
      </dgm:t>
    </dgm:pt>
    <dgm:pt modelId="{515ED118-C195-4717-9EA3-49E6B0EBD98B}">
      <dgm:prSet/>
      <dgm:spPr/>
      <dgm:t>
        <a:bodyPr/>
        <a:lstStyle/>
        <a:p>
          <a:pPr rtl="0"/>
          <a:r>
            <a:rPr lang="en-GB"/>
            <a:t>Social Media</a:t>
          </a:r>
        </a:p>
      </dgm:t>
    </dgm:pt>
    <dgm:pt modelId="{B172E292-D307-4D44-ACEE-829D88C1EEE1}" type="parTrans" cxnId="{D2C54AF6-406C-421C-8B78-AC6C7364EE9D}">
      <dgm:prSet/>
      <dgm:spPr/>
      <dgm:t>
        <a:bodyPr/>
        <a:lstStyle/>
        <a:p>
          <a:endParaRPr lang="en-US"/>
        </a:p>
      </dgm:t>
    </dgm:pt>
    <dgm:pt modelId="{F80819AE-DFA7-4FC0-89C2-8E3C993EA0A1}" type="sibTrans" cxnId="{D2C54AF6-406C-421C-8B78-AC6C7364EE9D}">
      <dgm:prSet/>
      <dgm:spPr/>
      <dgm:t>
        <a:bodyPr/>
        <a:lstStyle/>
        <a:p>
          <a:endParaRPr lang="en-US"/>
        </a:p>
      </dgm:t>
    </dgm:pt>
    <dgm:pt modelId="{6D0622A3-83AB-4E32-BEF8-355775ADF266}">
      <dgm:prSet/>
      <dgm:spPr/>
      <dgm:t>
        <a:bodyPr/>
        <a:lstStyle/>
        <a:p>
          <a:pPr rtl="0"/>
          <a:r>
            <a:rPr lang="en-GB"/>
            <a:t>Sensors</a:t>
          </a:r>
        </a:p>
      </dgm:t>
    </dgm:pt>
    <dgm:pt modelId="{A5B9A256-66B0-44EE-B934-6AF8F9E3FD12}" type="parTrans" cxnId="{1ED9D11F-009F-44EC-AD0D-5386C96D8F7A}">
      <dgm:prSet/>
      <dgm:spPr/>
      <dgm:t>
        <a:bodyPr/>
        <a:lstStyle/>
        <a:p>
          <a:endParaRPr lang="en-US"/>
        </a:p>
      </dgm:t>
    </dgm:pt>
    <dgm:pt modelId="{CD5CA190-74AD-4235-950E-818364DE80FD}" type="sibTrans" cxnId="{1ED9D11F-009F-44EC-AD0D-5386C96D8F7A}">
      <dgm:prSet/>
      <dgm:spPr/>
      <dgm:t>
        <a:bodyPr/>
        <a:lstStyle/>
        <a:p>
          <a:endParaRPr lang="en-US"/>
        </a:p>
      </dgm:t>
    </dgm:pt>
    <dgm:pt modelId="{B041CB7E-7434-41D5-9805-12312B6979A6}">
      <dgm:prSet/>
      <dgm:spPr/>
      <dgm:t>
        <a:bodyPr/>
        <a:lstStyle/>
        <a:p>
          <a:pPr rtl="0"/>
          <a:r>
            <a:rPr lang="en-GB"/>
            <a:t>RFID Tags</a:t>
          </a:r>
        </a:p>
      </dgm:t>
    </dgm:pt>
    <dgm:pt modelId="{B4EE4332-230C-499F-9F21-34C112B51FCF}" type="parTrans" cxnId="{8CE16E70-CE57-4833-A118-59EEA613FFA8}">
      <dgm:prSet/>
      <dgm:spPr/>
      <dgm:t>
        <a:bodyPr/>
        <a:lstStyle/>
        <a:p>
          <a:endParaRPr lang="en-US"/>
        </a:p>
      </dgm:t>
    </dgm:pt>
    <dgm:pt modelId="{7F5F7D29-9124-4D20-83CE-2546E4A381A9}" type="sibTrans" cxnId="{8CE16E70-CE57-4833-A118-59EEA613FFA8}">
      <dgm:prSet/>
      <dgm:spPr/>
      <dgm:t>
        <a:bodyPr/>
        <a:lstStyle/>
        <a:p>
          <a:endParaRPr lang="en-US"/>
        </a:p>
      </dgm:t>
    </dgm:pt>
    <dgm:pt modelId="{5E6E6E09-AEC5-4C99-A93C-B994F660AC05}">
      <dgm:prSet/>
      <dgm:spPr/>
      <dgm:t>
        <a:bodyPr/>
        <a:lstStyle/>
        <a:p>
          <a:pPr rtl="0"/>
          <a:r>
            <a:rPr lang="en-GB"/>
            <a:t>CC TV</a:t>
          </a:r>
        </a:p>
      </dgm:t>
    </dgm:pt>
    <dgm:pt modelId="{446E602B-D852-4511-B700-58D491FCC28E}" type="parTrans" cxnId="{8FC1C1C5-2521-49CB-9469-B6A4C628F2BC}">
      <dgm:prSet/>
      <dgm:spPr/>
      <dgm:t>
        <a:bodyPr/>
        <a:lstStyle/>
        <a:p>
          <a:endParaRPr lang="en-US"/>
        </a:p>
      </dgm:t>
    </dgm:pt>
    <dgm:pt modelId="{E52425BF-36E8-459A-A490-9ECFFB70B62B}" type="sibTrans" cxnId="{8FC1C1C5-2521-49CB-9469-B6A4C628F2BC}">
      <dgm:prSet/>
      <dgm:spPr/>
      <dgm:t>
        <a:bodyPr/>
        <a:lstStyle/>
        <a:p>
          <a:endParaRPr lang="en-US"/>
        </a:p>
      </dgm:t>
    </dgm:pt>
    <dgm:pt modelId="{7BBFC5BF-66EF-4CB1-A7A8-4A802A507DD3}">
      <dgm:prSet/>
      <dgm:spPr/>
      <dgm:t>
        <a:bodyPr/>
        <a:lstStyle/>
        <a:p>
          <a:pPr rtl="0"/>
          <a:r>
            <a:rPr lang="en-GB"/>
            <a:t>Network traffic</a:t>
          </a:r>
        </a:p>
      </dgm:t>
    </dgm:pt>
    <dgm:pt modelId="{EF689366-9224-437E-89F0-BD21DB6EDD3F}" type="parTrans" cxnId="{C3CE1064-EB34-4C7E-9A18-EDB9BDE70D43}">
      <dgm:prSet/>
      <dgm:spPr/>
      <dgm:t>
        <a:bodyPr/>
        <a:lstStyle/>
        <a:p>
          <a:endParaRPr lang="en-US"/>
        </a:p>
      </dgm:t>
    </dgm:pt>
    <dgm:pt modelId="{514AED61-C120-47C1-A1FD-7EF0DC3F518C}" type="sibTrans" cxnId="{C3CE1064-EB34-4C7E-9A18-EDB9BDE70D43}">
      <dgm:prSet/>
      <dgm:spPr/>
      <dgm:t>
        <a:bodyPr/>
        <a:lstStyle/>
        <a:p>
          <a:endParaRPr lang="en-US"/>
        </a:p>
      </dgm:t>
    </dgm:pt>
    <dgm:pt modelId="{4609F7E4-7EBE-4F21-86A4-8E3149037864}">
      <dgm:prSet/>
      <dgm:spPr/>
      <dgm:t>
        <a:bodyPr/>
        <a:lstStyle/>
        <a:p>
          <a:pPr rtl="0"/>
          <a:r>
            <a:rPr lang="en-GB"/>
            <a:t>Log files</a:t>
          </a:r>
        </a:p>
      </dgm:t>
    </dgm:pt>
    <dgm:pt modelId="{8BCB617F-2564-4DD3-95D4-1920EEE734D2}" type="parTrans" cxnId="{6D8454C1-8F68-40DB-8346-433B40D0F146}">
      <dgm:prSet/>
      <dgm:spPr/>
      <dgm:t>
        <a:bodyPr/>
        <a:lstStyle/>
        <a:p>
          <a:endParaRPr lang="en-US"/>
        </a:p>
      </dgm:t>
    </dgm:pt>
    <dgm:pt modelId="{270213F6-CEF7-4F7E-B1A4-55A69B54CD9F}" type="sibTrans" cxnId="{6D8454C1-8F68-40DB-8346-433B40D0F146}">
      <dgm:prSet/>
      <dgm:spPr/>
      <dgm:t>
        <a:bodyPr/>
        <a:lstStyle/>
        <a:p>
          <a:endParaRPr lang="en-US"/>
        </a:p>
      </dgm:t>
    </dgm:pt>
    <dgm:pt modelId="{E8C85A35-69C3-4EAA-B33F-4E0AB9DE9FC5}">
      <dgm:prSet/>
      <dgm:spPr/>
      <dgm:t>
        <a:bodyPr/>
        <a:lstStyle/>
        <a:p>
          <a:pPr rtl="0"/>
          <a:r>
            <a:rPr lang="en-GB" dirty="0"/>
            <a:t>Significantly increasing</a:t>
          </a:r>
        </a:p>
      </dgm:t>
    </dgm:pt>
    <dgm:pt modelId="{6EC7DC5A-B3BD-49CD-880D-772D9D031327}" type="parTrans" cxnId="{CCE323EF-202E-426F-AE0C-6CA8AC701117}">
      <dgm:prSet/>
      <dgm:spPr/>
      <dgm:t>
        <a:bodyPr/>
        <a:lstStyle/>
        <a:p>
          <a:endParaRPr lang="en-US"/>
        </a:p>
      </dgm:t>
    </dgm:pt>
    <dgm:pt modelId="{32442461-8370-4C10-A0E7-5F691A1BC252}" type="sibTrans" cxnId="{CCE323EF-202E-426F-AE0C-6CA8AC701117}">
      <dgm:prSet/>
      <dgm:spPr/>
      <dgm:t>
        <a:bodyPr/>
        <a:lstStyle/>
        <a:p>
          <a:endParaRPr lang="en-US"/>
        </a:p>
      </dgm:t>
    </dgm:pt>
    <dgm:pt modelId="{E25545BD-A58C-469A-A040-DADD81225243}">
      <dgm:prSet/>
      <dgm:spPr/>
      <dgm:t>
        <a:bodyPr/>
        <a:lstStyle/>
        <a:p>
          <a:pPr rtl="0"/>
          <a:r>
            <a:rPr lang="en-GB" dirty="0"/>
            <a:t>Volume</a:t>
          </a:r>
        </a:p>
      </dgm:t>
    </dgm:pt>
    <dgm:pt modelId="{59245EBB-59D3-4743-B2CE-406F6B080177}" type="parTrans" cxnId="{48552DC1-C153-4402-A2CD-2D6B82A8EC23}">
      <dgm:prSet/>
      <dgm:spPr/>
      <dgm:t>
        <a:bodyPr/>
        <a:lstStyle/>
        <a:p>
          <a:endParaRPr lang="en-US"/>
        </a:p>
      </dgm:t>
    </dgm:pt>
    <dgm:pt modelId="{6AD3FF97-4D69-4D03-B592-6A939052D826}" type="sibTrans" cxnId="{48552DC1-C153-4402-A2CD-2D6B82A8EC23}">
      <dgm:prSet/>
      <dgm:spPr/>
      <dgm:t>
        <a:bodyPr/>
        <a:lstStyle/>
        <a:p>
          <a:endParaRPr lang="en-US"/>
        </a:p>
      </dgm:t>
    </dgm:pt>
    <dgm:pt modelId="{13933C4B-AE27-4ED4-B856-225540FB8222}">
      <dgm:prSet/>
      <dgm:spPr/>
      <dgm:t>
        <a:bodyPr/>
        <a:lstStyle/>
        <a:p>
          <a:pPr rtl="0"/>
          <a:r>
            <a:rPr lang="en-GB" dirty="0"/>
            <a:t> Variety</a:t>
          </a:r>
        </a:p>
      </dgm:t>
    </dgm:pt>
    <dgm:pt modelId="{78301219-A6EF-4AAA-81DA-46456C8B6357}" type="parTrans" cxnId="{86773094-FF6B-488E-83CC-9C834F4DA598}">
      <dgm:prSet/>
      <dgm:spPr/>
      <dgm:t>
        <a:bodyPr/>
        <a:lstStyle/>
        <a:p>
          <a:endParaRPr lang="en-US"/>
        </a:p>
      </dgm:t>
    </dgm:pt>
    <dgm:pt modelId="{65DFA8DE-0F9E-4E9D-AD8E-F6D0D2B76EDD}" type="sibTrans" cxnId="{86773094-FF6B-488E-83CC-9C834F4DA598}">
      <dgm:prSet/>
      <dgm:spPr/>
      <dgm:t>
        <a:bodyPr/>
        <a:lstStyle/>
        <a:p>
          <a:endParaRPr lang="en-US"/>
        </a:p>
      </dgm:t>
    </dgm:pt>
    <dgm:pt modelId="{9311ED37-FA61-4CAA-952A-70BE0D76BE3D}">
      <dgm:prSet/>
      <dgm:spPr/>
      <dgm:t>
        <a:bodyPr/>
        <a:lstStyle/>
        <a:p>
          <a:pPr rtl="0"/>
          <a:r>
            <a:rPr lang="en-GB" dirty="0"/>
            <a:t>Velocity</a:t>
          </a:r>
        </a:p>
      </dgm:t>
    </dgm:pt>
    <dgm:pt modelId="{C49160BF-EFE3-4F14-BFD7-DAF21659AFB5}" type="parTrans" cxnId="{02079D58-87C8-401E-B6B1-B4D4A0103219}">
      <dgm:prSet/>
      <dgm:spPr/>
      <dgm:t>
        <a:bodyPr/>
        <a:lstStyle/>
        <a:p>
          <a:endParaRPr lang="en-US"/>
        </a:p>
      </dgm:t>
    </dgm:pt>
    <dgm:pt modelId="{BC58218D-2399-47AF-80CB-466BFB3B95E0}" type="sibTrans" cxnId="{02079D58-87C8-401E-B6B1-B4D4A0103219}">
      <dgm:prSet/>
      <dgm:spPr/>
      <dgm:t>
        <a:bodyPr/>
        <a:lstStyle/>
        <a:p>
          <a:endParaRPr lang="en-US"/>
        </a:p>
      </dgm:t>
    </dgm:pt>
    <dgm:pt modelId="{55719F79-5B60-467C-BC06-9D16FE13CFB6}" type="pres">
      <dgm:prSet presAssocID="{F6C4172D-A632-4DBB-87BE-C589086CE253}" presName="theList" presStyleCnt="0">
        <dgm:presLayoutVars>
          <dgm:dir/>
          <dgm:animLvl val="lvl"/>
          <dgm:resizeHandles val="exact"/>
        </dgm:presLayoutVars>
      </dgm:prSet>
      <dgm:spPr/>
    </dgm:pt>
    <dgm:pt modelId="{6A345EBF-CA51-4756-BF62-3A00553C0E23}" type="pres">
      <dgm:prSet presAssocID="{ED53E775-D478-4217-98D3-589193EDDA6D}" presName="compNode" presStyleCnt="0"/>
      <dgm:spPr/>
    </dgm:pt>
    <dgm:pt modelId="{3A2AAD11-7B64-4885-A816-DFE339C0B21D}" type="pres">
      <dgm:prSet presAssocID="{ED53E775-D478-4217-98D3-589193EDDA6D}" presName="aNode" presStyleLbl="bgShp" presStyleIdx="0" presStyleCnt="2"/>
      <dgm:spPr/>
    </dgm:pt>
    <dgm:pt modelId="{AC25F258-EC51-45D5-B0DF-7788A6065FF6}" type="pres">
      <dgm:prSet presAssocID="{ED53E775-D478-4217-98D3-589193EDDA6D}" presName="textNode" presStyleLbl="bgShp" presStyleIdx="0" presStyleCnt="2"/>
      <dgm:spPr/>
    </dgm:pt>
    <dgm:pt modelId="{386F119A-64A0-40D9-A91E-C6128DA107F3}" type="pres">
      <dgm:prSet presAssocID="{ED53E775-D478-4217-98D3-589193EDDA6D}" presName="compChildNode" presStyleCnt="0"/>
      <dgm:spPr/>
    </dgm:pt>
    <dgm:pt modelId="{F40B6172-DB57-4FC4-B5FD-98BC721C14D6}" type="pres">
      <dgm:prSet presAssocID="{ED53E775-D478-4217-98D3-589193EDDA6D}" presName="theInnerList" presStyleCnt="0"/>
      <dgm:spPr/>
    </dgm:pt>
    <dgm:pt modelId="{F3EA8DA5-D723-4D52-8E27-65F2F22B7EC5}" type="pres">
      <dgm:prSet presAssocID="{901D6CC7-9EF9-4B41-B479-07159AF32CB6}" presName="childNode" presStyleLbl="node1" presStyleIdx="0" presStyleCnt="11">
        <dgm:presLayoutVars>
          <dgm:bulletEnabled val="1"/>
        </dgm:presLayoutVars>
      </dgm:prSet>
      <dgm:spPr/>
    </dgm:pt>
    <dgm:pt modelId="{3DFE4668-5A87-4EDD-8C0B-E8B27307E3E9}" type="pres">
      <dgm:prSet presAssocID="{901D6CC7-9EF9-4B41-B479-07159AF32CB6}" presName="aSpace2" presStyleCnt="0"/>
      <dgm:spPr/>
    </dgm:pt>
    <dgm:pt modelId="{D5C987F7-FA52-4B71-8BF4-D06B5BDF6D6C}" type="pres">
      <dgm:prSet presAssocID="{4567B961-A320-4076-B01E-1DC2E4AB1083}" presName="childNode" presStyleLbl="node1" presStyleIdx="1" presStyleCnt="11">
        <dgm:presLayoutVars>
          <dgm:bulletEnabled val="1"/>
        </dgm:presLayoutVars>
      </dgm:prSet>
      <dgm:spPr/>
    </dgm:pt>
    <dgm:pt modelId="{191F5747-719A-43A8-ADA5-3D47924519D8}" type="pres">
      <dgm:prSet presAssocID="{4567B961-A320-4076-B01E-1DC2E4AB1083}" presName="aSpace2" presStyleCnt="0"/>
      <dgm:spPr/>
    </dgm:pt>
    <dgm:pt modelId="{ED519FE7-6BD2-4097-892E-62C2807C751B}" type="pres">
      <dgm:prSet presAssocID="{515ED118-C195-4717-9EA3-49E6B0EBD98B}" presName="childNode" presStyleLbl="node1" presStyleIdx="2" presStyleCnt="11">
        <dgm:presLayoutVars>
          <dgm:bulletEnabled val="1"/>
        </dgm:presLayoutVars>
      </dgm:prSet>
      <dgm:spPr/>
    </dgm:pt>
    <dgm:pt modelId="{3192374B-C733-44F9-85DB-E083B1084F64}" type="pres">
      <dgm:prSet presAssocID="{515ED118-C195-4717-9EA3-49E6B0EBD98B}" presName="aSpace2" presStyleCnt="0"/>
      <dgm:spPr/>
    </dgm:pt>
    <dgm:pt modelId="{D876A901-7CCB-4FCE-99CC-94B5255BB36A}" type="pres">
      <dgm:prSet presAssocID="{6D0622A3-83AB-4E32-BEF8-355775ADF266}" presName="childNode" presStyleLbl="node1" presStyleIdx="3" presStyleCnt="11">
        <dgm:presLayoutVars>
          <dgm:bulletEnabled val="1"/>
        </dgm:presLayoutVars>
      </dgm:prSet>
      <dgm:spPr/>
    </dgm:pt>
    <dgm:pt modelId="{C0B005BF-8808-4E4C-86DF-C4BF79B97B56}" type="pres">
      <dgm:prSet presAssocID="{6D0622A3-83AB-4E32-BEF8-355775ADF266}" presName="aSpace2" presStyleCnt="0"/>
      <dgm:spPr/>
    </dgm:pt>
    <dgm:pt modelId="{781F0266-5963-4A09-8831-25936AF987E4}" type="pres">
      <dgm:prSet presAssocID="{B041CB7E-7434-41D5-9805-12312B6979A6}" presName="childNode" presStyleLbl="node1" presStyleIdx="4" presStyleCnt="11">
        <dgm:presLayoutVars>
          <dgm:bulletEnabled val="1"/>
        </dgm:presLayoutVars>
      </dgm:prSet>
      <dgm:spPr/>
    </dgm:pt>
    <dgm:pt modelId="{24E2BA49-4C27-4585-BB72-A9DED453703B}" type="pres">
      <dgm:prSet presAssocID="{B041CB7E-7434-41D5-9805-12312B6979A6}" presName="aSpace2" presStyleCnt="0"/>
      <dgm:spPr/>
    </dgm:pt>
    <dgm:pt modelId="{B967A48B-3263-48D8-8747-76F4252C7C9E}" type="pres">
      <dgm:prSet presAssocID="{5E6E6E09-AEC5-4C99-A93C-B994F660AC05}" presName="childNode" presStyleLbl="node1" presStyleIdx="5" presStyleCnt="11">
        <dgm:presLayoutVars>
          <dgm:bulletEnabled val="1"/>
        </dgm:presLayoutVars>
      </dgm:prSet>
      <dgm:spPr/>
    </dgm:pt>
    <dgm:pt modelId="{82641809-D4BA-4E14-A3C1-7FB8C77970E3}" type="pres">
      <dgm:prSet presAssocID="{5E6E6E09-AEC5-4C99-A93C-B994F660AC05}" presName="aSpace2" presStyleCnt="0"/>
      <dgm:spPr/>
    </dgm:pt>
    <dgm:pt modelId="{65A73D28-85C8-43FB-A8CD-D71D16C8FCB8}" type="pres">
      <dgm:prSet presAssocID="{7BBFC5BF-66EF-4CB1-A7A8-4A802A507DD3}" presName="childNode" presStyleLbl="node1" presStyleIdx="6" presStyleCnt="11">
        <dgm:presLayoutVars>
          <dgm:bulletEnabled val="1"/>
        </dgm:presLayoutVars>
      </dgm:prSet>
      <dgm:spPr/>
    </dgm:pt>
    <dgm:pt modelId="{BA592BEE-987B-41A1-9E67-B186D0F47482}" type="pres">
      <dgm:prSet presAssocID="{7BBFC5BF-66EF-4CB1-A7A8-4A802A507DD3}" presName="aSpace2" presStyleCnt="0"/>
      <dgm:spPr/>
    </dgm:pt>
    <dgm:pt modelId="{92766CD6-A97C-45C2-91E8-12B70ECC212D}" type="pres">
      <dgm:prSet presAssocID="{4609F7E4-7EBE-4F21-86A4-8E3149037864}" presName="childNode" presStyleLbl="node1" presStyleIdx="7" presStyleCnt="11">
        <dgm:presLayoutVars>
          <dgm:bulletEnabled val="1"/>
        </dgm:presLayoutVars>
      </dgm:prSet>
      <dgm:spPr/>
    </dgm:pt>
    <dgm:pt modelId="{A4358134-7A2A-41A6-93B1-1B0A40405CCA}" type="pres">
      <dgm:prSet presAssocID="{ED53E775-D478-4217-98D3-589193EDDA6D}" presName="aSpace" presStyleCnt="0"/>
      <dgm:spPr/>
    </dgm:pt>
    <dgm:pt modelId="{EE9DA6AD-8883-4BB0-B5DE-FA7EDCF5C3FB}" type="pres">
      <dgm:prSet presAssocID="{E8C85A35-69C3-4EAA-B33F-4E0AB9DE9FC5}" presName="compNode" presStyleCnt="0"/>
      <dgm:spPr/>
    </dgm:pt>
    <dgm:pt modelId="{4F52AB09-E18A-4105-AEA6-1E7EB38C7B34}" type="pres">
      <dgm:prSet presAssocID="{E8C85A35-69C3-4EAA-B33F-4E0AB9DE9FC5}" presName="aNode" presStyleLbl="bgShp" presStyleIdx="1" presStyleCnt="2"/>
      <dgm:spPr/>
    </dgm:pt>
    <dgm:pt modelId="{A118AD44-2B2E-485E-B38D-668BBD5EE3F4}" type="pres">
      <dgm:prSet presAssocID="{E8C85A35-69C3-4EAA-B33F-4E0AB9DE9FC5}" presName="textNode" presStyleLbl="bgShp" presStyleIdx="1" presStyleCnt="2"/>
      <dgm:spPr/>
    </dgm:pt>
    <dgm:pt modelId="{3C03EC43-FDE8-4C28-82FE-48BB8837872B}" type="pres">
      <dgm:prSet presAssocID="{E8C85A35-69C3-4EAA-B33F-4E0AB9DE9FC5}" presName="compChildNode" presStyleCnt="0"/>
      <dgm:spPr/>
    </dgm:pt>
    <dgm:pt modelId="{4BDD4AAC-2FA9-4E71-892B-27C260F3CC4D}" type="pres">
      <dgm:prSet presAssocID="{E8C85A35-69C3-4EAA-B33F-4E0AB9DE9FC5}" presName="theInnerList" presStyleCnt="0"/>
      <dgm:spPr/>
    </dgm:pt>
    <dgm:pt modelId="{97754C42-1286-4DD6-8056-2EFA006D5738}" type="pres">
      <dgm:prSet presAssocID="{E25545BD-A58C-469A-A040-DADD81225243}" presName="childNode" presStyleLbl="node1" presStyleIdx="8" presStyleCnt="11">
        <dgm:presLayoutVars>
          <dgm:bulletEnabled val="1"/>
        </dgm:presLayoutVars>
      </dgm:prSet>
      <dgm:spPr/>
    </dgm:pt>
    <dgm:pt modelId="{1AACD841-F428-4871-8283-66B05181E5EB}" type="pres">
      <dgm:prSet presAssocID="{E25545BD-A58C-469A-A040-DADD81225243}" presName="aSpace2" presStyleCnt="0"/>
      <dgm:spPr/>
    </dgm:pt>
    <dgm:pt modelId="{1E1D99CF-4549-461B-91CD-96C38F649435}" type="pres">
      <dgm:prSet presAssocID="{13933C4B-AE27-4ED4-B856-225540FB8222}" presName="childNode" presStyleLbl="node1" presStyleIdx="9" presStyleCnt="11">
        <dgm:presLayoutVars>
          <dgm:bulletEnabled val="1"/>
        </dgm:presLayoutVars>
      </dgm:prSet>
      <dgm:spPr/>
    </dgm:pt>
    <dgm:pt modelId="{5A5B74A0-312E-4C5A-BFE1-130895D475F4}" type="pres">
      <dgm:prSet presAssocID="{13933C4B-AE27-4ED4-B856-225540FB8222}" presName="aSpace2" presStyleCnt="0"/>
      <dgm:spPr/>
    </dgm:pt>
    <dgm:pt modelId="{D9DB63FC-2FDB-45E3-B60E-47BBC78B050D}" type="pres">
      <dgm:prSet presAssocID="{9311ED37-FA61-4CAA-952A-70BE0D76BE3D}" presName="childNode" presStyleLbl="node1" presStyleIdx="10" presStyleCnt="11">
        <dgm:presLayoutVars>
          <dgm:bulletEnabled val="1"/>
        </dgm:presLayoutVars>
      </dgm:prSet>
      <dgm:spPr/>
    </dgm:pt>
  </dgm:ptLst>
  <dgm:cxnLst>
    <dgm:cxn modelId="{5B196214-E55C-4BCC-961A-7DBD902AADC3}" type="presOf" srcId="{5E6E6E09-AEC5-4C99-A93C-B994F660AC05}" destId="{B967A48B-3263-48D8-8747-76F4252C7C9E}" srcOrd="0" destOrd="0" presId="urn:microsoft.com/office/officeart/2005/8/layout/lProcess2"/>
    <dgm:cxn modelId="{EF5D741B-DA5E-4B5D-8702-784E3969E345}" type="presOf" srcId="{9311ED37-FA61-4CAA-952A-70BE0D76BE3D}" destId="{D9DB63FC-2FDB-45E3-B60E-47BBC78B050D}" srcOrd="0" destOrd="0" presId="urn:microsoft.com/office/officeart/2005/8/layout/lProcess2"/>
    <dgm:cxn modelId="{1ED9D11F-009F-44EC-AD0D-5386C96D8F7A}" srcId="{ED53E775-D478-4217-98D3-589193EDDA6D}" destId="{6D0622A3-83AB-4E32-BEF8-355775ADF266}" srcOrd="3" destOrd="0" parTransId="{A5B9A256-66B0-44EE-B934-6AF8F9E3FD12}" sibTransId="{CD5CA190-74AD-4235-950E-818364DE80FD}"/>
    <dgm:cxn modelId="{D51E1821-5D00-4ADC-9FF8-E31898D953A0}" type="presOf" srcId="{7BBFC5BF-66EF-4CB1-A7A8-4A802A507DD3}" destId="{65A73D28-85C8-43FB-A8CD-D71D16C8FCB8}" srcOrd="0" destOrd="0" presId="urn:microsoft.com/office/officeart/2005/8/layout/lProcess2"/>
    <dgm:cxn modelId="{173F2162-5DA1-421D-80AE-9B73C348FF5E}" type="presOf" srcId="{B041CB7E-7434-41D5-9805-12312B6979A6}" destId="{781F0266-5963-4A09-8831-25936AF987E4}" srcOrd="0" destOrd="0" presId="urn:microsoft.com/office/officeart/2005/8/layout/lProcess2"/>
    <dgm:cxn modelId="{A7D00264-F70C-4B47-8232-2EF9181A0F0A}" type="presOf" srcId="{E8C85A35-69C3-4EAA-B33F-4E0AB9DE9FC5}" destId="{4F52AB09-E18A-4105-AEA6-1E7EB38C7B34}" srcOrd="0" destOrd="0" presId="urn:microsoft.com/office/officeart/2005/8/layout/lProcess2"/>
    <dgm:cxn modelId="{C3CE1064-EB34-4C7E-9A18-EDB9BDE70D43}" srcId="{ED53E775-D478-4217-98D3-589193EDDA6D}" destId="{7BBFC5BF-66EF-4CB1-A7A8-4A802A507DD3}" srcOrd="6" destOrd="0" parTransId="{EF689366-9224-437E-89F0-BD21DB6EDD3F}" sibTransId="{514AED61-C120-47C1-A1FD-7EF0DC3F518C}"/>
    <dgm:cxn modelId="{4BC87864-522F-41DA-A3FB-5CAE5254473E}" type="presOf" srcId="{ED53E775-D478-4217-98D3-589193EDDA6D}" destId="{AC25F258-EC51-45D5-B0DF-7788A6065FF6}" srcOrd="1" destOrd="0" presId="urn:microsoft.com/office/officeart/2005/8/layout/lProcess2"/>
    <dgm:cxn modelId="{8CE16E70-CE57-4833-A118-59EEA613FFA8}" srcId="{ED53E775-D478-4217-98D3-589193EDDA6D}" destId="{B041CB7E-7434-41D5-9805-12312B6979A6}" srcOrd="4" destOrd="0" parTransId="{B4EE4332-230C-499F-9F21-34C112B51FCF}" sibTransId="{7F5F7D29-9124-4D20-83CE-2546E4A381A9}"/>
    <dgm:cxn modelId="{02079D58-87C8-401E-B6B1-B4D4A0103219}" srcId="{E8C85A35-69C3-4EAA-B33F-4E0AB9DE9FC5}" destId="{9311ED37-FA61-4CAA-952A-70BE0D76BE3D}" srcOrd="2" destOrd="0" parTransId="{C49160BF-EFE3-4F14-BFD7-DAF21659AFB5}" sibTransId="{BC58218D-2399-47AF-80CB-466BFB3B95E0}"/>
    <dgm:cxn modelId="{3466907C-0A9F-4035-96D0-9A8026F29336}" type="presOf" srcId="{4567B961-A320-4076-B01E-1DC2E4AB1083}" destId="{D5C987F7-FA52-4B71-8BF4-D06B5BDF6D6C}" srcOrd="0" destOrd="0" presId="urn:microsoft.com/office/officeart/2005/8/layout/lProcess2"/>
    <dgm:cxn modelId="{36D4687F-91B8-4DBD-B4F2-C5C9431DF02A}" srcId="{ED53E775-D478-4217-98D3-589193EDDA6D}" destId="{4567B961-A320-4076-B01E-1DC2E4AB1083}" srcOrd="1" destOrd="0" parTransId="{0DBF190F-EF8A-428C-9D92-1B8400C16880}" sibTransId="{EB5CBEF9-9A9D-4A0C-9A44-3842567F7DAE}"/>
    <dgm:cxn modelId="{988B1786-9F47-4787-B02F-150253067741}" type="presOf" srcId="{4609F7E4-7EBE-4F21-86A4-8E3149037864}" destId="{92766CD6-A97C-45C2-91E8-12B70ECC212D}" srcOrd="0" destOrd="0" presId="urn:microsoft.com/office/officeart/2005/8/layout/lProcess2"/>
    <dgm:cxn modelId="{86773094-FF6B-488E-83CC-9C834F4DA598}" srcId="{E8C85A35-69C3-4EAA-B33F-4E0AB9DE9FC5}" destId="{13933C4B-AE27-4ED4-B856-225540FB8222}" srcOrd="1" destOrd="0" parTransId="{78301219-A6EF-4AAA-81DA-46456C8B6357}" sibTransId="{65DFA8DE-0F9E-4E9D-AD8E-F6D0D2B76EDD}"/>
    <dgm:cxn modelId="{AF6D6A95-6AB8-4B1C-B39C-BBA6FE5B4E4F}" type="presOf" srcId="{E25545BD-A58C-469A-A040-DADD81225243}" destId="{97754C42-1286-4DD6-8056-2EFA006D5738}" srcOrd="0" destOrd="0" presId="urn:microsoft.com/office/officeart/2005/8/layout/lProcess2"/>
    <dgm:cxn modelId="{8AF503A1-FC13-41DE-9401-1243DCED45EC}" type="presOf" srcId="{E8C85A35-69C3-4EAA-B33F-4E0AB9DE9FC5}" destId="{A118AD44-2B2E-485E-B38D-668BBD5EE3F4}" srcOrd="1" destOrd="0" presId="urn:microsoft.com/office/officeart/2005/8/layout/lProcess2"/>
    <dgm:cxn modelId="{D837BCA7-2952-46AF-A574-6DD31260D334}" type="presOf" srcId="{ED53E775-D478-4217-98D3-589193EDDA6D}" destId="{3A2AAD11-7B64-4885-A816-DFE339C0B21D}" srcOrd="0" destOrd="0" presId="urn:microsoft.com/office/officeart/2005/8/layout/lProcess2"/>
    <dgm:cxn modelId="{F2F585B1-52BE-43BF-BE0F-AD677A789951}" type="presOf" srcId="{6D0622A3-83AB-4E32-BEF8-355775ADF266}" destId="{D876A901-7CCB-4FCE-99CC-94B5255BB36A}" srcOrd="0" destOrd="0" presId="urn:microsoft.com/office/officeart/2005/8/layout/lProcess2"/>
    <dgm:cxn modelId="{48552DC1-C153-4402-A2CD-2D6B82A8EC23}" srcId="{E8C85A35-69C3-4EAA-B33F-4E0AB9DE9FC5}" destId="{E25545BD-A58C-469A-A040-DADD81225243}" srcOrd="0" destOrd="0" parTransId="{59245EBB-59D3-4743-B2CE-406F6B080177}" sibTransId="{6AD3FF97-4D69-4D03-B592-6A939052D826}"/>
    <dgm:cxn modelId="{6D8454C1-8F68-40DB-8346-433B40D0F146}" srcId="{ED53E775-D478-4217-98D3-589193EDDA6D}" destId="{4609F7E4-7EBE-4F21-86A4-8E3149037864}" srcOrd="7" destOrd="0" parTransId="{8BCB617F-2564-4DD3-95D4-1920EEE734D2}" sibTransId="{270213F6-CEF7-4F7E-B1A4-55A69B54CD9F}"/>
    <dgm:cxn modelId="{8FC1C1C5-2521-49CB-9469-B6A4C628F2BC}" srcId="{ED53E775-D478-4217-98D3-589193EDDA6D}" destId="{5E6E6E09-AEC5-4C99-A93C-B994F660AC05}" srcOrd="5" destOrd="0" parTransId="{446E602B-D852-4511-B700-58D491FCC28E}" sibTransId="{E52425BF-36E8-459A-A490-9ECFFB70B62B}"/>
    <dgm:cxn modelId="{4D3A5DC8-18C9-4ACC-8516-BFE653674585}" srcId="{F6C4172D-A632-4DBB-87BE-C589086CE253}" destId="{ED53E775-D478-4217-98D3-589193EDDA6D}" srcOrd="0" destOrd="0" parTransId="{DE2C1042-9F84-4AD2-9574-DAA59A9F4DA8}" sibTransId="{A24B0791-E490-414D-A098-D6D50477B5C1}"/>
    <dgm:cxn modelId="{BE27ACC9-8DDC-46E0-B8F1-666DCFB7C3C9}" type="presOf" srcId="{901D6CC7-9EF9-4B41-B479-07159AF32CB6}" destId="{F3EA8DA5-D723-4D52-8E27-65F2F22B7EC5}" srcOrd="0" destOrd="0" presId="urn:microsoft.com/office/officeart/2005/8/layout/lProcess2"/>
    <dgm:cxn modelId="{AE774ADD-AFF8-49B6-9564-C53DC25E4969}" srcId="{ED53E775-D478-4217-98D3-589193EDDA6D}" destId="{901D6CC7-9EF9-4B41-B479-07159AF32CB6}" srcOrd="0" destOrd="0" parTransId="{7804D018-85F8-48BF-8D43-801AEB30A678}" sibTransId="{692C34FE-E23F-4903-BD39-4DD92EE5C018}"/>
    <dgm:cxn modelId="{231C56E2-7DAB-4E22-9E5D-31CB44FDCB80}" type="presOf" srcId="{515ED118-C195-4717-9EA3-49E6B0EBD98B}" destId="{ED519FE7-6BD2-4097-892E-62C2807C751B}" srcOrd="0" destOrd="0" presId="urn:microsoft.com/office/officeart/2005/8/layout/lProcess2"/>
    <dgm:cxn modelId="{FC2641E4-F3AD-4620-9864-FB4CC099308C}" type="presOf" srcId="{13933C4B-AE27-4ED4-B856-225540FB8222}" destId="{1E1D99CF-4549-461B-91CD-96C38F649435}" srcOrd="0" destOrd="0" presId="urn:microsoft.com/office/officeart/2005/8/layout/lProcess2"/>
    <dgm:cxn modelId="{CCE323EF-202E-426F-AE0C-6CA8AC701117}" srcId="{F6C4172D-A632-4DBB-87BE-C589086CE253}" destId="{E8C85A35-69C3-4EAA-B33F-4E0AB9DE9FC5}" srcOrd="1" destOrd="0" parTransId="{6EC7DC5A-B3BD-49CD-880D-772D9D031327}" sibTransId="{32442461-8370-4C10-A0E7-5F691A1BC252}"/>
    <dgm:cxn modelId="{D2C54AF6-406C-421C-8B78-AC6C7364EE9D}" srcId="{ED53E775-D478-4217-98D3-589193EDDA6D}" destId="{515ED118-C195-4717-9EA3-49E6B0EBD98B}" srcOrd="2" destOrd="0" parTransId="{B172E292-D307-4D44-ACEE-829D88C1EEE1}" sibTransId="{F80819AE-DFA7-4FC0-89C2-8E3C993EA0A1}"/>
    <dgm:cxn modelId="{C50C85FB-6A47-4CA5-BBE6-A5B008B784DA}" type="presOf" srcId="{F6C4172D-A632-4DBB-87BE-C589086CE253}" destId="{55719F79-5B60-467C-BC06-9D16FE13CFB6}" srcOrd="0" destOrd="0" presId="urn:microsoft.com/office/officeart/2005/8/layout/lProcess2"/>
    <dgm:cxn modelId="{C54B2979-1747-45DB-B639-A8C13805F7C6}" type="presParOf" srcId="{55719F79-5B60-467C-BC06-9D16FE13CFB6}" destId="{6A345EBF-CA51-4756-BF62-3A00553C0E23}" srcOrd="0" destOrd="0" presId="urn:microsoft.com/office/officeart/2005/8/layout/lProcess2"/>
    <dgm:cxn modelId="{9CC26F11-82F1-4945-89D4-82DFC28BF32D}" type="presParOf" srcId="{6A345EBF-CA51-4756-BF62-3A00553C0E23}" destId="{3A2AAD11-7B64-4885-A816-DFE339C0B21D}" srcOrd="0" destOrd="0" presId="urn:microsoft.com/office/officeart/2005/8/layout/lProcess2"/>
    <dgm:cxn modelId="{D1973907-1D87-4CB1-83B7-AD647E69EF6A}" type="presParOf" srcId="{6A345EBF-CA51-4756-BF62-3A00553C0E23}" destId="{AC25F258-EC51-45D5-B0DF-7788A6065FF6}" srcOrd="1" destOrd="0" presId="urn:microsoft.com/office/officeart/2005/8/layout/lProcess2"/>
    <dgm:cxn modelId="{E5CC4E6D-76DE-4C94-A9A5-F93C82D1E1A8}" type="presParOf" srcId="{6A345EBF-CA51-4756-BF62-3A00553C0E23}" destId="{386F119A-64A0-40D9-A91E-C6128DA107F3}" srcOrd="2" destOrd="0" presId="urn:microsoft.com/office/officeart/2005/8/layout/lProcess2"/>
    <dgm:cxn modelId="{9C4583E4-180A-488D-955A-201A9DA0015D}" type="presParOf" srcId="{386F119A-64A0-40D9-A91E-C6128DA107F3}" destId="{F40B6172-DB57-4FC4-B5FD-98BC721C14D6}" srcOrd="0" destOrd="0" presId="urn:microsoft.com/office/officeart/2005/8/layout/lProcess2"/>
    <dgm:cxn modelId="{D614F263-466D-4633-9F30-E974EA6EDB8E}" type="presParOf" srcId="{F40B6172-DB57-4FC4-B5FD-98BC721C14D6}" destId="{F3EA8DA5-D723-4D52-8E27-65F2F22B7EC5}" srcOrd="0" destOrd="0" presId="urn:microsoft.com/office/officeart/2005/8/layout/lProcess2"/>
    <dgm:cxn modelId="{509158C6-5345-49D2-AB84-3EC55A2ACEDE}" type="presParOf" srcId="{F40B6172-DB57-4FC4-B5FD-98BC721C14D6}" destId="{3DFE4668-5A87-4EDD-8C0B-E8B27307E3E9}" srcOrd="1" destOrd="0" presId="urn:microsoft.com/office/officeart/2005/8/layout/lProcess2"/>
    <dgm:cxn modelId="{1DB1E519-1766-4792-AF99-F89F93497F31}" type="presParOf" srcId="{F40B6172-DB57-4FC4-B5FD-98BC721C14D6}" destId="{D5C987F7-FA52-4B71-8BF4-D06B5BDF6D6C}" srcOrd="2" destOrd="0" presId="urn:microsoft.com/office/officeart/2005/8/layout/lProcess2"/>
    <dgm:cxn modelId="{BB32516E-CC75-46B9-9171-A26F9F200E10}" type="presParOf" srcId="{F40B6172-DB57-4FC4-B5FD-98BC721C14D6}" destId="{191F5747-719A-43A8-ADA5-3D47924519D8}" srcOrd="3" destOrd="0" presId="urn:microsoft.com/office/officeart/2005/8/layout/lProcess2"/>
    <dgm:cxn modelId="{549D76FA-9CDD-4CC0-A04F-7BDE25EFDAF9}" type="presParOf" srcId="{F40B6172-DB57-4FC4-B5FD-98BC721C14D6}" destId="{ED519FE7-6BD2-4097-892E-62C2807C751B}" srcOrd="4" destOrd="0" presId="urn:microsoft.com/office/officeart/2005/8/layout/lProcess2"/>
    <dgm:cxn modelId="{838E54AE-4A9B-49EB-8123-394B0EEAE783}" type="presParOf" srcId="{F40B6172-DB57-4FC4-B5FD-98BC721C14D6}" destId="{3192374B-C733-44F9-85DB-E083B1084F64}" srcOrd="5" destOrd="0" presId="urn:microsoft.com/office/officeart/2005/8/layout/lProcess2"/>
    <dgm:cxn modelId="{0F942E85-4990-4BAC-BC97-F4C503ECA703}" type="presParOf" srcId="{F40B6172-DB57-4FC4-B5FD-98BC721C14D6}" destId="{D876A901-7CCB-4FCE-99CC-94B5255BB36A}" srcOrd="6" destOrd="0" presId="urn:microsoft.com/office/officeart/2005/8/layout/lProcess2"/>
    <dgm:cxn modelId="{F447ECE8-46A0-4F2B-9236-C28D4B10DE14}" type="presParOf" srcId="{F40B6172-DB57-4FC4-B5FD-98BC721C14D6}" destId="{C0B005BF-8808-4E4C-86DF-C4BF79B97B56}" srcOrd="7" destOrd="0" presId="urn:microsoft.com/office/officeart/2005/8/layout/lProcess2"/>
    <dgm:cxn modelId="{E6DBC6B0-E990-4F2D-87F7-059A0A7237E1}" type="presParOf" srcId="{F40B6172-DB57-4FC4-B5FD-98BC721C14D6}" destId="{781F0266-5963-4A09-8831-25936AF987E4}" srcOrd="8" destOrd="0" presId="urn:microsoft.com/office/officeart/2005/8/layout/lProcess2"/>
    <dgm:cxn modelId="{F652FC46-0423-4CCB-89A0-45689AD0F2C1}" type="presParOf" srcId="{F40B6172-DB57-4FC4-B5FD-98BC721C14D6}" destId="{24E2BA49-4C27-4585-BB72-A9DED453703B}" srcOrd="9" destOrd="0" presId="urn:microsoft.com/office/officeart/2005/8/layout/lProcess2"/>
    <dgm:cxn modelId="{B60ABE07-A8B4-4B37-BF3D-8643511DEDAF}" type="presParOf" srcId="{F40B6172-DB57-4FC4-B5FD-98BC721C14D6}" destId="{B967A48B-3263-48D8-8747-76F4252C7C9E}" srcOrd="10" destOrd="0" presId="urn:microsoft.com/office/officeart/2005/8/layout/lProcess2"/>
    <dgm:cxn modelId="{72FE2A5C-FB42-4221-9B07-682741ABFFD0}" type="presParOf" srcId="{F40B6172-DB57-4FC4-B5FD-98BC721C14D6}" destId="{82641809-D4BA-4E14-A3C1-7FB8C77970E3}" srcOrd="11" destOrd="0" presId="urn:microsoft.com/office/officeart/2005/8/layout/lProcess2"/>
    <dgm:cxn modelId="{DF6CC282-AA0D-4AC8-8540-2265388EA89C}" type="presParOf" srcId="{F40B6172-DB57-4FC4-B5FD-98BC721C14D6}" destId="{65A73D28-85C8-43FB-A8CD-D71D16C8FCB8}" srcOrd="12" destOrd="0" presId="urn:microsoft.com/office/officeart/2005/8/layout/lProcess2"/>
    <dgm:cxn modelId="{D1AE7310-C374-4B5D-90FA-C7693CB88EBD}" type="presParOf" srcId="{F40B6172-DB57-4FC4-B5FD-98BC721C14D6}" destId="{BA592BEE-987B-41A1-9E67-B186D0F47482}" srcOrd="13" destOrd="0" presId="urn:microsoft.com/office/officeart/2005/8/layout/lProcess2"/>
    <dgm:cxn modelId="{9D0FBE0C-1581-45B9-BE94-D2A4B233D3E5}" type="presParOf" srcId="{F40B6172-DB57-4FC4-B5FD-98BC721C14D6}" destId="{92766CD6-A97C-45C2-91E8-12B70ECC212D}" srcOrd="14" destOrd="0" presId="urn:microsoft.com/office/officeart/2005/8/layout/lProcess2"/>
    <dgm:cxn modelId="{AB08653E-7B75-476D-882F-A4692D14750D}" type="presParOf" srcId="{55719F79-5B60-467C-BC06-9D16FE13CFB6}" destId="{A4358134-7A2A-41A6-93B1-1B0A40405CCA}" srcOrd="1" destOrd="0" presId="urn:microsoft.com/office/officeart/2005/8/layout/lProcess2"/>
    <dgm:cxn modelId="{2412267F-C683-4985-8FB4-07AD65DEBBB2}" type="presParOf" srcId="{55719F79-5B60-467C-BC06-9D16FE13CFB6}" destId="{EE9DA6AD-8883-4BB0-B5DE-FA7EDCF5C3FB}" srcOrd="2" destOrd="0" presId="urn:microsoft.com/office/officeart/2005/8/layout/lProcess2"/>
    <dgm:cxn modelId="{40F92E95-E20F-466D-946C-32D247B184BB}" type="presParOf" srcId="{EE9DA6AD-8883-4BB0-B5DE-FA7EDCF5C3FB}" destId="{4F52AB09-E18A-4105-AEA6-1E7EB38C7B34}" srcOrd="0" destOrd="0" presId="urn:microsoft.com/office/officeart/2005/8/layout/lProcess2"/>
    <dgm:cxn modelId="{7B579ECD-5312-4EB1-AAA9-15F26DF11360}" type="presParOf" srcId="{EE9DA6AD-8883-4BB0-B5DE-FA7EDCF5C3FB}" destId="{A118AD44-2B2E-485E-B38D-668BBD5EE3F4}" srcOrd="1" destOrd="0" presId="urn:microsoft.com/office/officeart/2005/8/layout/lProcess2"/>
    <dgm:cxn modelId="{E587FEED-5F88-4FCF-8FD4-955F7EED7EC1}" type="presParOf" srcId="{EE9DA6AD-8883-4BB0-B5DE-FA7EDCF5C3FB}" destId="{3C03EC43-FDE8-4C28-82FE-48BB8837872B}" srcOrd="2" destOrd="0" presId="urn:microsoft.com/office/officeart/2005/8/layout/lProcess2"/>
    <dgm:cxn modelId="{4F26AFF3-2ECB-41F1-BF51-BD20E1C131C6}" type="presParOf" srcId="{3C03EC43-FDE8-4C28-82FE-48BB8837872B}" destId="{4BDD4AAC-2FA9-4E71-892B-27C260F3CC4D}" srcOrd="0" destOrd="0" presId="urn:microsoft.com/office/officeart/2005/8/layout/lProcess2"/>
    <dgm:cxn modelId="{6021CA0C-88F4-4AD8-840C-4A8A0AFE471B}" type="presParOf" srcId="{4BDD4AAC-2FA9-4E71-892B-27C260F3CC4D}" destId="{97754C42-1286-4DD6-8056-2EFA006D5738}" srcOrd="0" destOrd="0" presId="urn:microsoft.com/office/officeart/2005/8/layout/lProcess2"/>
    <dgm:cxn modelId="{AA601907-8A4D-4923-9668-963DF8A67539}" type="presParOf" srcId="{4BDD4AAC-2FA9-4E71-892B-27C260F3CC4D}" destId="{1AACD841-F428-4871-8283-66B05181E5EB}" srcOrd="1" destOrd="0" presId="urn:microsoft.com/office/officeart/2005/8/layout/lProcess2"/>
    <dgm:cxn modelId="{AD40CB20-3AA0-41B7-9714-3AD85762228B}" type="presParOf" srcId="{4BDD4AAC-2FA9-4E71-892B-27C260F3CC4D}" destId="{1E1D99CF-4549-461B-91CD-96C38F649435}" srcOrd="2" destOrd="0" presId="urn:microsoft.com/office/officeart/2005/8/layout/lProcess2"/>
    <dgm:cxn modelId="{F0302173-BD82-403A-80D4-8FBCA29F0C08}" type="presParOf" srcId="{4BDD4AAC-2FA9-4E71-892B-27C260F3CC4D}" destId="{5A5B74A0-312E-4C5A-BFE1-130895D475F4}" srcOrd="3" destOrd="0" presId="urn:microsoft.com/office/officeart/2005/8/layout/lProcess2"/>
    <dgm:cxn modelId="{7AE85EA9-D238-4C78-AFB1-36DE889A7118}" type="presParOf" srcId="{4BDD4AAC-2FA9-4E71-892B-27C260F3CC4D}" destId="{D9DB63FC-2FDB-45E3-B60E-47BBC78B050D}" srcOrd="4"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2847D3D-ACC2-496F-9737-818800900D0D}" type="doc">
      <dgm:prSet loTypeId="urn:microsoft.com/office/officeart/2005/8/layout/hierarchy4" loCatId="relationship" qsTypeId="urn:microsoft.com/office/officeart/2005/8/quickstyle/simple1" qsCatId="simple" csTypeId="urn:microsoft.com/office/officeart/2005/8/colors/colorful5" csCatId="colorful"/>
      <dgm:spPr/>
      <dgm:t>
        <a:bodyPr/>
        <a:lstStyle/>
        <a:p>
          <a:endParaRPr lang="en-US"/>
        </a:p>
      </dgm:t>
    </dgm:pt>
    <dgm:pt modelId="{BC19A1A1-3E27-47F9-A4AB-B30B54F12471}">
      <dgm:prSet/>
      <dgm:spPr/>
      <dgm:t>
        <a:bodyPr/>
        <a:lstStyle/>
        <a:p>
          <a:pPr rtl="0"/>
          <a:r>
            <a:rPr lang="en-US" dirty="0"/>
            <a:t>Data Science is an evolving discipline</a:t>
          </a:r>
          <a:endParaRPr lang="en-GB" dirty="0"/>
        </a:p>
      </dgm:t>
    </dgm:pt>
    <dgm:pt modelId="{9C5D4A83-E12F-418A-92D8-D60FB7831695}" type="parTrans" cxnId="{80325B08-BDC5-46F1-9682-7D2E5C199F3E}">
      <dgm:prSet/>
      <dgm:spPr/>
      <dgm:t>
        <a:bodyPr/>
        <a:lstStyle/>
        <a:p>
          <a:endParaRPr lang="en-US"/>
        </a:p>
      </dgm:t>
    </dgm:pt>
    <dgm:pt modelId="{D7352041-DC14-4578-A378-349828A5C710}" type="sibTrans" cxnId="{80325B08-BDC5-46F1-9682-7D2E5C199F3E}">
      <dgm:prSet/>
      <dgm:spPr/>
      <dgm:t>
        <a:bodyPr/>
        <a:lstStyle/>
        <a:p>
          <a:endParaRPr lang="en-US"/>
        </a:p>
      </dgm:t>
    </dgm:pt>
    <dgm:pt modelId="{F47778A4-A961-4811-9D65-1A43F67CD52B}">
      <dgm:prSet/>
      <dgm:spPr/>
      <dgm:t>
        <a:bodyPr/>
        <a:lstStyle/>
        <a:p>
          <a:pPr rtl="0"/>
          <a:r>
            <a:rPr lang="en-US" dirty="0"/>
            <a:t>Extract knowledge from large amount of data</a:t>
          </a:r>
          <a:endParaRPr lang="en-GB" dirty="0"/>
        </a:p>
      </dgm:t>
    </dgm:pt>
    <dgm:pt modelId="{2AF10A9D-9AFA-4F8E-8ED9-FC36E6B75AD2}" type="parTrans" cxnId="{45238DCE-0DA6-4FEE-A319-628004AC0AD7}">
      <dgm:prSet/>
      <dgm:spPr/>
      <dgm:t>
        <a:bodyPr/>
        <a:lstStyle/>
        <a:p>
          <a:endParaRPr lang="en-US"/>
        </a:p>
      </dgm:t>
    </dgm:pt>
    <dgm:pt modelId="{BE254C29-F927-4135-8184-B99C1F72E674}" type="sibTrans" cxnId="{45238DCE-0DA6-4FEE-A319-628004AC0AD7}">
      <dgm:prSet/>
      <dgm:spPr/>
      <dgm:t>
        <a:bodyPr/>
        <a:lstStyle/>
        <a:p>
          <a:endParaRPr lang="en-US"/>
        </a:p>
      </dgm:t>
    </dgm:pt>
    <dgm:pt modelId="{D9B4A6BD-9219-44B5-AB99-3A37819104B7}">
      <dgm:prSet/>
      <dgm:spPr/>
      <dgm:t>
        <a:bodyPr/>
        <a:lstStyle/>
        <a:p>
          <a:pPr rtl="0"/>
          <a:r>
            <a:rPr lang="en-GB" dirty="0"/>
            <a:t>A platform with a complex blending of technology, algorithm development, and data interference</a:t>
          </a:r>
        </a:p>
      </dgm:t>
    </dgm:pt>
    <dgm:pt modelId="{F545C007-07BE-44D7-A4F4-97CE83635F73}" type="parTrans" cxnId="{113048E9-6000-413B-A26A-14F02C3BD11B}">
      <dgm:prSet/>
      <dgm:spPr/>
      <dgm:t>
        <a:bodyPr/>
        <a:lstStyle/>
        <a:p>
          <a:endParaRPr lang="en-US"/>
        </a:p>
      </dgm:t>
    </dgm:pt>
    <dgm:pt modelId="{03FC143F-8DE8-4563-B1F4-380857A676BD}" type="sibTrans" cxnId="{113048E9-6000-413B-A26A-14F02C3BD11B}">
      <dgm:prSet/>
      <dgm:spPr/>
      <dgm:t>
        <a:bodyPr/>
        <a:lstStyle/>
        <a:p>
          <a:endParaRPr lang="en-US"/>
        </a:p>
      </dgm:t>
    </dgm:pt>
    <dgm:pt modelId="{0B401ECD-301F-4B3E-AFEA-A6807BD1F0B9}">
      <dgm:prSet/>
      <dgm:spPr/>
      <dgm:t>
        <a:bodyPr/>
        <a:lstStyle/>
        <a:p>
          <a:pPr rtl="0"/>
          <a:r>
            <a:rPr lang="en-GB" dirty="0"/>
            <a:t>Methodology by which actionable insights can be inferred from data</a:t>
          </a:r>
        </a:p>
      </dgm:t>
    </dgm:pt>
    <dgm:pt modelId="{70F29873-999E-4EF7-9D72-55E7793E4FDE}" type="parTrans" cxnId="{EA664982-F5A2-495A-92D4-8F10D0633F60}">
      <dgm:prSet/>
      <dgm:spPr/>
      <dgm:t>
        <a:bodyPr/>
        <a:lstStyle/>
        <a:p>
          <a:endParaRPr lang="en-US"/>
        </a:p>
      </dgm:t>
    </dgm:pt>
    <dgm:pt modelId="{E9FA49AC-8EAB-4E57-B20B-09FB5828196F}" type="sibTrans" cxnId="{EA664982-F5A2-495A-92D4-8F10D0633F60}">
      <dgm:prSet/>
      <dgm:spPr/>
      <dgm:t>
        <a:bodyPr/>
        <a:lstStyle/>
        <a:p>
          <a:endParaRPr lang="en-US"/>
        </a:p>
      </dgm:t>
    </dgm:pt>
    <dgm:pt modelId="{2C0841C2-F3D0-4119-BECE-146DE31734C2}" type="pres">
      <dgm:prSet presAssocID="{12847D3D-ACC2-496F-9737-818800900D0D}" presName="Name0" presStyleCnt="0">
        <dgm:presLayoutVars>
          <dgm:chPref val="1"/>
          <dgm:dir/>
          <dgm:animOne val="branch"/>
          <dgm:animLvl val="lvl"/>
          <dgm:resizeHandles/>
        </dgm:presLayoutVars>
      </dgm:prSet>
      <dgm:spPr/>
    </dgm:pt>
    <dgm:pt modelId="{AAD20677-74B6-4570-8763-8463E05595AF}" type="pres">
      <dgm:prSet presAssocID="{BC19A1A1-3E27-47F9-A4AB-B30B54F12471}" presName="vertOne" presStyleCnt="0"/>
      <dgm:spPr/>
    </dgm:pt>
    <dgm:pt modelId="{97C86969-6B5F-45A0-ADE8-CC8A55668B8A}" type="pres">
      <dgm:prSet presAssocID="{BC19A1A1-3E27-47F9-A4AB-B30B54F12471}" presName="txOne" presStyleLbl="node0" presStyleIdx="0" presStyleCnt="1">
        <dgm:presLayoutVars>
          <dgm:chPref val="3"/>
        </dgm:presLayoutVars>
      </dgm:prSet>
      <dgm:spPr/>
    </dgm:pt>
    <dgm:pt modelId="{C24B1373-9E28-4E31-8786-AAAB5BFE0577}" type="pres">
      <dgm:prSet presAssocID="{BC19A1A1-3E27-47F9-A4AB-B30B54F12471}" presName="parTransOne" presStyleCnt="0"/>
      <dgm:spPr/>
    </dgm:pt>
    <dgm:pt modelId="{08185EDC-4DB2-4EDA-AA7F-B9CB6862282D}" type="pres">
      <dgm:prSet presAssocID="{BC19A1A1-3E27-47F9-A4AB-B30B54F12471}" presName="horzOne" presStyleCnt="0"/>
      <dgm:spPr/>
    </dgm:pt>
    <dgm:pt modelId="{B643BE9E-E161-45A7-88DE-52F67C479E38}" type="pres">
      <dgm:prSet presAssocID="{F47778A4-A961-4811-9D65-1A43F67CD52B}" presName="vertTwo" presStyleCnt="0"/>
      <dgm:spPr/>
    </dgm:pt>
    <dgm:pt modelId="{811175B9-C07E-4562-87EF-5D5E339FF35A}" type="pres">
      <dgm:prSet presAssocID="{F47778A4-A961-4811-9D65-1A43F67CD52B}" presName="txTwo" presStyleLbl="node2" presStyleIdx="0" presStyleCnt="3">
        <dgm:presLayoutVars>
          <dgm:chPref val="3"/>
        </dgm:presLayoutVars>
      </dgm:prSet>
      <dgm:spPr/>
    </dgm:pt>
    <dgm:pt modelId="{92394694-5619-4055-9CCA-3A16B0EA2100}" type="pres">
      <dgm:prSet presAssocID="{F47778A4-A961-4811-9D65-1A43F67CD52B}" presName="horzTwo" presStyleCnt="0"/>
      <dgm:spPr/>
    </dgm:pt>
    <dgm:pt modelId="{4D79DFDE-B5DF-46C4-89F6-F1B55E5881DB}" type="pres">
      <dgm:prSet presAssocID="{BE254C29-F927-4135-8184-B99C1F72E674}" presName="sibSpaceTwo" presStyleCnt="0"/>
      <dgm:spPr/>
    </dgm:pt>
    <dgm:pt modelId="{B50ED1E3-00C0-4A53-86BB-E476E858A14C}" type="pres">
      <dgm:prSet presAssocID="{D9B4A6BD-9219-44B5-AB99-3A37819104B7}" presName="vertTwo" presStyleCnt="0"/>
      <dgm:spPr/>
    </dgm:pt>
    <dgm:pt modelId="{B1FA6415-A727-4455-AE1F-A86541CFF2A4}" type="pres">
      <dgm:prSet presAssocID="{D9B4A6BD-9219-44B5-AB99-3A37819104B7}" presName="txTwo" presStyleLbl="node2" presStyleIdx="1" presStyleCnt="3">
        <dgm:presLayoutVars>
          <dgm:chPref val="3"/>
        </dgm:presLayoutVars>
      </dgm:prSet>
      <dgm:spPr/>
    </dgm:pt>
    <dgm:pt modelId="{20868DE5-FA87-441F-B975-19DAD8FC09D9}" type="pres">
      <dgm:prSet presAssocID="{D9B4A6BD-9219-44B5-AB99-3A37819104B7}" presName="horzTwo" presStyleCnt="0"/>
      <dgm:spPr/>
    </dgm:pt>
    <dgm:pt modelId="{B811D81A-F218-48CE-93D1-061BB92C5068}" type="pres">
      <dgm:prSet presAssocID="{03FC143F-8DE8-4563-B1F4-380857A676BD}" presName="sibSpaceTwo" presStyleCnt="0"/>
      <dgm:spPr/>
    </dgm:pt>
    <dgm:pt modelId="{086BDB86-9CA7-4FD9-8012-AA50F5892FAB}" type="pres">
      <dgm:prSet presAssocID="{0B401ECD-301F-4B3E-AFEA-A6807BD1F0B9}" presName="vertTwo" presStyleCnt="0"/>
      <dgm:spPr/>
    </dgm:pt>
    <dgm:pt modelId="{A69ED58C-2895-4D11-A19A-4927F76E6C83}" type="pres">
      <dgm:prSet presAssocID="{0B401ECD-301F-4B3E-AFEA-A6807BD1F0B9}" presName="txTwo" presStyleLbl="node2" presStyleIdx="2" presStyleCnt="3">
        <dgm:presLayoutVars>
          <dgm:chPref val="3"/>
        </dgm:presLayoutVars>
      </dgm:prSet>
      <dgm:spPr/>
    </dgm:pt>
    <dgm:pt modelId="{BEA80A26-A398-49ED-87E8-9153B001EE15}" type="pres">
      <dgm:prSet presAssocID="{0B401ECD-301F-4B3E-AFEA-A6807BD1F0B9}" presName="horzTwo" presStyleCnt="0"/>
      <dgm:spPr/>
    </dgm:pt>
  </dgm:ptLst>
  <dgm:cxnLst>
    <dgm:cxn modelId="{80325B08-BDC5-46F1-9682-7D2E5C199F3E}" srcId="{12847D3D-ACC2-496F-9737-818800900D0D}" destId="{BC19A1A1-3E27-47F9-A4AB-B30B54F12471}" srcOrd="0" destOrd="0" parTransId="{9C5D4A83-E12F-418A-92D8-D60FB7831695}" sibTransId="{D7352041-DC14-4578-A378-349828A5C710}"/>
    <dgm:cxn modelId="{25580421-72DB-4BBC-83BD-BDEF220CB37D}" type="presOf" srcId="{F47778A4-A961-4811-9D65-1A43F67CD52B}" destId="{811175B9-C07E-4562-87EF-5D5E339FF35A}" srcOrd="0" destOrd="0" presId="urn:microsoft.com/office/officeart/2005/8/layout/hierarchy4"/>
    <dgm:cxn modelId="{31B51757-516E-45E6-9D9F-6AB8F3CA2D16}" type="presOf" srcId="{D9B4A6BD-9219-44B5-AB99-3A37819104B7}" destId="{B1FA6415-A727-4455-AE1F-A86541CFF2A4}" srcOrd="0" destOrd="0" presId="urn:microsoft.com/office/officeart/2005/8/layout/hierarchy4"/>
    <dgm:cxn modelId="{EA664982-F5A2-495A-92D4-8F10D0633F60}" srcId="{BC19A1A1-3E27-47F9-A4AB-B30B54F12471}" destId="{0B401ECD-301F-4B3E-AFEA-A6807BD1F0B9}" srcOrd="2" destOrd="0" parTransId="{70F29873-999E-4EF7-9D72-55E7793E4FDE}" sibTransId="{E9FA49AC-8EAB-4E57-B20B-09FB5828196F}"/>
    <dgm:cxn modelId="{2A969092-76C5-4908-ACD7-42ABDDF6B202}" type="presOf" srcId="{0B401ECD-301F-4B3E-AFEA-A6807BD1F0B9}" destId="{A69ED58C-2895-4D11-A19A-4927F76E6C83}" srcOrd="0" destOrd="0" presId="urn:microsoft.com/office/officeart/2005/8/layout/hierarchy4"/>
    <dgm:cxn modelId="{33B724CD-2BF0-42B3-AE87-11926242D6AE}" type="presOf" srcId="{12847D3D-ACC2-496F-9737-818800900D0D}" destId="{2C0841C2-F3D0-4119-BECE-146DE31734C2}" srcOrd="0" destOrd="0" presId="urn:microsoft.com/office/officeart/2005/8/layout/hierarchy4"/>
    <dgm:cxn modelId="{45238DCE-0DA6-4FEE-A319-628004AC0AD7}" srcId="{BC19A1A1-3E27-47F9-A4AB-B30B54F12471}" destId="{F47778A4-A961-4811-9D65-1A43F67CD52B}" srcOrd="0" destOrd="0" parTransId="{2AF10A9D-9AFA-4F8E-8ED9-FC36E6B75AD2}" sibTransId="{BE254C29-F927-4135-8184-B99C1F72E674}"/>
    <dgm:cxn modelId="{981EA1DA-19B8-4289-A8B6-0BCB9AEDEB47}" type="presOf" srcId="{BC19A1A1-3E27-47F9-A4AB-B30B54F12471}" destId="{97C86969-6B5F-45A0-ADE8-CC8A55668B8A}" srcOrd="0" destOrd="0" presId="urn:microsoft.com/office/officeart/2005/8/layout/hierarchy4"/>
    <dgm:cxn modelId="{113048E9-6000-413B-A26A-14F02C3BD11B}" srcId="{BC19A1A1-3E27-47F9-A4AB-B30B54F12471}" destId="{D9B4A6BD-9219-44B5-AB99-3A37819104B7}" srcOrd="1" destOrd="0" parTransId="{F545C007-07BE-44D7-A4F4-97CE83635F73}" sibTransId="{03FC143F-8DE8-4563-B1F4-380857A676BD}"/>
    <dgm:cxn modelId="{CDD19112-B6B5-471E-9F7B-15CF7BD667E7}" type="presParOf" srcId="{2C0841C2-F3D0-4119-BECE-146DE31734C2}" destId="{AAD20677-74B6-4570-8763-8463E05595AF}" srcOrd="0" destOrd="0" presId="urn:microsoft.com/office/officeart/2005/8/layout/hierarchy4"/>
    <dgm:cxn modelId="{AAEDE0FE-036F-41AA-9571-E8AA58F93652}" type="presParOf" srcId="{AAD20677-74B6-4570-8763-8463E05595AF}" destId="{97C86969-6B5F-45A0-ADE8-CC8A55668B8A}" srcOrd="0" destOrd="0" presId="urn:microsoft.com/office/officeart/2005/8/layout/hierarchy4"/>
    <dgm:cxn modelId="{211166D2-0F79-4FCC-B686-4FE965F9FA45}" type="presParOf" srcId="{AAD20677-74B6-4570-8763-8463E05595AF}" destId="{C24B1373-9E28-4E31-8786-AAAB5BFE0577}" srcOrd="1" destOrd="0" presId="urn:microsoft.com/office/officeart/2005/8/layout/hierarchy4"/>
    <dgm:cxn modelId="{F0DF8034-CF34-4F84-B3A2-6159F83E7920}" type="presParOf" srcId="{AAD20677-74B6-4570-8763-8463E05595AF}" destId="{08185EDC-4DB2-4EDA-AA7F-B9CB6862282D}" srcOrd="2" destOrd="0" presId="urn:microsoft.com/office/officeart/2005/8/layout/hierarchy4"/>
    <dgm:cxn modelId="{23648A6B-1443-4F64-BAF2-3B08DAF7F22E}" type="presParOf" srcId="{08185EDC-4DB2-4EDA-AA7F-B9CB6862282D}" destId="{B643BE9E-E161-45A7-88DE-52F67C479E38}" srcOrd="0" destOrd="0" presId="urn:microsoft.com/office/officeart/2005/8/layout/hierarchy4"/>
    <dgm:cxn modelId="{533E07C1-8117-4F42-BB3B-C0D39ACCD23D}" type="presParOf" srcId="{B643BE9E-E161-45A7-88DE-52F67C479E38}" destId="{811175B9-C07E-4562-87EF-5D5E339FF35A}" srcOrd="0" destOrd="0" presId="urn:microsoft.com/office/officeart/2005/8/layout/hierarchy4"/>
    <dgm:cxn modelId="{69A3D449-1B9D-4BEE-B721-D7FDB698CBF6}" type="presParOf" srcId="{B643BE9E-E161-45A7-88DE-52F67C479E38}" destId="{92394694-5619-4055-9CCA-3A16B0EA2100}" srcOrd="1" destOrd="0" presId="urn:microsoft.com/office/officeart/2005/8/layout/hierarchy4"/>
    <dgm:cxn modelId="{049F240D-2D6E-48BE-8269-DFA983E65578}" type="presParOf" srcId="{08185EDC-4DB2-4EDA-AA7F-B9CB6862282D}" destId="{4D79DFDE-B5DF-46C4-89F6-F1B55E5881DB}" srcOrd="1" destOrd="0" presId="urn:microsoft.com/office/officeart/2005/8/layout/hierarchy4"/>
    <dgm:cxn modelId="{A3AD23D6-1935-4719-AE0D-1598D0C4DA06}" type="presParOf" srcId="{08185EDC-4DB2-4EDA-AA7F-B9CB6862282D}" destId="{B50ED1E3-00C0-4A53-86BB-E476E858A14C}" srcOrd="2" destOrd="0" presId="urn:microsoft.com/office/officeart/2005/8/layout/hierarchy4"/>
    <dgm:cxn modelId="{23E322A2-E3C0-4409-8377-87EB7BA45E03}" type="presParOf" srcId="{B50ED1E3-00C0-4A53-86BB-E476E858A14C}" destId="{B1FA6415-A727-4455-AE1F-A86541CFF2A4}" srcOrd="0" destOrd="0" presId="urn:microsoft.com/office/officeart/2005/8/layout/hierarchy4"/>
    <dgm:cxn modelId="{44944D59-9B1F-44B7-89A8-37210AA6CBE9}" type="presParOf" srcId="{B50ED1E3-00C0-4A53-86BB-E476E858A14C}" destId="{20868DE5-FA87-441F-B975-19DAD8FC09D9}" srcOrd="1" destOrd="0" presId="urn:microsoft.com/office/officeart/2005/8/layout/hierarchy4"/>
    <dgm:cxn modelId="{53E3C101-6DCF-491D-B2E1-2366C9056E08}" type="presParOf" srcId="{08185EDC-4DB2-4EDA-AA7F-B9CB6862282D}" destId="{B811D81A-F218-48CE-93D1-061BB92C5068}" srcOrd="3" destOrd="0" presId="urn:microsoft.com/office/officeart/2005/8/layout/hierarchy4"/>
    <dgm:cxn modelId="{8CDFD63F-AD98-4C19-9DEB-D9F105B85D23}" type="presParOf" srcId="{08185EDC-4DB2-4EDA-AA7F-B9CB6862282D}" destId="{086BDB86-9CA7-4FD9-8012-AA50F5892FAB}" srcOrd="4" destOrd="0" presId="urn:microsoft.com/office/officeart/2005/8/layout/hierarchy4"/>
    <dgm:cxn modelId="{91025565-327C-412E-92E9-BF57B4DB46DC}" type="presParOf" srcId="{086BDB86-9CA7-4FD9-8012-AA50F5892FAB}" destId="{A69ED58C-2895-4D11-A19A-4927F76E6C83}" srcOrd="0" destOrd="0" presId="urn:microsoft.com/office/officeart/2005/8/layout/hierarchy4"/>
    <dgm:cxn modelId="{B2838DF0-4F4C-431B-A1F4-221C19EECB40}" type="presParOf" srcId="{086BDB86-9CA7-4FD9-8012-AA50F5892FAB}" destId="{BEA80A26-A398-49ED-87E8-9153B001EE15}"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8A74F49-90C5-491A-BBAC-113B5E54ADD5}"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52D96861-8EB5-411B-91CF-24F727B2F6BD}">
      <dgm:prSet/>
      <dgm:spPr/>
      <dgm:t>
        <a:bodyPr/>
        <a:lstStyle/>
        <a:p>
          <a:pPr rtl="0"/>
          <a:r>
            <a:rPr lang="en-US"/>
            <a:t>Data managers now need to support Organizational intelligence technologies</a:t>
          </a:r>
          <a:endParaRPr lang="en-GB"/>
        </a:p>
      </dgm:t>
    </dgm:pt>
    <dgm:pt modelId="{A9C16904-999E-4832-8C9E-86290A50232C}" type="parTrans" cxnId="{906FC8FD-5C51-440D-9002-56D6DBC8EE0F}">
      <dgm:prSet/>
      <dgm:spPr/>
      <dgm:t>
        <a:bodyPr/>
        <a:lstStyle/>
        <a:p>
          <a:endParaRPr lang="en-US"/>
        </a:p>
      </dgm:t>
    </dgm:pt>
    <dgm:pt modelId="{71C5EDFD-22C0-4F1C-BBD0-C82A89C6C85E}" type="sibTrans" cxnId="{906FC8FD-5C51-440D-9002-56D6DBC8EE0F}">
      <dgm:prSet/>
      <dgm:spPr/>
      <dgm:t>
        <a:bodyPr/>
        <a:lstStyle/>
        <a:p>
          <a:endParaRPr lang="en-US"/>
        </a:p>
      </dgm:t>
    </dgm:pt>
    <dgm:pt modelId="{1E6090BE-EA07-40BD-9DDC-8FDEDA3569BA}">
      <dgm:prSet/>
      <dgm:spPr/>
      <dgm:t>
        <a:bodyPr/>
        <a:lstStyle/>
        <a:p>
          <a:pPr rtl="0"/>
          <a:r>
            <a:rPr lang="en-US"/>
            <a:t>Data science team required right tools, process and people with right skills.</a:t>
          </a:r>
          <a:endParaRPr lang="en-GB"/>
        </a:p>
      </dgm:t>
    </dgm:pt>
    <dgm:pt modelId="{1D1EF1FD-3D3D-47D9-8D30-164BDD8ACCC9}" type="parTrans" cxnId="{4460BFB7-0F19-4925-BF4B-323A4956485C}">
      <dgm:prSet/>
      <dgm:spPr/>
      <dgm:t>
        <a:bodyPr/>
        <a:lstStyle/>
        <a:p>
          <a:endParaRPr lang="en-US"/>
        </a:p>
      </dgm:t>
    </dgm:pt>
    <dgm:pt modelId="{35E27DE6-6444-4AB9-B63B-B6F6A6FE0B58}" type="sibTrans" cxnId="{4460BFB7-0F19-4925-BF4B-323A4956485C}">
      <dgm:prSet/>
      <dgm:spPr/>
      <dgm:t>
        <a:bodyPr/>
        <a:lstStyle/>
        <a:p>
          <a:endParaRPr lang="en-US"/>
        </a:p>
      </dgm:t>
    </dgm:pt>
    <dgm:pt modelId="{4A628BB3-CD9D-49C2-90F1-6D22EDF73BCA}">
      <dgm:prSet/>
      <dgm:spPr/>
      <dgm:t>
        <a:bodyPr/>
        <a:lstStyle/>
        <a:p>
          <a:pPr rtl="0"/>
          <a:r>
            <a:rPr lang="en-US"/>
            <a:t>The diversity of data, data analysis tasks and data analysis approaches poses many challenges….</a:t>
          </a:r>
          <a:endParaRPr lang="en-GB"/>
        </a:p>
      </dgm:t>
    </dgm:pt>
    <dgm:pt modelId="{FD4377E6-9552-49C3-A723-FF9577605E1F}" type="parTrans" cxnId="{B32534A9-05F3-4BCD-8094-C8B23FF0EFBC}">
      <dgm:prSet/>
      <dgm:spPr/>
      <dgm:t>
        <a:bodyPr/>
        <a:lstStyle/>
        <a:p>
          <a:endParaRPr lang="en-US"/>
        </a:p>
      </dgm:t>
    </dgm:pt>
    <dgm:pt modelId="{1B878FBA-AADA-470F-A4C3-545A6F8483C9}" type="sibTrans" cxnId="{B32534A9-05F3-4BCD-8094-C8B23FF0EFBC}">
      <dgm:prSet/>
      <dgm:spPr/>
      <dgm:t>
        <a:bodyPr/>
        <a:lstStyle/>
        <a:p>
          <a:endParaRPr lang="en-US"/>
        </a:p>
      </dgm:t>
    </dgm:pt>
    <dgm:pt modelId="{6311408A-5CB1-4721-933E-DB0E8C6FABAE}" type="pres">
      <dgm:prSet presAssocID="{08A74F49-90C5-491A-BBAC-113B5E54ADD5}" presName="linear" presStyleCnt="0">
        <dgm:presLayoutVars>
          <dgm:animLvl val="lvl"/>
          <dgm:resizeHandles val="exact"/>
        </dgm:presLayoutVars>
      </dgm:prSet>
      <dgm:spPr/>
    </dgm:pt>
    <dgm:pt modelId="{D38724A7-65AF-46EB-9CC0-68F3F927CF60}" type="pres">
      <dgm:prSet presAssocID="{52D96861-8EB5-411B-91CF-24F727B2F6BD}" presName="parentText" presStyleLbl="node1" presStyleIdx="0" presStyleCnt="3">
        <dgm:presLayoutVars>
          <dgm:chMax val="0"/>
          <dgm:bulletEnabled val="1"/>
        </dgm:presLayoutVars>
      </dgm:prSet>
      <dgm:spPr/>
    </dgm:pt>
    <dgm:pt modelId="{1DAF2F33-B7C7-48E0-A401-F060ECE48D84}" type="pres">
      <dgm:prSet presAssocID="{71C5EDFD-22C0-4F1C-BBD0-C82A89C6C85E}" presName="spacer" presStyleCnt="0"/>
      <dgm:spPr/>
    </dgm:pt>
    <dgm:pt modelId="{E7523E67-D6C2-4A74-BC89-33E0575CEB90}" type="pres">
      <dgm:prSet presAssocID="{1E6090BE-EA07-40BD-9DDC-8FDEDA3569BA}" presName="parentText" presStyleLbl="node1" presStyleIdx="1" presStyleCnt="3">
        <dgm:presLayoutVars>
          <dgm:chMax val="0"/>
          <dgm:bulletEnabled val="1"/>
        </dgm:presLayoutVars>
      </dgm:prSet>
      <dgm:spPr/>
    </dgm:pt>
    <dgm:pt modelId="{09FCAF2B-0AEE-454E-8A24-C32BA76F5905}" type="pres">
      <dgm:prSet presAssocID="{35E27DE6-6444-4AB9-B63B-B6F6A6FE0B58}" presName="spacer" presStyleCnt="0"/>
      <dgm:spPr/>
    </dgm:pt>
    <dgm:pt modelId="{2C5286CF-9BA9-4404-948B-ED9FCA516728}" type="pres">
      <dgm:prSet presAssocID="{4A628BB3-CD9D-49C2-90F1-6D22EDF73BCA}" presName="parentText" presStyleLbl="node1" presStyleIdx="2" presStyleCnt="3">
        <dgm:presLayoutVars>
          <dgm:chMax val="0"/>
          <dgm:bulletEnabled val="1"/>
        </dgm:presLayoutVars>
      </dgm:prSet>
      <dgm:spPr/>
    </dgm:pt>
  </dgm:ptLst>
  <dgm:cxnLst>
    <dgm:cxn modelId="{2D0AC21A-330C-4446-81F3-A7F3C84735B7}" type="presOf" srcId="{08A74F49-90C5-491A-BBAC-113B5E54ADD5}" destId="{6311408A-5CB1-4721-933E-DB0E8C6FABAE}" srcOrd="0" destOrd="0" presId="urn:microsoft.com/office/officeart/2005/8/layout/vList2"/>
    <dgm:cxn modelId="{CA263A63-F655-414F-BDD3-14D20C39FAEB}" type="presOf" srcId="{4A628BB3-CD9D-49C2-90F1-6D22EDF73BCA}" destId="{2C5286CF-9BA9-4404-948B-ED9FCA516728}" srcOrd="0" destOrd="0" presId="urn:microsoft.com/office/officeart/2005/8/layout/vList2"/>
    <dgm:cxn modelId="{2EB6BB8A-902B-4E90-B4F6-EDBDCB7B03B1}" type="presOf" srcId="{1E6090BE-EA07-40BD-9DDC-8FDEDA3569BA}" destId="{E7523E67-D6C2-4A74-BC89-33E0575CEB90}" srcOrd="0" destOrd="0" presId="urn:microsoft.com/office/officeart/2005/8/layout/vList2"/>
    <dgm:cxn modelId="{B32534A9-05F3-4BCD-8094-C8B23FF0EFBC}" srcId="{08A74F49-90C5-491A-BBAC-113B5E54ADD5}" destId="{4A628BB3-CD9D-49C2-90F1-6D22EDF73BCA}" srcOrd="2" destOrd="0" parTransId="{FD4377E6-9552-49C3-A723-FF9577605E1F}" sibTransId="{1B878FBA-AADA-470F-A4C3-545A6F8483C9}"/>
    <dgm:cxn modelId="{4460BFB7-0F19-4925-BF4B-323A4956485C}" srcId="{08A74F49-90C5-491A-BBAC-113B5E54ADD5}" destId="{1E6090BE-EA07-40BD-9DDC-8FDEDA3569BA}" srcOrd="1" destOrd="0" parTransId="{1D1EF1FD-3D3D-47D9-8D30-164BDD8ACCC9}" sibTransId="{35E27DE6-6444-4AB9-B63B-B6F6A6FE0B58}"/>
    <dgm:cxn modelId="{C5916BCC-CCDF-48A5-B68A-7C47D84B94FB}" type="presOf" srcId="{52D96861-8EB5-411B-91CF-24F727B2F6BD}" destId="{D38724A7-65AF-46EB-9CC0-68F3F927CF60}" srcOrd="0" destOrd="0" presId="urn:microsoft.com/office/officeart/2005/8/layout/vList2"/>
    <dgm:cxn modelId="{906FC8FD-5C51-440D-9002-56D6DBC8EE0F}" srcId="{08A74F49-90C5-491A-BBAC-113B5E54ADD5}" destId="{52D96861-8EB5-411B-91CF-24F727B2F6BD}" srcOrd="0" destOrd="0" parTransId="{A9C16904-999E-4832-8C9E-86290A50232C}" sibTransId="{71C5EDFD-22C0-4F1C-BBD0-C82A89C6C85E}"/>
    <dgm:cxn modelId="{24C7E221-7B62-4E2E-88C2-82B2C6AAA71A}" type="presParOf" srcId="{6311408A-5CB1-4721-933E-DB0E8C6FABAE}" destId="{D38724A7-65AF-46EB-9CC0-68F3F927CF60}" srcOrd="0" destOrd="0" presId="urn:microsoft.com/office/officeart/2005/8/layout/vList2"/>
    <dgm:cxn modelId="{784E1B35-0F53-4180-B084-0BA304A8B2ED}" type="presParOf" srcId="{6311408A-5CB1-4721-933E-DB0E8C6FABAE}" destId="{1DAF2F33-B7C7-48E0-A401-F060ECE48D84}" srcOrd="1" destOrd="0" presId="urn:microsoft.com/office/officeart/2005/8/layout/vList2"/>
    <dgm:cxn modelId="{D1F25475-5F39-42A2-A3A0-A612716D2EFE}" type="presParOf" srcId="{6311408A-5CB1-4721-933E-DB0E8C6FABAE}" destId="{E7523E67-D6C2-4A74-BC89-33E0575CEB90}" srcOrd="2" destOrd="0" presId="urn:microsoft.com/office/officeart/2005/8/layout/vList2"/>
    <dgm:cxn modelId="{A7FE9183-5916-4E2E-964B-C272BE20174F}" type="presParOf" srcId="{6311408A-5CB1-4721-933E-DB0E8C6FABAE}" destId="{09FCAF2B-0AEE-454E-8A24-C32BA76F5905}" srcOrd="3" destOrd="0" presId="urn:microsoft.com/office/officeart/2005/8/layout/vList2"/>
    <dgm:cxn modelId="{94949822-EE4C-427D-BB63-7B12F5B2D6C2}" type="presParOf" srcId="{6311408A-5CB1-4721-933E-DB0E8C6FABAE}" destId="{2C5286CF-9BA9-4404-948B-ED9FCA516728}"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D988E4D-AAD9-4563-A93A-556A37B8E612}" type="doc">
      <dgm:prSet loTypeId="urn:microsoft.com/office/officeart/2005/8/layout/lProcess2" loCatId="list" qsTypeId="urn:microsoft.com/office/officeart/2005/8/quickstyle/simple1" qsCatId="simple" csTypeId="urn:microsoft.com/office/officeart/2005/8/colors/colorful3" csCatId="colorful" phldr="1"/>
      <dgm:spPr/>
      <dgm:t>
        <a:bodyPr/>
        <a:lstStyle/>
        <a:p>
          <a:endParaRPr lang="en-US"/>
        </a:p>
      </dgm:t>
    </dgm:pt>
    <dgm:pt modelId="{63EE3D86-AC40-4568-BCA9-2AF3914CCFC3}">
      <dgm:prSet/>
      <dgm:spPr/>
      <dgm:t>
        <a:bodyPr/>
        <a:lstStyle/>
        <a:p>
          <a:pPr rtl="0"/>
          <a:r>
            <a:rPr lang="en-GB" dirty="0"/>
            <a:t>Success of a Movie is analysed based on the revenue generated by</a:t>
          </a:r>
        </a:p>
      </dgm:t>
    </dgm:pt>
    <dgm:pt modelId="{AE45A821-E20C-4A10-805F-0CFD355DB695}" type="parTrans" cxnId="{94BE9FD9-D97C-40A5-B93F-B68427ADCB44}">
      <dgm:prSet/>
      <dgm:spPr/>
      <dgm:t>
        <a:bodyPr/>
        <a:lstStyle/>
        <a:p>
          <a:endParaRPr lang="en-US"/>
        </a:p>
      </dgm:t>
    </dgm:pt>
    <dgm:pt modelId="{0B44ED2F-916A-4080-9736-C67917041E8A}" type="sibTrans" cxnId="{94BE9FD9-D97C-40A5-B93F-B68427ADCB44}">
      <dgm:prSet/>
      <dgm:spPr/>
      <dgm:t>
        <a:bodyPr/>
        <a:lstStyle/>
        <a:p>
          <a:endParaRPr lang="en-US"/>
        </a:p>
      </dgm:t>
    </dgm:pt>
    <dgm:pt modelId="{538C526D-EE0A-496C-9E36-55F7548580C3}">
      <dgm:prSet/>
      <dgm:spPr/>
      <dgm:t>
        <a:bodyPr/>
        <a:lstStyle/>
        <a:p>
          <a:pPr rtl="0"/>
          <a:r>
            <a:rPr lang="en-GB" dirty="0"/>
            <a:t>Initially  the ticket Sales (TPS)</a:t>
          </a:r>
        </a:p>
      </dgm:t>
    </dgm:pt>
    <dgm:pt modelId="{2D2DACB5-AF56-49C3-A5A6-0F351FF09D23}" type="parTrans" cxnId="{95B66BA0-509D-4FB4-B476-32D78B92C507}">
      <dgm:prSet/>
      <dgm:spPr/>
      <dgm:t>
        <a:bodyPr/>
        <a:lstStyle/>
        <a:p>
          <a:endParaRPr lang="en-US"/>
        </a:p>
      </dgm:t>
    </dgm:pt>
    <dgm:pt modelId="{39C84276-CEA8-441A-93F6-59E6E3A6A173}" type="sibTrans" cxnId="{95B66BA0-509D-4FB4-B476-32D78B92C507}">
      <dgm:prSet/>
      <dgm:spPr/>
      <dgm:t>
        <a:bodyPr/>
        <a:lstStyle/>
        <a:p>
          <a:endParaRPr lang="en-US"/>
        </a:p>
      </dgm:t>
    </dgm:pt>
    <dgm:pt modelId="{F659C6BD-F27E-4657-AC20-3063C1B38D0D}">
      <dgm:prSet/>
      <dgm:spPr/>
      <dgm:t>
        <a:bodyPr/>
        <a:lstStyle/>
        <a:p>
          <a:pPr rtl="0"/>
          <a:r>
            <a:rPr lang="en-GB" dirty="0"/>
            <a:t>Later  CDs, DVDs, Blue Rays etc. Sales (TPS)</a:t>
          </a:r>
        </a:p>
      </dgm:t>
    </dgm:pt>
    <dgm:pt modelId="{E1B48768-ACB7-4594-8947-B7086CF03588}" type="parTrans" cxnId="{4624E2FF-459D-478A-9993-BA194D60D148}">
      <dgm:prSet/>
      <dgm:spPr/>
      <dgm:t>
        <a:bodyPr/>
        <a:lstStyle/>
        <a:p>
          <a:endParaRPr lang="en-US"/>
        </a:p>
      </dgm:t>
    </dgm:pt>
    <dgm:pt modelId="{25BBCA1E-FF87-4C8C-8491-9DD490C75B4E}" type="sibTrans" cxnId="{4624E2FF-459D-478A-9993-BA194D60D148}">
      <dgm:prSet/>
      <dgm:spPr/>
      <dgm:t>
        <a:bodyPr/>
        <a:lstStyle/>
        <a:p>
          <a:endParaRPr lang="en-US"/>
        </a:p>
      </dgm:t>
    </dgm:pt>
    <dgm:pt modelId="{525AC8BF-2FE6-485A-8FE1-B651B09D39F6}">
      <dgm:prSet/>
      <dgm:spPr/>
      <dgm:t>
        <a:bodyPr/>
        <a:lstStyle/>
        <a:p>
          <a:pPr rtl="0"/>
          <a:r>
            <a:rPr lang="en-GB" dirty="0"/>
            <a:t>Then the merchandise across multiple channels (TPS)</a:t>
          </a:r>
        </a:p>
      </dgm:t>
    </dgm:pt>
    <dgm:pt modelId="{B9C52188-106E-4EB0-95BB-8533B77D1514}" type="parTrans" cxnId="{05AFB0ED-797D-4886-AAC8-77EB88D33E0F}">
      <dgm:prSet/>
      <dgm:spPr/>
      <dgm:t>
        <a:bodyPr/>
        <a:lstStyle/>
        <a:p>
          <a:endParaRPr lang="en-US"/>
        </a:p>
      </dgm:t>
    </dgm:pt>
    <dgm:pt modelId="{9FDF6C7A-82E2-4C74-8493-D3DAB7860A12}" type="sibTrans" cxnId="{05AFB0ED-797D-4886-AAC8-77EB88D33E0F}">
      <dgm:prSet/>
      <dgm:spPr/>
      <dgm:t>
        <a:bodyPr/>
        <a:lstStyle/>
        <a:p>
          <a:endParaRPr lang="en-US"/>
        </a:p>
      </dgm:t>
    </dgm:pt>
    <dgm:pt modelId="{A9FE2105-CCFB-42D9-A71A-847256322FB4}">
      <dgm:prSet/>
      <dgm:spPr/>
      <dgm:t>
        <a:bodyPr/>
        <a:lstStyle/>
        <a:p>
          <a:pPr rtl="0"/>
          <a:r>
            <a:rPr lang="en-GB" dirty="0"/>
            <a:t>Population demographics, sentiments/feelings, reviews, feedback were not a visible part of the decision making</a:t>
          </a:r>
        </a:p>
      </dgm:t>
    </dgm:pt>
    <dgm:pt modelId="{4E0F269B-71FE-41F2-9F97-AFB595810DBD}" type="parTrans" cxnId="{DEDBD519-71BE-439C-AD02-A06387021B65}">
      <dgm:prSet/>
      <dgm:spPr/>
      <dgm:t>
        <a:bodyPr/>
        <a:lstStyle/>
        <a:p>
          <a:endParaRPr lang="en-US"/>
        </a:p>
      </dgm:t>
    </dgm:pt>
    <dgm:pt modelId="{1B49B58D-7B3A-43EC-85FA-61B0D1E03D8D}" type="sibTrans" cxnId="{DEDBD519-71BE-439C-AD02-A06387021B65}">
      <dgm:prSet/>
      <dgm:spPr/>
      <dgm:t>
        <a:bodyPr/>
        <a:lstStyle/>
        <a:p>
          <a:endParaRPr lang="en-US"/>
        </a:p>
      </dgm:t>
    </dgm:pt>
    <dgm:pt modelId="{5CC7F6D7-E04D-433B-917A-9DC5D0CD5F5B}">
      <dgm:prSet/>
      <dgm:spPr/>
      <dgm:t>
        <a:bodyPr/>
        <a:lstStyle/>
        <a:p>
          <a:pPr rtl="0"/>
          <a:r>
            <a:rPr lang="en-GB"/>
            <a:t>Review can be recorded and used as score/rating</a:t>
          </a:r>
        </a:p>
      </dgm:t>
    </dgm:pt>
    <dgm:pt modelId="{9BA76E38-7D9A-4393-B247-DD969CF38FCA}" type="parTrans" cxnId="{DC359CE0-96AE-46C5-8DB1-999FF16FDFEC}">
      <dgm:prSet/>
      <dgm:spPr/>
      <dgm:t>
        <a:bodyPr/>
        <a:lstStyle/>
        <a:p>
          <a:endParaRPr lang="en-US"/>
        </a:p>
      </dgm:t>
    </dgm:pt>
    <dgm:pt modelId="{0429197A-A251-4927-934D-83276A875E41}" type="sibTrans" cxnId="{DC359CE0-96AE-46C5-8DB1-999FF16FDFEC}">
      <dgm:prSet/>
      <dgm:spPr/>
      <dgm:t>
        <a:bodyPr/>
        <a:lstStyle/>
        <a:p>
          <a:endParaRPr lang="en-US"/>
        </a:p>
      </dgm:t>
    </dgm:pt>
    <dgm:pt modelId="{A2C92F4C-CF4F-4B6E-8BF5-3533D7AA7DB1}">
      <dgm:prSet/>
      <dgm:spPr/>
      <dgm:t>
        <a:bodyPr/>
        <a:lstStyle/>
        <a:p>
          <a:pPr rtl="0"/>
          <a:r>
            <a:rPr lang="en-GB"/>
            <a:t>Not including the comments</a:t>
          </a:r>
        </a:p>
      </dgm:t>
    </dgm:pt>
    <dgm:pt modelId="{A3755037-455E-4C2F-8580-D4E6C7562957}" type="parTrans" cxnId="{2297C3D4-2076-435B-A6CC-ACB62649D34A}">
      <dgm:prSet/>
      <dgm:spPr/>
      <dgm:t>
        <a:bodyPr/>
        <a:lstStyle/>
        <a:p>
          <a:endParaRPr lang="en-US"/>
        </a:p>
      </dgm:t>
    </dgm:pt>
    <dgm:pt modelId="{4BBC5635-A7D9-4AD0-BC07-CF5AE3E3317C}" type="sibTrans" cxnId="{2297C3D4-2076-435B-A6CC-ACB62649D34A}">
      <dgm:prSet/>
      <dgm:spPr/>
      <dgm:t>
        <a:bodyPr/>
        <a:lstStyle/>
        <a:p>
          <a:endParaRPr lang="en-US"/>
        </a:p>
      </dgm:t>
    </dgm:pt>
    <dgm:pt modelId="{8069F3E9-9A12-4459-8418-D6A18ADF92EF}" type="pres">
      <dgm:prSet presAssocID="{8D988E4D-AAD9-4563-A93A-556A37B8E612}" presName="theList" presStyleCnt="0">
        <dgm:presLayoutVars>
          <dgm:dir/>
          <dgm:animLvl val="lvl"/>
          <dgm:resizeHandles val="exact"/>
        </dgm:presLayoutVars>
      </dgm:prSet>
      <dgm:spPr/>
    </dgm:pt>
    <dgm:pt modelId="{662E23E6-66C0-43EF-AD6E-3EE08B9AEBBD}" type="pres">
      <dgm:prSet presAssocID="{63EE3D86-AC40-4568-BCA9-2AF3914CCFC3}" presName="compNode" presStyleCnt="0"/>
      <dgm:spPr/>
    </dgm:pt>
    <dgm:pt modelId="{DB0F44A1-E2D0-4CDA-A396-53376919D0EB}" type="pres">
      <dgm:prSet presAssocID="{63EE3D86-AC40-4568-BCA9-2AF3914CCFC3}" presName="aNode" presStyleLbl="bgShp" presStyleIdx="0" presStyleCnt="2"/>
      <dgm:spPr/>
    </dgm:pt>
    <dgm:pt modelId="{ED688A6C-C4E9-47E7-9BD9-1924632A899E}" type="pres">
      <dgm:prSet presAssocID="{63EE3D86-AC40-4568-BCA9-2AF3914CCFC3}" presName="textNode" presStyleLbl="bgShp" presStyleIdx="0" presStyleCnt="2"/>
      <dgm:spPr/>
    </dgm:pt>
    <dgm:pt modelId="{844732FE-97ED-4588-97EA-66C44B134990}" type="pres">
      <dgm:prSet presAssocID="{63EE3D86-AC40-4568-BCA9-2AF3914CCFC3}" presName="compChildNode" presStyleCnt="0"/>
      <dgm:spPr/>
    </dgm:pt>
    <dgm:pt modelId="{E1B543EB-44F9-4FD9-A505-9C4B095C3CCA}" type="pres">
      <dgm:prSet presAssocID="{63EE3D86-AC40-4568-BCA9-2AF3914CCFC3}" presName="theInnerList" presStyleCnt="0"/>
      <dgm:spPr/>
    </dgm:pt>
    <dgm:pt modelId="{50B16309-094C-476D-A293-28D3FD8C3C53}" type="pres">
      <dgm:prSet presAssocID="{538C526D-EE0A-496C-9E36-55F7548580C3}" presName="childNode" presStyleLbl="node1" presStyleIdx="0" presStyleCnt="5">
        <dgm:presLayoutVars>
          <dgm:bulletEnabled val="1"/>
        </dgm:presLayoutVars>
      </dgm:prSet>
      <dgm:spPr/>
    </dgm:pt>
    <dgm:pt modelId="{DCB3BA8B-FF5A-4F18-A9DA-CED18677E6F5}" type="pres">
      <dgm:prSet presAssocID="{538C526D-EE0A-496C-9E36-55F7548580C3}" presName="aSpace2" presStyleCnt="0"/>
      <dgm:spPr/>
    </dgm:pt>
    <dgm:pt modelId="{2E5C4155-7E64-4BAE-94CC-ED45E28C602C}" type="pres">
      <dgm:prSet presAssocID="{F659C6BD-F27E-4657-AC20-3063C1B38D0D}" presName="childNode" presStyleLbl="node1" presStyleIdx="1" presStyleCnt="5">
        <dgm:presLayoutVars>
          <dgm:bulletEnabled val="1"/>
        </dgm:presLayoutVars>
      </dgm:prSet>
      <dgm:spPr/>
    </dgm:pt>
    <dgm:pt modelId="{FD1B1D58-680A-4D95-9507-2660086111DE}" type="pres">
      <dgm:prSet presAssocID="{F659C6BD-F27E-4657-AC20-3063C1B38D0D}" presName="aSpace2" presStyleCnt="0"/>
      <dgm:spPr/>
    </dgm:pt>
    <dgm:pt modelId="{059B6BEF-4005-4BDA-96E9-6DFD86CC8D60}" type="pres">
      <dgm:prSet presAssocID="{525AC8BF-2FE6-485A-8FE1-B651B09D39F6}" presName="childNode" presStyleLbl="node1" presStyleIdx="2" presStyleCnt="5">
        <dgm:presLayoutVars>
          <dgm:bulletEnabled val="1"/>
        </dgm:presLayoutVars>
      </dgm:prSet>
      <dgm:spPr/>
    </dgm:pt>
    <dgm:pt modelId="{CE86E645-8978-475E-9FE6-E6DB968D0727}" type="pres">
      <dgm:prSet presAssocID="{63EE3D86-AC40-4568-BCA9-2AF3914CCFC3}" presName="aSpace" presStyleCnt="0"/>
      <dgm:spPr/>
    </dgm:pt>
    <dgm:pt modelId="{9B911F1C-7233-4677-B4CF-B95FF3455117}" type="pres">
      <dgm:prSet presAssocID="{A9FE2105-CCFB-42D9-A71A-847256322FB4}" presName="compNode" presStyleCnt="0"/>
      <dgm:spPr/>
    </dgm:pt>
    <dgm:pt modelId="{C9ACECE4-CED4-4A94-A65E-1985A65A5E58}" type="pres">
      <dgm:prSet presAssocID="{A9FE2105-CCFB-42D9-A71A-847256322FB4}" presName="aNode" presStyleLbl="bgShp" presStyleIdx="1" presStyleCnt="2"/>
      <dgm:spPr/>
    </dgm:pt>
    <dgm:pt modelId="{D3CE893C-0A26-4091-BA19-7B473DBB7761}" type="pres">
      <dgm:prSet presAssocID="{A9FE2105-CCFB-42D9-A71A-847256322FB4}" presName="textNode" presStyleLbl="bgShp" presStyleIdx="1" presStyleCnt="2"/>
      <dgm:spPr/>
    </dgm:pt>
    <dgm:pt modelId="{45E9CD48-54AE-424F-95A3-584CBE95CACA}" type="pres">
      <dgm:prSet presAssocID="{A9FE2105-CCFB-42D9-A71A-847256322FB4}" presName="compChildNode" presStyleCnt="0"/>
      <dgm:spPr/>
    </dgm:pt>
    <dgm:pt modelId="{13DE40BA-FCE2-4E45-AE33-00697CC88BF6}" type="pres">
      <dgm:prSet presAssocID="{A9FE2105-CCFB-42D9-A71A-847256322FB4}" presName="theInnerList" presStyleCnt="0"/>
      <dgm:spPr/>
    </dgm:pt>
    <dgm:pt modelId="{0E734C0F-2C5E-4EFC-BEC2-6214EC6A87F5}" type="pres">
      <dgm:prSet presAssocID="{5CC7F6D7-E04D-433B-917A-9DC5D0CD5F5B}" presName="childNode" presStyleLbl="node1" presStyleIdx="3" presStyleCnt="5">
        <dgm:presLayoutVars>
          <dgm:bulletEnabled val="1"/>
        </dgm:presLayoutVars>
      </dgm:prSet>
      <dgm:spPr/>
    </dgm:pt>
    <dgm:pt modelId="{2795BC6A-DD3D-46E9-B7A5-83DCE6D86A17}" type="pres">
      <dgm:prSet presAssocID="{5CC7F6D7-E04D-433B-917A-9DC5D0CD5F5B}" presName="aSpace2" presStyleCnt="0"/>
      <dgm:spPr/>
    </dgm:pt>
    <dgm:pt modelId="{0BF4BB09-AAD2-4826-B730-53F506A199A0}" type="pres">
      <dgm:prSet presAssocID="{A2C92F4C-CF4F-4B6E-8BF5-3533D7AA7DB1}" presName="childNode" presStyleLbl="node1" presStyleIdx="4" presStyleCnt="5">
        <dgm:presLayoutVars>
          <dgm:bulletEnabled val="1"/>
        </dgm:presLayoutVars>
      </dgm:prSet>
      <dgm:spPr/>
    </dgm:pt>
  </dgm:ptLst>
  <dgm:cxnLst>
    <dgm:cxn modelId="{59C73011-5848-425E-B230-2F63C30265F8}" type="presOf" srcId="{A9FE2105-CCFB-42D9-A71A-847256322FB4}" destId="{C9ACECE4-CED4-4A94-A65E-1985A65A5E58}" srcOrd="0" destOrd="0" presId="urn:microsoft.com/office/officeart/2005/8/layout/lProcess2"/>
    <dgm:cxn modelId="{8841F413-8A8B-4584-B8FD-07B5F2946046}" type="presOf" srcId="{63EE3D86-AC40-4568-BCA9-2AF3914CCFC3}" destId="{ED688A6C-C4E9-47E7-9BD9-1924632A899E}" srcOrd="1" destOrd="0" presId="urn:microsoft.com/office/officeart/2005/8/layout/lProcess2"/>
    <dgm:cxn modelId="{DEDBD519-71BE-439C-AD02-A06387021B65}" srcId="{8D988E4D-AAD9-4563-A93A-556A37B8E612}" destId="{A9FE2105-CCFB-42D9-A71A-847256322FB4}" srcOrd="1" destOrd="0" parTransId="{4E0F269B-71FE-41F2-9F97-AFB595810DBD}" sibTransId="{1B49B58D-7B3A-43EC-85FA-61B0D1E03D8D}"/>
    <dgm:cxn modelId="{3263832D-A4FE-4ADB-B439-EAC3DA8564B9}" type="presOf" srcId="{A2C92F4C-CF4F-4B6E-8BF5-3533D7AA7DB1}" destId="{0BF4BB09-AAD2-4826-B730-53F506A199A0}" srcOrd="0" destOrd="0" presId="urn:microsoft.com/office/officeart/2005/8/layout/lProcess2"/>
    <dgm:cxn modelId="{D13FFB5E-E22F-464E-9451-D7ADFC17BDE9}" type="presOf" srcId="{63EE3D86-AC40-4568-BCA9-2AF3914CCFC3}" destId="{DB0F44A1-E2D0-4CDA-A396-53376919D0EB}" srcOrd="0" destOrd="0" presId="urn:microsoft.com/office/officeart/2005/8/layout/lProcess2"/>
    <dgm:cxn modelId="{D7DDD177-4682-41FB-8F9D-DD2A42A730CB}" type="presOf" srcId="{525AC8BF-2FE6-485A-8FE1-B651B09D39F6}" destId="{059B6BEF-4005-4BDA-96E9-6DFD86CC8D60}" srcOrd="0" destOrd="0" presId="urn:microsoft.com/office/officeart/2005/8/layout/lProcess2"/>
    <dgm:cxn modelId="{8FB4F583-45B1-4CDA-8F1A-ECB8446BAA4D}" type="presOf" srcId="{F659C6BD-F27E-4657-AC20-3063C1B38D0D}" destId="{2E5C4155-7E64-4BAE-94CC-ED45E28C602C}" srcOrd="0" destOrd="0" presId="urn:microsoft.com/office/officeart/2005/8/layout/lProcess2"/>
    <dgm:cxn modelId="{95B66BA0-509D-4FB4-B476-32D78B92C507}" srcId="{63EE3D86-AC40-4568-BCA9-2AF3914CCFC3}" destId="{538C526D-EE0A-496C-9E36-55F7548580C3}" srcOrd="0" destOrd="0" parTransId="{2D2DACB5-AF56-49C3-A5A6-0F351FF09D23}" sibTransId="{39C84276-CEA8-441A-93F6-59E6E3A6A173}"/>
    <dgm:cxn modelId="{47C025D1-D3E6-4DD5-A876-AD80081D9BD1}" type="presOf" srcId="{538C526D-EE0A-496C-9E36-55F7548580C3}" destId="{50B16309-094C-476D-A293-28D3FD8C3C53}" srcOrd="0" destOrd="0" presId="urn:microsoft.com/office/officeart/2005/8/layout/lProcess2"/>
    <dgm:cxn modelId="{2297C3D4-2076-435B-A6CC-ACB62649D34A}" srcId="{A9FE2105-CCFB-42D9-A71A-847256322FB4}" destId="{A2C92F4C-CF4F-4B6E-8BF5-3533D7AA7DB1}" srcOrd="1" destOrd="0" parTransId="{A3755037-455E-4C2F-8580-D4E6C7562957}" sibTransId="{4BBC5635-A7D9-4AD0-BC07-CF5AE3E3317C}"/>
    <dgm:cxn modelId="{94BE9FD9-D97C-40A5-B93F-B68427ADCB44}" srcId="{8D988E4D-AAD9-4563-A93A-556A37B8E612}" destId="{63EE3D86-AC40-4568-BCA9-2AF3914CCFC3}" srcOrd="0" destOrd="0" parTransId="{AE45A821-E20C-4A10-805F-0CFD355DB695}" sibTransId="{0B44ED2F-916A-4080-9736-C67917041E8A}"/>
    <dgm:cxn modelId="{8D5212DE-E643-4E99-8D91-0B63E0C5508C}" type="presOf" srcId="{5CC7F6D7-E04D-433B-917A-9DC5D0CD5F5B}" destId="{0E734C0F-2C5E-4EFC-BEC2-6214EC6A87F5}" srcOrd="0" destOrd="0" presId="urn:microsoft.com/office/officeart/2005/8/layout/lProcess2"/>
    <dgm:cxn modelId="{DC359CE0-96AE-46C5-8DB1-999FF16FDFEC}" srcId="{A9FE2105-CCFB-42D9-A71A-847256322FB4}" destId="{5CC7F6D7-E04D-433B-917A-9DC5D0CD5F5B}" srcOrd="0" destOrd="0" parTransId="{9BA76E38-7D9A-4393-B247-DD969CF38FCA}" sibTransId="{0429197A-A251-4927-934D-83276A875E41}"/>
    <dgm:cxn modelId="{05AFB0ED-797D-4886-AAC8-77EB88D33E0F}" srcId="{63EE3D86-AC40-4568-BCA9-2AF3914CCFC3}" destId="{525AC8BF-2FE6-485A-8FE1-B651B09D39F6}" srcOrd="2" destOrd="0" parTransId="{B9C52188-106E-4EB0-95BB-8533B77D1514}" sibTransId="{9FDF6C7A-82E2-4C74-8493-D3DAB7860A12}"/>
    <dgm:cxn modelId="{D1F70EF7-EE45-47C5-ADBD-593B05E65E8A}" type="presOf" srcId="{A9FE2105-CCFB-42D9-A71A-847256322FB4}" destId="{D3CE893C-0A26-4091-BA19-7B473DBB7761}" srcOrd="1" destOrd="0" presId="urn:microsoft.com/office/officeart/2005/8/layout/lProcess2"/>
    <dgm:cxn modelId="{015B72FF-0C72-4A14-B678-997D078D7D29}" type="presOf" srcId="{8D988E4D-AAD9-4563-A93A-556A37B8E612}" destId="{8069F3E9-9A12-4459-8418-D6A18ADF92EF}" srcOrd="0" destOrd="0" presId="urn:microsoft.com/office/officeart/2005/8/layout/lProcess2"/>
    <dgm:cxn modelId="{4624E2FF-459D-478A-9993-BA194D60D148}" srcId="{63EE3D86-AC40-4568-BCA9-2AF3914CCFC3}" destId="{F659C6BD-F27E-4657-AC20-3063C1B38D0D}" srcOrd="1" destOrd="0" parTransId="{E1B48768-ACB7-4594-8947-B7086CF03588}" sibTransId="{25BBCA1E-FF87-4C8C-8491-9DD490C75B4E}"/>
    <dgm:cxn modelId="{1D1F482D-EB36-4C28-BAAF-5AB41E7B7FBB}" type="presParOf" srcId="{8069F3E9-9A12-4459-8418-D6A18ADF92EF}" destId="{662E23E6-66C0-43EF-AD6E-3EE08B9AEBBD}" srcOrd="0" destOrd="0" presId="urn:microsoft.com/office/officeart/2005/8/layout/lProcess2"/>
    <dgm:cxn modelId="{F0297BE9-4A41-451E-910C-1AB4FFEA5773}" type="presParOf" srcId="{662E23E6-66C0-43EF-AD6E-3EE08B9AEBBD}" destId="{DB0F44A1-E2D0-4CDA-A396-53376919D0EB}" srcOrd="0" destOrd="0" presId="urn:microsoft.com/office/officeart/2005/8/layout/lProcess2"/>
    <dgm:cxn modelId="{9BE3D358-AB4D-4D90-9FDF-D725836FE6D4}" type="presParOf" srcId="{662E23E6-66C0-43EF-AD6E-3EE08B9AEBBD}" destId="{ED688A6C-C4E9-47E7-9BD9-1924632A899E}" srcOrd="1" destOrd="0" presId="urn:microsoft.com/office/officeart/2005/8/layout/lProcess2"/>
    <dgm:cxn modelId="{C14FC892-1693-4B6A-8A88-6C57232E63C0}" type="presParOf" srcId="{662E23E6-66C0-43EF-AD6E-3EE08B9AEBBD}" destId="{844732FE-97ED-4588-97EA-66C44B134990}" srcOrd="2" destOrd="0" presId="urn:microsoft.com/office/officeart/2005/8/layout/lProcess2"/>
    <dgm:cxn modelId="{905F2202-1FEE-41BD-8A48-0840D45379A5}" type="presParOf" srcId="{844732FE-97ED-4588-97EA-66C44B134990}" destId="{E1B543EB-44F9-4FD9-A505-9C4B095C3CCA}" srcOrd="0" destOrd="0" presId="urn:microsoft.com/office/officeart/2005/8/layout/lProcess2"/>
    <dgm:cxn modelId="{8EEA19ED-9D16-49A1-8C47-78EAD947B979}" type="presParOf" srcId="{E1B543EB-44F9-4FD9-A505-9C4B095C3CCA}" destId="{50B16309-094C-476D-A293-28D3FD8C3C53}" srcOrd="0" destOrd="0" presId="urn:microsoft.com/office/officeart/2005/8/layout/lProcess2"/>
    <dgm:cxn modelId="{94B1EFC9-B9DC-4D26-9FEF-FB47DCD04E9A}" type="presParOf" srcId="{E1B543EB-44F9-4FD9-A505-9C4B095C3CCA}" destId="{DCB3BA8B-FF5A-4F18-A9DA-CED18677E6F5}" srcOrd="1" destOrd="0" presId="urn:microsoft.com/office/officeart/2005/8/layout/lProcess2"/>
    <dgm:cxn modelId="{8585CF9F-D181-40F0-B4E9-9225FED1DE49}" type="presParOf" srcId="{E1B543EB-44F9-4FD9-A505-9C4B095C3CCA}" destId="{2E5C4155-7E64-4BAE-94CC-ED45E28C602C}" srcOrd="2" destOrd="0" presId="urn:microsoft.com/office/officeart/2005/8/layout/lProcess2"/>
    <dgm:cxn modelId="{8B79D295-1B59-4D59-8A3B-6C4B6639D33F}" type="presParOf" srcId="{E1B543EB-44F9-4FD9-A505-9C4B095C3CCA}" destId="{FD1B1D58-680A-4D95-9507-2660086111DE}" srcOrd="3" destOrd="0" presId="urn:microsoft.com/office/officeart/2005/8/layout/lProcess2"/>
    <dgm:cxn modelId="{4FAF4633-DA37-4240-8C74-B50B6C75DDFB}" type="presParOf" srcId="{E1B543EB-44F9-4FD9-A505-9C4B095C3CCA}" destId="{059B6BEF-4005-4BDA-96E9-6DFD86CC8D60}" srcOrd="4" destOrd="0" presId="urn:microsoft.com/office/officeart/2005/8/layout/lProcess2"/>
    <dgm:cxn modelId="{F37DFF0A-874D-4DF7-A0B2-CF696FD9BD17}" type="presParOf" srcId="{8069F3E9-9A12-4459-8418-D6A18ADF92EF}" destId="{CE86E645-8978-475E-9FE6-E6DB968D0727}" srcOrd="1" destOrd="0" presId="urn:microsoft.com/office/officeart/2005/8/layout/lProcess2"/>
    <dgm:cxn modelId="{583BD333-0334-484D-9C42-C6EB272D1B51}" type="presParOf" srcId="{8069F3E9-9A12-4459-8418-D6A18ADF92EF}" destId="{9B911F1C-7233-4677-B4CF-B95FF3455117}" srcOrd="2" destOrd="0" presId="urn:microsoft.com/office/officeart/2005/8/layout/lProcess2"/>
    <dgm:cxn modelId="{1DBC1472-0CAC-4449-8EFB-B51052EE0455}" type="presParOf" srcId="{9B911F1C-7233-4677-B4CF-B95FF3455117}" destId="{C9ACECE4-CED4-4A94-A65E-1985A65A5E58}" srcOrd="0" destOrd="0" presId="urn:microsoft.com/office/officeart/2005/8/layout/lProcess2"/>
    <dgm:cxn modelId="{5745C3D8-562D-42A6-9887-C92FA36D36C0}" type="presParOf" srcId="{9B911F1C-7233-4677-B4CF-B95FF3455117}" destId="{D3CE893C-0A26-4091-BA19-7B473DBB7761}" srcOrd="1" destOrd="0" presId="urn:microsoft.com/office/officeart/2005/8/layout/lProcess2"/>
    <dgm:cxn modelId="{9DCF13A1-8B41-4E59-AE62-E478BE73FD0F}" type="presParOf" srcId="{9B911F1C-7233-4677-B4CF-B95FF3455117}" destId="{45E9CD48-54AE-424F-95A3-584CBE95CACA}" srcOrd="2" destOrd="0" presId="urn:microsoft.com/office/officeart/2005/8/layout/lProcess2"/>
    <dgm:cxn modelId="{30A0A0E6-F572-46CC-8B67-5622C349D80F}" type="presParOf" srcId="{45E9CD48-54AE-424F-95A3-584CBE95CACA}" destId="{13DE40BA-FCE2-4E45-AE33-00697CC88BF6}" srcOrd="0" destOrd="0" presId="urn:microsoft.com/office/officeart/2005/8/layout/lProcess2"/>
    <dgm:cxn modelId="{27717F04-C1DB-43A8-A638-86150CAC5FBC}" type="presParOf" srcId="{13DE40BA-FCE2-4E45-AE33-00697CC88BF6}" destId="{0E734C0F-2C5E-4EFC-BEC2-6214EC6A87F5}" srcOrd="0" destOrd="0" presId="urn:microsoft.com/office/officeart/2005/8/layout/lProcess2"/>
    <dgm:cxn modelId="{B8B18BF9-E91B-4EA1-B36F-A7F29419A045}" type="presParOf" srcId="{13DE40BA-FCE2-4E45-AE33-00697CC88BF6}" destId="{2795BC6A-DD3D-46E9-B7A5-83DCE6D86A17}" srcOrd="1" destOrd="0" presId="urn:microsoft.com/office/officeart/2005/8/layout/lProcess2"/>
    <dgm:cxn modelId="{7CB1BC59-1443-46A4-923A-CDD7E6E28067}" type="presParOf" srcId="{13DE40BA-FCE2-4E45-AE33-00697CC88BF6}" destId="{0BF4BB09-AAD2-4826-B730-53F506A199A0}"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423DF15-F719-4D62-ABD2-83B2BDE44EE8}" type="doc">
      <dgm:prSet loTypeId="urn:microsoft.com/office/officeart/2005/8/layout/venn3" loCatId="relationship" qsTypeId="urn:microsoft.com/office/officeart/2005/8/quickstyle/simple1" qsCatId="simple" csTypeId="urn:microsoft.com/office/officeart/2005/8/colors/colorful5" csCatId="colorful" phldr="1"/>
      <dgm:spPr/>
      <dgm:t>
        <a:bodyPr/>
        <a:lstStyle/>
        <a:p>
          <a:endParaRPr lang="en-US"/>
        </a:p>
      </dgm:t>
    </dgm:pt>
    <dgm:pt modelId="{EBC21337-D1C5-43CC-A25F-24C89B00D855}">
      <dgm:prSet/>
      <dgm:spPr/>
      <dgm:t>
        <a:bodyPr/>
        <a:lstStyle/>
        <a:p>
          <a:pPr rtl="0"/>
          <a:r>
            <a:rPr lang="en-GB" dirty="0"/>
            <a:t>Handling a variety of data formats with </a:t>
          </a:r>
          <a:r>
            <a:rPr lang="en-US" dirty="0"/>
            <a:t>varying</a:t>
          </a:r>
          <a:r>
            <a:rPr lang="en-GB" dirty="0"/>
            <a:t> degree of complexity</a:t>
          </a:r>
        </a:p>
      </dgm:t>
    </dgm:pt>
    <dgm:pt modelId="{C492BC65-94BE-48E2-BDCC-251C21D0D9BE}" type="parTrans" cxnId="{AEA49D9A-F272-4CCB-A683-1FB2D95C8502}">
      <dgm:prSet/>
      <dgm:spPr/>
      <dgm:t>
        <a:bodyPr/>
        <a:lstStyle/>
        <a:p>
          <a:endParaRPr lang="en-US"/>
        </a:p>
      </dgm:t>
    </dgm:pt>
    <dgm:pt modelId="{56CD8226-D1B0-4705-8A3F-51F40F9BA8D5}" type="sibTrans" cxnId="{AEA49D9A-F272-4CCB-A683-1FB2D95C8502}">
      <dgm:prSet/>
      <dgm:spPr/>
      <dgm:t>
        <a:bodyPr/>
        <a:lstStyle/>
        <a:p>
          <a:endParaRPr lang="en-US"/>
        </a:p>
      </dgm:t>
    </dgm:pt>
    <dgm:pt modelId="{304D4AB2-A9B7-4CC7-8C52-030FBC53E706}">
      <dgm:prSet/>
      <dgm:spPr/>
      <dgm:t>
        <a:bodyPr/>
        <a:lstStyle/>
        <a:p>
          <a:pPr rtl="0"/>
          <a:r>
            <a:rPr lang="en-GB"/>
            <a:t>Companies like Google, Yahoo, Facebook etc. invested in technology solutions for data management</a:t>
          </a:r>
        </a:p>
      </dgm:t>
    </dgm:pt>
    <dgm:pt modelId="{9BAAFE85-E4F4-4E49-A72F-A078DEAABBA9}" type="parTrans" cxnId="{97F28C5D-17D1-406D-884F-D95545AFFCCE}">
      <dgm:prSet/>
      <dgm:spPr/>
      <dgm:t>
        <a:bodyPr/>
        <a:lstStyle/>
        <a:p>
          <a:endParaRPr lang="en-US"/>
        </a:p>
      </dgm:t>
    </dgm:pt>
    <dgm:pt modelId="{53FA8EE4-488C-43E4-869D-65165779402C}" type="sibTrans" cxnId="{97F28C5D-17D1-406D-884F-D95545AFFCCE}">
      <dgm:prSet/>
      <dgm:spPr/>
      <dgm:t>
        <a:bodyPr/>
        <a:lstStyle/>
        <a:p>
          <a:endParaRPr lang="en-US"/>
        </a:p>
      </dgm:t>
    </dgm:pt>
    <dgm:pt modelId="{7D4C421A-6395-4543-B60C-6BE93582D7BD}">
      <dgm:prSet/>
      <dgm:spPr/>
      <dgm:t>
        <a:bodyPr/>
        <a:lstStyle/>
        <a:p>
          <a:pPr rtl="0"/>
          <a:r>
            <a:rPr lang="en-GB" dirty="0"/>
            <a:t>Consume a large volume of data with varied format and complexity in a short amount of time.</a:t>
          </a:r>
        </a:p>
      </dgm:t>
    </dgm:pt>
    <dgm:pt modelId="{40BCEF71-14BB-4BA2-A432-2E5673710A49}" type="parTrans" cxnId="{B9A77F8D-829A-4B75-A2A0-8BB992DD78BE}">
      <dgm:prSet/>
      <dgm:spPr/>
      <dgm:t>
        <a:bodyPr/>
        <a:lstStyle/>
        <a:p>
          <a:endParaRPr lang="en-US"/>
        </a:p>
      </dgm:t>
    </dgm:pt>
    <dgm:pt modelId="{20C278EC-73E7-4F23-9CB2-5CF42A51E84E}" type="sibTrans" cxnId="{B9A77F8D-829A-4B75-A2A0-8BB992DD78BE}">
      <dgm:prSet/>
      <dgm:spPr/>
      <dgm:t>
        <a:bodyPr/>
        <a:lstStyle/>
        <a:p>
          <a:endParaRPr lang="en-US"/>
        </a:p>
      </dgm:t>
    </dgm:pt>
    <dgm:pt modelId="{6B366F13-76E0-44EF-B1D4-4B6732AA9B21}" type="pres">
      <dgm:prSet presAssocID="{0423DF15-F719-4D62-ABD2-83B2BDE44EE8}" presName="Name0" presStyleCnt="0">
        <dgm:presLayoutVars>
          <dgm:dir/>
          <dgm:resizeHandles val="exact"/>
        </dgm:presLayoutVars>
      </dgm:prSet>
      <dgm:spPr/>
    </dgm:pt>
    <dgm:pt modelId="{7A57CF66-6C03-494B-9ECA-B3F28B2F5630}" type="pres">
      <dgm:prSet presAssocID="{EBC21337-D1C5-43CC-A25F-24C89B00D855}" presName="Name5" presStyleLbl="vennNode1" presStyleIdx="0" presStyleCnt="3">
        <dgm:presLayoutVars>
          <dgm:bulletEnabled val="1"/>
        </dgm:presLayoutVars>
      </dgm:prSet>
      <dgm:spPr/>
    </dgm:pt>
    <dgm:pt modelId="{1EAC8552-4E17-48A2-B521-C4DB70C075B2}" type="pres">
      <dgm:prSet presAssocID="{56CD8226-D1B0-4705-8A3F-51F40F9BA8D5}" presName="space" presStyleCnt="0"/>
      <dgm:spPr/>
    </dgm:pt>
    <dgm:pt modelId="{66F66947-627A-4A18-B9E5-88045E1332D0}" type="pres">
      <dgm:prSet presAssocID="{304D4AB2-A9B7-4CC7-8C52-030FBC53E706}" presName="Name5" presStyleLbl="vennNode1" presStyleIdx="1" presStyleCnt="3">
        <dgm:presLayoutVars>
          <dgm:bulletEnabled val="1"/>
        </dgm:presLayoutVars>
      </dgm:prSet>
      <dgm:spPr/>
    </dgm:pt>
    <dgm:pt modelId="{B0195FFF-E1AE-4631-912F-912722B8A33E}" type="pres">
      <dgm:prSet presAssocID="{53FA8EE4-488C-43E4-869D-65165779402C}" presName="space" presStyleCnt="0"/>
      <dgm:spPr/>
    </dgm:pt>
    <dgm:pt modelId="{87F9E601-09F2-48CF-BDA9-AA8772974D32}" type="pres">
      <dgm:prSet presAssocID="{7D4C421A-6395-4543-B60C-6BE93582D7BD}" presName="Name5" presStyleLbl="vennNode1" presStyleIdx="2" presStyleCnt="3">
        <dgm:presLayoutVars>
          <dgm:bulletEnabled val="1"/>
        </dgm:presLayoutVars>
      </dgm:prSet>
      <dgm:spPr/>
    </dgm:pt>
  </dgm:ptLst>
  <dgm:cxnLst>
    <dgm:cxn modelId="{6302560E-C90E-48D4-A850-6278540A1862}" type="presOf" srcId="{0423DF15-F719-4D62-ABD2-83B2BDE44EE8}" destId="{6B366F13-76E0-44EF-B1D4-4B6732AA9B21}" srcOrd="0" destOrd="0" presId="urn:microsoft.com/office/officeart/2005/8/layout/venn3"/>
    <dgm:cxn modelId="{EB0CD43E-6176-4EA4-9C70-6C233094DCBA}" type="presOf" srcId="{304D4AB2-A9B7-4CC7-8C52-030FBC53E706}" destId="{66F66947-627A-4A18-B9E5-88045E1332D0}" srcOrd="0" destOrd="0" presId="urn:microsoft.com/office/officeart/2005/8/layout/venn3"/>
    <dgm:cxn modelId="{97F28C5D-17D1-406D-884F-D95545AFFCCE}" srcId="{0423DF15-F719-4D62-ABD2-83B2BDE44EE8}" destId="{304D4AB2-A9B7-4CC7-8C52-030FBC53E706}" srcOrd="1" destOrd="0" parTransId="{9BAAFE85-E4F4-4E49-A72F-A078DEAABBA9}" sibTransId="{53FA8EE4-488C-43E4-869D-65165779402C}"/>
    <dgm:cxn modelId="{227CD761-D1B8-4CBD-A0F8-EFD0079CF453}" type="presOf" srcId="{7D4C421A-6395-4543-B60C-6BE93582D7BD}" destId="{87F9E601-09F2-48CF-BDA9-AA8772974D32}" srcOrd="0" destOrd="0" presId="urn:microsoft.com/office/officeart/2005/8/layout/venn3"/>
    <dgm:cxn modelId="{6331124C-FAA6-4B9F-A960-360C5DD59EC6}" type="presOf" srcId="{EBC21337-D1C5-43CC-A25F-24C89B00D855}" destId="{7A57CF66-6C03-494B-9ECA-B3F28B2F5630}" srcOrd="0" destOrd="0" presId="urn:microsoft.com/office/officeart/2005/8/layout/venn3"/>
    <dgm:cxn modelId="{B9A77F8D-829A-4B75-A2A0-8BB992DD78BE}" srcId="{0423DF15-F719-4D62-ABD2-83B2BDE44EE8}" destId="{7D4C421A-6395-4543-B60C-6BE93582D7BD}" srcOrd="2" destOrd="0" parTransId="{40BCEF71-14BB-4BA2-A432-2E5673710A49}" sibTransId="{20C278EC-73E7-4F23-9CB2-5CF42A51E84E}"/>
    <dgm:cxn modelId="{AEA49D9A-F272-4CCB-A683-1FB2D95C8502}" srcId="{0423DF15-F719-4D62-ABD2-83B2BDE44EE8}" destId="{EBC21337-D1C5-43CC-A25F-24C89B00D855}" srcOrd="0" destOrd="0" parTransId="{C492BC65-94BE-48E2-BDCC-251C21D0D9BE}" sibTransId="{56CD8226-D1B0-4705-8A3F-51F40F9BA8D5}"/>
    <dgm:cxn modelId="{466DA58B-1478-4EF4-824C-01265C42B495}" type="presParOf" srcId="{6B366F13-76E0-44EF-B1D4-4B6732AA9B21}" destId="{7A57CF66-6C03-494B-9ECA-B3F28B2F5630}" srcOrd="0" destOrd="0" presId="urn:microsoft.com/office/officeart/2005/8/layout/venn3"/>
    <dgm:cxn modelId="{F1045275-6024-4E53-9917-30521B5245BE}" type="presParOf" srcId="{6B366F13-76E0-44EF-B1D4-4B6732AA9B21}" destId="{1EAC8552-4E17-48A2-B521-C4DB70C075B2}" srcOrd="1" destOrd="0" presId="urn:microsoft.com/office/officeart/2005/8/layout/venn3"/>
    <dgm:cxn modelId="{1FC6D7F8-653F-4A2F-821A-7916FC656DFA}" type="presParOf" srcId="{6B366F13-76E0-44EF-B1D4-4B6732AA9B21}" destId="{66F66947-627A-4A18-B9E5-88045E1332D0}" srcOrd="2" destOrd="0" presId="urn:microsoft.com/office/officeart/2005/8/layout/venn3"/>
    <dgm:cxn modelId="{55EE43EA-91F0-434F-8CC5-D752A76D51EC}" type="presParOf" srcId="{6B366F13-76E0-44EF-B1D4-4B6732AA9B21}" destId="{B0195FFF-E1AE-4631-912F-912722B8A33E}" srcOrd="3" destOrd="0" presId="urn:microsoft.com/office/officeart/2005/8/layout/venn3"/>
    <dgm:cxn modelId="{137F52FB-400B-4DC1-910C-D7CD38D46EC5}" type="presParOf" srcId="{6B366F13-76E0-44EF-B1D4-4B6732AA9B21}" destId="{87F9E601-09F2-48CF-BDA9-AA8772974D32}" srcOrd="4" destOrd="0" presId="urn:microsoft.com/office/officeart/2005/8/layout/ven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27E87387-8B1D-4CB1-8231-1A6EB757495F}" type="doc">
      <dgm:prSet loTypeId="urn:microsoft.com/office/officeart/2005/8/layout/vList2" loCatId="list" qsTypeId="urn:microsoft.com/office/officeart/2005/8/quickstyle/simple1" qsCatId="simple" csTypeId="urn:microsoft.com/office/officeart/2005/8/colors/colorful3" csCatId="colorful"/>
      <dgm:spPr/>
      <dgm:t>
        <a:bodyPr/>
        <a:lstStyle/>
        <a:p>
          <a:endParaRPr lang="en-US"/>
        </a:p>
      </dgm:t>
    </dgm:pt>
    <dgm:pt modelId="{9D51BF9F-F3AE-4CB7-9D90-84D36ABF45B3}">
      <dgm:prSet custT="1"/>
      <dgm:spPr/>
      <dgm:t>
        <a:bodyPr/>
        <a:lstStyle/>
        <a:p>
          <a:pPr rtl="0"/>
          <a:r>
            <a:rPr lang="en-GB" sz="2400" dirty="0"/>
            <a:t>Biggest phenomenon of the modern computing industry (?)</a:t>
          </a:r>
        </a:p>
      </dgm:t>
    </dgm:pt>
    <dgm:pt modelId="{74173CCD-942D-4223-9A29-0C19A83BEAB3}" type="parTrans" cxnId="{F9AAFE52-AD2C-4724-A24C-AEEA373B2F50}">
      <dgm:prSet/>
      <dgm:spPr/>
      <dgm:t>
        <a:bodyPr/>
        <a:lstStyle/>
        <a:p>
          <a:endParaRPr lang="en-US"/>
        </a:p>
      </dgm:t>
    </dgm:pt>
    <dgm:pt modelId="{5E13B27B-667C-4A3B-BC9B-53B1D9426BB1}" type="sibTrans" cxnId="{F9AAFE52-AD2C-4724-A24C-AEEA373B2F50}">
      <dgm:prSet/>
      <dgm:spPr/>
      <dgm:t>
        <a:bodyPr/>
        <a:lstStyle/>
        <a:p>
          <a:endParaRPr lang="en-US"/>
        </a:p>
      </dgm:t>
    </dgm:pt>
    <dgm:pt modelId="{38B06600-D843-45A3-B32A-A546F0051F66}">
      <dgm:prSet custT="1"/>
      <dgm:spPr/>
      <dgm:t>
        <a:bodyPr/>
        <a:lstStyle/>
        <a:p>
          <a:pPr rtl="0"/>
          <a:r>
            <a:rPr lang="en-GB" sz="2400"/>
            <a:t>Buzz word?</a:t>
          </a:r>
        </a:p>
      </dgm:t>
    </dgm:pt>
    <dgm:pt modelId="{CC7FBA09-AF6A-4EBC-A684-64833704496C}" type="parTrans" cxnId="{9891464F-72DE-4EF3-BEEB-5D35DBA873E1}">
      <dgm:prSet/>
      <dgm:spPr/>
      <dgm:t>
        <a:bodyPr/>
        <a:lstStyle/>
        <a:p>
          <a:endParaRPr lang="en-US"/>
        </a:p>
      </dgm:t>
    </dgm:pt>
    <dgm:pt modelId="{7BB92A7F-7E2A-40FA-B1A4-BF93783F6FB1}" type="sibTrans" cxnId="{9891464F-72DE-4EF3-BEEB-5D35DBA873E1}">
      <dgm:prSet/>
      <dgm:spPr/>
      <dgm:t>
        <a:bodyPr/>
        <a:lstStyle/>
        <a:p>
          <a:endParaRPr lang="en-US"/>
        </a:p>
      </dgm:t>
    </dgm:pt>
    <dgm:pt modelId="{2D013B27-3769-404D-B75E-8B55F60D090A}">
      <dgm:prSet custT="1"/>
      <dgm:spPr/>
      <dgm:t>
        <a:bodyPr/>
        <a:lstStyle/>
        <a:p>
          <a:pPr rtl="0"/>
          <a:r>
            <a:rPr lang="en-GB" sz="2400"/>
            <a:t>Must have technology (?)</a:t>
          </a:r>
        </a:p>
      </dgm:t>
    </dgm:pt>
    <dgm:pt modelId="{88521713-540F-4A99-9717-E5F7A8FF1321}" type="parTrans" cxnId="{704913A0-E752-4CE9-A639-C85A16BEAC45}">
      <dgm:prSet/>
      <dgm:spPr/>
      <dgm:t>
        <a:bodyPr/>
        <a:lstStyle/>
        <a:p>
          <a:endParaRPr lang="en-US"/>
        </a:p>
      </dgm:t>
    </dgm:pt>
    <dgm:pt modelId="{9CD15371-F443-40FF-B10A-62EF0A157126}" type="sibTrans" cxnId="{704913A0-E752-4CE9-A639-C85A16BEAC45}">
      <dgm:prSet/>
      <dgm:spPr/>
      <dgm:t>
        <a:bodyPr/>
        <a:lstStyle/>
        <a:p>
          <a:endParaRPr lang="en-US"/>
        </a:p>
      </dgm:t>
    </dgm:pt>
    <dgm:pt modelId="{0DF35779-43FA-4853-95DA-C3760323A88E}">
      <dgm:prSet custT="1"/>
      <dgm:spPr/>
      <dgm:t>
        <a:bodyPr/>
        <a:lstStyle/>
        <a:p>
          <a:pPr rtl="0"/>
          <a:r>
            <a:rPr lang="en-GB" sz="2400"/>
            <a:t>The fundamental reason for its popularity (?)</a:t>
          </a:r>
        </a:p>
      </dgm:t>
    </dgm:pt>
    <dgm:pt modelId="{8D2EB6C6-9F06-45A6-9903-6346AAC850CE}" type="parTrans" cxnId="{E2E17CB8-7D42-42FA-AE9E-B14BA24C34B8}">
      <dgm:prSet/>
      <dgm:spPr/>
      <dgm:t>
        <a:bodyPr/>
        <a:lstStyle/>
        <a:p>
          <a:endParaRPr lang="en-US"/>
        </a:p>
      </dgm:t>
    </dgm:pt>
    <dgm:pt modelId="{E86CFC99-26F7-41C1-9192-9E6D047F0F66}" type="sibTrans" cxnId="{E2E17CB8-7D42-42FA-AE9E-B14BA24C34B8}">
      <dgm:prSet/>
      <dgm:spPr/>
      <dgm:t>
        <a:bodyPr/>
        <a:lstStyle/>
        <a:p>
          <a:endParaRPr lang="en-US"/>
        </a:p>
      </dgm:t>
    </dgm:pt>
    <dgm:pt modelId="{4FDDC1C6-A943-45E5-BFEE-6FDD50E2BC2D}" type="pres">
      <dgm:prSet presAssocID="{27E87387-8B1D-4CB1-8231-1A6EB757495F}" presName="linear" presStyleCnt="0">
        <dgm:presLayoutVars>
          <dgm:animLvl val="lvl"/>
          <dgm:resizeHandles val="exact"/>
        </dgm:presLayoutVars>
      </dgm:prSet>
      <dgm:spPr/>
    </dgm:pt>
    <dgm:pt modelId="{6973EA79-8875-413B-8C13-418B74138D91}" type="pres">
      <dgm:prSet presAssocID="{9D51BF9F-F3AE-4CB7-9D90-84D36ABF45B3}" presName="parentText" presStyleLbl="node1" presStyleIdx="0" presStyleCnt="4">
        <dgm:presLayoutVars>
          <dgm:chMax val="0"/>
          <dgm:bulletEnabled val="1"/>
        </dgm:presLayoutVars>
      </dgm:prSet>
      <dgm:spPr/>
    </dgm:pt>
    <dgm:pt modelId="{928497F6-337F-48BE-A05F-6304B631563D}" type="pres">
      <dgm:prSet presAssocID="{5E13B27B-667C-4A3B-BC9B-53B1D9426BB1}" presName="spacer" presStyleCnt="0"/>
      <dgm:spPr/>
    </dgm:pt>
    <dgm:pt modelId="{44F00858-8A4B-4B39-ACB1-4BE63A79121C}" type="pres">
      <dgm:prSet presAssocID="{38B06600-D843-45A3-B32A-A546F0051F66}" presName="parentText" presStyleLbl="node1" presStyleIdx="1" presStyleCnt="4">
        <dgm:presLayoutVars>
          <dgm:chMax val="0"/>
          <dgm:bulletEnabled val="1"/>
        </dgm:presLayoutVars>
      </dgm:prSet>
      <dgm:spPr/>
    </dgm:pt>
    <dgm:pt modelId="{A177AC18-B324-4ABC-8D92-4B1CCD0FB048}" type="pres">
      <dgm:prSet presAssocID="{7BB92A7F-7E2A-40FA-B1A4-BF93783F6FB1}" presName="spacer" presStyleCnt="0"/>
      <dgm:spPr/>
    </dgm:pt>
    <dgm:pt modelId="{F2C56E35-9701-4720-A087-29B629B449DF}" type="pres">
      <dgm:prSet presAssocID="{2D013B27-3769-404D-B75E-8B55F60D090A}" presName="parentText" presStyleLbl="node1" presStyleIdx="2" presStyleCnt="4">
        <dgm:presLayoutVars>
          <dgm:chMax val="0"/>
          <dgm:bulletEnabled val="1"/>
        </dgm:presLayoutVars>
      </dgm:prSet>
      <dgm:spPr/>
    </dgm:pt>
    <dgm:pt modelId="{589ECDD9-30E1-481A-9D3C-6F5ADAA7521B}" type="pres">
      <dgm:prSet presAssocID="{9CD15371-F443-40FF-B10A-62EF0A157126}" presName="spacer" presStyleCnt="0"/>
      <dgm:spPr/>
    </dgm:pt>
    <dgm:pt modelId="{A7F8514D-1BDA-44B3-A01D-908AB45A27BA}" type="pres">
      <dgm:prSet presAssocID="{0DF35779-43FA-4853-95DA-C3760323A88E}" presName="parentText" presStyleLbl="node1" presStyleIdx="3" presStyleCnt="4">
        <dgm:presLayoutVars>
          <dgm:chMax val="0"/>
          <dgm:bulletEnabled val="1"/>
        </dgm:presLayoutVars>
      </dgm:prSet>
      <dgm:spPr/>
    </dgm:pt>
  </dgm:ptLst>
  <dgm:cxnLst>
    <dgm:cxn modelId="{274E8028-E89F-41EC-8730-C53CB21DEF31}" type="presOf" srcId="{38B06600-D843-45A3-B32A-A546F0051F66}" destId="{44F00858-8A4B-4B39-ACB1-4BE63A79121C}" srcOrd="0" destOrd="0" presId="urn:microsoft.com/office/officeart/2005/8/layout/vList2"/>
    <dgm:cxn modelId="{01AAE06B-BA67-4374-BE72-3730686DC99B}" type="presOf" srcId="{9D51BF9F-F3AE-4CB7-9D90-84D36ABF45B3}" destId="{6973EA79-8875-413B-8C13-418B74138D91}" srcOrd="0" destOrd="0" presId="urn:microsoft.com/office/officeart/2005/8/layout/vList2"/>
    <dgm:cxn modelId="{9891464F-72DE-4EF3-BEEB-5D35DBA873E1}" srcId="{27E87387-8B1D-4CB1-8231-1A6EB757495F}" destId="{38B06600-D843-45A3-B32A-A546F0051F66}" srcOrd="1" destOrd="0" parTransId="{CC7FBA09-AF6A-4EBC-A684-64833704496C}" sibTransId="{7BB92A7F-7E2A-40FA-B1A4-BF93783F6FB1}"/>
    <dgm:cxn modelId="{B2978E70-2A61-430E-B05F-FE0D495C2E0B}" type="presOf" srcId="{27E87387-8B1D-4CB1-8231-1A6EB757495F}" destId="{4FDDC1C6-A943-45E5-BFEE-6FDD50E2BC2D}" srcOrd="0" destOrd="0" presId="urn:microsoft.com/office/officeart/2005/8/layout/vList2"/>
    <dgm:cxn modelId="{F9AAFE52-AD2C-4724-A24C-AEEA373B2F50}" srcId="{27E87387-8B1D-4CB1-8231-1A6EB757495F}" destId="{9D51BF9F-F3AE-4CB7-9D90-84D36ABF45B3}" srcOrd="0" destOrd="0" parTransId="{74173CCD-942D-4223-9A29-0C19A83BEAB3}" sibTransId="{5E13B27B-667C-4A3B-BC9B-53B1D9426BB1}"/>
    <dgm:cxn modelId="{B9D49275-2DAE-4AA0-8A0D-F1796B51C656}" type="presOf" srcId="{0DF35779-43FA-4853-95DA-C3760323A88E}" destId="{A7F8514D-1BDA-44B3-A01D-908AB45A27BA}" srcOrd="0" destOrd="0" presId="urn:microsoft.com/office/officeart/2005/8/layout/vList2"/>
    <dgm:cxn modelId="{704913A0-E752-4CE9-A639-C85A16BEAC45}" srcId="{27E87387-8B1D-4CB1-8231-1A6EB757495F}" destId="{2D013B27-3769-404D-B75E-8B55F60D090A}" srcOrd="2" destOrd="0" parTransId="{88521713-540F-4A99-9717-E5F7A8FF1321}" sibTransId="{9CD15371-F443-40FF-B10A-62EF0A157126}"/>
    <dgm:cxn modelId="{83E93FA3-6804-489E-8E5A-FA87A3A3F5A3}" type="presOf" srcId="{2D013B27-3769-404D-B75E-8B55F60D090A}" destId="{F2C56E35-9701-4720-A087-29B629B449DF}" srcOrd="0" destOrd="0" presId="urn:microsoft.com/office/officeart/2005/8/layout/vList2"/>
    <dgm:cxn modelId="{E2E17CB8-7D42-42FA-AE9E-B14BA24C34B8}" srcId="{27E87387-8B1D-4CB1-8231-1A6EB757495F}" destId="{0DF35779-43FA-4853-95DA-C3760323A88E}" srcOrd="3" destOrd="0" parTransId="{8D2EB6C6-9F06-45A6-9903-6346AAC850CE}" sibTransId="{E86CFC99-26F7-41C1-9192-9E6D047F0F66}"/>
    <dgm:cxn modelId="{A8A8132D-F167-4F98-86B7-A6B50B8E02DF}" type="presParOf" srcId="{4FDDC1C6-A943-45E5-BFEE-6FDD50E2BC2D}" destId="{6973EA79-8875-413B-8C13-418B74138D91}" srcOrd="0" destOrd="0" presId="urn:microsoft.com/office/officeart/2005/8/layout/vList2"/>
    <dgm:cxn modelId="{34DD243A-5687-41DA-B413-2BCCEFC02E32}" type="presParOf" srcId="{4FDDC1C6-A943-45E5-BFEE-6FDD50E2BC2D}" destId="{928497F6-337F-48BE-A05F-6304B631563D}" srcOrd="1" destOrd="0" presId="urn:microsoft.com/office/officeart/2005/8/layout/vList2"/>
    <dgm:cxn modelId="{E9227857-ECE3-4C05-813D-58B97F749EAA}" type="presParOf" srcId="{4FDDC1C6-A943-45E5-BFEE-6FDD50E2BC2D}" destId="{44F00858-8A4B-4B39-ACB1-4BE63A79121C}" srcOrd="2" destOrd="0" presId="urn:microsoft.com/office/officeart/2005/8/layout/vList2"/>
    <dgm:cxn modelId="{61C5C8A4-CC1E-4C18-AF3B-9843548F47A1}" type="presParOf" srcId="{4FDDC1C6-A943-45E5-BFEE-6FDD50E2BC2D}" destId="{A177AC18-B324-4ABC-8D92-4B1CCD0FB048}" srcOrd="3" destOrd="0" presId="urn:microsoft.com/office/officeart/2005/8/layout/vList2"/>
    <dgm:cxn modelId="{BF4555CB-DFC4-4997-9AFB-48D632BDFCC6}" type="presParOf" srcId="{4FDDC1C6-A943-45E5-BFEE-6FDD50E2BC2D}" destId="{F2C56E35-9701-4720-A087-29B629B449DF}" srcOrd="4" destOrd="0" presId="urn:microsoft.com/office/officeart/2005/8/layout/vList2"/>
    <dgm:cxn modelId="{69CFA4BB-9F53-40B9-A728-DB1238AC74BE}" type="presParOf" srcId="{4FDDC1C6-A943-45E5-BFEE-6FDD50E2BC2D}" destId="{589ECDD9-30E1-481A-9D3C-6F5ADAA7521B}" srcOrd="5" destOrd="0" presId="urn:microsoft.com/office/officeart/2005/8/layout/vList2"/>
    <dgm:cxn modelId="{A813AE3B-9C43-41FA-93E2-71DA4D7B0896}" type="presParOf" srcId="{4FDDC1C6-A943-45E5-BFEE-6FDD50E2BC2D}" destId="{A7F8514D-1BDA-44B3-A01D-908AB45A27BA}"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1251F06-ED92-41EC-9DA1-36DC220289DF}" type="doc">
      <dgm:prSet loTypeId="urn:microsoft.com/office/officeart/2005/8/layout/chevron2" loCatId="list" qsTypeId="urn:microsoft.com/office/officeart/2005/8/quickstyle/simple1" qsCatId="simple" csTypeId="urn:microsoft.com/office/officeart/2005/8/colors/colorful5" csCatId="colorful" phldr="1"/>
      <dgm:spPr/>
      <dgm:t>
        <a:bodyPr/>
        <a:lstStyle/>
        <a:p>
          <a:endParaRPr lang="en-US"/>
        </a:p>
      </dgm:t>
    </dgm:pt>
    <dgm:pt modelId="{13691605-035F-4484-ADEE-2C05ED7CD981}">
      <dgm:prSet/>
      <dgm:spPr/>
      <dgm:t>
        <a:bodyPr/>
        <a:lstStyle/>
        <a:p>
          <a:pPr rtl="0"/>
          <a:r>
            <a:rPr lang="en-GB" dirty="0"/>
            <a:t>What is      Big Data ?</a:t>
          </a:r>
        </a:p>
      </dgm:t>
    </dgm:pt>
    <dgm:pt modelId="{944DD4F0-7F6D-4FF5-8416-92AF62231231}" type="parTrans" cxnId="{F1C13009-3CF1-473C-8591-B019956F1E41}">
      <dgm:prSet/>
      <dgm:spPr/>
      <dgm:t>
        <a:bodyPr/>
        <a:lstStyle/>
        <a:p>
          <a:endParaRPr lang="en-US"/>
        </a:p>
      </dgm:t>
    </dgm:pt>
    <dgm:pt modelId="{765C0852-6132-45B1-81AB-D791C52C8CEB}" type="sibTrans" cxnId="{F1C13009-3CF1-473C-8591-B019956F1E41}">
      <dgm:prSet/>
      <dgm:spPr/>
      <dgm:t>
        <a:bodyPr/>
        <a:lstStyle/>
        <a:p>
          <a:endParaRPr lang="en-US"/>
        </a:p>
      </dgm:t>
    </dgm:pt>
    <dgm:pt modelId="{9AD8C135-BD8C-4833-A25B-C9485714A60C}">
      <dgm:prSet/>
      <dgm:spPr/>
      <dgm:t>
        <a:bodyPr/>
        <a:lstStyle/>
        <a:p>
          <a:pPr rtl="0"/>
          <a:r>
            <a:rPr lang="en-GB" dirty="0"/>
            <a:t>Large Volume of Data with Varying degree of formats, complexities, and ambiguities (Variety), generated at different Velocities, which cannot be processed using traditional technologies, methods, algorithms or any off-the-shelf solutions.</a:t>
          </a:r>
        </a:p>
      </dgm:t>
    </dgm:pt>
    <dgm:pt modelId="{6A4585A4-C48E-4F0B-B1A2-34378D2B689B}" type="parTrans" cxnId="{DA152EDD-B37B-45CA-8E2B-3E3F2AAE86DD}">
      <dgm:prSet/>
      <dgm:spPr/>
      <dgm:t>
        <a:bodyPr/>
        <a:lstStyle/>
        <a:p>
          <a:endParaRPr lang="en-US"/>
        </a:p>
      </dgm:t>
    </dgm:pt>
    <dgm:pt modelId="{ADA34766-AEC9-4FD0-895F-446C48D8EA90}" type="sibTrans" cxnId="{DA152EDD-B37B-45CA-8E2B-3E3F2AAE86DD}">
      <dgm:prSet/>
      <dgm:spPr/>
      <dgm:t>
        <a:bodyPr/>
        <a:lstStyle/>
        <a:p>
          <a:endParaRPr lang="en-US"/>
        </a:p>
      </dgm:t>
    </dgm:pt>
    <dgm:pt modelId="{0987EF92-D231-4FBA-88B7-72D025428E6E}">
      <dgm:prSet/>
      <dgm:spPr/>
      <dgm:t>
        <a:bodyPr/>
        <a:lstStyle/>
        <a:p>
          <a:pPr rtl="0"/>
          <a:r>
            <a:rPr lang="en-GB"/>
            <a:t>Source include: Sensor networks, click stream data, scanning devices, machine log, airplane engines, consumer driven data from social media, transactional data</a:t>
          </a:r>
        </a:p>
      </dgm:t>
    </dgm:pt>
    <dgm:pt modelId="{8CAC18A5-D6ED-41C2-ADCA-2D40B59F01A0}" type="parTrans" cxnId="{45B90A42-7517-49E0-96AA-E4ACC2FDD6AE}">
      <dgm:prSet/>
      <dgm:spPr/>
      <dgm:t>
        <a:bodyPr/>
        <a:lstStyle/>
        <a:p>
          <a:endParaRPr lang="en-US"/>
        </a:p>
      </dgm:t>
    </dgm:pt>
    <dgm:pt modelId="{5759312D-5BDB-44CD-8742-05CEC283C3F8}" type="sibTrans" cxnId="{45B90A42-7517-49E0-96AA-E4ACC2FDD6AE}">
      <dgm:prSet/>
      <dgm:spPr/>
      <dgm:t>
        <a:bodyPr/>
        <a:lstStyle/>
        <a:p>
          <a:endParaRPr lang="en-US"/>
        </a:p>
      </dgm:t>
    </dgm:pt>
    <dgm:pt modelId="{AD919A73-F783-4D3B-A1B9-A2963B174A0A}">
      <dgm:prSet/>
      <dgm:spPr/>
      <dgm:t>
        <a:bodyPr/>
        <a:lstStyle/>
        <a:p>
          <a:pPr rtl="0"/>
          <a:r>
            <a:rPr lang="en-GB" dirty="0"/>
            <a:t>Why           Big Data ?</a:t>
          </a:r>
        </a:p>
      </dgm:t>
    </dgm:pt>
    <dgm:pt modelId="{C8B24E0F-5F4F-4DDF-99E6-DB33D0F4ED4E}" type="parTrans" cxnId="{0C992ECA-205E-4962-AD4F-7EB7F2697E2C}">
      <dgm:prSet/>
      <dgm:spPr/>
      <dgm:t>
        <a:bodyPr/>
        <a:lstStyle/>
        <a:p>
          <a:endParaRPr lang="en-US"/>
        </a:p>
      </dgm:t>
    </dgm:pt>
    <dgm:pt modelId="{1250E560-04AA-44C6-B9EA-77B949EB937E}" type="sibTrans" cxnId="{0C992ECA-205E-4962-AD4F-7EB7F2697E2C}">
      <dgm:prSet/>
      <dgm:spPr/>
      <dgm:t>
        <a:bodyPr/>
        <a:lstStyle/>
        <a:p>
          <a:endParaRPr lang="en-US"/>
        </a:p>
      </dgm:t>
    </dgm:pt>
    <dgm:pt modelId="{4E1C8A21-DA4D-4583-9599-607C4FF64CDC}">
      <dgm:prSet/>
      <dgm:spPr/>
      <dgm:t>
        <a:bodyPr/>
        <a:lstStyle/>
        <a:p>
          <a:pPr rtl="0"/>
          <a:r>
            <a:rPr lang="en-GB"/>
            <a:t>Provides the ability to access large volume of data to gain critical and useful insights</a:t>
          </a:r>
        </a:p>
      </dgm:t>
    </dgm:pt>
    <dgm:pt modelId="{C30E7706-F2C4-440F-8C15-E35E5343EFD4}" type="parTrans" cxnId="{A15F4756-F514-4B52-85E3-94ECDE266CA6}">
      <dgm:prSet/>
      <dgm:spPr/>
      <dgm:t>
        <a:bodyPr/>
        <a:lstStyle/>
        <a:p>
          <a:endParaRPr lang="en-US"/>
        </a:p>
      </dgm:t>
    </dgm:pt>
    <dgm:pt modelId="{5FD580C4-890E-491D-A47B-7F72C8E7CD7C}" type="sibTrans" cxnId="{A15F4756-F514-4B52-85E3-94ECDE266CA6}">
      <dgm:prSet/>
      <dgm:spPr/>
      <dgm:t>
        <a:bodyPr/>
        <a:lstStyle/>
        <a:p>
          <a:endParaRPr lang="en-US"/>
        </a:p>
      </dgm:t>
    </dgm:pt>
    <dgm:pt modelId="{20E2365C-C271-48FE-873B-5FBF7146D0A2}">
      <dgm:prSet/>
      <dgm:spPr/>
      <dgm:t>
        <a:bodyPr/>
        <a:lstStyle/>
        <a:p>
          <a:pPr rtl="0"/>
          <a:r>
            <a:rPr lang="en-GB"/>
            <a:t>Learning process is machine managed with minimum human intervention, hence the analysis is simpler and error free .</a:t>
          </a:r>
        </a:p>
      </dgm:t>
    </dgm:pt>
    <dgm:pt modelId="{D96660EA-CAE3-4626-B306-740FE971191F}" type="parTrans" cxnId="{BD5E8C74-3D99-4923-8A73-512D746204DB}">
      <dgm:prSet/>
      <dgm:spPr/>
      <dgm:t>
        <a:bodyPr/>
        <a:lstStyle/>
        <a:p>
          <a:endParaRPr lang="en-US"/>
        </a:p>
      </dgm:t>
    </dgm:pt>
    <dgm:pt modelId="{D81E54C0-B14F-41F7-B1C3-6AA9B95BE8C7}" type="sibTrans" cxnId="{BD5E8C74-3D99-4923-8A73-512D746204DB}">
      <dgm:prSet/>
      <dgm:spPr/>
      <dgm:t>
        <a:bodyPr/>
        <a:lstStyle/>
        <a:p>
          <a:endParaRPr lang="en-US"/>
        </a:p>
      </dgm:t>
    </dgm:pt>
    <dgm:pt modelId="{B01800CF-6451-4A63-8C19-05857C72F2A6}" type="pres">
      <dgm:prSet presAssocID="{01251F06-ED92-41EC-9DA1-36DC220289DF}" presName="linearFlow" presStyleCnt="0">
        <dgm:presLayoutVars>
          <dgm:dir/>
          <dgm:animLvl val="lvl"/>
          <dgm:resizeHandles val="exact"/>
        </dgm:presLayoutVars>
      </dgm:prSet>
      <dgm:spPr/>
    </dgm:pt>
    <dgm:pt modelId="{823437CF-43ED-4F11-9F10-0A885D8EDEEB}" type="pres">
      <dgm:prSet presAssocID="{13691605-035F-4484-ADEE-2C05ED7CD981}" presName="composite" presStyleCnt="0"/>
      <dgm:spPr/>
    </dgm:pt>
    <dgm:pt modelId="{11F29AA8-12E3-4D7D-A3BA-2236E0BBFE76}" type="pres">
      <dgm:prSet presAssocID="{13691605-035F-4484-ADEE-2C05ED7CD981}" presName="parentText" presStyleLbl="alignNode1" presStyleIdx="0" presStyleCnt="2">
        <dgm:presLayoutVars>
          <dgm:chMax val="1"/>
          <dgm:bulletEnabled val="1"/>
        </dgm:presLayoutVars>
      </dgm:prSet>
      <dgm:spPr/>
    </dgm:pt>
    <dgm:pt modelId="{03A291A2-F402-4595-8AB8-F122736BDB8A}" type="pres">
      <dgm:prSet presAssocID="{13691605-035F-4484-ADEE-2C05ED7CD981}" presName="descendantText" presStyleLbl="alignAcc1" presStyleIdx="0" presStyleCnt="2">
        <dgm:presLayoutVars>
          <dgm:bulletEnabled val="1"/>
        </dgm:presLayoutVars>
      </dgm:prSet>
      <dgm:spPr/>
    </dgm:pt>
    <dgm:pt modelId="{898901FB-6AA0-4C7D-862D-359AEE0DB6F2}" type="pres">
      <dgm:prSet presAssocID="{765C0852-6132-45B1-81AB-D791C52C8CEB}" presName="sp" presStyleCnt="0"/>
      <dgm:spPr/>
    </dgm:pt>
    <dgm:pt modelId="{DFEEFD23-45EF-4901-AD6A-23EE045C023F}" type="pres">
      <dgm:prSet presAssocID="{AD919A73-F783-4D3B-A1B9-A2963B174A0A}" presName="composite" presStyleCnt="0"/>
      <dgm:spPr/>
    </dgm:pt>
    <dgm:pt modelId="{92CD3792-89ED-420C-B3E3-9B1E884D34CE}" type="pres">
      <dgm:prSet presAssocID="{AD919A73-F783-4D3B-A1B9-A2963B174A0A}" presName="parentText" presStyleLbl="alignNode1" presStyleIdx="1" presStyleCnt="2">
        <dgm:presLayoutVars>
          <dgm:chMax val="1"/>
          <dgm:bulletEnabled val="1"/>
        </dgm:presLayoutVars>
      </dgm:prSet>
      <dgm:spPr/>
    </dgm:pt>
    <dgm:pt modelId="{C2692E7D-96D8-40FB-86BE-F55CBD40AF2A}" type="pres">
      <dgm:prSet presAssocID="{AD919A73-F783-4D3B-A1B9-A2963B174A0A}" presName="descendantText" presStyleLbl="alignAcc1" presStyleIdx="1" presStyleCnt="2">
        <dgm:presLayoutVars>
          <dgm:bulletEnabled val="1"/>
        </dgm:presLayoutVars>
      </dgm:prSet>
      <dgm:spPr/>
    </dgm:pt>
  </dgm:ptLst>
  <dgm:cxnLst>
    <dgm:cxn modelId="{9EE8A906-8293-4C0F-A0CF-63344BF9A95E}" type="presOf" srcId="{13691605-035F-4484-ADEE-2C05ED7CD981}" destId="{11F29AA8-12E3-4D7D-A3BA-2236E0BBFE76}" srcOrd="0" destOrd="0" presId="urn:microsoft.com/office/officeart/2005/8/layout/chevron2"/>
    <dgm:cxn modelId="{F1C13009-3CF1-473C-8591-B019956F1E41}" srcId="{01251F06-ED92-41EC-9DA1-36DC220289DF}" destId="{13691605-035F-4484-ADEE-2C05ED7CD981}" srcOrd="0" destOrd="0" parTransId="{944DD4F0-7F6D-4FF5-8416-92AF62231231}" sibTransId="{765C0852-6132-45B1-81AB-D791C52C8CEB}"/>
    <dgm:cxn modelId="{A6554A18-7747-4DBB-8FFE-6687353DDCD9}" type="presOf" srcId="{01251F06-ED92-41EC-9DA1-36DC220289DF}" destId="{B01800CF-6451-4A63-8C19-05857C72F2A6}" srcOrd="0" destOrd="0" presId="urn:microsoft.com/office/officeart/2005/8/layout/chevron2"/>
    <dgm:cxn modelId="{52B1273A-D22F-4819-A47C-66A069E76A84}" type="presOf" srcId="{9AD8C135-BD8C-4833-A25B-C9485714A60C}" destId="{03A291A2-F402-4595-8AB8-F122736BDB8A}" srcOrd="0" destOrd="0" presId="urn:microsoft.com/office/officeart/2005/8/layout/chevron2"/>
    <dgm:cxn modelId="{45B90A42-7517-49E0-96AA-E4ACC2FDD6AE}" srcId="{13691605-035F-4484-ADEE-2C05ED7CD981}" destId="{0987EF92-D231-4FBA-88B7-72D025428E6E}" srcOrd="1" destOrd="0" parTransId="{8CAC18A5-D6ED-41C2-ADCA-2D40B59F01A0}" sibTransId="{5759312D-5BDB-44CD-8742-05CEC283C3F8}"/>
    <dgm:cxn modelId="{D6DB5C48-FA73-4CFB-9967-CF8DB88D6B8F}" type="presOf" srcId="{AD919A73-F783-4D3B-A1B9-A2963B174A0A}" destId="{92CD3792-89ED-420C-B3E3-9B1E884D34CE}" srcOrd="0" destOrd="0" presId="urn:microsoft.com/office/officeart/2005/8/layout/chevron2"/>
    <dgm:cxn modelId="{F552E94E-6A40-4480-8367-8E3E345DE9F7}" type="presOf" srcId="{0987EF92-D231-4FBA-88B7-72D025428E6E}" destId="{03A291A2-F402-4595-8AB8-F122736BDB8A}" srcOrd="0" destOrd="1" presId="urn:microsoft.com/office/officeart/2005/8/layout/chevron2"/>
    <dgm:cxn modelId="{A1518353-7D2D-40D7-802B-A91A7B007A05}" type="presOf" srcId="{20E2365C-C271-48FE-873B-5FBF7146D0A2}" destId="{C2692E7D-96D8-40FB-86BE-F55CBD40AF2A}" srcOrd="0" destOrd="1" presId="urn:microsoft.com/office/officeart/2005/8/layout/chevron2"/>
    <dgm:cxn modelId="{BD5E8C74-3D99-4923-8A73-512D746204DB}" srcId="{AD919A73-F783-4D3B-A1B9-A2963B174A0A}" destId="{20E2365C-C271-48FE-873B-5FBF7146D0A2}" srcOrd="1" destOrd="0" parTransId="{D96660EA-CAE3-4626-B306-740FE971191F}" sibTransId="{D81E54C0-B14F-41F7-B1C3-6AA9B95BE8C7}"/>
    <dgm:cxn modelId="{A15F4756-F514-4B52-85E3-94ECDE266CA6}" srcId="{AD919A73-F783-4D3B-A1B9-A2963B174A0A}" destId="{4E1C8A21-DA4D-4583-9599-607C4FF64CDC}" srcOrd="0" destOrd="0" parTransId="{C30E7706-F2C4-440F-8C15-E35E5343EFD4}" sibTransId="{5FD580C4-890E-491D-A47B-7F72C8E7CD7C}"/>
    <dgm:cxn modelId="{2F9781A3-CE6E-4161-85E1-EF01765F47A4}" type="presOf" srcId="{4E1C8A21-DA4D-4583-9599-607C4FF64CDC}" destId="{C2692E7D-96D8-40FB-86BE-F55CBD40AF2A}" srcOrd="0" destOrd="0" presId="urn:microsoft.com/office/officeart/2005/8/layout/chevron2"/>
    <dgm:cxn modelId="{0C992ECA-205E-4962-AD4F-7EB7F2697E2C}" srcId="{01251F06-ED92-41EC-9DA1-36DC220289DF}" destId="{AD919A73-F783-4D3B-A1B9-A2963B174A0A}" srcOrd="1" destOrd="0" parTransId="{C8B24E0F-5F4F-4DDF-99E6-DB33D0F4ED4E}" sibTransId="{1250E560-04AA-44C6-B9EA-77B949EB937E}"/>
    <dgm:cxn modelId="{DA152EDD-B37B-45CA-8E2B-3E3F2AAE86DD}" srcId="{13691605-035F-4484-ADEE-2C05ED7CD981}" destId="{9AD8C135-BD8C-4833-A25B-C9485714A60C}" srcOrd="0" destOrd="0" parTransId="{6A4585A4-C48E-4F0B-B1A2-34378D2B689B}" sibTransId="{ADA34766-AEC9-4FD0-895F-446C48D8EA90}"/>
    <dgm:cxn modelId="{DC7700EB-A349-46F0-82C3-457490FF195A}" type="presParOf" srcId="{B01800CF-6451-4A63-8C19-05857C72F2A6}" destId="{823437CF-43ED-4F11-9F10-0A885D8EDEEB}" srcOrd="0" destOrd="0" presId="urn:microsoft.com/office/officeart/2005/8/layout/chevron2"/>
    <dgm:cxn modelId="{CC450CF7-8216-421A-99B9-E37A1E6CB7EF}" type="presParOf" srcId="{823437CF-43ED-4F11-9F10-0A885D8EDEEB}" destId="{11F29AA8-12E3-4D7D-A3BA-2236E0BBFE76}" srcOrd="0" destOrd="0" presId="urn:microsoft.com/office/officeart/2005/8/layout/chevron2"/>
    <dgm:cxn modelId="{79B1B1D8-3D0D-4000-B750-DE2FC71F3539}" type="presParOf" srcId="{823437CF-43ED-4F11-9F10-0A885D8EDEEB}" destId="{03A291A2-F402-4595-8AB8-F122736BDB8A}" srcOrd="1" destOrd="0" presId="urn:microsoft.com/office/officeart/2005/8/layout/chevron2"/>
    <dgm:cxn modelId="{3D2D28F7-99F6-45C1-B32E-D67575F39C31}" type="presParOf" srcId="{B01800CF-6451-4A63-8C19-05857C72F2A6}" destId="{898901FB-6AA0-4C7D-862D-359AEE0DB6F2}" srcOrd="1" destOrd="0" presId="urn:microsoft.com/office/officeart/2005/8/layout/chevron2"/>
    <dgm:cxn modelId="{CAFDCF4D-219C-4C72-9BF9-5FE1797F1681}" type="presParOf" srcId="{B01800CF-6451-4A63-8C19-05857C72F2A6}" destId="{DFEEFD23-45EF-4901-AD6A-23EE045C023F}" srcOrd="2" destOrd="0" presId="urn:microsoft.com/office/officeart/2005/8/layout/chevron2"/>
    <dgm:cxn modelId="{D91D45F3-DEF8-4CC6-BB3F-4671587BC882}" type="presParOf" srcId="{DFEEFD23-45EF-4901-AD6A-23EE045C023F}" destId="{92CD3792-89ED-420C-B3E3-9B1E884D34CE}" srcOrd="0" destOrd="0" presId="urn:microsoft.com/office/officeart/2005/8/layout/chevron2"/>
    <dgm:cxn modelId="{66A9F73B-ED74-455D-A753-7AB96A03F675}" type="presParOf" srcId="{DFEEFD23-45EF-4901-AD6A-23EE045C023F}" destId="{C2692E7D-96D8-40FB-86BE-F55CBD40AF2A}"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48B16E97-9572-458C-B51F-7843874928F8}" type="doc">
      <dgm:prSet loTypeId="urn:microsoft.com/office/officeart/2008/layout/VerticalAccentList" loCatId="list" qsTypeId="urn:microsoft.com/office/officeart/2005/8/quickstyle/simple1" qsCatId="simple" csTypeId="urn:microsoft.com/office/officeart/2005/8/colors/colorful5" csCatId="colorful" phldr="1"/>
      <dgm:spPr/>
      <dgm:t>
        <a:bodyPr/>
        <a:lstStyle/>
        <a:p>
          <a:endParaRPr lang="en-US"/>
        </a:p>
      </dgm:t>
    </dgm:pt>
    <dgm:pt modelId="{5E627EB1-D067-4D7F-BDE7-7587BDF1713D}">
      <dgm:prSet/>
      <dgm:spPr/>
      <dgm:t>
        <a:bodyPr/>
        <a:lstStyle/>
        <a:p>
          <a:pPr rtl="0"/>
          <a:r>
            <a:rPr lang="en-GB"/>
            <a:t>Big Data </a:t>
          </a:r>
        </a:p>
      </dgm:t>
    </dgm:pt>
    <dgm:pt modelId="{0569BA2E-8158-4931-BB8A-C78D7630135C}" type="parTrans" cxnId="{0E108E3C-43D0-45CF-A9C4-239660D7A1BD}">
      <dgm:prSet/>
      <dgm:spPr/>
      <dgm:t>
        <a:bodyPr/>
        <a:lstStyle/>
        <a:p>
          <a:endParaRPr lang="en-US"/>
        </a:p>
      </dgm:t>
    </dgm:pt>
    <dgm:pt modelId="{B5BBE854-B1E6-4B66-96E2-E068CDC2CBEF}" type="sibTrans" cxnId="{0E108E3C-43D0-45CF-A9C4-239660D7A1BD}">
      <dgm:prSet/>
      <dgm:spPr/>
      <dgm:t>
        <a:bodyPr/>
        <a:lstStyle/>
        <a:p>
          <a:endParaRPr lang="en-US"/>
        </a:p>
      </dgm:t>
    </dgm:pt>
    <dgm:pt modelId="{86B95E51-0F1B-400B-826D-29FDB93C0BDE}">
      <dgm:prSet/>
      <dgm:spPr/>
      <dgm:t>
        <a:bodyPr/>
        <a:lstStyle/>
        <a:p>
          <a:pPr rtl="0"/>
          <a:r>
            <a:rPr lang="en-GB" dirty="0"/>
            <a:t>Fundamentals and Architecture</a:t>
          </a:r>
        </a:p>
      </dgm:t>
    </dgm:pt>
    <dgm:pt modelId="{B15DD266-FB4E-4DBE-9F23-65B108618371}" type="parTrans" cxnId="{51FD01DB-CCAF-4175-B76F-2CACF473F619}">
      <dgm:prSet/>
      <dgm:spPr/>
      <dgm:t>
        <a:bodyPr/>
        <a:lstStyle/>
        <a:p>
          <a:endParaRPr lang="en-US"/>
        </a:p>
      </dgm:t>
    </dgm:pt>
    <dgm:pt modelId="{F49E3C95-763E-4A90-B67B-2FE7295BB441}" type="sibTrans" cxnId="{51FD01DB-CCAF-4175-B76F-2CACF473F619}">
      <dgm:prSet/>
      <dgm:spPr/>
      <dgm:t>
        <a:bodyPr/>
        <a:lstStyle/>
        <a:p>
          <a:endParaRPr lang="en-US"/>
        </a:p>
      </dgm:t>
    </dgm:pt>
    <dgm:pt modelId="{5CE9ADAA-97B0-4BFF-9A16-4CB43B1D4421}" type="pres">
      <dgm:prSet presAssocID="{48B16E97-9572-458C-B51F-7843874928F8}" presName="Name0" presStyleCnt="0">
        <dgm:presLayoutVars>
          <dgm:chMax/>
          <dgm:chPref/>
          <dgm:dir/>
        </dgm:presLayoutVars>
      </dgm:prSet>
      <dgm:spPr/>
    </dgm:pt>
    <dgm:pt modelId="{F2AE5EA4-08BF-4A8C-A532-7A20BD71611C}" type="pres">
      <dgm:prSet presAssocID="{5E627EB1-D067-4D7F-BDE7-7587BDF1713D}" presName="parenttextcomposite" presStyleCnt="0"/>
      <dgm:spPr/>
    </dgm:pt>
    <dgm:pt modelId="{AC4BD1F5-7B70-441C-8B36-406CE90F4702}" type="pres">
      <dgm:prSet presAssocID="{5E627EB1-D067-4D7F-BDE7-7587BDF1713D}" presName="parenttext" presStyleLbl="revTx" presStyleIdx="0" presStyleCnt="1">
        <dgm:presLayoutVars>
          <dgm:chMax/>
          <dgm:chPref val="2"/>
          <dgm:bulletEnabled val="1"/>
        </dgm:presLayoutVars>
      </dgm:prSet>
      <dgm:spPr/>
    </dgm:pt>
    <dgm:pt modelId="{5B3758B2-64A8-4464-85FA-2ABB2A672C4B}" type="pres">
      <dgm:prSet presAssocID="{5E627EB1-D067-4D7F-BDE7-7587BDF1713D}" presName="composite" presStyleCnt="0"/>
      <dgm:spPr/>
    </dgm:pt>
    <dgm:pt modelId="{3B775D94-44A1-407D-BFBC-F3A83C17D301}" type="pres">
      <dgm:prSet presAssocID="{5E627EB1-D067-4D7F-BDE7-7587BDF1713D}" presName="chevron1" presStyleLbl="alignNode1" presStyleIdx="0" presStyleCnt="7"/>
      <dgm:spPr/>
    </dgm:pt>
    <dgm:pt modelId="{CD896458-E857-45F7-AE29-AFFCF19D2F85}" type="pres">
      <dgm:prSet presAssocID="{5E627EB1-D067-4D7F-BDE7-7587BDF1713D}" presName="chevron2" presStyleLbl="alignNode1" presStyleIdx="1" presStyleCnt="7"/>
      <dgm:spPr/>
    </dgm:pt>
    <dgm:pt modelId="{053DCC81-C3D6-4336-9A67-674AC4D09306}" type="pres">
      <dgm:prSet presAssocID="{5E627EB1-D067-4D7F-BDE7-7587BDF1713D}" presName="chevron3" presStyleLbl="alignNode1" presStyleIdx="2" presStyleCnt="7"/>
      <dgm:spPr/>
    </dgm:pt>
    <dgm:pt modelId="{3EE8385B-6A76-4B8E-AA68-F11BF2690F9B}" type="pres">
      <dgm:prSet presAssocID="{5E627EB1-D067-4D7F-BDE7-7587BDF1713D}" presName="chevron4" presStyleLbl="alignNode1" presStyleIdx="3" presStyleCnt="7"/>
      <dgm:spPr/>
    </dgm:pt>
    <dgm:pt modelId="{6F0726DD-E5AA-46AA-BC6C-468A2397E297}" type="pres">
      <dgm:prSet presAssocID="{5E627EB1-D067-4D7F-BDE7-7587BDF1713D}" presName="chevron5" presStyleLbl="alignNode1" presStyleIdx="4" presStyleCnt="7"/>
      <dgm:spPr/>
    </dgm:pt>
    <dgm:pt modelId="{4F8127CD-2CA7-4D50-877B-40835E82E70C}" type="pres">
      <dgm:prSet presAssocID="{5E627EB1-D067-4D7F-BDE7-7587BDF1713D}" presName="chevron6" presStyleLbl="alignNode1" presStyleIdx="5" presStyleCnt="7"/>
      <dgm:spPr/>
    </dgm:pt>
    <dgm:pt modelId="{ACFF31FE-0A2C-4BB4-933D-984FBC6D0FA4}" type="pres">
      <dgm:prSet presAssocID="{5E627EB1-D067-4D7F-BDE7-7587BDF1713D}" presName="chevron7" presStyleLbl="alignNode1" presStyleIdx="6" presStyleCnt="7"/>
      <dgm:spPr/>
    </dgm:pt>
    <dgm:pt modelId="{4A8BB015-E0A7-4F91-822F-6C4D37A0F7DC}" type="pres">
      <dgm:prSet presAssocID="{5E627EB1-D067-4D7F-BDE7-7587BDF1713D}" presName="childtext" presStyleLbl="solidFgAcc1" presStyleIdx="0" presStyleCnt="1">
        <dgm:presLayoutVars>
          <dgm:chMax/>
          <dgm:chPref val="0"/>
          <dgm:bulletEnabled val="1"/>
        </dgm:presLayoutVars>
      </dgm:prSet>
      <dgm:spPr/>
    </dgm:pt>
  </dgm:ptLst>
  <dgm:cxnLst>
    <dgm:cxn modelId="{0E108E3C-43D0-45CF-A9C4-239660D7A1BD}" srcId="{48B16E97-9572-458C-B51F-7843874928F8}" destId="{5E627EB1-D067-4D7F-BDE7-7587BDF1713D}" srcOrd="0" destOrd="0" parTransId="{0569BA2E-8158-4931-BB8A-C78D7630135C}" sibTransId="{B5BBE854-B1E6-4B66-96E2-E068CDC2CBEF}"/>
    <dgm:cxn modelId="{64CA7080-7273-4D17-8059-2A97BA680DD9}" type="presOf" srcId="{5E627EB1-D067-4D7F-BDE7-7587BDF1713D}" destId="{AC4BD1F5-7B70-441C-8B36-406CE90F4702}" srcOrd="0" destOrd="0" presId="urn:microsoft.com/office/officeart/2008/layout/VerticalAccentList"/>
    <dgm:cxn modelId="{124A8A88-5F46-4BA7-BBAF-F6A45883D16F}" type="presOf" srcId="{86B95E51-0F1B-400B-826D-29FDB93C0BDE}" destId="{4A8BB015-E0A7-4F91-822F-6C4D37A0F7DC}" srcOrd="0" destOrd="0" presId="urn:microsoft.com/office/officeart/2008/layout/VerticalAccentList"/>
    <dgm:cxn modelId="{97FFCE8E-2F28-4788-BB77-03C360C5D92B}" type="presOf" srcId="{48B16E97-9572-458C-B51F-7843874928F8}" destId="{5CE9ADAA-97B0-4BFF-9A16-4CB43B1D4421}" srcOrd="0" destOrd="0" presId="urn:microsoft.com/office/officeart/2008/layout/VerticalAccentList"/>
    <dgm:cxn modelId="{51FD01DB-CCAF-4175-B76F-2CACF473F619}" srcId="{5E627EB1-D067-4D7F-BDE7-7587BDF1713D}" destId="{86B95E51-0F1B-400B-826D-29FDB93C0BDE}" srcOrd="0" destOrd="0" parTransId="{B15DD266-FB4E-4DBE-9F23-65B108618371}" sibTransId="{F49E3C95-763E-4A90-B67B-2FE7295BB441}"/>
    <dgm:cxn modelId="{8BE1E6F3-4B3F-4F50-A639-58E108C53A5E}" type="presParOf" srcId="{5CE9ADAA-97B0-4BFF-9A16-4CB43B1D4421}" destId="{F2AE5EA4-08BF-4A8C-A532-7A20BD71611C}" srcOrd="0" destOrd="0" presId="urn:microsoft.com/office/officeart/2008/layout/VerticalAccentList"/>
    <dgm:cxn modelId="{A00905A6-A171-4E8B-95F5-B9E354828676}" type="presParOf" srcId="{F2AE5EA4-08BF-4A8C-A532-7A20BD71611C}" destId="{AC4BD1F5-7B70-441C-8B36-406CE90F4702}" srcOrd="0" destOrd="0" presId="urn:microsoft.com/office/officeart/2008/layout/VerticalAccentList"/>
    <dgm:cxn modelId="{A2DC1362-5996-4C25-A47C-395968223CBE}" type="presParOf" srcId="{5CE9ADAA-97B0-4BFF-9A16-4CB43B1D4421}" destId="{5B3758B2-64A8-4464-85FA-2ABB2A672C4B}" srcOrd="1" destOrd="0" presId="urn:microsoft.com/office/officeart/2008/layout/VerticalAccentList"/>
    <dgm:cxn modelId="{DC80F874-2D46-4393-84B6-2B551F7CC87B}" type="presParOf" srcId="{5B3758B2-64A8-4464-85FA-2ABB2A672C4B}" destId="{3B775D94-44A1-407D-BFBC-F3A83C17D301}" srcOrd="0" destOrd="0" presId="urn:microsoft.com/office/officeart/2008/layout/VerticalAccentList"/>
    <dgm:cxn modelId="{1A91EF3E-E710-44EF-9106-F5494ED4DFEE}" type="presParOf" srcId="{5B3758B2-64A8-4464-85FA-2ABB2A672C4B}" destId="{CD896458-E857-45F7-AE29-AFFCF19D2F85}" srcOrd="1" destOrd="0" presId="urn:microsoft.com/office/officeart/2008/layout/VerticalAccentList"/>
    <dgm:cxn modelId="{C3DDCB4C-AE2C-46AD-8419-99D447015134}" type="presParOf" srcId="{5B3758B2-64A8-4464-85FA-2ABB2A672C4B}" destId="{053DCC81-C3D6-4336-9A67-674AC4D09306}" srcOrd="2" destOrd="0" presId="urn:microsoft.com/office/officeart/2008/layout/VerticalAccentList"/>
    <dgm:cxn modelId="{6FE74926-E287-4745-8625-5B39D875BFC2}" type="presParOf" srcId="{5B3758B2-64A8-4464-85FA-2ABB2A672C4B}" destId="{3EE8385B-6A76-4B8E-AA68-F11BF2690F9B}" srcOrd="3" destOrd="0" presId="urn:microsoft.com/office/officeart/2008/layout/VerticalAccentList"/>
    <dgm:cxn modelId="{C5ED42F7-FE84-4C13-8898-62408612F2E8}" type="presParOf" srcId="{5B3758B2-64A8-4464-85FA-2ABB2A672C4B}" destId="{6F0726DD-E5AA-46AA-BC6C-468A2397E297}" srcOrd="4" destOrd="0" presId="urn:microsoft.com/office/officeart/2008/layout/VerticalAccentList"/>
    <dgm:cxn modelId="{8AC6FFA0-7DB0-4079-9E0F-C1E69BDD96B1}" type="presParOf" srcId="{5B3758B2-64A8-4464-85FA-2ABB2A672C4B}" destId="{4F8127CD-2CA7-4D50-877B-40835E82E70C}" srcOrd="5" destOrd="0" presId="urn:microsoft.com/office/officeart/2008/layout/VerticalAccentList"/>
    <dgm:cxn modelId="{C7133E4B-0ADD-4B52-885C-216CD7BEE0ED}" type="presParOf" srcId="{5B3758B2-64A8-4464-85FA-2ABB2A672C4B}" destId="{ACFF31FE-0A2C-4BB4-933D-984FBC6D0FA4}" srcOrd="6" destOrd="0" presId="urn:microsoft.com/office/officeart/2008/layout/VerticalAccentList"/>
    <dgm:cxn modelId="{544A9558-2F30-4821-B04B-FF408E056DE5}" type="presParOf" srcId="{5B3758B2-64A8-4464-85FA-2ABB2A672C4B}" destId="{4A8BB015-E0A7-4F91-822F-6C4D37A0F7DC}" srcOrd="7" destOrd="0" presId="urn:microsoft.com/office/officeart/2008/layout/VerticalAccen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92F40C-75C4-4586-A6AC-EDFEFA257A58}">
      <dsp:nvSpPr>
        <dsp:cNvPr id="0" name=""/>
        <dsp:cNvSpPr/>
      </dsp:nvSpPr>
      <dsp:spPr>
        <a:xfrm>
          <a:off x="617219" y="0"/>
          <a:ext cx="6995160" cy="3505200"/>
        </a:xfrm>
        <a:prstGeom prst="rightArrow">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7E5382-50F7-46EE-AF0B-83582A7AB40A}">
      <dsp:nvSpPr>
        <dsp:cNvPr id="0" name=""/>
        <dsp:cNvSpPr/>
      </dsp:nvSpPr>
      <dsp:spPr>
        <a:xfrm>
          <a:off x="1260157" y="1051559"/>
          <a:ext cx="5709285" cy="140208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rtl="0">
            <a:lnSpc>
              <a:spcPct val="90000"/>
            </a:lnSpc>
            <a:spcBef>
              <a:spcPct val="0"/>
            </a:spcBef>
            <a:spcAft>
              <a:spcPct val="35000"/>
            </a:spcAft>
            <a:buNone/>
          </a:pPr>
          <a:r>
            <a:rPr lang="en-GB" sz="3500" kern="1200" dirty="0"/>
            <a:t>Explore business intelligence and data science</a:t>
          </a:r>
        </a:p>
      </dsp:txBody>
      <dsp:txXfrm>
        <a:off x="1328601" y="1120003"/>
        <a:ext cx="5572397" cy="12651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F8BBA-7729-4A81-9805-2A21771E5E6A}">
      <dsp:nvSpPr>
        <dsp:cNvPr id="0" name=""/>
        <dsp:cNvSpPr/>
      </dsp:nvSpPr>
      <dsp:spPr>
        <a:xfrm rot="5400000">
          <a:off x="-284455" y="285592"/>
          <a:ext cx="1896367" cy="1327457"/>
        </a:xfrm>
        <a:prstGeom prst="chevron">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rtl="0">
            <a:lnSpc>
              <a:spcPct val="90000"/>
            </a:lnSpc>
            <a:spcBef>
              <a:spcPct val="0"/>
            </a:spcBef>
            <a:spcAft>
              <a:spcPct val="35000"/>
            </a:spcAft>
            <a:buNone/>
          </a:pPr>
          <a:r>
            <a:rPr lang="en-GB" sz="1900" kern="1200"/>
            <a:t>Data</a:t>
          </a:r>
        </a:p>
      </dsp:txBody>
      <dsp:txXfrm rot="-5400000">
        <a:off x="1" y="664866"/>
        <a:ext cx="1327457" cy="568910"/>
      </dsp:txXfrm>
    </dsp:sp>
    <dsp:sp modelId="{E9BFE997-B4D3-4B25-9D58-00D6397D1F23}">
      <dsp:nvSpPr>
        <dsp:cNvPr id="0" name=""/>
        <dsp:cNvSpPr/>
      </dsp:nvSpPr>
      <dsp:spPr>
        <a:xfrm rot="5400000">
          <a:off x="4162209" y="-2833613"/>
          <a:ext cx="1232639" cy="6902142"/>
        </a:xfrm>
        <a:prstGeom prst="round2SameRect">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8255" rIns="8255" bIns="8255" numCol="1" spcCol="1270" anchor="ctr" anchorCtr="0">
          <a:noAutofit/>
        </a:bodyPr>
        <a:lstStyle/>
        <a:p>
          <a:pPr marL="114300" lvl="1" indent="-114300" algn="l" defTabSz="577850" rtl="0">
            <a:lnSpc>
              <a:spcPct val="90000"/>
            </a:lnSpc>
            <a:spcBef>
              <a:spcPct val="0"/>
            </a:spcBef>
            <a:spcAft>
              <a:spcPct val="15000"/>
            </a:spcAft>
            <a:buChar char="•"/>
          </a:pPr>
          <a:r>
            <a:rPr lang="en-GB" sz="1300" kern="1200"/>
            <a:t>The most valuable ingredient in decision making</a:t>
          </a:r>
        </a:p>
        <a:p>
          <a:pPr marL="114300" lvl="1" indent="-114300" algn="l" defTabSz="577850" rtl="0">
            <a:lnSpc>
              <a:spcPct val="90000"/>
            </a:lnSpc>
            <a:spcBef>
              <a:spcPct val="0"/>
            </a:spcBef>
            <a:spcAft>
              <a:spcPct val="15000"/>
            </a:spcAft>
            <a:buChar char="•"/>
          </a:pPr>
          <a:r>
            <a:rPr lang="en-GB" sz="1300" kern="1200"/>
            <a:t>Generated and updated every second </a:t>
          </a:r>
        </a:p>
      </dsp:txBody>
      <dsp:txXfrm rot="-5400000">
        <a:off x="1327458" y="61310"/>
        <a:ext cx="6841970" cy="1112295"/>
      </dsp:txXfrm>
    </dsp:sp>
    <dsp:sp modelId="{BAE0F876-714D-44CF-9AA4-8036757E11F0}">
      <dsp:nvSpPr>
        <dsp:cNvPr id="0" name=""/>
        <dsp:cNvSpPr/>
      </dsp:nvSpPr>
      <dsp:spPr>
        <a:xfrm rot="5400000">
          <a:off x="-284455" y="1892149"/>
          <a:ext cx="1896367" cy="1327457"/>
        </a:xfrm>
        <a:prstGeom prst="chevron">
          <a:avLst/>
        </a:prstGeom>
        <a:solidFill>
          <a:schemeClr val="accent5">
            <a:hueOff val="-9933876"/>
            <a:satOff val="39811"/>
            <a:lumOff val="8628"/>
            <a:alphaOff val="0"/>
          </a:schemeClr>
        </a:solidFill>
        <a:ln w="25400" cap="flat" cmpd="sng" algn="ctr">
          <a:solidFill>
            <a:schemeClr val="accent5">
              <a:hueOff val="-9933876"/>
              <a:satOff val="39811"/>
              <a:lumOff val="8628"/>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rtl="0">
            <a:lnSpc>
              <a:spcPct val="90000"/>
            </a:lnSpc>
            <a:spcBef>
              <a:spcPct val="0"/>
            </a:spcBef>
            <a:spcAft>
              <a:spcPct val="35000"/>
            </a:spcAft>
            <a:buNone/>
          </a:pPr>
          <a:r>
            <a:rPr lang="en-GB" sz="1900" kern="1200"/>
            <a:t>Decision-making.</a:t>
          </a:r>
        </a:p>
      </dsp:txBody>
      <dsp:txXfrm rot="-5400000">
        <a:off x="1" y="2271423"/>
        <a:ext cx="1327457" cy="568910"/>
      </dsp:txXfrm>
    </dsp:sp>
    <dsp:sp modelId="{313CAD43-002E-46ED-A96F-A408D738E261}">
      <dsp:nvSpPr>
        <dsp:cNvPr id="0" name=""/>
        <dsp:cNvSpPr/>
      </dsp:nvSpPr>
      <dsp:spPr>
        <a:xfrm rot="5400000">
          <a:off x="4162209" y="-1227057"/>
          <a:ext cx="1232639" cy="6902142"/>
        </a:xfrm>
        <a:prstGeom prst="round2SameRect">
          <a:avLst/>
        </a:prstGeom>
        <a:solidFill>
          <a:schemeClr val="lt1">
            <a:alpha val="90000"/>
            <a:hueOff val="0"/>
            <a:satOff val="0"/>
            <a:lumOff val="0"/>
            <a:alphaOff val="0"/>
          </a:schemeClr>
        </a:solidFill>
        <a:ln w="25400" cap="flat" cmpd="sng" algn="ctr">
          <a:solidFill>
            <a:schemeClr val="accent5">
              <a:hueOff val="-9933876"/>
              <a:satOff val="39811"/>
              <a:lumOff val="862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8255" rIns="8255" bIns="8255" numCol="1" spcCol="1270" anchor="ctr" anchorCtr="0">
          <a:noAutofit/>
        </a:bodyPr>
        <a:lstStyle/>
        <a:p>
          <a:pPr marL="114300" lvl="1" indent="-114300" algn="l" defTabSz="577850" rtl="0">
            <a:lnSpc>
              <a:spcPct val="90000"/>
            </a:lnSpc>
            <a:spcBef>
              <a:spcPct val="0"/>
            </a:spcBef>
            <a:spcAft>
              <a:spcPct val="15000"/>
            </a:spcAft>
            <a:buChar char="•"/>
          </a:pPr>
          <a:r>
            <a:rPr lang="en-GB" sz="1300" kern="1200"/>
            <a:t>Data warehouse (DW) </a:t>
          </a:r>
        </a:p>
        <a:p>
          <a:pPr marL="114300" lvl="1" indent="-114300" algn="l" defTabSz="577850" rtl="0">
            <a:lnSpc>
              <a:spcPct val="90000"/>
            </a:lnSpc>
            <a:spcBef>
              <a:spcPct val="0"/>
            </a:spcBef>
            <a:spcAft>
              <a:spcPct val="15000"/>
            </a:spcAft>
            <a:buChar char="•"/>
          </a:pPr>
          <a:r>
            <a:rPr lang="en-GB" sz="1300" kern="1200"/>
            <a:t>Data Mining technologies </a:t>
          </a:r>
        </a:p>
        <a:p>
          <a:pPr marL="114300" lvl="1" indent="-114300" algn="l" defTabSz="577850" rtl="0">
            <a:lnSpc>
              <a:spcPct val="90000"/>
            </a:lnSpc>
            <a:spcBef>
              <a:spcPct val="0"/>
            </a:spcBef>
            <a:spcAft>
              <a:spcPct val="15000"/>
            </a:spcAft>
            <a:buChar char="•"/>
          </a:pPr>
          <a:r>
            <a:rPr lang="en-US" sz="1300" kern="1200"/>
            <a:t>Multidimensional analysis </a:t>
          </a:r>
          <a:endParaRPr lang="en-GB" sz="1300" kern="1200"/>
        </a:p>
        <a:p>
          <a:pPr marL="114300" lvl="1" indent="-114300" algn="l" defTabSz="577850" rtl="0">
            <a:lnSpc>
              <a:spcPct val="90000"/>
            </a:lnSpc>
            <a:spcBef>
              <a:spcPct val="0"/>
            </a:spcBef>
            <a:spcAft>
              <a:spcPct val="15000"/>
            </a:spcAft>
            <a:buChar char="•"/>
          </a:pPr>
          <a:r>
            <a:rPr lang="en-US" sz="1300" kern="1200"/>
            <a:t>Online Analytical Processing (OLAP)</a:t>
          </a:r>
          <a:endParaRPr lang="en-GB" sz="1300" kern="1200"/>
        </a:p>
        <a:p>
          <a:pPr marL="114300" lvl="1" indent="-114300" algn="l" defTabSz="577850" rtl="0">
            <a:lnSpc>
              <a:spcPct val="90000"/>
            </a:lnSpc>
            <a:spcBef>
              <a:spcPct val="0"/>
            </a:spcBef>
            <a:spcAft>
              <a:spcPct val="15000"/>
            </a:spcAft>
            <a:buChar char="•"/>
          </a:pPr>
          <a:r>
            <a:rPr lang="en-GB" sz="1300" kern="1200"/>
            <a:t>Big Data Technologies</a:t>
          </a:r>
        </a:p>
      </dsp:txBody>
      <dsp:txXfrm rot="-5400000">
        <a:off x="1327458" y="1667866"/>
        <a:ext cx="6841970" cy="11122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1077C5-E55D-4E22-A9F2-B6E31ABC8976}">
      <dsp:nvSpPr>
        <dsp:cNvPr id="0" name=""/>
        <dsp:cNvSpPr/>
      </dsp:nvSpPr>
      <dsp:spPr>
        <a:xfrm>
          <a:off x="3755" y="1819"/>
          <a:ext cx="8222089" cy="1073125"/>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5260" tIns="175260" rIns="175260" bIns="175260" numCol="1" spcCol="1270" anchor="ctr" anchorCtr="0">
          <a:noAutofit/>
        </a:bodyPr>
        <a:lstStyle/>
        <a:p>
          <a:pPr marL="0" lvl="0" indent="0" algn="ctr" defTabSz="2044700" rtl="0">
            <a:lnSpc>
              <a:spcPct val="90000"/>
            </a:lnSpc>
            <a:spcBef>
              <a:spcPct val="0"/>
            </a:spcBef>
            <a:spcAft>
              <a:spcPct val="35000"/>
            </a:spcAft>
            <a:buNone/>
          </a:pPr>
          <a:r>
            <a:rPr lang="en-US" sz="4600" kern="1200" dirty="0"/>
            <a:t>OLTP systems </a:t>
          </a:r>
          <a:endParaRPr lang="en-GB" sz="4600" kern="1200" dirty="0"/>
        </a:p>
      </dsp:txBody>
      <dsp:txXfrm>
        <a:off x="35186" y="33250"/>
        <a:ext cx="8159227" cy="1010263"/>
      </dsp:txXfrm>
    </dsp:sp>
    <dsp:sp modelId="{C83C1AE0-C722-49EE-AAAB-617D7331BFA8}">
      <dsp:nvSpPr>
        <dsp:cNvPr id="0" name=""/>
        <dsp:cNvSpPr/>
      </dsp:nvSpPr>
      <dsp:spPr>
        <a:xfrm>
          <a:off x="3755" y="1216037"/>
          <a:ext cx="1553095" cy="1073125"/>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dirty="0"/>
            <a:t>Transaction Server</a:t>
          </a:r>
          <a:endParaRPr lang="en-GB" sz="1500" kern="1200" dirty="0"/>
        </a:p>
      </dsp:txBody>
      <dsp:txXfrm>
        <a:off x="35186" y="1247468"/>
        <a:ext cx="1490233" cy="1010263"/>
      </dsp:txXfrm>
    </dsp:sp>
    <dsp:sp modelId="{05C8D778-645F-4B72-B9EB-3EBD14D7C190}">
      <dsp:nvSpPr>
        <dsp:cNvPr id="0" name=""/>
        <dsp:cNvSpPr/>
      </dsp:nvSpPr>
      <dsp:spPr>
        <a:xfrm>
          <a:off x="1687311" y="1216037"/>
          <a:ext cx="1553095" cy="1073125"/>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dirty="0"/>
            <a:t>Remote procedures on the server</a:t>
          </a:r>
          <a:endParaRPr lang="en-GB" sz="1500" kern="1200" dirty="0"/>
        </a:p>
      </dsp:txBody>
      <dsp:txXfrm>
        <a:off x="1718742" y="1247468"/>
        <a:ext cx="1490233" cy="1010263"/>
      </dsp:txXfrm>
    </dsp:sp>
    <dsp:sp modelId="{9D791589-AD23-48CD-94D4-BEBBB68EBA6E}">
      <dsp:nvSpPr>
        <dsp:cNvPr id="0" name=""/>
        <dsp:cNvSpPr/>
      </dsp:nvSpPr>
      <dsp:spPr>
        <a:xfrm>
          <a:off x="3370867" y="1216037"/>
          <a:ext cx="1553095" cy="1073125"/>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dirty="0"/>
            <a:t>Customized code written for both client and server</a:t>
          </a:r>
          <a:endParaRPr lang="en-GB" sz="1500" kern="1200" dirty="0"/>
        </a:p>
      </dsp:txBody>
      <dsp:txXfrm>
        <a:off x="3402298" y="1247468"/>
        <a:ext cx="1490233" cy="1010263"/>
      </dsp:txXfrm>
    </dsp:sp>
    <dsp:sp modelId="{AB8C6FFC-DB27-403A-8B13-4D49172E3F5E}">
      <dsp:nvSpPr>
        <dsp:cNvPr id="0" name=""/>
        <dsp:cNvSpPr/>
      </dsp:nvSpPr>
      <dsp:spPr>
        <a:xfrm>
          <a:off x="5054423" y="1216037"/>
          <a:ext cx="3171421" cy="1073125"/>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dirty="0"/>
            <a:t>Minimum communication overhead</a:t>
          </a:r>
          <a:endParaRPr lang="en-GB" sz="1500" kern="1200" dirty="0"/>
        </a:p>
      </dsp:txBody>
      <dsp:txXfrm>
        <a:off x="5085854" y="1247468"/>
        <a:ext cx="3108559" cy="1010263"/>
      </dsp:txXfrm>
    </dsp:sp>
    <dsp:sp modelId="{D8078F36-69C7-4B76-A744-920C8943D68C}">
      <dsp:nvSpPr>
        <dsp:cNvPr id="0" name=""/>
        <dsp:cNvSpPr/>
      </dsp:nvSpPr>
      <dsp:spPr>
        <a:xfrm>
          <a:off x="5054423" y="2430255"/>
          <a:ext cx="1553095" cy="1073125"/>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dirty="0"/>
            <a:t>Short structured exchanges between client and server</a:t>
          </a:r>
          <a:endParaRPr lang="en-GB" sz="1500" kern="1200" dirty="0"/>
        </a:p>
      </dsp:txBody>
      <dsp:txXfrm>
        <a:off x="5085854" y="2461686"/>
        <a:ext cx="1490233" cy="1010263"/>
      </dsp:txXfrm>
    </dsp:sp>
    <dsp:sp modelId="{8A72FCCF-2BF3-4B88-AC61-0A26A6A7970D}">
      <dsp:nvSpPr>
        <dsp:cNvPr id="0" name=""/>
        <dsp:cNvSpPr/>
      </dsp:nvSpPr>
      <dsp:spPr>
        <a:xfrm>
          <a:off x="6672748" y="2430255"/>
          <a:ext cx="1553095" cy="1073125"/>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dirty="0"/>
            <a:t>Request/reply pair as opposed to multiple SQL messages</a:t>
          </a:r>
          <a:endParaRPr lang="en-GB" sz="1500" kern="1200" dirty="0"/>
        </a:p>
      </dsp:txBody>
      <dsp:txXfrm>
        <a:off x="6704179" y="2461686"/>
        <a:ext cx="1490233" cy="101026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AF4C33-0963-449E-9E78-19DC3D43CC44}">
      <dsp:nvSpPr>
        <dsp:cNvPr id="0" name=""/>
        <dsp:cNvSpPr/>
      </dsp:nvSpPr>
      <dsp:spPr>
        <a:xfrm>
          <a:off x="1004" y="0"/>
          <a:ext cx="2611933" cy="3744415"/>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en-US" sz="2200" kern="1200" dirty="0"/>
            <a:t>Department-owned systems</a:t>
          </a:r>
          <a:endParaRPr lang="en-GB" sz="2200" kern="1200" dirty="0"/>
        </a:p>
      </dsp:txBody>
      <dsp:txXfrm>
        <a:off x="1004" y="0"/>
        <a:ext cx="2611933" cy="1123324"/>
      </dsp:txXfrm>
    </dsp:sp>
    <dsp:sp modelId="{216FA2ED-3D42-4AD5-8A0D-D536E03E6323}">
      <dsp:nvSpPr>
        <dsp:cNvPr id="0" name=""/>
        <dsp:cNvSpPr/>
      </dsp:nvSpPr>
      <dsp:spPr>
        <a:xfrm>
          <a:off x="262197" y="1124421"/>
          <a:ext cx="2089546" cy="1128992"/>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rtl="0">
            <a:lnSpc>
              <a:spcPct val="90000"/>
            </a:lnSpc>
            <a:spcBef>
              <a:spcPct val="0"/>
            </a:spcBef>
            <a:spcAft>
              <a:spcPct val="35000"/>
            </a:spcAft>
            <a:buNone/>
          </a:pPr>
          <a:r>
            <a:rPr lang="en-US" sz="1700" kern="1200" dirty="0"/>
            <a:t>Creating islands of inaccessible and incompatible data</a:t>
          </a:r>
          <a:endParaRPr lang="en-GB" sz="1700" kern="1200" dirty="0"/>
        </a:p>
      </dsp:txBody>
      <dsp:txXfrm>
        <a:off x="295264" y="1157488"/>
        <a:ext cx="2023412" cy="1062858"/>
      </dsp:txXfrm>
    </dsp:sp>
    <dsp:sp modelId="{958689B4-0709-45AF-B814-15B5415B607B}">
      <dsp:nvSpPr>
        <dsp:cNvPr id="0" name=""/>
        <dsp:cNvSpPr/>
      </dsp:nvSpPr>
      <dsp:spPr>
        <a:xfrm>
          <a:off x="262197" y="2427104"/>
          <a:ext cx="2089546" cy="1128992"/>
        </a:xfrm>
        <a:prstGeom prst="roundRect">
          <a:avLst>
            <a:gd name="adj" fmla="val 10000"/>
          </a:avLst>
        </a:prstGeom>
        <a:solidFill>
          <a:schemeClr val="accent5">
            <a:hueOff val="-1655646"/>
            <a:satOff val="6635"/>
            <a:lumOff val="143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a:lnSpc>
              <a:spcPct val="90000"/>
            </a:lnSpc>
            <a:spcBef>
              <a:spcPct val="0"/>
            </a:spcBef>
            <a:spcAft>
              <a:spcPct val="35000"/>
            </a:spcAft>
            <a:buNone/>
          </a:pPr>
          <a:r>
            <a:rPr lang="en-US" sz="1700" kern="1200" dirty="0"/>
            <a:t>Corporate decision makers cannot easily extract essential information</a:t>
          </a:r>
          <a:endParaRPr lang="en-US" sz="1700" kern="1200"/>
        </a:p>
      </dsp:txBody>
      <dsp:txXfrm>
        <a:off x="295264" y="2460171"/>
        <a:ext cx="2023412" cy="1062858"/>
      </dsp:txXfrm>
    </dsp:sp>
    <dsp:sp modelId="{07812C69-0C9B-437D-978D-F6DC3A0D16B4}">
      <dsp:nvSpPr>
        <dsp:cNvPr id="0" name=""/>
        <dsp:cNvSpPr/>
      </dsp:nvSpPr>
      <dsp:spPr>
        <a:xfrm>
          <a:off x="2808833" y="0"/>
          <a:ext cx="2611933" cy="3744415"/>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en-US" sz="2200" kern="1200" dirty="0" err="1"/>
            <a:t>Organisational</a:t>
          </a:r>
          <a:r>
            <a:rPr lang="en-US" sz="2200" kern="1200" dirty="0"/>
            <a:t> memory is fragmented</a:t>
          </a:r>
          <a:endParaRPr lang="en-GB" sz="2200" kern="1200" dirty="0"/>
        </a:p>
      </dsp:txBody>
      <dsp:txXfrm>
        <a:off x="2808833" y="0"/>
        <a:ext cx="2611933" cy="1123324"/>
      </dsp:txXfrm>
    </dsp:sp>
    <dsp:sp modelId="{69E69C84-B5F9-43B3-86EA-08AE2A7F9929}">
      <dsp:nvSpPr>
        <dsp:cNvPr id="0" name=""/>
        <dsp:cNvSpPr/>
      </dsp:nvSpPr>
      <dsp:spPr>
        <a:xfrm>
          <a:off x="3070026" y="1123644"/>
          <a:ext cx="2089546" cy="735627"/>
        </a:xfrm>
        <a:prstGeom prst="roundRect">
          <a:avLst>
            <a:gd name="adj" fmla="val 10000"/>
          </a:avLst>
        </a:prstGeom>
        <a:solidFill>
          <a:schemeClr val="accent5">
            <a:hueOff val="-3311292"/>
            <a:satOff val="13270"/>
            <a:lumOff val="287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rtl="0">
            <a:lnSpc>
              <a:spcPct val="90000"/>
            </a:lnSpc>
            <a:spcBef>
              <a:spcPct val="0"/>
            </a:spcBef>
            <a:spcAft>
              <a:spcPct val="35000"/>
            </a:spcAft>
            <a:buNone/>
          </a:pPr>
          <a:r>
            <a:rPr lang="en-US" sz="1700" kern="1200"/>
            <a:t>Different systems</a:t>
          </a:r>
          <a:endParaRPr lang="en-GB" sz="1700" kern="1200"/>
        </a:p>
      </dsp:txBody>
      <dsp:txXfrm>
        <a:off x="3091572" y="1145190"/>
        <a:ext cx="2046454" cy="692535"/>
      </dsp:txXfrm>
    </dsp:sp>
    <dsp:sp modelId="{C247E836-5B06-4964-A578-46F21EC7DFC5}">
      <dsp:nvSpPr>
        <dsp:cNvPr id="0" name=""/>
        <dsp:cNvSpPr/>
      </dsp:nvSpPr>
      <dsp:spPr>
        <a:xfrm>
          <a:off x="3070026" y="1972445"/>
          <a:ext cx="2089546" cy="735627"/>
        </a:xfrm>
        <a:prstGeom prst="roundRect">
          <a:avLst>
            <a:gd name="adj" fmla="val 10000"/>
          </a:avLst>
        </a:prstGeom>
        <a:solidFill>
          <a:schemeClr val="accent5">
            <a:hueOff val="-4966938"/>
            <a:satOff val="19906"/>
            <a:lumOff val="4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rtl="0">
            <a:lnSpc>
              <a:spcPct val="90000"/>
            </a:lnSpc>
            <a:spcBef>
              <a:spcPct val="0"/>
            </a:spcBef>
            <a:spcAft>
              <a:spcPct val="35000"/>
            </a:spcAft>
            <a:buNone/>
          </a:pPr>
          <a:r>
            <a:rPr lang="en-US" sz="1700" kern="1200"/>
            <a:t>Different database technologies</a:t>
          </a:r>
          <a:endParaRPr lang="en-GB" sz="1700" kern="1200"/>
        </a:p>
      </dsp:txBody>
      <dsp:txXfrm>
        <a:off x="3091572" y="1993991"/>
        <a:ext cx="2046454" cy="692535"/>
      </dsp:txXfrm>
    </dsp:sp>
    <dsp:sp modelId="{D58C23E0-5392-4430-8D6F-80A15B579400}">
      <dsp:nvSpPr>
        <dsp:cNvPr id="0" name=""/>
        <dsp:cNvSpPr/>
      </dsp:nvSpPr>
      <dsp:spPr>
        <a:xfrm>
          <a:off x="3070026" y="2821246"/>
          <a:ext cx="2089546" cy="735627"/>
        </a:xfrm>
        <a:prstGeom prst="roundRect">
          <a:avLst>
            <a:gd name="adj" fmla="val 10000"/>
          </a:avLst>
        </a:prstGeom>
        <a:solidFill>
          <a:schemeClr val="accent5">
            <a:hueOff val="-6622584"/>
            <a:satOff val="26541"/>
            <a:lumOff val="575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rtl="0">
            <a:lnSpc>
              <a:spcPct val="90000"/>
            </a:lnSpc>
            <a:spcBef>
              <a:spcPct val="0"/>
            </a:spcBef>
            <a:spcAft>
              <a:spcPct val="35000"/>
            </a:spcAft>
            <a:buNone/>
          </a:pPr>
          <a:r>
            <a:rPr lang="en-US" sz="1700" kern="1200"/>
            <a:t>Different locations</a:t>
          </a:r>
          <a:endParaRPr lang="en-GB" sz="1700" kern="1200"/>
        </a:p>
      </dsp:txBody>
      <dsp:txXfrm>
        <a:off x="3091572" y="2842792"/>
        <a:ext cx="2046454" cy="692535"/>
      </dsp:txXfrm>
    </dsp:sp>
    <dsp:sp modelId="{1CCE136B-AB81-4E8A-A879-E26A8A7668E4}">
      <dsp:nvSpPr>
        <dsp:cNvPr id="0" name=""/>
        <dsp:cNvSpPr/>
      </dsp:nvSpPr>
      <dsp:spPr>
        <a:xfrm>
          <a:off x="5616661" y="0"/>
          <a:ext cx="2611933" cy="3744415"/>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en-US" sz="2200" kern="1200"/>
            <a:t>Disadvantages</a:t>
          </a:r>
          <a:endParaRPr lang="en-GB" sz="2200" kern="1200"/>
        </a:p>
      </dsp:txBody>
      <dsp:txXfrm>
        <a:off x="5616661" y="0"/>
        <a:ext cx="2611933" cy="1123324"/>
      </dsp:txXfrm>
    </dsp:sp>
    <dsp:sp modelId="{A9C3E87D-47B3-4F4E-957A-20B1504991A9}">
      <dsp:nvSpPr>
        <dsp:cNvPr id="0" name=""/>
        <dsp:cNvSpPr/>
      </dsp:nvSpPr>
      <dsp:spPr>
        <a:xfrm>
          <a:off x="5877855" y="1124421"/>
          <a:ext cx="2089546" cy="1128992"/>
        </a:xfrm>
        <a:prstGeom prst="roundRect">
          <a:avLst>
            <a:gd name="adj" fmla="val 10000"/>
          </a:avLst>
        </a:prstGeom>
        <a:solidFill>
          <a:schemeClr val="accent5">
            <a:hueOff val="-8278230"/>
            <a:satOff val="33176"/>
            <a:lumOff val="719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rtl="0">
            <a:lnSpc>
              <a:spcPct val="90000"/>
            </a:lnSpc>
            <a:spcBef>
              <a:spcPct val="0"/>
            </a:spcBef>
            <a:spcAft>
              <a:spcPct val="35000"/>
            </a:spcAft>
            <a:buNone/>
          </a:pPr>
          <a:r>
            <a:rPr lang="en-US" sz="1700" kern="1200" dirty="0"/>
            <a:t>An underused intelligence system </a:t>
          </a:r>
          <a:endParaRPr lang="en-GB" sz="1700" kern="1200" dirty="0"/>
        </a:p>
      </dsp:txBody>
      <dsp:txXfrm>
        <a:off x="5910922" y="1157488"/>
        <a:ext cx="2023412" cy="1062858"/>
      </dsp:txXfrm>
    </dsp:sp>
    <dsp:sp modelId="{B1608C75-CF5B-41F5-BBCB-37AF76AA93E6}">
      <dsp:nvSpPr>
        <dsp:cNvPr id="0" name=""/>
        <dsp:cNvSpPr/>
      </dsp:nvSpPr>
      <dsp:spPr>
        <a:xfrm>
          <a:off x="5877855" y="2427104"/>
          <a:ext cx="2089546" cy="1128992"/>
        </a:xfrm>
        <a:prstGeom prst="roundRect">
          <a:avLst>
            <a:gd name="adj" fmla="val 10000"/>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rtl="0">
            <a:lnSpc>
              <a:spcPct val="90000"/>
            </a:lnSpc>
            <a:spcBef>
              <a:spcPct val="0"/>
            </a:spcBef>
            <a:spcAft>
              <a:spcPct val="35000"/>
            </a:spcAft>
            <a:buNone/>
          </a:pPr>
          <a:r>
            <a:rPr lang="en-US" sz="1700" kern="1200" dirty="0"/>
            <a:t>Undetected key facts about transactions, customers etc.</a:t>
          </a:r>
          <a:endParaRPr lang="en-GB" sz="1700" kern="1200" dirty="0"/>
        </a:p>
      </dsp:txBody>
      <dsp:txXfrm>
        <a:off x="5910922" y="2460171"/>
        <a:ext cx="2023412" cy="106285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D811D5-7D55-4951-9926-1B197329423B}">
      <dsp:nvSpPr>
        <dsp:cNvPr id="0" name=""/>
        <dsp:cNvSpPr/>
      </dsp:nvSpPr>
      <dsp:spPr>
        <a:xfrm>
          <a:off x="2411" y="579449"/>
          <a:ext cx="2419052" cy="2419052"/>
        </a:xfrm>
        <a:prstGeom prst="ellipse">
          <a:avLst/>
        </a:prstGeom>
        <a:solidFill>
          <a:schemeClr val="accent5">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33129" tIns="22860" rIns="133129" bIns="22860" numCol="1" spcCol="1270" anchor="ctr" anchorCtr="0">
          <a:noAutofit/>
        </a:bodyPr>
        <a:lstStyle/>
        <a:p>
          <a:pPr marL="0" lvl="0" indent="0" algn="ctr" defTabSz="800100" rtl="0">
            <a:lnSpc>
              <a:spcPct val="90000"/>
            </a:lnSpc>
            <a:spcBef>
              <a:spcPct val="0"/>
            </a:spcBef>
            <a:spcAft>
              <a:spcPct val="35000"/>
            </a:spcAft>
            <a:buNone/>
          </a:pPr>
          <a:r>
            <a:rPr lang="en-GB" sz="1800" kern="1200" dirty="0"/>
            <a:t>The process of organising, acquiring, storing, retrieving, and managing data</a:t>
          </a:r>
        </a:p>
      </dsp:txBody>
      <dsp:txXfrm>
        <a:off x="356673" y="933711"/>
        <a:ext cx="1710528" cy="1710528"/>
      </dsp:txXfrm>
    </dsp:sp>
    <dsp:sp modelId="{525D872C-E140-48A5-8DD0-AA47EE9F7594}">
      <dsp:nvSpPr>
        <dsp:cNvPr id="0" name=""/>
        <dsp:cNvSpPr/>
      </dsp:nvSpPr>
      <dsp:spPr>
        <a:xfrm>
          <a:off x="1937652" y="579449"/>
          <a:ext cx="2419052" cy="2419052"/>
        </a:xfrm>
        <a:prstGeom prst="ellipse">
          <a:avLst/>
        </a:prstGeom>
        <a:solidFill>
          <a:schemeClr val="accent5">
            <a:alpha val="50000"/>
            <a:hueOff val="-3311292"/>
            <a:satOff val="13270"/>
            <a:lumOff val="287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33129" tIns="22860" rIns="133129" bIns="22860" numCol="1" spcCol="1270" anchor="ctr" anchorCtr="0">
          <a:noAutofit/>
        </a:bodyPr>
        <a:lstStyle/>
        <a:p>
          <a:pPr marL="0" lvl="0" indent="0" algn="ctr" defTabSz="800100" rtl="0">
            <a:lnSpc>
              <a:spcPct val="90000"/>
            </a:lnSpc>
            <a:spcBef>
              <a:spcPct val="0"/>
            </a:spcBef>
            <a:spcAft>
              <a:spcPct val="35000"/>
            </a:spcAft>
            <a:buNone/>
          </a:pPr>
          <a:r>
            <a:rPr lang="en-GB" sz="1800" kern="1200" dirty="0"/>
            <a:t>Data collected from different process and sources</a:t>
          </a:r>
        </a:p>
      </dsp:txBody>
      <dsp:txXfrm>
        <a:off x="2291914" y="933711"/>
        <a:ext cx="1710528" cy="1710528"/>
      </dsp:txXfrm>
    </dsp:sp>
    <dsp:sp modelId="{88D57F2A-AFED-49AB-BD9C-656CC441EBED}">
      <dsp:nvSpPr>
        <dsp:cNvPr id="0" name=""/>
        <dsp:cNvSpPr/>
      </dsp:nvSpPr>
      <dsp:spPr>
        <a:xfrm>
          <a:off x="3872894" y="579449"/>
          <a:ext cx="2419052" cy="2419052"/>
        </a:xfrm>
        <a:prstGeom prst="ellipse">
          <a:avLst/>
        </a:prstGeom>
        <a:solidFill>
          <a:schemeClr val="accent5">
            <a:alpha val="50000"/>
            <a:hueOff val="-6622584"/>
            <a:satOff val="26541"/>
            <a:lumOff val="575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33129" tIns="22860" rIns="133129" bIns="22860" numCol="1" spcCol="1270" anchor="ctr" anchorCtr="0">
          <a:noAutofit/>
        </a:bodyPr>
        <a:lstStyle/>
        <a:p>
          <a:pPr marL="0" lvl="0" indent="0" algn="ctr" defTabSz="800100" rtl="0">
            <a:lnSpc>
              <a:spcPct val="90000"/>
            </a:lnSpc>
            <a:spcBef>
              <a:spcPct val="0"/>
            </a:spcBef>
            <a:spcAft>
              <a:spcPct val="35000"/>
            </a:spcAft>
            <a:buNone/>
          </a:pPr>
          <a:r>
            <a:rPr lang="en-GB" sz="1800" kern="1200" dirty="0"/>
            <a:t>Limit the data by applying algorithms and seeking for discrete relationships</a:t>
          </a:r>
        </a:p>
      </dsp:txBody>
      <dsp:txXfrm>
        <a:off x="4227156" y="933711"/>
        <a:ext cx="1710528" cy="1710528"/>
      </dsp:txXfrm>
    </dsp:sp>
    <dsp:sp modelId="{046BC86B-ACA2-4505-B70E-0EE3E76691B6}">
      <dsp:nvSpPr>
        <dsp:cNvPr id="0" name=""/>
        <dsp:cNvSpPr/>
      </dsp:nvSpPr>
      <dsp:spPr>
        <a:xfrm>
          <a:off x="5808136" y="579449"/>
          <a:ext cx="2419052" cy="2419052"/>
        </a:xfrm>
        <a:prstGeom prst="ellipse">
          <a:avLst/>
        </a:prstGeom>
        <a:solidFill>
          <a:schemeClr val="accent5">
            <a:alpha val="50000"/>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33129" tIns="22860" rIns="133129" bIns="22860" numCol="1" spcCol="1270" anchor="ctr" anchorCtr="0">
          <a:noAutofit/>
        </a:bodyPr>
        <a:lstStyle/>
        <a:p>
          <a:pPr marL="0" lvl="0" indent="0" algn="ctr" defTabSz="800100" rtl="0">
            <a:lnSpc>
              <a:spcPct val="90000"/>
            </a:lnSpc>
            <a:spcBef>
              <a:spcPct val="0"/>
            </a:spcBef>
            <a:spcAft>
              <a:spcPct val="35000"/>
            </a:spcAft>
            <a:buNone/>
          </a:pPr>
          <a:r>
            <a:rPr lang="en-GB" sz="1800" kern="1200" dirty="0"/>
            <a:t>Loosing the Whole Picture</a:t>
          </a:r>
        </a:p>
      </dsp:txBody>
      <dsp:txXfrm>
        <a:off x="6162398" y="933711"/>
        <a:ext cx="1710528" cy="171052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2AAD11-7B64-4885-A816-DFE339C0B21D}">
      <dsp:nvSpPr>
        <dsp:cNvPr id="0" name=""/>
        <dsp:cNvSpPr/>
      </dsp:nvSpPr>
      <dsp:spPr>
        <a:xfrm>
          <a:off x="4118" y="0"/>
          <a:ext cx="3962102" cy="3743672"/>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rtl="0">
            <a:lnSpc>
              <a:spcPct val="90000"/>
            </a:lnSpc>
            <a:spcBef>
              <a:spcPct val="0"/>
            </a:spcBef>
            <a:spcAft>
              <a:spcPct val="35000"/>
            </a:spcAft>
            <a:buNone/>
          </a:pPr>
          <a:r>
            <a:rPr lang="en-GB" sz="2700" kern="1200"/>
            <a:t>Data is also generated from various other sources</a:t>
          </a:r>
        </a:p>
      </dsp:txBody>
      <dsp:txXfrm>
        <a:off x="4118" y="0"/>
        <a:ext cx="3962102" cy="1123101"/>
      </dsp:txXfrm>
    </dsp:sp>
    <dsp:sp modelId="{F3EA8DA5-D723-4D52-8E27-65F2F22B7EC5}">
      <dsp:nvSpPr>
        <dsp:cNvPr id="0" name=""/>
        <dsp:cNvSpPr/>
      </dsp:nvSpPr>
      <dsp:spPr>
        <a:xfrm>
          <a:off x="400329" y="1123787"/>
          <a:ext cx="3169681" cy="267933"/>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GB" sz="1400" kern="1200"/>
            <a:t>Mobile devices and apps</a:t>
          </a:r>
        </a:p>
      </dsp:txBody>
      <dsp:txXfrm>
        <a:off x="408176" y="1131634"/>
        <a:ext cx="3153987" cy="252239"/>
      </dsp:txXfrm>
    </dsp:sp>
    <dsp:sp modelId="{D5C987F7-FA52-4B71-8BF4-D06B5BDF6D6C}">
      <dsp:nvSpPr>
        <dsp:cNvPr id="0" name=""/>
        <dsp:cNvSpPr/>
      </dsp:nvSpPr>
      <dsp:spPr>
        <a:xfrm>
          <a:off x="400329" y="1432941"/>
          <a:ext cx="3169681" cy="267933"/>
        </a:xfrm>
        <a:prstGeom prst="roundRect">
          <a:avLst>
            <a:gd name="adj" fmla="val 10000"/>
          </a:avLst>
        </a:prstGeom>
        <a:solidFill>
          <a:schemeClr val="accent3">
            <a:hueOff val="1125026"/>
            <a:satOff val="-1688"/>
            <a:lumOff val="-27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GB" sz="1400" kern="1200"/>
            <a:t>Search Engines (Google, Yahoo)</a:t>
          </a:r>
        </a:p>
      </dsp:txBody>
      <dsp:txXfrm>
        <a:off x="408176" y="1440788"/>
        <a:ext cx="3153987" cy="252239"/>
      </dsp:txXfrm>
    </dsp:sp>
    <dsp:sp modelId="{ED519FE7-6BD2-4097-892E-62C2807C751B}">
      <dsp:nvSpPr>
        <dsp:cNvPr id="0" name=""/>
        <dsp:cNvSpPr/>
      </dsp:nvSpPr>
      <dsp:spPr>
        <a:xfrm>
          <a:off x="400329" y="1742096"/>
          <a:ext cx="3169681" cy="267933"/>
        </a:xfrm>
        <a:prstGeom prst="roundRect">
          <a:avLst>
            <a:gd name="adj" fmla="val 10000"/>
          </a:avLst>
        </a:prstGeom>
        <a:solidFill>
          <a:schemeClr val="accent3">
            <a:hueOff val="2250053"/>
            <a:satOff val="-3376"/>
            <a:lumOff val="-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GB" sz="1400" kern="1200"/>
            <a:t>Social Media</a:t>
          </a:r>
        </a:p>
      </dsp:txBody>
      <dsp:txXfrm>
        <a:off x="408176" y="1749943"/>
        <a:ext cx="3153987" cy="252239"/>
      </dsp:txXfrm>
    </dsp:sp>
    <dsp:sp modelId="{D876A901-7CCB-4FCE-99CC-94B5255BB36A}">
      <dsp:nvSpPr>
        <dsp:cNvPr id="0" name=""/>
        <dsp:cNvSpPr/>
      </dsp:nvSpPr>
      <dsp:spPr>
        <a:xfrm>
          <a:off x="400329" y="2051250"/>
          <a:ext cx="3169681" cy="267933"/>
        </a:xfrm>
        <a:prstGeom prst="roundRect">
          <a:avLst>
            <a:gd name="adj" fmla="val 10000"/>
          </a:avLst>
        </a:prstGeom>
        <a:solidFill>
          <a:schemeClr val="accent3">
            <a:hueOff val="3375079"/>
            <a:satOff val="-5064"/>
            <a:lumOff val="-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GB" sz="1400" kern="1200"/>
            <a:t>Sensors</a:t>
          </a:r>
        </a:p>
      </dsp:txBody>
      <dsp:txXfrm>
        <a:off x="408176" y="2059097"/>
        <a:ext cx="3153987" cy="252239"/>
      </dsp:txXfrm>
    </dsp:sp>
    <dsp:sp modelId="{781F0266-5963-4A09-8831-25936AF987E4}">
      <dsp:nvSpPr>
        <dsp:cNvPr id="0" name=""/>
        <dsp:cNvSpPr/>
      </dsp:nvSpPr>
      <dsp:spPr>
        <a:xfrm>
          <a:off x="400329" y="2360405"/>
          <a:ext cx="3169681" cy="267933"/>
        </a:xfrm>
        <a:prstGeom prst="roundRect">
          <a:avLst>
            <a:gd name="adj" fmla="val 10000"/>
          </a:avLst>
        </a:prstGeom>
        <a:solidFill>
          <a:schemeClr val="accent3">
            <a:hueOff val="4500106"/>
            <a:satOff val="-6752"/>
            <a:lumOff val="-10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GB" sz="1400" kern="1200"/>
            <a:t>RFID Tags</a:t>
          </a:r>
        </a:p>
      </dsp:txBody>
      <dsp:txXfrm>
        <a:off x="408176" y="2368252"/>
        <a:ext cx="3153987" cy="252239"/>
      </dsp:txXfrm>
    </dsp:sp>
    <dsp:sp modelId="{B967A48B-3263-48D8-8747-76F4252C7C9E}">
      <dsp:nvSpPr>
        <dsp:cNvPr id="0" name=""/>
        <dsp:cNvSpPr/>
      </dsp:nvSpPr>
      <dsp:spPr>
        <a:xfrm>
          <a:off x="400329" y="2669559"/>
          <a:ext cx="3169681" cy="267933"/>
        </a:xfrm>
        <a:prstGeom prst="roundRect">
          <a:avLst>
            <a:gd name="adj" fmla="val 10000"/>
          </a:avLst>
        </a:prstGeom>
        <a:solidFill>
          <a:schemeClr val="accent3">
            <a:hueOff val="5625132"/>
            <a:satOff val="-8440"/>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GB" sz="1400" kern="1200"/>
            <a:t>CC TV</a:t>
          </a:r>
        </a:p>
      </dsp:txBody>
      <dsp:txXfrm>
        <a:off x="408176" y="2677406"/>
        <a:ext cx="3153987" cy="252239"/>
      </dsp:txXfrm>
    </dsp:sp>
    <dsp:sp modelId="{65A73D28-85C8-43FB-A8CD-D71D16C8FCB8}">
      <dsp:nvSpPr>
        <dsp:cNvPr id="0" name=""/>
        <dsp:cNvSpPr/>
      </dsp:nvSpPr>
      <dsp:spPr>
        <a:xfrm>
          <a:off x="400329" y="2978714"/>
          <a:ext cx="3169681" cy="267933"/>
        </a:xfrm>
        <a:prstGeom prst="roundRect">
          <a:avLst>
            <a:gd name="adj" fmla="val 10000"/>
          </a:avLst>
        </a:prstGeom>
        <a:solidFill>
          <a:schemeClr val="accent3">
            <a:hueOff val="6750158"/>
            <a:satOff val="-10128"/>
            <a:lumOff val="-164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GB" sz="1400" kern="1200"/>
            <a:t>Network traffic</a:t>
          </a:r>
        </a:p>
      </dsp:txBody>
      <dsp:txXfrm>
        <a:off x="408176" y="2986561"/>
        <a:ext cx="3153987" cy="252239"/>
      </dsp:txXfrm>
    </dsp:sp>
    <dsp:sp modelId="{92766CD6-A97C-45C2-91E8-12B70ECC212D}">
      <dsp:nvSpPr>
        <dsp:cNvPr id="0" name=""/>
        <dsp:cNvSpPr/>
      </dsp:nvSpPr>
      <dsp:spPr>
        <a:xfrm>
          <a:off x="400329" y="3287868"/>
          <a:ext cx="3169681" cy="267933"/>
        </a:xfrm>
        <a:prstGeom prst="roundRect">
          <a:avLst>
            <a:gd name="adj" fmla="val 10000"/>
          </a:avLst>
        </a:prstGeom>
        <a:solidFill>
          <a:schemeClr val="accent3">
            <a:hueOff val="7875184"/>
            <a:satOff val="-11816"/>
            <a:lumOff val="-192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GB" sz="1400" kern="1200"/>
            <a:t>Log files</a:t>
          </a:r>
        </a:p>
      </dsp:txBody>
      <dsp:txXfrm>
        <a:off x="408176" y="3295715"/>
        <a:ext cx="3153987" cy="252239"/>
      </dsp:txXfrm>
    </dsp:sp>
    <dsp:sp modelId="{4F52AB09-E18A-4105-AEA6-1E7EB38C7B34}">
      <dsp:nvSpPr>
        <dsp:cNvPr id="0" name=""/>
        <dsp:cNvSpPr/>
      </dsp:nvSpPr>
      <dsp:spPr>
        <a:xfrm>
          <a:off x="4263378" y="0"/>
          <a:ext cx="3962102" cy="3743672"/>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rtl="0">
            <a:lnSpc>
              <a:spcPct val="90000"/>
            </a:lnSpc>
            <a:spcBef>
              <a:spcPct val="0"/>
            </a:spcBef>
            <a:spcAft>
              <a:spcPct val="35000"/>
            </a:spcAft>
            <a:buNone/>
          </a:pPr>
          <a:r>
            <a:rPr lang="en-GB" sz="2700" kern="1200" dirty="0"/>
            <a:t>Significantly increasing</a:t>
          </a:r>
        </a:p>
      </dsp:txBody>
      <dsp:txXfrm>
        <a:off x="4263378" y="0"/>
        <a:ext cx="3962102" cy="1123101"/>
      </dsp:txXfrm>
    </dsp:sp>
    <dsp:sp modelId="{97754C42-1286-4DD6-8056-2EFA006D5738}">
      <dsp:nvSpPr>
        <dsp:cNvPr id="0" name=""/>
        <dsp:cNvSpPr/>
      </dsp:nvSpPr>
      <dsp:spPr>
        <a:xfrm>
          <a:off x="4659589" y="1123421"/>
          <a:ext cx="3169681" cy="735481"/>
        </a:xfrm>
        <a:prstGeom prst="roundRect">
          <a:avLst>
            <a:gd name="adj" fmla="val 10000"/>
          </a:avLst>
        </a:prstGeom>
        <a:solidFill>
          <a:schemeClr val="accent3">
            <a:hueOff val="9000211"/>
            <a:satOff val="-13504"/>
            <a:lumOff val="-219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GB" sz="1400" kern="1200" dirty="0"/>
            <a:t>Volume</a:t>
          </a:r>
        </a:p>
      </dsp:txBody>
      <dsp:txXfrm>
        <a:off x="4681131" y="1144963"/>
        <a:ext cx="3126597" cy="692397"/>
      </dsp:txXfrm>
    </dsp:sp>
    <dsp:sp modelId="{1E1D99CF-4549-461B-91CD-96C38F649435}">
      <dsp:nvSpPr>
        <dsp:cNvPr id="0" name=""/>
        <dsp:cNvSpPr/>
      </dsp:nvSpPr>
      <dsp:spPr>
        <a:xfrm>
          <a:off x="4659589" y="1972054"/>
          <a:ext cx="3169681" cy="735481"/>
        </a:xfrm>
        <a:prstGeom prst="roundRect">
          <a:avLst>
            <a:gd name="adj" fmla="val 10000"/>
          </a:avLst>
        </a:prstGeom>
        <a:solidFill>
          <a:schemeClr val="accent3">
            <a:hueOff val="10125237"/>
            <a:satOff val="-15192"/>
            <a:lumOff val="-247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GB" sz="1400" kern="1200" dirty="0"/>
            <a:t> Variety</a:t>
          </a:r>
        </a:p>
      </dsp:txBody>
      <dsp:txXfrm>
        <a:off x="4681131" y="1993596"/>
        <a:ext cx="3126597" cy="692397"/>
      </dsp:txXfrm>
    </dsp:sp>
    <dsp:sp modelId="{D9DB63FC-2FDB-45E3-B60E-47BBC78B050D}">
      <dsp:nvSpPr>
        <dsp:cNvPr id="0" name=""/>
        <dsp:cNvSpPr/>
      </dsp:nvSpPr>
      <dsp:spPr>
        <a:xfrm>
          <a:off x="4659589" y="2820686"/>
          <a:ext cx="3169681" cy="735481"/>
        </a:xfrm>
        <a:prstGeom prst="roundRect">
          <a:avLst>
            <a:gd name="adj" fmla="val 10000"/>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GB" sz="1400" kern="1200" dirty="0"/>
            <a:t>Velocity</a:t>
          </a:r>
        </a:p>
      </dsp:txBody>
      <dsp:txXfrm>
        <a:off x="4681131" y="2842228"/>
        <a:ext cx="3126597" cy="69239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C86969-6B5F-45A0-ADE8-CC8A55668B8A}">
      <dsp:nvSpPr>
        <dsp:cNvPr id="0" name=""/>
        <dsp:cNvSpPr/>
      </dsp:nvSpPr>
      <dsp:spPr>
        <a:xfrm>
          <a:off x="2957" y="363"/>
          <a:ext cx="8223684" cy="1716265"/>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ctr" defTabSz="2000250" rtl="0">
            <a:lnSpc>
              <a:spcPct val="90000"/>
            </a:lnSpc>
            <a:spcBef>
              <a:spcPct val="0"/>
            </a:spcBef>
            <a:spcAft>
              <a:spcPct val="35000"/>
            </a:spcAft>
            <a:buNone/>
          </a:pPr>
          <a:r>
            <a:rPr lang="en-US" sz="4500" kern="1200" dirty="0"/>
            <a:t>Data Science is an evolving discipline</a:t>
          </a:r>
          <a:endParaRPr lang="en-GB" sz="4500" kern="1200" dirty="0"/>
        </a:p>
      </dsp:txBody>
      <dsp:txXfrm>
        <a:off x="53225" y="50631"/>
        <a:ext cx="8123148" cy="1615729"/>
      </dsp:txXfrm>
    </dsp:sp>
    <dsp:sp modelId="{811175B9-C07E-4562-87EF-5D5E339FF35A}">
      <dsp:nvSpPr>
        <dsp:cNvPr id="0" name=""/>
        <dsp:cNvSpPr/>
      </dsp:nvSpPr>
      <dsp:spPr>
        <a:xfrm>
          <a:off x="2957" y="1933331"/>
          <a:ext cx="2595860" cy="1716265"/>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dirty="0"/>
            <a:t>Extract knowledge from large amount of data</a:t>
          </a:r>
          <a:endParaRPr lang="en-GB" sz="2000" kern="1200" dirty="0"/>
        </a:p>
      </dsp:txBody>
      <dsp:txXfrm>
        <a:off x="53225" y="1983599"/>
        <a:ext cx="2495324" cy="1615729"/>
      </dsp:txXfrm>
    </dsp:sp>
    <dsp:sp modelId="{B1FA6415-A727-4455-AE1F-A86541CFF2A4}">
      <dsp:nvSpPr>
        <dsp:cNvPr id="0" name=""/>
        <dsp:cNvSpPr/>
      </dsp:nvSpPr>
      <dsp:spPr>
        <a:xfrm>
          <a:off x="2816869" y="1933331"/>
          <a:ext cx="2595860" cy="1716265"/>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GB" sz="2000" kern="1200" dirty="0"/>
            <a:t>A platform with a complex blending of technology, algorithm development, and data interference</a:t>
          </a:r>
        </a:p>
      </dsp:txBody>
      <dsp:txXfrm>
        <a:off x="2867137" y="1983599"/>
        <a:ext cx="2495324" cy="1615729"/>
      </dsp:txXfrm>
    </dsp:sp>
    <dsp:sp modelId="{A69ED58C-2895-4D11-A19A-4927F76E6C83}">
      <dsp:nvSpPr>
        <dsp:cNvPr id="0" name=""/>
        <dsp:cNvSpPr/>
      </dsp:nvSpPr>
      <dsp:spPr>
        <a:xfrm>
          <a:off x="5630782" y="1933331"/>
          <a:ext cx="2595860" cy="1716265"/>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GB" sz="2000" kern="1200" dirty="0"/>
            <a:t>Methodology by which actionable insights can be inferred from data</a:t>
          </a:r>
        </a:p>
      </dsp:txBody>
      <dsp:txXfrm>
        <a:off x="5681050" y="1983599"/>
        <a:ext cx="2495324" cy="161572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8724A7-65AF-46EB-9CC0-68F3F927CF60}">
      <dsp:nvSpPr>
        <dsp:cNvPr id="0" name=""/>
        <dsp:cNvSpPr/>
      </dsp:nvSpPr>
      <dsp:spPr>
        <a:xfrm>
          <a:off x="0" y="11030"/>
          <a:ext cx="8229600" cy="115362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rtl="0">
            <a:lnSpc>
              <a:spcPct val="90000"/>
            </a:lnSpc>
            <a:spcBef>
              <a:spcPct val="0"/>
            </a:spcBef>
            <a:spcAft>
              <a:spcPct val="35000"/>
            </a:spcAft>
            <a:buNone/>
          </a:pPr>
          <a:r>
            <a:rPr lang="en-US" sz="2900" kern="1200"/>
            <a:t>Data managers now need to support Organizational intelligence technologies</a:t>
          </a:r>
          <a:endParaRPr lang="en-GB" sz="2900" kern="1200"/>
        </a:p>
      </dsp:txBody>
      <dsp:txXfrm>
        <a:off x="56315" y="67345"/>
        <a:ext cx="8116970" cy="1040990"/>
      </dsp:txXfrm>
    </dsp:sp>
    <dsp:sp modelId="{E7523E67-D6C2-4A74-BC89-33E0575CEB90}">
      <dsp:nvSpPr>
        <dsp:cNvPr id="0" name=""/>
        <dsp:cNvSpPr/>
      </dsp:nvSpPr>
      <dsp:spPr>
        <a:xfrm>
          <a:off x="0" y="1248170"/>
          <a:ext cx="8229600" cy="1153620"/>
        </a:xfrm>
        <a:prstGeom prst="roundRect">
          <a:avLst/>
        </a:prstGeom>
        <a:solidFill>
          <a:schemeClr val="accent5">
            <a:hueOff val="-4966938"/>
            <a:satOff val="19906"/>
            <a:lumOff val="4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rtl="0">
            <a:lnSpc>
              <a:spcPct val="90000"/>
            </a:lnSpc>
            <a:spcBef>
              <a:spcPct val="0"/>
            </a:spcBef>
            <a:spcAft>
              <a:spcPct val="35000"/>
            </a:spcAft>
            <a:buNone/>
          </a:pPr>
          <a:r>
            <a:rPr lang="en-US" sz="2900" kern="1200"/>
            <a:t>Data science team required right tools, process and people with right skills.</a:t>
          </a:r>
          <a:endParaRPr lang="en-GB" sz="2900" kern="1200"/>
        </a:p>
      </dsp:txBody>
      <dsp:txXfrm>
        <a:off x="56315" y="1304485"/>
        <a:ext cx="8116970" cy="1040990"/>
      </dsp:txXfrm>
    </dsp:sp>
    <dsp:sp modelId="{2C5286CF-9BA9-4404-948B-ED9FCA516728}">
      <dsp:nvSpPr>
        <dsp:cNvPr id="0" name=""/>
        <dsp:cNvSpPr/>
      </dsp:nvSpPr>
      <dsp:spPr>
        <a:xfrm>
          <a:off x="0" y="2485309"/>
          <a:ext cx="8229600" cy="1153620"/>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rtl="0">
            <a:lnSpc>
              <a:spcPct val="90000"/>
            </a:lnSpc>
            <a:spcBef>
              <a:spcPct val="0"/>
            </a:spcBef>
            <a:spcAft>
              <a:spcPct val="35000"/>
            </a:spcAft>
            <a:buNone/>
          </a:pPr>
          <a:r>
            <a:rPr lang="en-US" sz="2900" kern="1200"/>
            <a:t>The diversity of data, data analysis tasks and data analysis approaches poses many challenges….</a:t>
          </a:r>
          <a:endParaRPr lang="en-GB" sz="2900" kern="1200"/>
        </a:p>
      </dsp:txBody>
      <dsp:txXfrm>
        <a:off x="56315" y="2541624"/>
        <a:ext cx="8116970" cy="104099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0F44A1-E2D0-4CDA-A396-53376919D0EB}">
      <dsp:nvSpPr>
        <dsp:cNvPr id="0" name=""/>
        <dsp:cNvSpPr/>
      </dsp:nvSpPr>
      <dsp:spPr>
        <a:xfrm>
          <a:off x="4118" y="0"/>
          <a:ext cx="3962102" cy="350520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GB" sz="1600" kern="1200" dirty="0"/>
            <a:t>Success of a Movie is analysed based on the revenue generated by</a:t>
          </a:r>
        </a:p>
      </dsp:txBody>
      <dsp:txXfrm>
        <a:off x="4118" y="0"/>
        <a:ext cx="3962102" cy="1051560"/>
      </dsp:txXfrm>
    </dsp:sp>
    <dsp:sp modelId="{50B16309-094C-476D-A293-28D3FD8C3C53}">
      <dsp:nvSpPr>
        <dsp:cNvPr id="0" name=""/>
        <dsp:cNvSpPr/>
      </dsp:nvSpPr>
      <dsp:spPr>
        <a:xfrm>
          <a:off x="400329" y="1051859"/>
          <a:ext cx="3169681" cy="688631"/>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en-GB" sz="2000" kern="1200" dirty="0"/>
            <a:t>Initially  the ticket Sales (TPS)</a:t>
          </a:r>
        </a:p>
      </dsp:txBody>
      <dsp:txXfrm>
        <a:off x="420498" y="1072028"/>
        <a:ext cx="3129343" cy="648293"/>
      </dsp:txXfrm>
    </dsp:sp>
    <dsp:sp modelId="{2E5C4155-7E64-4BAE-94CC-ED45E28C602C}">
      <dsp:nvSpPr>
        <dsp:cNvPr id="0" name=""/>
        <dsp:cNvSpPr/>
      </dsp:nvSpPr>
      <dsp:spPr>
        <a:xfrm>
          <a:off x="400329" y="1846434"/>
          <a:ext cx="3169681" cy="688631"/>
        </a:xfrm>
        <a:prstGeom prst="roundRect">
          <a:avLst>
            <a:gd name="adj" fmla="val 10000"/>
          </a:avLst>
        </a:prstGeom>
        <a:solidFill>
          <a:schemeClr val="accent3">
            <a:hueOff val="2812566"/>
            <a:satOff val="-4220"/>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en-GB" sz="2000" kern="1200" dirty="0"/>
            <a:t>Later  CDs, DVDs, Blue Rays etc. Sales (TPS)</a:t>
          </a:r>
        </a:p>
      </dsp:txBody>
      <dsp:txXfrm>
        <a:off x="420498" y="1866603"/>
        <a:ext cx="3129343" cy="648293"/>
      </dsp:txXfrm>
    </dsp:sp>
    <dsp:sp modelId="{059B6BEF-4005-4BDA-96E9-6DFD86CC8D60}">
      <dsp:nvSpPr>
        <dsp:cNvPr id="0" name=""/>
        <dsp:cNvSpPr/>
      </dsp:nvSpPr>
      <dsp:spPr>
        <a:xfrm>
          <a:off x="400329" y="2641009"/>
          <a:ext cx="3169681" cy="688631"/>
        </a:xfrm>
        <a:prstGeom prst="roundRect">
          <a:avLst>
            <a:gd name="adj" fmla="val 10000"/>
          </a:avLst>
        </a:prstGeom>
        <a:solidFill>
          <a:schemeClr val="accent3">
            <a:hueOff val="5625132"/>
            <a:satOff val="-8440"/>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en-GB" sz="2000" kern="1200" dirty="0"/>
            <a:t>Then the merchandise across multiple channels (TPS)</a:t>
          </a:r>
        </a:p>
      </dsp:txBody>
      <dsp:txXfrm>
        <a:off x="420498" y="2661178"/>
        <a:ext cx="3129343" cy="648293"/>
      </dsp:txXfrm>
    </dsp:sp>
    <dsp:sp modelId="{C9ACECE4-CED4-4A94-A65E-1985A65A5E58}">
      <dsp:nvSpPr>
        <dsp:cNvPr id="0" name=""/>
        <dsp:cNvSpPr/>
      </dsp:nvSpPr>
      <dsp:spPr>
        <a:xfrm>
          <a:off x="4263378" y="0"/>
          <a:ext cx="3962102" cy="350520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GB" sz="1600" kern="1200" dirty="0"/>
            <a:t>Population demographics, sentiments/feelings, reviews, feedback were not a visible part of the decision making</a:t>
          </a:r>
        </a:p>
      </dsp:txBody>
      <dsp:txXfrm>
        <a:off x="4263378" y="0"/>
        <a:ext cx="3962102" cy="1051560"/>
      </dsp:txXfrm>
    </dsp:sp>
    <dsp:sp modelId="{0E734C0F-2C5E-4EFC-BEC2-6214EC6A87F5}">
      <dsp:nvSpPr>
        <dsp:cNvPr id="0" name=""/>
        <dsp:cNvSpPr/>
      </dsp:nvSpPr>
      <dsp:spPr>
        <a:xfrm>
          <a:off x="4659589" y="1052586"/>
          <a:ext cx="3169681" cy="1056865"/>
        </a:xfrm>
        <a:prstGeom prst="roundRect">
          <a:avLst>
            <a:gd name="adj" fmla="val 10000"/>
          </a:avLst>
        </a:prstGeom>
        <a:solidFill>
          <a:schemeClr val="accent3">
            <a:hueOff val="8437698"/>
            <a:satOff val="-12660"/>
            <a:lumOff val="-205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en-GB" sz="2000" kern="1200"/>
            <a:t>Review can be recorded and used as score/rating</a:t>
          </a:r>
        </a:p>
      </dsp:txBody>
      <dsp:txXfrm>
        <a:off x="4690544" y="1083541"/>
        <a:ext cx="3107771" cy="994955"/>
      </dsp:txXfrm>
    </dsp:sp>
    <dsp:sp modelId="{0BF4BB09-AAD2-4826-B730-53F506A199A0}">
      <dsp:nvSpPr>
        <dsp:cNvPr id="0" name=""/>
        <dsp:cNvSpPr/>
      </dsp:nvSpPr>
      <dsp:spPr>
        <a:xfrm>
          <a:off x="4659589" y="2272047"/>
          <a:ext cx="3169681" cy="1056865"/>
        </a:xfrm>
        <a:prstGeom prst="roundRect">
          <a:avLst>
            <a:gd name="adj" fmla="val 10000"/>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en-GB" sz="2000" kern="1200"/>
            <a:t>Not including the comments</a:t>
          </a:r>
        </a:p>
      </dsp:txBody>
      <dsp:txXfrm>
        <a:off x="4690544" y="2303002"/>
        <a:ext cx="3107771" cy="99495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57CF66-6C03-494B-9ECA-B3F28B2F5630}">
      <dsp:nvSpPr>
        <dsp:cNvPr id="0" name=""/>
        <dsp:cNvSpPr/>
      </dsp:nvSpPr>
      <dsp:spPr>
        <a:xfrm>
          <a:off x="3616" y="171375"/>
          <a:ext cx="3162448" cy="3162448"/>
        </a:xfrm>
        <a:prstGeom prst="ellipse">
          <a:avLst/>
        </a:prstGeom>
        <a:solidFill>
          <a:schemeClr val="accent5">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74040" tIns="25400" rIns="174040" bIns="25400" numCol="1" spcCol="1270" anchor="ctr" anchorCtr="0">
          <a:noAutofit/>
        </a:bodyPr>
        <a:lstStyle/>
        <a:p>
          <a:pPr marL="0" lvl="0" indent="0" algn="ctr" defTabSz="889000" rtl="0">
            <a:lnSpc>
              <a:spcPct val="90000"/>
            </a:lnSpc>
            <a:spcBef>
              <a:spcPct val="0"/>
            </a:spcBef>
            <a:spcAft>
              <a:spcPct val="35000"/>
            </a:spcAft>
            <a:buNone/>
          </a:pPr>
          <a:r>
            <a:rPr lang="en-GB" sz="2000" kern="1200" dirty="0"/>
            <a:t>Handling a variety of data formats with </a:t>
          </a:r>
          <a:r>
            <a:rPr lang="en-US" sz="2000" kern="1200" dirty="0"/>
            <a:t>varying</a:t>
          </a:r>
          <a:r>
            <a:rPr lang="en-GB" sz="2000" kern="1200" dirty="0"/>
            <a:t> degree of complexity</a:t>
          </a:r>
        </a:p>
      </dsp:txBody>
      <dsp:txXfrm>
        <a:off x="466746" y="634505"/>
        <a:ext cx="2236188" cy="2236188"/>
      </dsp:txXfrm>
    </dsp:sp>
    <dsp:sp modelId="{66F66947-627A-4A18-B9E5-88045E1332D0}">
      <dsp:nvSpPr>
        <dsp:cNvPr id="0" name=""/>
        <dsp:cNvSpPr/>
      </dsp:nvSpPr>
      <dsp:spPr>
        <a:xfrm>
          <a:off x="2533575" y="171375"/>
          <a:ext cx="3162448" cy="3162448"/>
        </a:xfrm>
        <a:prstGeom prst="ellipse">
          <a:avLst/>
        </a:prstGeom>
        <a:solidFill>
          <a:schemeClr val="accent5">
            <a:alpha val="50000"/>
            <a:hueOff val="-4966938"/>
            <a:satOff val="19906"/>
            <a:lumOff val="4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74040" tIns="25400" rIns="174040" bIns="25400" numCol="1" spcCol="1270" anchor="ctr" anchorCtr="0">
          <a:noAutofit/>
        </a:bodyPr>
        <a:lstStyle/>
        <a:p>
          <a:pPr marL="0" lvl="0" indent="0" algn="ctr" defTabSz="889000" rtl="0">
            <a:lnSpc>
              <a:spcPct val="90000"/>
            </a:lnSpc>
            <a:spcBef>
              <a:spcPct val="0"/>
            </a:spcBef>
            <a:spcAft>
              <a:spcPct val="35000"/>
            </a:spcAft>
            <a:buNone/>
          </a:pPr>
          <a:r>
            <a:rPr lang="en-GB" sz="2000" kern="1200"/>
            <a:t>Companies like Google, Yahoo, Facebook etc. invested in technology solutions for data management</a:t>
          </a:r>
        </a:p>
      </dsp:txBody>
      <dsp:txXfrm>
        <a:off x="2996705" y="634505"/>
        <a:ext cx="2236188" cy="2236188"/>
      </dsp:txXfrm>
    </dsp:sp>
    <dsp:sp modelId="{87F9E601-09F2-48CF-BDA9-AA8772974D32}">
      <dsp:nvSpPr>
        <dsp:cNvPr id="0" name=""/>
        <dsp:cNvSpPr/>
      </dsp:nvSpPr>
      <dsp:spPr>
        <a:xfrm>
          <a:off x="5063534" y="171375"/>
          <a:ext cx="3162448" cy="3162448"/>
        </a:xfrm>
        <a:prstGeom prst="ellipse">
          <a:avLst/>
        </a:prstGeom>
        <a:solidFill>
          <a:schemeClr val="accent5">
            <a:alpha val="50000"/>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74040" tIns="25400" rIns="174040" bIns="25400" numCol="1" spcCol="1270" anchor="ctr" anchorCtr="0">
          <a:noAutofit/>
        </a:bodyPr>
        <a:lstStyle/>
        <a:p>
          <a:pPr marL="0" lvl="0" indent="0" algn="ctr" defTabSz="889000" rtl="0">
            <a:lnSpc>
              <a:spcPct val="90000"/>
            </a:lnSpc>
            <a:spcBef>
              <a:spcPct val="0"/>
            </a:spcBef>
            <a:spcAft>
              <a:spcPct val="35000"/>
            </a:spcAft>
            <a:buNone/>
          </a:pPr>
          <a:r>
            <a:rPr lang="en-GB" sz="2000" kern="1200" dirty="0"/>
            <a:t>Consume a large volume of data with varied format and complexity in a short amount of time.</a:t>
          </a:r>
        </a:p>
      </dsp:txBody>
      <dsp:txXfrm>
        <a:off x="5526664" y="634505"/>
        <a:ext cx="2236188" cy="223618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73EA79-8875-413B-8C13-418B74138D91}">
      <dsp:nvSpPr>
        <dsp:cNvPr id="0" name=""/>
        <dsp:cNvSpPr/>
      </dsp:nvSpPr>
      <dsp:spPr>
        <a:xfrm>
          <a:off x="0" y="29011"/>
          <a:ext cx="8229600" cy="84240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GB" sz="2400" kern="1200" dirty="0"/>
            <a:t>Biggest phenomenon of the modern computing industry (?)</a:t>
          </a:r>
        </a:p>
      </dsp:txBody>
      <dsp:txXfrm>
        <a:off x="41123" y="70134"/>
        <a:ext cx="8147354" cy="760154"/>
      </dsp:txXfrm>
    </dsp:sp>
    <dsp:sp modelId="{44F00858-8A4B-4B39-ACB1-4BE63A79121C}">
      <dsp:nvSpPr>
        <dsp:cNvPr id="0" name=""/>
        <dsp:cNvSpPr/>
      </dsp:nvSpPr>
      <dsp:spPr>
        <a:xfrm>
          <a:off x="0" y="1001012"/>
          <a:ext cx="8229600" cy="842400"/>
        </a:xfrm>
        <a:prstGeom prst="roundRect">
          <a:avLst/>
        </a:prstGeom>
        <a:solidFill>
          <a:schemeClr val="accent3">
            <a:hueOff val="3750088"/>
            <a:satOff val="-5627"/>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GB" sz="2400" kern="1200"/>
            <a:t>Buzz word?</a:t>
          </a:r>
        </a:p>
      </dsp:txBody>
      <dsp:txXfrm>
        <a:off x="41123" y="1042135"/>
        <a:ext cx="8147354" cy="760154"/>
      </dsp:txXfrm>
    </dsp:sp>
    <dsp:sp modelId="{F2C56E35-9701-4720-A087-29B629B449DF}">
      <dsp:nvSpPr>
        <dsp:cNvPr id="0" name=""/>
        <dsp:cNvSpPr/>
      </dsp:nvSpPr>
      <dsp:spPr>
        <a:xfrm>
          <a:off x="0" y="1973012"/>
          <a:ext cx="8229600" cy="842400"/>
        </a:xfrm>
        <a:prstGeom prst="roundRect">
          <a:avLst/>
        </a:prstGeom>
        <a:solidFill>
          <a:schemeClr val="accent3">
            <a:hueOff val="7500176"/>
            <a:satOff val="-11253"/>
            <a:lumOff val="-18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GB" sz="2400" kern="1200"/>
            <a:t>Must have technology (?)</a:t>
          </a:r>
        </a:p>
      </dsp:txBody>
      <dsp:txXfrm>
        <a:off x="41123" y="2014135"/>
        <a:ext cx="8147354" cy="760154"/>
      </dsp:txXfrm>
    </dsp:sp>
    <dsp:sp modelId="{A7F8514D-1BDA-44B3-A01D-908AB45A27BA}">
      <dsp:nvSpPr>
        <dsp:cNvPr id="0" name=""/>
        <dsp:cNvSpPr/>
      </dsp:nvSpPr>
      <dsp:spPr>
        <a:xfrm>
          <a:off x="0" y="2945012"/>
          <a:ext cx="8229600" cy="842400"/>
        </a:xfrm>
        <a:prstGeom prst="roundRect">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GB" sz="2400" kern="1200"/>
            <a:t>The fundamental reason for its popularity (?)</a:t>
          </a:r>
        </a:p>
      </dsp:txBody>
      <dsp:txXfrm>
        <a:off x="41123" y="2986135"/>
        <a:ext cx="8147354" cy="76015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F29AA8-12E3-4D7D-A3BA-2236E0BBFE76}">
      <dsp:nvSpPr>
        <dsp:cNvPr id="0" name=""/>
        <dsp:cNvSpPr/>
      </dsp:nvSpPr>
      <dsp:spPr>
        <a:xfrm rot="5400000">
          <a:off x="-320808" y="323644"/>
          <a:ext cx="2138721" cy="1497105"/>
        </a:xfrm>
        <a:prstGeom prst="chevron">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rtl="0">
            <a:lnSpc>
              <a:spcPct val="90000"/>
            </a:lnSpc>
            <a:spcBef>
              <a:spcPct val="0"/>
            </a:spcBef>
            <a:spcAft>
              <a:spcPct val="35000"/>
            </a:spcAft>
            <a:buNone/>
          </a:pPr>
          <a:r>
            <a:rPr lang="en-GB" sz="2100" kern="1200" dirty="0"/>
            <a:t>What is      Big Data ?</a:t>
          </a:r>
        </a:p>
      </dsp:txBody>
      <dsp:txXfrm rot="-5400000">
        <a:off x="1" y="751389"/>
        <a:ext cx="1497105" cy="641616"/>
      </dsp:txXfrm>
    </dsp:sp>
    <dsp:sp modelId="{03A291A2-F402-4595-8AB8-F122736BDB8A}">
      <dsp:nvSpPr>
        <dsp:cNvPr id="0" name=""/>
        <dsp:cNvSpPr/>
      </dsp:nvSpPr>
      <dsp:spPr>
        <a:xfrm rot="5400000">
          <a:off x="4121920" y="-2621978"/>
          <a:ext cx="1390169" cy="6639798"/>
        </a:xfrm>
        <a:prstGeom prst="round2SameRect">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rtl="0">
            <a:lnSpc>
              <a:spcPct val="90000"/>
            </a:lnSpc>
            <a:spcBef>
              <a:spcPct val="0"/>
            </a:spcBef>
            <a:spcAft>
              <a:spcPct val="15000"/>
            </a:spcAft>
            <a:buChar char="•"/>
          </a:pPr>
          <a:r>
            <a:rPr lang="en-GB" sz="1400" kern="1200" dirty="0"/>
            <a:t>Large Volume of Data with Varying degree of formats, complexities, and ambiguities (Variety), generated at different Velocities, which cannot be processed using traditional technologies, methods, algorithms or any off-the-shelf solutions.</a:t>
          </a:r>
        </a:p>
        <a:p>
          <a:pPr marL="114300" lvl="1" indent="-114300" algn="l" defTabSz="622300" rtl="0">
            <a:lnSpc>
              <a:spcPct val="90000"/>
            </a:lnSpc>
            <a:spcBef>
              <a:spcPct val="0"/>
            </a:spcBef>
            <a:spcAft>
              <a:spcPct val="15000"/>
            </a:spcAft>
            <a:buChar char="•"/>
          </a:pPr>
          <a:r>
            <a:rPr lang="en-GB" sz="1400" kern="1200"/>
            <a:t>Source include: Sensor networks, click stream data, scanning devices, machine log, airplane engines, consumer driven data from social media, transactional data</a:t>
          </a:r>
        </a:p>
      </dsp:txBody>
      <dsp:txXfrm rot="-5400000">
        <a:off x="1497106" y="70698"/>
        <a:ext cx="6571936" cy="1254445"/>
      </dsp:txXfrm>
    </dsp:sp>
    <dsp:sp modelId="{92CD3792-89ED-420C-B3E3-9B1E884D34CE}">
      <dsp:nvSpPr>
        <dsp:cNvPr id="0" name=""/>
        <dsp:cNvSpPr/>
      </dsp:nvSpPr>
      <dsp:spPr>
        <a:xfrm rot="5400000">
          <a:off x="-320808" y="2175694"/>
          <a:ext cx="2138721" cy="1497105"/>
        </a:xfrm>
        <a:prstGeom prst="chevron">
          <a:avLst/>
        </a:prstGeom>
        <a:solidFill>
          <a:schemeClr val="accent5">
            <a:hueOff val="-9933876"/>
            <a:satOff val="39811"/>
            <a:lumOff val="8628"/>
            <a:alphaOff val="0"/>
          </a:schemeClr>
        </a:solidFill>
        <a:ln w="25400" cap="flat" cmpd="sng" algn="ctr">
          <a:solidFill>
            <a:schemeClr val="accent5">
              <a:hueOff val="-9933876"/>
              <a:satOff val="39811"/>
              <a:lumOff val="8628"/>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rtl="0">
            <a:lnSpc>
              <a:spcPct val="90000"/>
            </a:lnSpc>
            <a:spcBef>
              <a:spcPct val="0"/>
            </a:spcBef>
            <a:spcAft>
              <a:spcPct val="35000"/>
            </a:spcAft>
            <a:buNone/>
          </a:pPr>
          <a:r>
            <a:rPr lang="en-GB" sz="2100" kern="1200" dirty="0"/>
            <a:t>Why           Big Data ?</a:t>
          </a:r>
        </a:p>
      </dsp:txBody>
      <dsp:txXfrm rot="-5400000">
        <a:off x="1" y="2603439"/>
        <a:ext cx="1497105" cy="641616"/>
      </dsp:txXfrm>
    </dsp:sp>
    <dsp:sp modelId="{C2692E7D-96D8-40FB-86BE-F55CBD40AF2A}">
      <dsp:nvSpPr>
        <dsp:cNvPr id="0" name=""/>
        <dsp:cNvSpPr/>
      </dsp:nvSpPr>
      <dsp:spPr>
        <a:xfrm rot="5400000">
          <a:off x="4121920" y="-769928"/>
          <a:ext cx="1390169" cy="6639798"/>
        </a:xfrm>
        <a:prstGeom prst="round2SameRect">
          <a:avLst/>
        </a:prstGeom>
        <a:solidFill>
          <a:schemeClr val="lt1">
            <a:alpha val="90000"/>
            <a:hueOff val="0"/>
            <a:satOff val="0"/>
            <a:lumOff val="0"/>
            <a:alphaOff val="0"/>
          </a:schemeClr>
        </a:solidFill>
        <a:ln w="25400" cap="flat" cmpd="sng" algn="ctr">
          <a:solidFill>
            <a:schemeClr val="accent5">
              <a:hueOff val="-9933876"/>
              <a:satOff val="39811"/>
              <a:lumOff val="862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rtl="0">
            <a:lnSpc>
              <a:spcPct val="90000"/>
            </a:lnSpc>
            <a:spcBef>
              <a:spcPct val="0"/>
            </a:spcBef>
            <a:spcAft>
              <a:spcPct val="15000"/>
            </a:spcAft>
            <a:buChar char="•"/>
          </a:pPr>
          <a:r>
            <a:rPr lang="en-GB" sz="1400" kern="1200"/>
            <a:t>Provides the ability to access large volume of data to gain critical and useful insights</a:t>
          </a:r>
        </a:p>
        <a:p>
          <a:pPr marL="114300" lvl="1" indent="-114300" algn="l" defTabSz="622300" rtl="0">
            <a:lnSpc>
              <a:spcPct val="90000"/>
            </a:lnSpc>
            <a:spcBef>
              <a:spcPct val="0"/>
            </a:spcBef>
            <a:spcAft>
              <a:spcPct val="15000"/>
            </a:spcAft>
            <a:buChar char="•"/>
          </a:pPr>
          <a:r>
            <a:rPr lang="en-GB" sz="1400" kern="1200"/>
            <a:t>Learning process is machine managed with minimum human intervention, hence the analysis is simpler and error free .</a:t>
          </a:r>
        </a:p>
      </dsp:txBody>
      <dsp:txXfrm rot="-5400000">
        <a:off x="1497106" y="1922748"/>
        <a:ext cx="6571936" cy="125444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4BD1F5-7B70-441C-8B36-406CE90F4702}">
      <dsp:nvSpPr>
        <dsp:cNvPr id="0" name=""/>
        <dsp:cNvSpPr/>
      </dsp:nvSpPr>
      <dsp:spPr>
        <a:xfrm>
          <a:off x="123855" y="730134"/>
          <a:ext cx="7406640" cy="6733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b" anchorCtr="0">
          <a:noAutofit/>
        </a:bodyPr>
        <a:lstStyle/>
        <a:p>
          <a:pPr marL="0" lvl="0" indent="0" algn="l" defTabSz="1377950" rtl="0">
            <a:lnSpc>
              <a:spcPct val="90000"/>
            </a:lnSpc>
            <a:spcBef>
              <a:spcPct val="0"/>
            </a:spcBef>
            <a:spcAft>
              <a:spcPct val="35000"/>
            </a:spcAft>
            <a:buNone/>
          </a:pPr>
          <a:r>
            <a:rPr lang="en-GB" sz="3100" kern="1200"/>
            <a:t>Big Data </a:t>
          </a:r>
        </a:p>
      </dsp:txBody>
      <dsp:txXfrm>
        <a:off x="123855" y="730134"/>
        <a:ext cx="7406640" cy="673330"/>
      </dsp:txXfrm>
    </dsp:sp>
    <dsp:sp modelId="{3B775D94-44A1-407D-BFBC-F3A83C17D301}">
      <dsp:nvSpPr>
        <dsp:cNvPr id="0" name=""/>
        <dsp:cNvSpPr/>
      </dsp:nvSpPr>
      <dsp:spPr>
        <a:xfrm>
          <a:off x="123855" y="1403465"/>
          <a:ext cx="1733153" cy="1371600"/>
        </a:xfrm>
        <a:prstGeom prst="chevron">
          <a:avLst>
            <a:gd name="adj" fmla="val 70610"/>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D896458-E857-45F7-AE29-AFFCF19D2F85}">
      <dsp:nvSpPr>
        <dsp:cNvPr id="0" name=""/>
        <dsp:cNvSpPr/>
      </dsp:nvSpPr>
      <dsp:spPr>
        <a:xfrm>
          <a:off x="1164899" y="1403465"/>
          <a:ext cx="1733153" cy="1371600"/>
        </a:xfrm>
        <a:prstGeom prst="chevron">
          <a:avLst>
            <a:gd name="adj" fmla="val 70610"/>
          </a:avLst>
        </a:prstGeom>
        <a:solidFill>
          <a:schemeClr val="accent5">
            <a:hueOff val="-1655646"/>
            <a:satOff val="6635"/>
            <a:lumOff val="1438"/>
            <a:alphaOff val="0"/>
          </a:schemeClr>
        </a:solidFill>
        <a:ln w="25400" cap="flat" cmpd="sng" algn="ctr">
          <a:solidFill>
            <a:schemeClr val="accent5">
              <a:hueOff val="-1655646"/>
              <a:satOff val="6635"/>
              <a:lumOff val="143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53DCC81-C3D6-4336-9A67-674AC4D09306}">
      <dsp:nvSpPr>
        <dsp:cNvPr id="0" name=""/>
        <dsp:cNvSpPr/>
      </dsp:nvSpPr>
      <dsp:spPr>
        <a:xfrm>
          <a:off x="2206767" y="1403465"/>
          <a:ext cx="1733153" cy="1371600"/>
        </a:xfrm>
        <a:prstGeom prst="chevron">
          <a:avLst>
            <a:gd name="adj" fmla="val 70610"/>
          </a:avLst>
        </a:prstGeom>
        <a:solidFill>
          <a:schemeClr val="accent5">
            <a:hueOff val="-3311292"/>
            <a:satOff val="13270"/>
            <a:lumOff val="2876"/>
            <a:alphaOff val="0"/>
          </a:schemeClr>
        </a:solidFill>
        <a:ln w="25400" cap="flat" cmpd="sng" algn="ctr">
          <a:solidFill>
            <a:schemeClr val="accent5">
              <a:hueOff val="-3311292"/>
              <a:satOff val="13270"/>
              <a:lumOff val="287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EE8385B-6A76-4B8E-AA68-F11BF2690F9B}">
      <dsp:nvSpPr>
        <dsp:cNvPr id="0" name=""/>
        <dsp:cNvSpPr/>
      </dsp:nvSpPr>
      <dsp:spPr>
        <a:xfrm>
          <a:off x="3247811" y="1403465"/>
          <a:ext cx="1733153" cy="1371600"/>
        </a:xfrm>
        <a:prstGeom prst="chevron">
          <a:avLst>
            <a:gd name="adj" fmla="val 70610"/>
          </a:avLst>
        </a:prstGeom>
        <a:solidFill>
          <a:schemeClr val="accent5">
            <a:hueOff val="-4966938"/>
            <a:satOff val="19906"/>
            <a:lumOff val="4314"/>
            <a:alphaOff val="0"/>
          </a:schemeClr>
        </a:solidFill>
        <a:ln w="25400" cap="flat" cmpd="sng" algn="ctr">
          <a:solidFill>
            <a:schemeClr val="accent5">
              <a:hueOff val="-4966938"/>
              <a:satOff val="19906"/>
              <a:lumOff val="431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F0726DD-E5AA-46AA-BC6C-468A2397E297}">
      <dsp:nvSpPr>
        <dsp:cNvPr id="0" name=""/>
        <dsp:cNvSpPr/>
      </dsp:nvSpPr>
      <dsp:spPr>
        <a:xfrm>
          <a:off x="4289679" y="1403465"/>
          <a:ext cx="1733153" cy="1371600"/>
        </a:xfrm>
        <a:prstGeom prst="chevron">
          <a:avLst>
            <a:gd name="adj" fmla="val 70610"/>
          </a:avLst>
        </a:prstGeom>
        <a:solidFill>
          <a:schemeClr val="accent5">
            <a:hueOff val="-6622584"/>
            <a:satOff val="26541"/>
            <a:lumOff val="5752"/>
            <a:alphaOff val="0"/>
          </a:schemeClr>
        </a:solidFill>
        <a:ln w="25400" cap="flat" cmpd="sng" algn="ctr">
          <a:solidFill>
            <a:schemeClr val="accent5">
              <a:hueOff val="-6622584"/>
              <a:satOff val="26541"/>
              <a:lumOff val="575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F8127CD-2CA7-4D50-877B-40835E82E70C}">
      <dsp:nvSpPr>
        <dsp:cNvPr id="0" name=""/>
        <dsp:cNvSpPr/>
      </dsp:nvSpPr>
      <dsp:spPr>
        <a:xfrm>
          <a:off x="5330723" y="1403465"/>
          <a:ext cx="1733153" cy="1371600"/>
        </a:xfrm>
        <a:prstGeom prst="chevron">
          <a:avLst>
            <a:gd name="adj" fmla="val 70610"/>
          </a:avLst>
        </a:prstGeom>
        <a:solidFill>
          <a:schemeClr val="accent5">
            <a:hueOff val="-8278230"/>
            <a:satOff val="33176"/>
            <a:lumOff val="7190"/>
            <a:alphaOff val="0"/>
          </a:schemeClr>
        </a:solidFill>
        <a:ln w="25400" cap="flat" cmpd="sng" algn="ctr">
          <a:solidFill>
            <a:schemeClr val="accent5">
              <a:hueOff val="-8278230"/>
              <a:satOff val="33176"/>
              <a:lumOff val="719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CFF31FE-0A2C-4BB4-933D-984FBC6D0FA4}">
      <dsp:nvSpPr>
        <dsp:cNvPr id="0" name=""/>
        <dsp:cNvSpPr/>
      </dsp:nvSpPr>
      <dsp:spPr>
        <a:xfrm>
          <a:off x="6372590" y="1403465"/>
          <a:ext cx="1733153" cy="1371600"/>
        </a:xfrm>
        <a:prstGeom prst="chevron">
          <a:avLst>
            <a:gd name="adj" fmla="val 70610"/>
          </a:avLst>
        </a:prstGeom>
        <a:solidFill>
          <a:schemeClr val="accent5">
            <a:hueOff val="-9933876"/>
            <a:satOff val="39811"/>
            <a:lumOff val="8628"/>
            <a:alphaOff val="0"/>
          </a:schemeClr>
        </a:solidFill>
        <a:ln w="25400" cap="flat" cmpd="sng" algn="ctr">
          <a:solidFill>
            <a:schemeClr val="accent5">
              <a:hueOff val="-9933876"/>
              <a:satOff val="39811"/>
              <a:lumOff val="862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A8BB015-E0A7-4F91-822F-6C4D37A0F7DC}">
      <dsp:nvSpPr>
        <dsp:cNvPr id="0" name=""/>
        <dsp:cNvSpPr/>
      </dsp:nvSpPr>
      <dsp:spPr>
        <a:xfrm>
          <a:off x="123855" y="1540625"/>
          <a:ext cx="7502926" cy="1097280"/>
        </a:xfrm>
        <a:prstGeom prst="rect">
          <a:avLst/>
        </a:prstGeom>
        <a:solidFill>
          <a:schemeClr val="lt1">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740" tIns="78740" rIns="78740" bIns="78740" numCol="1" spcCol="1270" anchor="ctr" anchorCtr="0">
          <a:noAutofit/>
        </a:bodyPr>
        <a:lstStyle/>
        <a:p>
          <a:pPr marL="0" lvl="0" indent="0" algn="l" defTabSz="1377950" rtl="0">
            <a:lnSpc>
              <a:spcPct val="90000"/>
            </a:lnSpc>
            <a:spcBef>
              <a:spcPct val="0"/>
            </a:spcBef>
            <a:spcAft>
              <a:spcPct val="35000"/>
            </a:spcAft>
            <a:buNone/>
          </a:pPr>
          <a:r>
            <a:rPr lang="en-GB" sz="3100" kern="1200" dirty="0"/>
            <a:t>Fundamentals and Architecture</a:t>
          </a:r>
        </a:p>
      </dsp:txBody>
      <dsp:txXfrm>
        <a:off x="123855" y="1540625"/>
        <a:ext cx="7502926" cy="1097280"/>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8/layout/VerticalAccentList">
  <dgm:title val=""/>
  <dgm:desc val=""/>
  <dgm:catLst>
    <dgm:cat type="list" pri="16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dgm:chPref/>
      <dgm:dir/>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constrLst>
      <dgm:constr type="primFontSz" for="des" forName="parenttext" refType="primFontSz" refFor="des" refForName="childtext" op="gte"/>
      <dgm:constr type="w" for="ch" forName="composite" refType="w"/>
      <dgm:constr type="h" for="ch" forName="composite" refType="h"/>
      <dgm:constr type="w" for="ch" forName="parallelogramComposite" refType="w"/>
      <dgm:constr type="h" for="ch" forName="parallelogramComposite" refType="h"/>
      <dgm:constr type="w" for="ch" forName="parenttextcomposite" refType="w" fact="0.9"/>
      <dgm:constr type="h" for="ch" forName="parenttextcomposite" refType="h" fact="0.6"/>
      <dgm:constr type="h" for="ch" forName="sibTrans" refType="h" refFor="ch" refForName="composite" op="equ" fact="0.02"/>
      <dgm:constr type="h" for="ch" forName="sibTrans" op="equ"/>
    </dgm:constrLst>
    <dgm:forEach name="nodesForEach" axis="ch" ptType="node">
      <dgm:layoutNode name="parenttextcomposite">
        <dgm:alg type="composite">
          <dgm:param type="ar" val="11"/>
        </dgm:alg>
        <dgm:shape xmlns:r="http://schemas.openxmlformats.org/officeDocument/2006/relationships" r:blip="">
          <dgm:adjLst/>
        </dgm:shape>
        <dgm:constrLst>
          <dgm:constr type="h" for="ch" forName="parenttext" refType="h"/>
          <dgm:constr type="w" for="ch" forName="parenttext" refType="w"/>
        </dgm:constrLst>
        <dgm:layoutNode name="parenttext" styleLbl="revTx">
          <dgm:varLst>
            <dgm:chMax/>
            <dgm:chPref val="2"/>
            <dgm:bulletEnabled val="1"/>
          </dgm:varLst>
          <dgm:choose name="Name4">
            <dgm:if name="Name5" func="var" arg="dir" op="equ" val="norm">
              <dgm:alg type="tx">
                <dgm:param type="parTxLTRAlign" val="l"/>
                <dgm:param type="txAnchorVert" val="b"/>
              </dgm:alg>
            </dgm:if>
            <dgm:else name="Name6">
              <dgm:alg type="tx">
                <dgm:param type="parTxLTRAlign" val="r"/>
                <dgm:param type="txAnchorVert" val="b"/>
              </dgm:alg>
            </dgm:else>
          </dgm:choose>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choose name="Name7">
        <dgm:if name="Name8" axis="ch" ptType="node" func="cnt" op="gte" val="1">
          <dgm:layoutNode name="composite">
            <dgm:alg type="composite">
              <dgm:param type="ar" val="6"/>
            </dgm:alg>
            <dgm:shape xmlns:r="http://schemas.openxmlformats.org/officeDocument/2006/relationships" r:blip="">
              <dgm:adjLst/>
            </dgm:shape>
            <dgm:choose name="Name9">
              <dgm:if name="Name10" func="var" arg="dir" op="equ" val="norm">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301"/>
                  <dgm:constr type="t" for="ch" forName="childtext" refType="h" fact="0.1"/>
                  <dgm:constr type="w" for="ch" forName="childtext" refType="w" fact="0.9117"/>
                  <dgm:constr type="h" for="ch" forName="childtext" refType="h" fact="0.8"/>
                </dgm:constrLst>
              </dgm:if>
              <dgm:else name="Name11">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883"/>
                  <dgm:constr type="t" for="ch" forName="childtext" refType="h" fact="0.1"/>
                  <dgm:constr type="w" for="ch" forName="childtext" refType="w" fact="0.9117"/>
                  <dgm:constr type="h" for="ch" forName="childtext" refType="h" fact="0.8"/>
                </dgm:constrLst>
              </dgm:else>
            </dgm:choose>
            <dgm:ruleLst/>
            <dgm:layoutNode name="chevron1" styleLbl="alignNode1">
              <dgm:alg type="sp"/>
              <dgm:choose name="Name12">
                <dgm:if name="Name13" func="var" arg="dir" op="equ" val="norm">
                  <dgm:shape xmlns:r="http://schemas.openxmlformats.org/officeDocument/2006/relationships" type="chevron" r:blip="">
                    <dgm:adjLst>
                      <dgm:adj idx="1" val="0.7061"/>
                    </dgm:adjLst>
                  </dgm:shape>
                </dgm:if>
                <dgm:else name="Name14">
                  <dgm:shape xmlns:r="http://schemas.openxmlformats.org/officeDocument/2006/relationships" rot="180" type="chevron" r:blip="">
                    <dgm:adjLst>
                      <dgm:adj idx="1" val="0.7061"/>
                    </dgm:adjLst>
                  </dgm:shape>
                </dgm:else>
              </dgm:choose>
              <dgm:presOf/>
            </dgm:layoutNode>
            <dgm:layoutNode name="chevron2" styleLbl="alignNode1">
              <dgm:alg type="sp"/>
              <dgm:choose name="Name15">
                <dgm:if name="Name16" func="var" arg="dir" op="equ" val="norm">
                  <dgm:shape xmlns:r="http://schemas.openxmlformats.org/officeDocument/2006/relationships" type="chevron" r:blip="">
                    <dgm:adjLst>
                      <dgm:adj idx="1" val="0.7061"/>
                    </dgm:adjLst>
                  </dgm:shape>
                </dgm:if>
                <dgm:else name="Name17">
                  <dgm:shape xmlns:r="http://schemas.openxmlformats.org/officeDocument/2006/relationships" rot="180" type="chevron" r:blip="">
                    <dgm:adjLst>
                      <dgm:adj idx="1" val="0.7061"/>
                    </dgm:adjLst>
                  </dgm:shape>
                </dgm:else>
              </dgm:choose>
              <dgm:presOf/>
            </dgm:layoutNode>
            <dgm:layoutNode name="chevron3" styleLbl="alignNode1">
              <dgm:alg type="sp"/>
              <dgm:choose name="Name18">
                <dgm:if name="Name19" func="var" arg="dir" op="equ" val="norm">
                  <dgm:shape xmlns:r="http://schemas.openxmlformats.org/officeDocument/2006/relationships" type="chevron" r:blip="">
                    <dgm:adjLst>
                      <dgm:adj idx="1" val="0.7061"/>
                    </dgm:adjLst>
                  </dgm:shape>
                </dgm:if>
                <dgm:else name="Name20">
                  <dgm:shape xmlns:r="http://schemas.openxmlformats.org/officeDocument/2006/relationships" rot="180" type="chevron" r:blip="">
                    <dgm:adjLst>
                      <dgm:adj idx="1" val="0.7061"/>
                    </dgm:adjLst>
                  </dgm:shape>
                </dgm:else>
              </dgm:choose>
              <dgm:presOf/>
            </dgm:layoutNode>
            <dgm:layoutNode name="chevron4" styleLbl="alignNode1">
              <dgm:alg type="sp"/>
              <dgm:choose name="Name21">
                <dgm:if name="Name22" func="var" arg="dir" op="equ" val="norm">
                  <dgm:shape xmlns:r="http://schemas.openxmlformats.org/officeDocument/2006/relationships" type="chevron" r:blip="">
                    <dgm:adjLst>
                      <dgm:adj idx="1" val="0.7061"/>
                    </dgm:adjLst>
                  </dgm:shape>
                </dgm:if>
                <dgm:else name="Name23">
                  <dgm:shape xmlns:r="http://schemas.openxmlformats.org/officeDocument/2006/relationships" rot="180" type="chevron" r:blip="">
                    <dgm:adjLst>
                      <dgm:adj idx="1" val="0.7061"/>
                    </dgm:adjLst>
                  </dgm:shape>
                </dgm:else>
              </dgm:choose>
              <dgm:presOf/>
            </dgm:layoutNode>
            <dgm:layoutNode name="chevron5" styleLbl="alignNode1">
              <dgm:alg type="sp"/>
              <dgm:choose name="Name24">
                <dgm:if name="Name25" func="var" arg="dir" op="equ" val="norm">
                  <dgm:shape xmlns:r="http://schemas.openxmlformats.org/officeDocument/2006/relationships" type="chevron" r:blip="">
                    <dgm:adjLst>
                      <dgm:adj idx="1" val="0.7061"/>
                    </dgm:adjLst>
                  </dgm:shape>
                </dgm:if>
                <dgm:else name="Name26">
                  <dgm:shape xmlns:r="http://schemas.openxmlformats.org/officeDocument/2006/relationships" rot="180" type="chevron" r:blip="">
                    <dgm:adjLst>
                      <dgm:adj idx="1" val="0.7061"/>
                    </dgm:adjLst>
                  </dgm:shape>
                </dgm:else>
              </dgm:choose>
              <dgm:presOf/>
            </dgm:layoutNode>
            <dgm:layoutNode name="chevron6" styleLbl="alignNode1">
              <dgm:alg type="sp"/>
              <dgm:choose name="Name27">
                <dgm:if name="Name28" func="var" arg="dir" op="equ" val="norm">
                  <dgm:shape xmlns:r="http://schemas.openxmlformats.org/officeDocument/2006/relationships" type="chevron" r:blip="">
                    <dgm:adjLst>
                      <dgm:adj idx="1" val="0.7061"/>
                    </dgm:adjLst>
                  </dgm:shape>
                </dgm:if>
                <dgm:else name="Name29">
                  <dgm:shape xmlns:r="http://schemas.openxmlformats.org/officeDocument/2006/relationships" rot="180" type="chevron" r:blip="">
                    <dgm:adjLst>
                      <dgm:adj idx="1" val="0.7061"/>
                    </dgm:adjLst>
                  </dgm:shape>
                </dgm:else>
              </dgm:choose>
              <dgm:presOf/>
            </dgm:layoutNode>
            <dgm:layoutNode name="chevron7" styleLbl="alignNode1">
              <dgm:alg type="sp"/>
              <dgm:choose name="Name30">
                <dgm:if name="Name31" func="var" arg="dir" op="equ" val="norm">
                  <dgm:shape xmlns:r="http://schemas.openxmlformats.org/officeDocument/2006/relationships" type="chevron" r:blip="">
                    <dgm:adjLst>
                      <dgm:adj idx="1" val="0.7061"/>
                    </dgm:adjLst>
                  </dgm:shape>
                </dgm:if>
                <dgm:else name="Name32">
                  <dgm:shape xmlns:r="http://schemas.openxmlformats.org/officeDocument/2006/relationships" rot="180" type="chevron" r:blip="">
                    <dgm:adjLst>
                      <dgm:adj idx="1" val="0.7061"/>
                    </dgm:adjLst>
                  </dgm:shape>
                </dgm:else>
              </dgm:choose>
              <dgm:presOf/>
            </dgm:layoutNode>
            <dgm:layoutNode name="childtext" styleLbl="solidFgAcc1">
              <dgm:varLst>
                <dgm:chMax/>
                <dgm:chPref val="0"/>
                <dgm:bulletEnabled val="1"/>
              </dgm:varLst>
              <dgm:choose name="Name33">
                <dgm:if name="Name34" func="var" arg="dir" op="equ" val="norm">
                  <dgm:alg type="tx">
                    <dgm:param type="parTxLTRAlign" val="l"/>
                    <dgm:param type="txAnchorVertCh" val="t"/>
                  </dgm:alg>
                </dgm:if>
                <dgm:else name="Name35">
                  <dgm:alg type="tx">
                    <dgm:param type="parTxLTRAlign" val="r"/>
                    <dgm:param type="shpTxLTRAlignCh" val="r"/>
                    <dgm:param type="txAnchorVertCh" val="t"/>
                  </dgm:alg>
                </dgm:else>
              </dgm:choose>
              <dgm:shape xmlns:r="http://schemas.openxmlformats.org/officeDocument/2006/relationships" type="rect" r:blip="">
                <dgm:adjLst/>
              </dgm:shape>
              <dgm:presOf axis="des"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if>
        <dgm:else name="Name36">
          <dgm:layoutNode name="parallelogramComposite">
            <dgm:alg type="composite">
              <dgm:param type="ar" val="50"/>
            </dgm:alg>
            <dgm:shape xmlns:r="http://schemas.openxmlformats.org/officeDocument/2006/relationships" r:blip="">
              <dgm:adjLst/>
            </dgm:shape>
            <dgm:constrLst>
              <dgm:constr type="l" for="ch" forName="parallelogram1" refType="w" fact="0"/>
              <dgm:constr type="t" for="ch" forName="parallelogram1" refType="h" fact="0"/>
              <dgm:constr type="w" for="ch" forName="parallelogram1" refType="w" fact="0.12"/>
              <dgm:constr type="h" for="ch" forName="parallelogram1" refType="h"/>
              <dgm:constr type="l" for="ch" forName="parallelogram2" refType="w" fact="0.127"/>
              <dgm:constr type="t" for="ch" forName="parallelogram2" refType="h" fact="0"/>
              <dgm:constr type="w" for="ch" forName="parallelogram2" refType="w" fact="0.12"/>
              <dgm:constr type="h" for="ch" forName="parallelogram2" refType="h"/>
              <dgm:constr type="l" for="ch" forName="parallelogram3" refType="w" fact="0.254"/>
              <dgm:constr type="t" for="ch" forName="parallelogram3" refType="h" fact="0"/>
              <dgm:constr type="w" for="ch" forName="parallelogram3" refType="w" fact="0.12"/>
              <dgm:constr type="h" for="ch" forName="parallelogram3" refType="h"/>
              <dgm:constr type="l" for="ch" forName="parallelogram4" refType="w" fact="0.381"/>
              <dgm:constr type="t" for="ch" forName="parallelogram4" refType="h" fact="0"/>
              <dgm:constr type="w" for="ch" forName="parallelogram4" refType="w" fact="0.12"/>
              <dgm:constr type="h" for="ch" forName="parallelogram4" refType="h"/>
              <dgm:constr type="l" for="ch" forName="parallelogram5" refType="w" fact="0.508"/>
              <dgm:constr type="t" for="ch" forName="parallelogram5" refType="h" fact="0"/>
              <dgm:constr type="w" for="ch" forName="parallelogram5" refType="w" fact="0.12"/>
              <dgm:constr type="h" for="ch" forName="parallelogram5" refType="h"/>
              <dgm:constr type="l" for="ch" forName="parallelogram6" refType="w" fact="0.635"/>
              <dgm:constr type="t" for="ch" forName="parallelogram6" refType="h" fact="0"/>
              <dgm:constr type="w" for="ch" forName="parallelogram6" refType="w" fact="0.12"/>
              <dgm:constr type="h" for="ch" forName="parallelogram6" refType="h"/>
              <dgm:constr type="l" for="ch" forName="parallelogram7" refType="w" fact="0.762"/>
              <dgm:constr type="t" for="ch" forName="parallelogram7" refType="h" fact="0"/>
              <dgm:constr type="w" for="ch" forName="parallelogram7" refType="w" fact="0.12"/>
              <dgm:constr type="h" for="ch" forName="parallelogram7" refType="h"/>
            </dgm:constrLst>
            <dgm:ruleLst/>
            <dgm:layoutNode name="parallelogram1" styleLbl="alignNode1">
              <dgm:alg type="sp"/>
              <dgm:shape xmlns:r="http://schemas.openxmlformats.org/officeDocument/2006/relationships" type="parallelogram" r:blip="">
                <dgm:adjLst>
                  <dgm:adj idx="1" val="1.4084"/>
                </dgm:adjLst>
              </dgm:shape>
              <dgm:presOf/>
            </dgm:layoutNode>
            <dgm:layoutNode name="parallelogram2" styleLbl="alignNode1">
              <dgm:alg type="sp"/>
              <dgm:shape xmlns:r="http://schemas.openxmlformats.org/officeDocument/2006/relationships" type="parallelogram" r:blip="">
                <dgm:adjLst>
                  <dgm:adj idx="1" val="1.4084"/>
                </dgm:adjLst>
              </dgm:shape>
              <dgm:presOf/>
            </dgm:layoutNode>
            <dgm:layoutNode name="parallelogram3" styleLbl="alignNode1">
              <dgm:alg type="sp"/>
              <dgm:shape xmlns:r="http://schemas.openxmlformats.org/officeDocument/2006/relationships" type="parallelogram" r:blip="">
                <dgm:adjLst>
                  <dgm:adj idx="1" val="1.4084"/>
                </dgm:adjLst>
              </dgm:shape>
              <dgm:presOf/>
            </dgm:layoutNode>
            <dgm:layoutNode name="parallelogram4" styleLbl="alignNode1">
              <dgm:alg type="sp"/>
              <dgm:shape xmlns:r="http://schemas.openxmlformats.org/officeDocument/2006/relationships" type="parallelogram" r:blip="">
                <dgm:adjLst>
                  <dgm:adj idx="1" val="1.4084"/>
                </dgm:adjLst>
              </dgm:shape>
              <dgm:presOf/>
            </dgm:layoutNode>
            <dgm:layoutNode name="parallelogram5" styleLbl="alignNode1">
              <dgm:alg type="sp"/>
              <dgm:shape xmlns:r="http://schemas.openxmlformats.org/officeDocument/2006/relationships" type="parallelogram" r:blip="">
                <dgm:adjLst>
                  <dgm:adj idx="1" val="1.4084"/>
                </dgm:adjLst>
              </dgm:shape>
              <dgm:presOf/>
            </dgm:layoutNode>
            <dgm:layoutNode name="parallelogram6" styleLbl="alignNode1">
              <dgm:alg type="sp"/>
              <dgm:shape xmlns:r="http://schemas.openxmlformats.org/officeDocument/2006/relationships" type="parallelogram" r:blip="">
                <dgm:adjLst>
                  <dgm:adj idx="1" val="1.4084"/>
                </dgm:adjLst>
              </dgm:shape>
              <dgm:presOf/>
            </dgm:layoutNode>
            <dgm:layoutNode name="parallelogram7" styleLbl="alignNode1">
              <dgm:alg type="sp"/>
              <dgm:shape xmlns:r="http://schemas.openxmlformats.org/officeDocument/2006/relationships" type="parallelogram" r:blip="">
                <dgm:adjLst>
                  <dgm:adj idx="1" val="1.4084"/>
                </dgm:adjLst>
              </dgm:shape>
              <dgm:presOf/>
            </dgm:layoutNode>
          </dgm:layoutNode>
        </dgm:else>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1790941D-EFFB-B745-9350-96412636191F}" type="datetimeFigureOut">
              <a:t>5/3/2026</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3EC1122B-0F2E-B341-B8DA-D29E5DAE9BDC}" type="slidenum">
              <a:t>‹#›</a:t>
            </a:fld>
            <a:endParaRPr lang="en-US"/>
          </a:p>
        </p:txBody>
      </p:sp>
    </p:spTree>
    <p:extLst>
      <p:ext uri="{BB962C8B-B14F-4D97-AF65-F5344CB8AC3E}">
        <p14:creationId xmlns:p14="http://schemas.microsoft.com/office/powerpoint/2010/main" val="38109072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37899A14-3C82-4D7A-A6BE-4EE9FB2A1AB8}" type="datetimeFigureOut">
              <a:rPr lang="en-US" smtClean="0"/>
              <a:t>5/3/2026</a:t>
            </a:fld>
            <a:endParaRPr lang="en-US"/>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20599F28-8663-46C7-9050-41009FB8A0A3}" type="slidenum">
              <a:rPr lang="en-US" smtClean="0"/>
              <a:t>‹#›</a:t>
            </a:fld>
            <a:endParaRPr lang="en-US"/>
          </a:p>
        </p:txBody>
      </p:sp>
    </p:spTree>
    <p:extLst>
      <p:ext uri="{BB962C8B-B14F-4D97-AF65-F5344CB8AC3E}">
        <p14:creationId xmlns:p14="http://schemas.microsoft.com/office/powerpoint/2010/main" val="1590987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GB" sz="1200" kern="1200" dirty="0">
                <a:solidFill>
                  <a:schemeClr val="tx1"/>
                </a:solidFill>
                <a:effectLst/>
                <a:latin typeface="+mn-lt"/>
                <a:ea typeface="+mn-ea"/>
                <a:cs typeface="+mn-cs"/>
              </a:rPr>
              <a:t>Hello and Welcome to the session on Big Data</a:t>
            </a:r>
            <a:r>
              <a:rPr lang="en-GB" sz="1200" kern="1200" baseline="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0599F28-8663-46C7-9050-41009FB8A0A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01803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session will briefly</a:t>
            </a:r>
            <a:r>
              <a:rPr lang="en-GB" baseline="0" dirty="0"/>
              <a:t> introduce you to data science and big data as well as provide an overview of business intelligence supporting decision making.</a:t>
            </a:r>
            <a:endParaRPr lang="en-GB" dirty="0"/>
          </a:p>
        </p:txBody>
      </p:sp>
      <p:sp>
        <p:nvSpPr>
          <p:cNvPr id="4" name="Slide Number Placeholder 3"/>
          <p:cNvSpPr>
            <a:spLocks noGrp="1"/>
          </p:cNvSpPr>
          <p:nvPr>
            <p:ph type="sldNum" sz="quarter" idx="10"/>
          </p:nvPr>
        </p:nvSpPr>
        <p:spPr/>
        <p:txBody>
          <a:bodyPr/>
          <a:lstStyle/>
          <a:p>
            <a:fld id="{20599F28-8663-46C7-9050-41009FB8A0A3}" type="slidenum">
              <a:rPr lang="en-US" smtClean="0"/>
              <a:t>2</a:t>
            </a:fld>
            <a:endParaRPr lang="en-US"/>
          </a:p>
        </p:txBody>
      </p:sp>
    </p:spTree>
    <p:extLst>
      <p:ext uri="{BB962C8B-B14F-4D97-AF65-F5344CB8AC3E}">
        <p14:creationId xmlns:p14="http://schemas.microsoft.com/office/powerpoint/2010/main" val="7824882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Since the 1970s</a:t>
            </a:r>
            <a:r>
              <a:rPr lang="en-GB" sz="1200" kern="1200" dirty="0">
                <a:solidFill>
                  <a:schemeClr val="tx1"/>
                </a:solidFill>
                <a:effectLst/>
                <a:latin typeface="+mn-lt"/>
                <a:ea typeface="+mn-ea"/>
                <a:cs typeface="+mn-cs"/>
              </a:rPr>
              <a:t>, computerised systems provided organizations with a competitive advantage through the automation of business processes to offer more efficient and cost-effective services to the customer. </a:t>
            </a:r>
          </a:p>
          <a:p>
            <a:r>
              <a:rPr lang="en-GB" sz="1200" b="1" kern="1200" dirty="0">
                <a:solidFill>
                  <a:schemeClr val="tx1"/>
                </a:solidFill>
                <a:effectLst/>
                <a:latin typeface="+mn-lt"/>
                <a:ea typeface="+mn-ea"/>
                <a:cs typeface="+mn-cs"/>
              </a:rPr>
              <a:t>This has </a:t>
            </a:r>
            <a:r>
              <a:rPr lang="en-GB" sz="1200" kern="1200" dirty="0">
                <a:solidFill>
                  <a:schemeClr val="tx1"/>
                </a:solidFill>
                <a:effectLst/>
                <a:latin typeface="+mn-lt"/>
                <a:ea typeface="+mn-ea"/>
                <a:cs typeface="+mn-cs"/>
              </a:rPr>
              <a:t>resulted in the accumulation of growing amounts of data in operational databases. </a:t>
            </a:r>
          </a:p>
          <a:p>
            <a:r>
              <a:rPr lang="en-GB" sz="1200" b="1" kern="1200" dirty="0">
                <a:solidFill>
                  <a:schemeClr val="tx1"/>
                </a:solidFill>
                <a:effectLst/>
                <a:latin typeface="+mn-lt"/>
                <a:ea typeface="+mn-ea"/>
                <a:cs typeface="+mn-cs"/>
              </a:rPr>
              <a:t>Now the </a:t>
            </a:r>
            <a:r>
              <a:rPr lang="en-GB" sz="1200" kern="1200" dirty="0">
                <a:solidFill>
                  <a:schemeClr val="tx1"/>
                </a:solidFill>
                <a:effectLst/>
                <a:latin typeface="+mn-lt"/>
                <a:ea typeface="+mn-ea"/>
                <a:cs typeface="+mn-cs"/>
              </a:rPr>
              <a:t>focus is to use operational data to support decision-making, as a means </a:t>
            </a:r>
            <a:r>
              <a:rPr lang="en-GB" sz="1200" b="1" kern="1200" dirty="0">
                <a:solidFill>
                  <a:schemeClr val="tx1"/>
                </a:solidFill>
                <a:effectLst/>
                <a:latin typeface="+mn-lt"/>
                <a:ea typeface="+mn-ea"/>
                <a:cs typeface="+mn-cs"/>
              </a:rPr>
              <a:t>of gaining competitive </a:t>
            </a:r>
            <a:r>
              <a:rPr lang="en-GB" sz="1200" kern="1200" dirty="0">
                <a:solidFill>
                  <a:schemeClr val="tx1"/>
                </a:solidFill>
                <a:effectLst/>
                <a:latin typeface="+mn-lt"/>
                <a:ea typeface="+mn-ea"/>
                <a:cs typeface="+mn-cs"/>
              </a:rPr>
              <a:t>advantage. </a:t>
            </a:r>
          </a:p>
          <a:p>
            <a:r>
              <a:rPr lang="en-GB" sz="1200" kern="1200" dirty="0">
                <a:solidFill>
                  <a:schemeClr val="tx1"/>
                </a:solidFill>
                <a:effectLst/>
                <a:latin typeface="+mn-lt"/>
                <a:ea typeface="+mn-ea"/>
                <a:cs typeface="+mn-cs"/>
              </a:rPr>
              <a:t>The systems were never designed to support such business activities.</a:t>
            </a:r>
          </a:p>
          <a:p>
            <a:r>
              <a:rPr lang="en-GB" sz="1200" kern="1200" dirty="0">
                <a:solidFill>
                  <a:schemeClr val="tx1"/>
                </a:solidFill>
                <a:effectLst/>
                <a:latin typeface="+mn-lt"/>
                <a:ea typeface="+mn-ea"/>
                <a:cs typeface="+mn-cs"/>
              </a:rPr>
              <a:t>Organisations typically have numerous systems with overlapping and sometimes contradictory definitions.</a:t>
            </a:r>
          </a:p>
          <a:p>
            <a:r>
              <a:rPr lang="en-GB" sz="1200" kern="1200" dirty="0">
                <a:solidFill>
                  <a:schemeClr val="tx1"/>
                </a:solidFill>
                <a:effectLst/>
                <a:latin typeface="+mn-lt"/>
                <a:ea typeface="+mn-ea"/>
                <a:cs typeface="+mn-cs"/>
              </a:rPr>
              <a:t>Raw data can support operations what it is intended for</a:t>
            </a:r>
          </a:p>
          <a:p>
            <a:r>
              <a:rPr lang="en-GB" sz="1200" kern="1200" dirty="0">
                <a:solidFill>
                  <a:schemeClr val="tx1"/>
                </a:solidFill>
                <a:effectLst/>
                <a:latin typeface="+mn-lt"/>
                <a:ea typeface="+mn-ea"/>
                <a:cs typeface="+mn-cs"/>
              </a:rPr>
              <a:t>When processed will become knowledge </a:t>
            </a:r>
          </a:p>
          <a:p>
            <a:r>
              <a:rPr lang="en-GB" sz="1200" kern="1200" dirty="0">
                <a:solidFill>
                  <a:schemeClr val="tx1"/>
                </a:solidFill>
                <a:effectLst/>
                <a:latin typeface="+mn-lt"/>
                <a:ea typeface="+mn-ea"/>
                <a:cs typeface="+mn-cs"/>
              </a:rPr>
              <a:t>Discovering patterns/trends/threats etc. </a:t>
            </a:r>
          </a:p>
        </p:txBody>
      </p:sp>
      <p:sp>
        <p:nvSpPr>
          <p:cNvPr id="4" name="Slide Number Placeholder 3"/>
          <p:cNvSpPr>
            <a:spLocks noGrp="1"/>
          </p:cNvSpPr>
          <p:nvPr>
            <p:ph type="sldNum" sz="quarter" idx="10"/>
          </p:nvPr>
        </p:nvSpPr>
        <p:spPr/>
        <p:txBody>
          <a:bodyPr/>
          <a:lstStyle/>
          <a:p>
            <a:fld id="{20599F28-8663-46C7-9050-41009FB8A0A3}" type="slidenum">
              <a:rPr lang="en-US" smtClean="0"/>
              <a:t>3</a:t>
            </a:fld>
            <a:endParaRPr lang="en-US"/>
          </a:p>
        </p:txBody>
      </p:sp>
    </p:spTree>
    <p:extLst>
      <p:ext uri="{BB962C8B-B14F-4D97-AF65-F5344CB8AC3E}">
        <p14:creationId xmlns:p14="http://schemas.microsoft.com/office/powerpoint/2010/main" val="22882692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Recognising</a:t>
            </a:r>
            <a:r>
              <a:rPr lang="en-GB" sz="1200" kern="1200" dirty="0">
                <a:solidFill>
                  <a:schemeClr val="tx1"/>
                </a:solidFill>
                <a:effectLst/>
                <a:latin typeface="+mn-lt"/>
                <a:ea typeface="+mn-ea"/>
                <a:cs typeface="+mn-cs"/>
              </a:rPr>
              <a:t> that the data is the </a:t>
            </a:r>
            <a:r>
              <a:rPr lang="en-GB" sz="1200" b="1" kern="1200" dirty="0">
                <a:solidFill>
                  <a:schemeClr val="tx1"/>
                </a:solidFill>
                <a:effectLst/>
                <a:latin typeface="+mn-lt"/>
                <a:ea typeface="+mn-ea"/>
                <a:cs typeface="+mn-cs"/>
              </a:rPr>
              <a:t>most</a:t>
            </a:r>
            <a:r>
              <a:rPr lang="en-GB" sz="1200" kern="1200" dirty="0">
                <a:solidFill>
                  <a:schemeClr val="tx1"/>
                </a:solidFill>
                <a:effectLst/>
                <a:latin typeface="+mn-lt"/>
                <a:ea typeface="+mn-ea"/>
                <a:cs typeface="+mn-cs"/>
              </a:rPr>
              <a:t> valuable ingredient in decision making</a:t>
            </a:r>
          </a:p>
          <a:p>
            <a:r>
              <a:rPr lang="en-GB" sz="1200" kern="1200" dirty="0">
                <a:solidFill>
                  <a:schemeClr val="tx1"/>
                </a:solidFill>
                <a:effectLst/>
                <a:latin typeface="+mn-lt"/>
                <a:ea typeface="+mn-ea"/>
                <a:cs typeface="+mn-cs"/>
              </a:rPr>
              <a:t>Generated and updated every second </a:t>
            </a:r>
          </a:p>
          <a:p>
            <a:r>
              <a:rPr lang="en-GB" sz="1200" kern="1200" dirty="0">
                <a:solidFill>
                  <a:schemeClr val="tx1"/>
                </a:solidFill>
                <a:effectLst/>
                <a:latin typeface="+mn-lt"/>
                <a:ea typeface="+mn-ea"/>
                <a:cs typeface="+mn-cs"/>
              </a:rPr>
              <a:t>Organizations need to turn their archives of data into a source of knowledge so that a single integrated/consolidated view of the organization’s data is presented to the user.</a:t>
            </a:r>
          </a:p>
          <a:p>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Big Data </a:t>
            </a:r>
            <a:r>
              <a:rPr lang="en-GB" sz="1200" kern="1200" dirty="0">
                <a:solidFill>
                  <a:schemeClr val="tx1"/>
                </a:solidFill>
                <a:effectLst/>
                <a:latin typeface="+mn-lt"/>
                <a:ea typeface="+mn-ea"/>
                <a:cs typeface="+mn-cs"/>
              </a:rPr>
              <a:t>Technologies, </a:t>
            </a:r>
            <a:r>
              <a:rPr lang="en-GB" sz="1200" b="1" kern="1200" dirty="0">
                <a:solidFill>
                  <a:schemeClr val="tx1"/>
                </a:solidFill>
                <a:effectLst/>
                <a:latin typeface="+mn-lt"/>
                <a:ea typeface="+mn-ea"/>
                <a:cs typeface="+mn-cs"/>
              </a:rPr>
              <a:t>Data warehouse </a:t>
            </a:r>
            <a:r>
              <a:rPr lang="en-GB" sz="1200" kern="1200" dirty="0">
                <a:solidFill>
                  <a:schemeClr val="tx1"/>
                </a:solidFill>
                <a:effectLst/>
                <a:latin typeface="+mn-lt"/>
                <a:ea typeface="+mn-ea"/>
                <a:cs typeface="+mn-cs"/>
              </a:rPr>
              <a:t>(DW) and Data Mining, multidimensional and OLAP technologies have deemed the solution to meet the requirements of a system capable of supporting decision-making. </a:t>
            </a:r>
          </a:p>
        </p:txBody>
      </p:sp>
      <p:sp>
        <p:nvSpPr>
          <p:cNvPr id="4" name="Slide Number Placeholder 3"/>
          <p:cNvSpPr>
            <a:spLocks noGrp="1"/>
          </p:cNvSpPr>
          <p:nvPr>
            <p:ph type="sldNum" sz="quarter" idx="10"/>
          </p:nvPr>
        </p:nvSpPr>
        <p:spPr/>
        <p:txBody>
          <a:bodyPr/>
          <a:lstStyle/>
          <a:p>
            <a:fld id="{20599F28-8663-46C7-9050-41009FB8A0A3}" type="slidenum">
              <a:rPr lang="en-US" smtClean="0"/>
              <a:t>4</a:t>
            </a:fld>
            <a:endParaRPr lang="en-US"/>
          </a:p>
        </p:txBody>
      </p:sp>
    </p:spTree>
    <p:extLst>
      <p:ext uri="{BB962C8B-B14F-4D97-AF65-F5344CB8AC3E}">
        <p14:creationId xmlns:p14="http://schemas.microsoft.com/office/powerpoint/2010/main" val="13721989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Gathering and analysis of vast amounts of data to gain insights that drive strategic and tactical business decisions. It encompasses the technologies listed in the previous slide allowing to gather, store, access, and analyse data to improve the business decision-making capabilities.</a:t>
            </a:r>
          </a:p>
          <a:p>
            <a:endParaRPr lang="en-GB" dirty="0"/>
          </a:p>
          <a:p>
            <a:r>
              <a:rPr lang="en-GB" dirty="0"/>
              <a:t>Business Intelligence can be defined as the collection of the processes and technologies which transform data into information. It encompasses Data warehousing, Multidimensional analysis, Online Analytical Processing (OLAP)Data mining,  Data visualization, Simple queries Analytical tools for reporting and Big Data technologies.</a:t>
            </a:r>
          </a:p>
          <a:p>
            <a:endParaRPr lang="en-GB" dirty="0"/>
          </a:p>
          <a:p>
            <a:r>
              <a:rPr lang="en-GB" dirty="0"/>
              <a:t>These technologies allow business users to gather, store, access and analyse data to improve the business decision-making capabilities.</a:t>
            </a:r>
          </a:p>
          <a:p>
            <a:r>
              <a:rPr lang="en-GB" dirty="0"/>
              <a:t>This can be applied to any organisation and every organisation is heavily relying and government systems are heavily relying on getting the correct information at the right time in the right format.</a:t>
            </a:r>
          </a:p>
        </p:txBody>
      </p:sp>
      <p:sp>
        <p:nvSpPr>
          <p:cNvPr id="4" name="Slide Number Placeholder 3"/>
          <p:cNvSpPr>
            <a:spLocks noGrp="1"/>
          </p:cNvSpPr>
          <p:nvPr>
            <p:ph type="sldNum" sz="quarter" idx="10"/>
          </p:nvPr>
        </p:nvSpPr>
        <p:spPr/>
        <p:txBody>
          <a:bodyPr/>
          <a:lstStyle/>
          <a:p>
            <a:fld id="{20599F28-8663-46C7-9050-41009FB8A0A3}" type="slidenum">
              <a:rPr lang="en-US" smtClean="0"/>
              <a:t>5</a:t>
            </a:fld>
            <a:endParaRPr lang="en-US"/>
          </a:p>
        </p:txBody>
      </p:sp>
    </p:spTree>
    <p:extLst>
      <p:ext uri="{BB962C8B-B14F-4D97-AF65-F5344CB8AC3E}">
        <p14:creationId xmlns:p14="http://schemas.microsoft.com/office/powerpoint/2010/main" val="6858794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Transaction processing systems (also known</a:t>
            </a:r>
            <a:r>
              <a:rPr lang="en-US" baseline="0" dirty="0"/>
              <a:t> as TPS) </a:t>
            </a:r>
            <a:r>
              <a:rPr lang="en-US" dirty="0"/>
              <a:t>can generate huge volumes of data (Raw material)</a:t>
            </a:r>
          </a:p>
          <a:p>
            <a:pPr lvl="1"/>
            <a:r>
              <a:rPr lang="en-US" dirty="0"/>
              <a:t>A telephone company may generate 200 million call records per day</a:t>
            </a:r>
          </a:p>
          <a:p>
            <a:r>
              <a:rPr lang="en-US" dirty="0"/>
              <a:t>TPS systems are mission-critical (if it goes down, so does the business).</a:t>
            </a:r>
            <a:r>
              <a:rPr lang="en-US" baseline="0" dirty="0"/>
              <a:t> </a:t>
            </a:r>
          </a:p>
          <a:p>
            <a:r>
              <a:rPr lang="en-US" baseline="0" dirty="0"/>
              <a:t>They have a s</a:t>
            </a:r>
            <a:r>
              <a:rPr lang="en-US" dirty="0"/>
              <a:t>mall number of typically repetitive transaction types and support large numbers of clients (typically clerical, or on-line users).</a:t>
            </a:r>
          </a:p>
          <a:p>
            <a:r>
              <a:rPr lang="en-US" dirty="0"/>
              <a:t>The</a:t>
            </a:r>
            <a:r>
              <a:rPr lang="en-US" baseline="0" dirty="0"/>
              <a:t> system should give </a:t>
            </a:r>
            <a:r>
              <a:rPr lang="en-US" dirty="0"/>
              <a:t>High throughput (transactions/second), which may vary throughout the day, week, year.</a:t>
            </a:r>
          </a:p>
          <a:p>
            <a:r>
              <a:rPr lang="en-US" dirty="0"/>
              <a:t>TPS</a:t>
            </a:r>
            <a:r>
              <a:rPr lang="en-US" baseline="0" dirty="0"/>
              <a:t> support s</a:t>
            </a:r>
            <a:r>
              <a:rPr lang="en-US" dirty="0"/>
              <a:t>hort, predictable response times (1-3 seconds, 95%-100% of the time)</a:t>
            </a:r>
            <a:r>
              <a:rPr lang="en-US" baseline="0" dirty="0"/>
              <a:t> and must be e</a:t>
            </a:r>
            <a:r>
              <a:rPr lang="en-US" dirty="0"/>
              <a:t>xtremely reliable and available.</a:t>
            </a:r>
          </a:p>
          <a:p>
            <a:endParaRPr lang="en-US" dirty="0"/>
          </a:p>
          <a:p>
            <a:r>
              <a:rPr lang="en-US" dirty="0"/>
              <a:t>The system must be highly secure and data must be kept consistent, up-to-date, and correct</a:t>
            </a:r>
          </a:p>
          <a:p>
            <a:endParaRPr lang="en-GB" dirty="0"/>
          </a:p>
        </p:txBody>
      </p:sp>
      <p:sp>
        <p:nvSpPr>
          <p:cNvPr id="4" name="Slide Number Placeholder 3"/>
          <p:cNvSpPr>
            <a:spLocks noGrp="1"/>
          </p:cNvSpPr>
          <p:nvPr>
            <p:ph type="sldNum" sz="quarter" idx="10"/>
          </p:nvPr>
        </p:nvSpPr>
        <p:spPr/>
        <p:txBody>
          <a:bodyPr/>
          <a:lstStyle/>
          <a:p>
            <a:fld id="{20599F28-8663-46C7-9050-41009FB8A0A3}" type="slidenum">
              <a:rPr lang="en-US" smtClean="0"/>
              <a:t>6</a:t>
            </a:fld>
            <a:endParaRPr lang="en-US"/>
          </a:p>
        </p:txBody>
      </p:sp>
    </p:spTree>
    <p:extLst>
      <p:ext uri="{BB962C8B-B14F-4D97-AF65-F5344CB8AC3E}">
        <p14:creationId xmlns:p14="http://schemas.microsoft.com/office/powerpoint/2010/main" val="33040179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rtl="0"/>
            <a:r>
              <a:rPr lang="en-US" dirty="0"/>
              <a:t>OLTP Systems (interactive TPS)</a:t>
            </a:r>
            <a:r>
              <a:rPr lang="en-US" baseline="0" dirty="0"/>
              <a:t> </a:t>
            </a:r>
            <a:r>
              <a:rPr lang="en-US" dirty="0"/>
              <a:t> typically require:</a:t>
            </a:r>
            <a:endParaRPr lang="en-GB" dirty="0"/>
          </a:p>
          <a:p>
            <a:pPr lvl="1" rtl="0"/>
            <a:r>
              <a:rPr lang="en-US" dirty="0"/>
              <a:t>The Use of a Transaction Server and remote procedures on the server</a:t>
            </a:r>
            <a:endParaRPr lang="en-GB" dirty="0"/>
          </a:p>
          <a:p>
            <a:pPr lvl="1" rtl="0"/>
            <a:r>
              <a:rPr lang="en-US" dirty="0"/>
              <a:t>Customized code must be written for both client and server,</a:t>
            </a:r>
            <a:endParaRPr lang="en-GB" dirty="0"/>
          </a:p>
          <a:p>
            <a:pPr lvl="1" rtl="0"/>
            <a:r>
              <a:rPr lang="en-US" dirty="0"/>
              <a:t>The system must have minimum communication overhead by </a:t>
            </a:r>
            <a:r>
              <a:rPr lang="en-US" dirty="0" err="1"/>
              <a:t>initialising</a:t>
            </a:r>
            <a:r>
              <a:rPr lang="en-US" dirty="0"/>
              <a:t> short structured exchanges between client and server, usually a request/reply pair as opposed to multiple SQL messages</a:t>
            </a:r>
            <a:endParaRPr lang="en-GB" dirty="0"/>
          </a:p>
          <a:p>
            <a:endParaRPr lang="en-GB" dirty="0"/>
          </a:p>
        </p:txBody>
      </p:sp>
      <p:sp>
        <p:nvSpPr>
          <p:cNvPr id="4" name="Slide Number Placeholder 3"/>
          <p:cNvSpPr>
            <a:spLocks noGrp="1"/>
          </p:cNvSpPr>
          <p:nvPr>
            <p:ph type="sldNum" sz="quarter" idx="10"/>
          </p:nvPr>
        </p:nvSpPr>
        <p:spPr/>
        <p:txBody>
          <a:bodyPr/>
          <a:lstStyle/>
          <a:p>
            <a:fld id="{20599F28-8663-46C7-9050-41009FB8A0A3}" type="slidenum">
              <a:rPr lang="en-US" smtClean="0"/>
              <a:t>7</a:t>
            </a:fld>
            <a:endParaRPr lang="en-US"/>
          </a:p>
        </p:txBody>
      </p:sp>
    </p:spTree>
    <p:extLst>
      <p:ext uri="{BB962C8B-B14F-4D97-AF65-F5344CB8AC3E}">
        <p14:creationId xmlns:p14="http://schemas.microsoft.com/office/powerpoint/2010/main" val="28075435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1" indent="0">
              <a:buFont typeface="Arial"/>
              <a:buNone/>
            </a:pPr>
            <a:r>
              <a:rPr lang="en-US" sz="1400" dirty="0"/>
              <a:t>Creating TPS to support organizational tasks</a:t>
            </a:r>
            <a:r>
              <a:rPr lang="en-US" sz="1400" baseline="0" dirty="0"/>
              <a:t> and responsibilities encourage the t</a:t>
            </a:r>
            <a:r>
              <a:rPr lang="en-US" sz="1400" dirty="0"/>
              <a:t>rend towards department-owned systems,</a:t>
            </a:r>
            <a:r>
              <a:rPr lang="en-US" sz="1400" baseline="0" dirty="0"/>
              <a:t>  c</a:t>
            </a:r>
            <a:r>
              <a:rPr lang="en-US" dirty="0"/>
              <a:t>reating islands of inaccessible and incompatible data. Corporate decision makers cannot easily extract essential information.</a:t>
            </a:r>
          </a:p>
          <a:p>
            <a:endParaRPr lang="en-US" dirty="0"/>
          </a:p>
          <a:p>
            <a:r>
              <a:rPr lang="en-US" dirty="0" err="1"/>
              <a:t>Organisational</a:t>
            </a:r>
            <a:r>
              <a:rPr lang="en-US" dirty="0"/>
              <a:t> memory is fragmented through the use of  different systems, different database technologies in Different locations.</a:t>
            </a:r>
          </a:p>
          <a:p>
            <a:pPr lvl="1"/>
            <a:endParaRPr lang="en-US" dirty="0"/>
          </a:p>
          <a:p>
            <a:r>
              <a:rPr lang="en-US" dirty="0"/>
              <a:t>This will have</a:t>
            </a:r>
            <a:r>
              <a:rPr lang="en-US" baseline="0" dirty="0"/>
              <a:t> many disadvantages like u</a:t>
            </a:r>
            <a:r>
              <a:rPr lang="en-US" dirty="0"/>
              <a:t>nderused intelligence system containing undetected key facts about transactions, customers etc.</a:t>
            </a:r>
          </a:p>
          <a:p>
            <a:endParaRPr lang="en-GB" dirty="0"/>
          </a:p>
        </p:txBody>
      </p:sp>
      <p:sp>
        <p:nvSpPr>
          <p:cNvPr id="4" name="Slide Number Placeholder 3"/>
          <p:cNvSpPr>
            <a:spLocks noGrp="1"/>
          </p:cNvSpPr>
          <p:nvPr>
            <p:ph type="sldNum" sz="quarter" idx="10"/>
          </p:nvPr>
        </p:nvSpPr>
        <p:spPr/>
        <p:txBody>
          <a:bodyPr/>
          <a:lstStyle/>
          <a:p>
            <a:fld id="{20599F28-8663-46C7-9050-41009FB8A0A3}" type="slidenum">
              <a:rPr lang="en-US" smtClean="0"/>
              <a:t>8</a:t>
            </a:fld>
            <a:endParaRPr lang="en-US"/>
          </a:p>
        </p:txBody>
      </p:sp>
    </p:spTree>
    <p:extLst>
      <p:ext uri="{BB962C8B-B14F-4D97-AF65-F5344CB8AC3E}">
        <p14:creationId xmlns:p14="http://schemas.microsoft.com/office/powerpoint/2010/main" val="2892290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defRPr sz="2700">
                <a:solidFill>
                  <a:schemeClr val="tx1"/>
                </a:solidFill>
                <a:latin typeface="Tahoma" pitchFamily="34" charset="0"/>
              </a:defRPr>
            </a:lvl1pPr>
            <a:lvl2pPr marL="729057" indent="-280406" defTabSz="914437" eaLnBrk="0" hangingPunct="0">
              <a:defRPr sz="2700">
                <a:solidFill>
                  <a:schemeClr val="tx1"/>
                </a:solidFill>
                <a:latin typeface="Tahoma" pitchFamily="34" charset="0"/>
              </a:defRPr>
            </a:lvl2pPr>
            <a:lvl3pPr marL="1121626" indent="-224325" defTabSz="914437" eaLnBrk="0" hangingPunct="0">
              <a:defRPr sz="2700">
                <a:solidFill>
                  <a:schemeClr val="tx1"/>
                </a:solidFill>
                <a:latin typeface="Tahoma" pitchFamily="34" charset="0"/>
              </a:defRPr>
            </a:lvl3pPr>
            <a:lvl4pPr marL="1570276" indent="-224325" defTabSz="914437" eaLnBrk="0" hangingPunct="0">
              <a:defRPr sz="2700">
                <a:solidFill>
                  <a:schemeClr val="tx1"/>
                </a:solidFill>
                <a:latin typeface="Tahoma" pitchFamily="34" charset="0"/>
              </a:defRPr>
            </a:lvl4pPr>
            <a:lvl5pPr marL="2018927" indent="-224325" defTabSz="914437" eaLnBrk="0" hangingPunct="0">
              <a:defRPr sz="2700">
                <a:solidFill>
                  <a:schemeClr val="tx1"/>
                </a:solidFill>
                <a:latin typeface="Tahoma" pitchFamily="34" charset="0"/>
              </a:defRPr>
            </a:lvl5pPr>
            <a:lvl6pPr marL="2467577" indent="-224325" defTabSz="914437" eaLnBrk="0" fontAlgn="base" hangingPunct="0">
              <a:spcBef>
                <a:spcPct val="0"/>
              </a:spcBef>
              <a:spcAft>
                <a:spcPct val="0"/>
              </a:spcAft>
              <a:defRPr sz="2700">
                <a:solidFill>
                  <a:schemeClr val="tx1"/>
                </a:solidFill>
                <a:latin typeface="Tahoma" pitchFamily="34" charset="0"/>
              </a:defRPr>
            </a:lvl6pPr>
            <a:lvl7pPr marL="2916227" indent="-224325" defTabSz="914437" eaLnBrk="0" fontAlgn="base" hangingPunct="0">
              <a:spcBef>
                <a:spcPct val="0"/>
              </a:spcBef>
              <a:spcAft>
                <a:spcPct val="0"/>
              </a:spcAft>
              <a:defRPr sz="2700">
                <a:solidFill>
                  <a:schemeClr val="tx1"/>
                </a:solidFill>
                <a:latin typeface="Tahoma" pitchFamily="34" charset="0"/>
              </a:defRPr>
            </a:lvl7pPr>
            <a:lvl8pPr marL="3364878" indent="-224325" defTabSz="914437" eaLnBrk="0" fontAlgn="base" hangingPunct="0">
              <a:spcBef>
                <a:spcPct val="0"/>
              </a:spcBef>
              <a:spcAft>
                <a:spcPct val="0"/>
              </a:spcAft>
              <a:defRPr sz="2700">
                <a:solidFill>
                  <a:schemeClr val="tx1"/>
                </a:solidFill>
                <a:latin typeface="Tahoma" pitchFamily="34" charset="0"/>
              </a:defRPr>
            </a:lvl8pPr>
            <a:lvl9pPr marL="3813528" indent="-224325" defTabSz="914437" eaLnBrk="0" fontAlgn="base" hangingPunct="0">
              <a:spcBef>
                <a:spcPct val="0"/>
              </a:spcBef>
              <a:spcAft>
                <a:spcPct val="0"/>
              </a:spcAft>
              <a:defRPr sz="2700">
                <a:solidFill>
                  <a:schemeClr val="tx1"/>
                </a:solidFill>
                <a:latin typeface="Tahoma" pitchFamily="34" charset="0"/>
              </a:defRPr>
            </a:lvl9pPr>
          </a:lstStyle>
          <a:p>
            <a:pPr eaLnBrk="1" hangingPunct="1"/>
            <a:fld id="{B31B7332-8F3C-42E1-9C36-1AEDCE8E2D04}" type="slidenum">
              <a:rPr lang="en-US" sz="1200"/>
              <a:pPr eaLnBrk="1" hangingPunct="1"/>
              <a:t>9</a:t>
            </a:fld>
            <a:endParaRPr lang="en-US" sz="1200" dirty="0"/>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0" rtl="0"/>
            <a:r>
              <a:rPr lang="en-GB" dirty="0"/>
              <a:t>Different</a:t>
            </a:r>
            <a:r>
              <a:rPr lang="en-GB" baseline="0" dirty="0"/>
              <a:t> types of s</a:t>
            </a:r>
            <a:r>
              <a:rPr lang="en-GB" dirty="0"/>
              <a:t>ystems are continuously</a:t>
            </a:r>
            <a:r>
              <a:rPr lang="en-GB" baseline="0" dirty="0"/>
              <a:t> </a:t>
            </a:r>
            <a:r>
              <a:rPr lang="en-GB" dirty="0"/>
              <a:t>generating and storing data in a different format.</a:t>
            </a:r>
          </a:p>
          <a:p>
            <a:pPr lvl="0" rtl="0"/>
            <a:r>
              <a:rPr lang="en-GB" dirty="0"/>
              <a:t>Data management is  the process of organising, acquiring, storing, retrieving, and managing data</a:t>
            </a:r>
          </a:p>
          <a:p>
            <a:pPr lvl="0" rtl="0"/>
            <a:r>
              <a:rPr lang="en-GB" dirty="0"/>
              <a:t>Data is collected from different process and sources.</a:t>
            </a:r>
          </a:p>
          <a:p>
            <a:pPr lvl="0" rtl="0"/>
            <a:r>
              <a:rPr lang="en-GB" dirty="0"/>
              <a:t>Traditional data management try to limit the data in the process of modelling by applying algorithms and always seeking for discrete relationships. However, this</a:t>
            </a:r>
            <a:r>
              <a:rPr lang="en-GB" baseline="0" dirty="0"/>
              <a:t> will result in l</a:t>
            </a:r>
            <a:r>
              <a:rPr lang="en-GB" dirty="0"/>
              <a:t>oosing the Whole Picture</a:t>
            </a:r>
          </a:p>
          <a:p>
            <a:pPr eaLnBrk="1" hangingPunct="1"/>
            <a:endParaRPr lang="en-US" dirty="0"/>
          </a:p>
        </p:txBody>
      </p:sp>
    </p:spTree>
    <p:extLst>
      <p:ext uri="{BB962C8B-B14F-4D97-AF65-F5344CB8AC3E}">
        <p14:creationId xmlns:p14="http://schemas.microsoft.com/office/powerpoint/2010/main" val="19265458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defRPr sz="2700">
                <a:solidFill>
                  <a:schemeClr val="tx1"/>
                </a:solidFill>
                <a:latin typeface="Tahoma" pitchFamily="34" charset="0"/>
              </a:defRPr>
            </a:lvl1pPr>
            <a:lvl2pPr marL="729057" indent="-280406" defTabSz="914437" eaLnBrk="0" hangingPunct="0">
              <a:defRPr sz="2700">
                <a:solidFill>
                  <a:schemeClr val="tx1"/>
                </a:solidFill>
                <a:latin typeface="Tahoma" pitchFamily="34" charset="0"/>
              </a:defRPr>
            </a:lvl2pPr>
            <a:lvl3pPr marL="1121626" indent="-224325" defTabSz="914437" eaLnBrk="0" hangingPunct="0">
              <a:defRPr sz="2700">
                <a:solidFill>
                  <a:schemeClr val="tx1"/>
                </a:solidFill>
                <a:latin typeface="Tahoma" pitchFamily="34" charset="0"/>
              </a:defRPr>
            </a:lvl3pPr>
            <a:lvl4pPr marL="1570276" indent="-224325" defTabSz="914437" eaLnBrk="0" hangingPunct="0">
              <a:defRPr sz="2700">
                <a:solidFill>
                  <a:schemeClr val="tx1"/>
                </a:solidFill>
                <a:latin typeface="Tahoma" pitchFamily="34" charset="0"/>
              </a:defRPr>
            </a:lvl4pPr>
            <a:lvl5pPr marL="2018927" indent="-224325" defTabSz="914437" eaLnBrk="0" hangingPunct="0">
              <a:defRPr sz="2700">
                <a:solidFill>
                  <a:schemeClr val="tx1"/>
                </a:solidFill>
                <a:latin typeface="Tahoma" pitchFamily="34" charset="0"/>
              </a:defRPr>
            </a:lvl5pPr>
            <a:lvl6pPr marL="2467577" indent="-224325" defTabSz="914437" eaLnBrk="0" fontAlgn="base" hangingPunct="0">
              <a:spcBef>
                <a:spcPct val="0"/>
              </a:spcBef>
              <a:spcAft>
                <a:spcPct val="0"/>
              </a:spcAft>
              <a:defRPr sz="2700">
                <a:solidFill>
                  <a:schemeClr val="tx1"/>
                </a:solidFill>
                <a:latin typeface="Tahoma" pitchFamily="34" charset="0"/>
              </a:defRPr>
            </a:lvl6pPr>
            <a:lvl7pPr marL="2916227" indent="-224325" defTabSz="914437" eaLnBrk="0" fontAlgn="base" hangingPunct="0">
              <a:spcBef>
                <a:spcPct val="0"/>
              </a:spcBef>
              <a:spcAft>
                <a:spcPct val="0"/>
              </a:spcAft>
              <a:defRPr sz="2700">
                <a:solidFill>
                  <a:schemeClr val="tx1"/>
                </a:solidFill>
                <a:latin typeface="Tahoma" pitchFamily="34" charset="0"/>
              </a:defRPr>
            </a:lvl7pPr>
            <a:lvl8pPr marL="3364878" indent="-224325" defTabSz="914437" eaLnBrk="0" fontAlgn="base" hangingPunct="0">
              <a:spcBef>
                <a:spcPct val="0"/>
              </a:spcBef>
              <a:spcAft>
                <a:spcPct val="0"/>
              </a:spcAft>
              <a:defRPr sz="2700">
                <a:solidFill>
                  <a:schemeClr val="tx1"/>
                </a:solidFill>
                <a:latin typeface="Tahoma" pitchFamily="34" charset="0"/>
              </a:defRPr>
            </a:lvl8pPr>
            <a:lvl9pPr marL="3813528" indent="-224325" defTabSz="914437" eaLnBrk="0" fontAlgn="base" hangingPunct="0">
              <a:spcBef>
                <a:spcPct val="0"/>
              </a:spcBef>
              <a:spcAft>
                <a:spcPct val="0"/>
              </a:spcAft>
              <a:defRPr sz="2700">
                <a:solidFill>
                  <a:schemeClr val="tx1"/>
                </a:solidFill>
                <a:latin typeface="Tahoma" pitchFamily="34" charset="0"/>
              </a:defRPr>
            </a:lvl9pPr>
          </a:lstStyle>
          <a:p>
            <a:pPr eaLnBrk="1" hangingPunct="1"/>
            <a:fld id="{B31B7332-8F3C-42E1-9C36-1AEDCE8E2D04}" type="slidenum">
              <a:rPr lang="en-US" sz="1200"/>
              <a:pPr eaLnBrk="1" hangingPunct="1"/>
              <a:t>10</a:t>
            </a:fld>
            <a:endParaRPr lang="en-US" sz="1200" dirty="0"/>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For example, data is generated from </a:t>
            </a:r>
          </a:p>
          <a:p>
            <a:r>
              <a:rPr lang="en-GB" dirty="0"/>
              <a:t>Transaction processing system</a:t>
            </a:r>
          </a:p>
          <a:p>
            <a:pPr lvl="1"/>
            <a:r>
              <a:rPr lang="en-GB" dirty="0"/>
              <a:t>Sensors</a:t>
            </a:r>
          </a:p>
          <a:p>
            <a:pPr lvl="1"/>
            <a:r>
              <a:rPr lang="en-GB" dirty="0"/>
              <a:t>RFID Tags</a:t>
            </a:r>
          </a:p>
          <a:p>
            <a:pPr lvl="1"/>
            <a:r>
              <a:rPr lang="en-GB" dirty="0"/>
              <a:t>CC TV</a:t>
            </a:r>
          </a:p>
          <a:p>
            <a:pPr lvl="1"/>
            <a:r>
              <a:rPr lang="en-GB" dirty="0"/>
              <a:t>Mobile devices and apps</a:t>
            </a:r>
          </a:p>
          <a:p>
            <a:pPr lvl="1"/>
            <a:r>
              <a:rPr lang="en-GB" dirty="0"/>
              <a:t>Search Engines (Google, Yahoo)</a:t>
            </a:r>
          </a:p>
          <a:p>
            <a:pPr lvl="1"/>
            <a:r>
              <a:rPr lang="en-GB" dirty="0"/>
              <a:t>Social Media</a:t>
            </a:r>
          </a:p>
          <a:p>
            <a:pPr lvl="1"/>
            <a:r>
              <a:rPr lang="en-GB" dirty="0"/>
              <a:t>Network traffic</a:t>
            </a:r>
          </a:p>
          <a:p>
            <a:pPr lvl="1"/>
            <a:r>
              <a:rPr lang="en-GB" dirty="0"/>
              <a:t>Log files</a:t>
            </a:r>
          </a:p>
          <a:p>
            <a:pPr lvl="1"/>
            <a:endParaRPr lang="en-GB" dirty="0"/>
          </a:p>
          <a:p>
            <a:r>
              <a:rPr lang="en-GB" dirty="0"/>
              <a:t>Volume, Variety and Velocity of data have increased significantly in the last few decades.</a:t>
            </a:r>
            <a:endParaRPr lang="en-US" dirty="0"/>
          </a:p>
        </p:txBody>
      </p:sp>
    </p:spTree>
    <p:extLst>
      <p:ext uri="{BB962C8B-B14F-4D97-AF65-F5344CB8AC3E}">
        <p14:creationId xmlns:p14="http://schemas.microsoft.com/office/powerpoint/2010/main" val="31380708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rtl="0"/>
            <a:r>
              <a:rPr lang="en-GB" dirty="0"/>
              <a:t>As we have seen the data is generated and stored in the systems and processed and analysed appropriately this data is capable of providing useful insights and information to the decision-makers.</a:t>
            </a:r>
          </a:p>
          <a:p>
            <a:pPr lvl="0" rtl="0"/>
            <a:endParaRPr lang="en-GB" dirty="0"/>
          </a:p>
          <a:p>
            <a:pPr lvl="0" rtl="0"/>
            <a:r>
              <a:rPr lang="en-GB" dirty="0"/>
              <a:t>Data Science is an evolving discipline and it assists in extracting knowledge from a large amount of data.</a:t>
            </a:r>
          </a:p>
          <a:p>
            <a:pPr lvl="0" rtl="0"/>
            <a:r>
              <a:rPr lang="en-GB" dirty="0"/>
              <a:t>It is a platform with a complex blending of technology, algorithm development, and data interference.</a:t>
            </a:r>
          </a:p>
          <a:p>
            <a:pPr lvl="0" rtl="0"/>
            <a:r>
              <a:rPr lang="en-GB" dirty="0"/>
              <a:t>Data science is a methodology by which actionable insights are inferred from data.</a:t>
            </a:r>
          </a:p>
        </p:txBody>
      </p:sp>
      <p:sp>
        <p:nvSpPr>
          <p:cNvPr id="4" name="Slide Number Placeholder 3"/>
          <p:cNvSpPr>
            <a:spLocks noGrp="1"/>
          </p:cNvSpPr>
          <p:nvPr>
            <p:ph type="sldNum" sz="quarter" idx="10"/>
          </p:nvPr>
        </p:nvSpPr>
        <p:spPr/>
        <p:txBody>
          <a:bodyPr/>
          <a:lstStyle/>
          <a:p>
            <a:fld id="{20599F28-8663-46C7-9050-41009FB8A0A3}" type="slidenum">
              <a:rPr lang="en-US" smtClean="0"/>
              <a:t>11</a:t>
            </a:fld>
            <a:endParaRPr lang="en-US"/>
          </a:p>
        </p:txBody>
      </p:sp>
    </p:spTree>
    <p:extLst>
      <p:ext uri="{BB962C8B-B14F-4D97-AF65-F5344CB8AC3E}">
        <p14:creationId xmlns:p14="http://schemas.microsoft.com/office/powerpoint/2010/main" val="15764511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Data analysis technologies are adhering to the ever-changing landscape of data collection and applications.</a:t>
            </a:r>
          </a:p>
          <a:p>
            <a:r>
              <a:rPr lang="en-GB" dirty="0"/>
              <a:t>Data managers now need to support Organizational intelligence technologies.</a:t>
            </a:r>
          </a:p>
          <a:p>
            <a:r>
              <a:rPr lang="en-GB" dirty="0"/>
              <a:t>Data science team required the right tools, process and people with the right skills.</a:t>
            </a:r>
          </a:p>
          <a:p>
            <a:r>
              <a:rPr lang="en-GB" dirty="0"/>
              <a:t>The diversity of data, data analysis tasks and data analysis approaches pose many challenges….</a:t>
            </a:r>
          </a:p>
        </p:txBody>
      </p:sp>
      <p:sp>
        <p:nvSpPr>
          <p:cNvPr id="4" name="Slide Number Placeholder 3"/>
          <p:cNvSpPr>
            <a:spLocks noGrp="1"/>
          </p:cNvSpPr>
          <p:nvPr>
            <p:ph type="sldNum" sz="quarter" idx="10"/>
          </p:nvPr>
        </p:nvSpPr>
        <p:spPr/>
        <p:txBody>
          <a:bodyPr/>
          <a:lstStyle/>
          <a:p>
            <a:fld id="{20599F28-8663-46C7-9050-41009FB8A0A3}" type="slidenum">
              <a:rPr lang="en-US" smtClean="0"/>
              <a:t>12</a:t>
            </a:fld>
            <a:endParaRPr lang="en-US"/>
          </a:p>
        </p:txBody>
      </p:sp>
    </p:spTree>
    <p:extLst>
      <p:ext uri="{BB962C8B-B14F-4D97-AF65-F5344CB8AC3E}">
        <p14:creationId xmlns:p14="http://schemas.microsoft.com/office/powerpoint/2010/main" val="21568816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2100" dirty="0"/>
              <a:t>Take an example of analysing the succ</a:t>
            </a:r>
            <a:r>
              <a:rPr lang="en-GB" sz="2100" baseline="0" dirty="0"/>
              <a:t>ess of a movie.</a:t>
            </a:r>
            <a:endParaRPr lang="en-GB" sz="2100" dirty="0"/>
          </a:p>
          <a:p>
            <a:r>
              <a:rPr lang="en-GB" sz="2100" dirty="0"/>
              <a:t>The success of a Movie is analysed based on the revenue generated by</a:t>
            </a:r>
          </a:p>
          <a:p>
            <a:pPr lvl="1"/>
            <a:r>
              <a:rPr lang="en-GB" dirty="0"/>
              <a:t>Initially </a:t>
            </a:r>
          </a:p>
          <a:p>
            <a:pPr lvl="2"/>
            <a:r>
              <a:rPr lang="en-GB" dirty="0"/>
              <a:t>Ticket Sales (transaction processing system)</a:t>
            </a:r>
          </a:p>
          <a:p>
            <a:pPr lvl="1"/>
            <a:r>
              <a:rPr lang="en-GB" dirty="0"/>
              <a:t>Later  </a:t>
            </a:r>
          </a:p>
          <a:p>
            <a:pPr lvl="2"/>
            <a:r>
              <a:rPr lang="en-GB" dirty="0"/>
              <a:t>CDs, DVDs, Blue Rays etc. Sales (transaction processing systems)</a:t>
            </a:r>
          </a:p>
          <a:p>
            <a:pPr lvl="1"/>
            <a:r>
              <a:rPr lang="en-GB" dirty="0"/>
              <a:t>Then </a:t>
            </a:r>
          </a:p>
          <a:p>
            <a:pPr lvl="2"/>
            <a:r>
              <a:rPr lang="en-GB" dirty="0"/>
              <a:t>Merchandise across multiple channels (transaction processing systems)</a:t>
            </a:r>
          </a:p>
          <a:p>
            <a:r>
              <a:rPr lang="en-GB" sz="2100" dirty="0"/>
              <a:t>But the population demographics, sentiments/feelings, reviews, feedback were not a visible part of the decision making.</a:t>
            </a:r>
          </a:p>
          <a:p>
            <a:pPr lvl="1"/>
            <a:r>
              <a:rPr lang="en-GB" dirty="0"/>
              <a:t>The review can be recorded and used as a score/rating, but not the comments.</a:t>
            </a:r>
          </a:p>
        </p:txBody>
      </p:sp>
      <p:sp>
        <p:nvSpPr>
          <p:cNvPr id="4" name="Slide Number Placeholder 3"/>
          <p:cNvSpPr>
            <a:spLocks noGrp="1"/>
          </p:cNvSpPr>
          <p:nvPr>
            <p:ph type="sldNum" sz="quarter" idx="10"/>
          </p:nvPr>
        </p:nvSpPr>
        <p:spPr/>
        <p:txBody>
          <a:bodyPr/>
          <a:lstStyle/>
          <a:p>
            <a:fld id="{20599F28-8663-46C7-9050-41009FB8A0A3}" type="slidenum">
              <a:rPr lang="en-US" smtClean="0"/>
              <a:t>13</a:t>
            </a:fld>
            <a:endParaRPr lang="en-US"/>
          </a:p>
        </p:txBody>
      </p:sp>
    </p:spTree>
    <p:extLst>
      <p:ext uri="{BB962C8B-B14F-4D97-AF65-F5344CB8AC3E}">
        <p14:creationId xmlns:p14="http://schemas.microsoft.com/office/powerpoint/2010/main" val="9955894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2100" dirty="0"/>
              <a:t>Considering transactional data,</a:t>
            </a:r>
            <a:r>
              <a:rPr lang="en-GB" sz="2100" baseline="0" dirty="0"/>
              <a:t> </a:t>
            </a:r>
            <a:r>
              <a:rPr lang="en-GB" sz="2100" dirty="0"/>
              <a:t>mainly the sales details,</a:t>
            </a:r>
            <a:r>
              <a:rPr lang="en-GB" sz="2100" baseline="0" dirty="0"/>
              <a:t> </a:t>
            </a:r>
            <a:r>
              <a:rPr lang="en-GB" sz="2100" dirty="0"/>
              <a:t>viewership, rating</a:t>
            </a:r>
            <a:r>
              <a:rPr lang="en-GB" sz="2100" baseline="0" dirty="0"/>
              <a:t> information</a:t>
            </a:r>
            <a:r>
              <a:rPr lang="en-GB" sz="2100" dirty="0"/>
              <a:t> along with the non-transactional data such</a:t>
            </a:r>
            <a:r>
              <a:rPr lang="en-GB" sz="2100" baseline="0" dirty="0"/>
              <a:t> as </a:t>
            </a:r>
            <a:r>
              <a:rPr lang="en-GB" sz="2100" dirty="0"/>
              <a:t>sentiments. Comments</a:t>
            </a:r>
            <a:r>
              <a:rPr lang="en-GB" sz="2100" baseline="0" dirty="0"/>
              <a:t> etc.</a:t>
            </a:r>
            <a:r>
              <a:rPr lang="en-GB" sz="2100" dirty="0"/>
              <a:t> require handling a variety of data formats with varying degree of complexity.</a:t>
            </a:r>
          </a:p>
          <a:p>
            <a:r>
              <a:rPr lang="en-GB" sz="2100" dirty="0"/>
              <a:t>Companies like Google, Yahoo, Facebook etc. invested in technology solutions for data management.</a:t>
            </a:r>
          </a:p>
          <a:p>
            <a:r>
              <a:rPr lang="en-GB" dirty="0"/>
              <a:t>The systems are designed to consume a large volume of data with varied format and complexity in a short amount of time.</a:t>
            </a:r>
          </a:p>
          <a:p>
            <a:endParaRPr lang="en-GB" dirty="0"/>
          </a:p>
        </p:txBody>
      </p:sp>
      <p:sp>
        <p:nvSpPr>
          <p:cNvPr id="4" name="Slide Number Placeholder 3"/>
          <p:cNvSpPr>
            <a:spLocks noGrp="1"/>
          </p:cNvSpPr>
          <p:nvPr>
            <p:ph type="sldNum" sz="quarter" idx="10"/>
          </p:nvPr>
        </p:nvSpPr>
        <p:spPr/>
        <p:txBody>
          <a:bodyPr/>
          <a:lstStyle/>
          <a:p>
            <a:fld id="{20599F28-8663-46C7-9050-41009FB8A0A3}" type="slidenum">
              <a:rPr lang="en-US" smtClean="0"/>
              <a:t>14</a:t>
            </a:fld>
            <a:endParaRPr lang="en-US"/>
          </a:p>
        </p:txBody>
      </p:sp>
    </p:spTree>
    <p:extLst>
      <p:ext uri="{BB962C8B-B14F-4D97-AF65-F5344CB8AC3E}">
        <p14:creationId xmlns:p14="http://schemas.microsoft.com/office/powerpoint/2010/main" val="21663019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the light of the 21</a:t>
            </a:r>
            <a:r>
              <a:rPr lang="en-GB" baseline="30000" dirty="0"/>
              <a:t>st</a:t>
            </a:r>
            <a:r>
              <a:rPr lang="en-GB" dirty="0"/>
              <a:t> century  data analysis is Big data</a:t>
            </a:r>
            <a:r>
              <a:rPr lang="en-GB" baseline="0" dirty="0"/>
              <a:t> is the b</a:t>
            </a:r>
            <a:r>
              <a:rPr lang="en-GB" dirty="0"/>
              <a:t>iggest phenomenon of the modern computing industry (?)</a:t>
            </a:r>
          </a:p>
          <a:p>
            <a:r>
              <a:rPr lang="en-GB" dirty="0"/>
              <a:t>Or is it juts a Buzz word?</a:t>
            </a:r>
          </a:p>
          <a:p>
            <a:r>
              <a:rPr lang="en-GB" dirty="0"/>
              <a:t>Do you think it is a</a:t>
            </a:r>
            <a:r>
              <a:rPr lang="en-GB" baseline="0" dirty="0"/>
              <a:t> </a:t>
            </a:r>
            <a:r>
              <a:rPr lang="en-GB" dirty="0"/>
              <a:t>technology that</a:t>
            </a:r>
            <a:r>
              <a:rPr lang="en-GB" baseline="0" dirty="0"/>
              <a:t> every organisation must have?</a:t>
            </a:r>
            <a:endParaRPr lang="en-GB" dirty="0"/>
          </a:p>
          <a:p>
            <a:r>
              <a:rPr lang="en-GB" dirty="0"/>
              <a:t>While exploring the answers</a:t>
            </a:r>
            <a:r>
              <a:rPr lang="en-GB" baseline="0" dirty="0"/>
              <a:t> for the above questions, don’t forget that t</a:t>
            </a:r>
            <a:r>
              <a:rPr lang="en-GB" dirty="0"/>
              <a:t>he fundamental reason for its popularity is</a:t>
            </a:r>
            <a:r>
              <a:rPr lang="en-GB" baseline="0" dirty="0"/>
              <a:t>, i</a:t>
            </a:r>
            <a:r>
              <a:rPr lang="en-GB" dirty="0"/>
              <a:t>t is a technology platform that provides the capability to process DATA of MULTIPLE formats and structures without the constraints of the traditional systems and database platforms.</a:t>
            </a:r>
          </a:p>
          <a:p>
            <a:endParaRPr lang="en-GB" dirty="0"/>
          </a:p>
        </p:txBody>
      </p:sp>
      <p:sp>
        <p:nvSpPr>
          <p:cNvPr id="4" name="Slide Number Placeholder 3"/>
          <p:cNvSpPr>
            <a:spLocks noGrp="1"/>
          </p:cNvSpPr>
          <p:nvPr>
            <p:ph type="sldNum" sz="quarter" idx="10"/>
          </p:nvPr>
        </p:nvSpPr>
        <p:spPr/>
        <p:txBody>
          <a:bodyPr/>
          <a:lstStyle/>
          <a:p>
            <a:fld id="{20599F28-8663-46C7-9050-41009FB8A0A3}" type="slidenum">
              <a:rPr lang="en-US" smtClean="0"/>
              <a:t>15</a:t>
            </a:fld>
            <a:endParaRPr lang="en-US"/>
          </a:p>
        </p:txBody>
      </p:sp>
    </p:spTree>
    <p:extLst>
      <p:ext uri="{BB962C8B-B14F-4D97-AF65-F5344CB8AC3E}">
        <p14:creationId xmlns:p14="http://schemas.microsoft.com/office/powerpoint/2010/main" val="6790619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2100" dirty="0"/>
              <a:t>To conclude from what we have discussed so far, we can say Big Data is </a:t>
            </a:r>
            <a:r>
              <a:rPr lang="en-GB" dirty="0"/>
              <a:t>Large Volume of Data with Varying degree of formats, complexities, and ambiguities (Variety), generated at different Velocities, which cannot be processed using traditional technologies, methods, algorithms or any off-the-shelf solutions.</a:t>
            </a:r>
          </a:p>
          <a:p>
            <a:pPr lvl="1"/>
            <a:r>
              <a:rPr lang="en-GB" dirty="0"/>
              <a:t>Data can be from different sources such as Sensor networks, clickstream data, scanning devices, machine log, aeroplane engines, consumer-driven data from social media, and traditional transactional data.</a:t>
            </a:r>
          </a:p>
          <a:p>
            <a:pPr lvl="0"/>
            <a:r>
              <a:rPr lang="en-GB" sz="2100" dirty="0"/>
              <a:t>Why we use Big Data? This can be answered briefly highlighting two key points. It provides the ability to access a large volume of data to gain critical and useful insights. The learning process is machine managed with minimum human intervention, hence the analysis is simpler and error-free.</a:t>
            </a:r>
          </a:p>
          <a:p>
            <a:pPr lvl="0"/>
            <a:endParaRPr lang="en-GB" sz="2100" dirty="0"/>
          </a:p>
          <a:p>
            <a:pPr lvl="0"/>
            <a:r>
              <a:rPr lang="en-GB" sz="2100" dirty="0"/>
              <a:t>Following weeks will find more about big data well as explore the opportunities and challenges. </a:t>
            </a:r>
            <a:r>
              <a:rPr lang="en-GB" baseline="0" dirty="0"/>
              <a:t>. </a:t>
            </a:r>
            <a:endParaRPr lang="en-GB" dirty="0"/>
          </a:p>
          <a:p>
            <a:endParaRPr lang="en-GB" dirty="0"/>
          </a:p>
        </p:txBody>
      </p:sp>
      <p:sp>
        <p:nvSpPr>
          <p:cNvPr id="4" name="Slide Number Placeholder 3"/>
          <p:cNvSpPr>
            <a:spLocks noGrp="1"/>
          </p:cNvSpPr>
          <p:nvPr>
            <p:ph type="sldNum" sz="quarter" idx="10"/>
          </p:nvPr>
        </p:nvSpPr>
        <p:spPr/>
        <p:txBody>
          <a:bodyPr/>
          <a:lstStyle/>
          <a:p>
            <a:fld id="{20599F28-8663-46C7-9050-41009FB8A0A3}" type="slidenum">
              <a:rPr lang="en-US" smtClean="0"/>
              <a:t>16</a:t>
            </a:fld>
            <a:endParaRPr lang="en-US"/>
          </a:p>
        </p:txBody>
      </p:sp>
    </p:spTree>
    <p:extLst>
      <p:ext uri="{BB962C8B-B14F-4D97-AF65-F5344CB8AC3E}">
        <p14:creationId xmlns:p14="http://schemas.microsoft.com/office/powerpoint/2010/main" val="20097184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a:t>
            </a:r>
            <a:r>
              <a:rPr lang="en-GB" baseline="0"/>
              <a:t> next </a:t>
            </a:r>
            <a:r>
              <a:rPr lang="en-GB" baseline="0" dirty="0"/>
              <a:t>video will be discussing the fundamentals and architecture of big data.</a:t>
            </a:r>
            <a:endParaRPr lang="en-GB" dirty="0"/>
          </a:p>
        </p:txBody>
      </p:sp>
      <p:sp>
        <p:nvSpPr>
          <p:cNvPr id="4" name="Slide Number Placeholder 3"/>
          <p:cNvSpPr>
            <a:spLocks noGrp="1"/>
          </p:cNvSpPr>
          <p:nvPr>
            <p:ph type="sldNum" sz="quarter" idx="10"/>
          </p:nvPr>
        </p:nvSpPr>
        <p:spPr/>
        <p:txBody>
          <a:bodyPr/>
          <a:lstStyle/>
          <a:p>
            <a:fld id="{20599F28-8663-46C7-9050-41009FB8A0A3}" type="slidenum">
              <a:rPr lang="en-US" smtClean="0"/>
              <a:t>17</a:t>
            </a:fld>
            <a:endParaRPr lang="en-US"/>
          </a:p>
        </p:txBody>
      </p:sp>
    </p:spTree>
    <p:extLst>
      <p:ext uri="{BB962C8B-B14F-4D97-AF65-F5344CB8AC3E}">
        <p14:creationId xmlns:p14="http://schemas.microsoft.com/office/powerpoint/2010/main" val="12504951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4" name="Picture Placeholder 520"/>
          <p:cNvSpPr>
            <a:spLocks noGrp="1"/>
          </p:cNvSpPr>
          <p:nvPr>
            <p:ph type="pic" sz="quarter" idx="18"/>
          </p:nvPr>
        </p:nvSpPr>
        <p:spPr>
          <a:xfrm>
            <a:off x="0" y="834880"/>
            <a:ext cx="9144000" cy="3043862"/>
          </a:xfrm>
        </p:spPr>
        <p:txBody>
          <a:bodyPr/>
          <a:lstStyle/>
          <a:p>
            <a:r>
              <a:rPr lang="en-US" dirty="0"/>
              <a:t>Click icon to add picture</a:t>
            </a:r>
            <a:endParaRPr lang="en-GB" dirty="0"/>
          </a:p>
        </p:txBody>
      </p:sp>
      <p:sp>
        <p:nvSpPr>
          <p:cNvPr id="3" name="Rectangle 2"/>
          <p:cNvSpPr/>
          <p:nvPr userDrawn="1"/>
        </p:nvSpPr>
        <p:spPr>
          <a:xfrm>
            <a:off x="0" y="3867150"/>
            <a:ext cx="9144000" cy="1276350"/>
          </a:xfrm>
          <a:prstGeom prst="rect">
            <a:avLst/>
          </a:prstGeom>
          <a:solidFill>
            <a:srgbClr val="034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
        <p:nvSpPr>
          <p:cNvPr id="7" name="Title 6"/>
          <p:cNvSpPr>
            <a:spLocks noGrp="1"/>
          </p:cNvSpPr>
          <p:nvPr>
            <p:ph type="title" hasCustomPrompt="1"/>
          </p:nvPr>
        </p:nvSpPr>
        <p:spPr>
          <a:xfrm>
            <a:off x="1317075" y="4315056"/>
            <a:ext cx="7574325" cy="604343"/>
          </a:xfrm>
          <a:effectLst/>
        </p:spPr>
        <p:txBody>
          <a:bodyPr/>
          <a:lstStyle>
            <a:lvl1pPr>
              <a:defRPr sz="1800">
                <a:solidFill>
                  <a:schemeClr val="bg1"/>
                </a:solidFill>
              </a:defRPr>
            </a:lvl1pPr>
          </a:lstStyle>
          <a:p>
            <a:r>
              <a:rPr lang="en-US" dirty="0"/>
              <a:t>Lecture title goes here</a:t>
            </a:r>
            <a:endParaRPr lang="en-GB" dirty="0"/>
          </a:p>
        </p:txBody>
      </p:sp>
      <p:sp>
        <p:nvSpPr>
          <p:cNvPr id="2" name="Rectangle 1"/>
          <p:cNvSpPr/>
          <p:nvPr userDrawn="1"/>
        </p:nvSpPr>
        <p:spPr>
          <a:xfrm>
            <a:off x="263120" y="4127915"/>
            <a:ext cx="874800" cy="791483"/>
          </a:xfrm>
          <a:prstGeom prst="rect">
            <a:avLst/>
          </a:prstGeom>
          <a:solidFill>
            <a:srgbClr val="F0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36" name="Text Placeholder 528"/>
          <p:cNvSpPr>
            <a:spLocks noGrp="1"/>
          </p:cNvSpPr>
          <p:nvPr>
            <p:ph type="body" sz="quarter" idx="15" hasCustomPrompt="1"/>
          </p:nvPr>
        </p:nvSpPr>
        <p:spPr>
          <a:xfrm>
            <a:off x="1313688" y="4127916"/>
            <a:ext cx="7578792" cy="381000"/>
          </a:xfrm>
          <a:effectLst/>
        </p:spPr>
        <p:txBody>
          <a:bodyPr anchor="ctr">
            <a:noAutofit/>
          </a:bodyPr>
          <a:lstStyle>
            <a:lvl1pPr marL="0" indent="0" algn="l">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Module title goes here</a:t>
            </a:r>
          </a:p>
        </p:txBody>
      </p:sp>
      <p:sp>
        <p:nvSpPr>
          <p:cNvPr id="537" name="Text Placeholder 528"/>
          <p:cNvSpPr>
            <a:spLocks noGrp="1"/>
          </p:cNvSpPr>
          <p:nvPr>
            <p:ph type="body" sz="quarter" idx="16" hasCustomPrompt="1"/>
          </p:nvPr>
        </p:nvSpPr>
        <p:spPr>
          <a:xfrm>
            <a:off x="263120" y="4127916"/>
            <a:ext cx="874800" cy="381000"/>
          </a:xfrm>
          <a:noFill/>
          <a:effectLst/>
        </p:spPr>
        <p:txBody>
          <a:bodyPr anchor="ctr">
            <a:noAutofit/>
          </a:bodyPr>
          <a:lstStyle>
            <a:lvl1pPr marL="0" indent="0" algn="ctr">
              <a:buNone/>
              <a:defRPr sz="1800" b="0">
                <a:solidFill>
                  <a:srgbClr val="03456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CONL</a:t>
            </a:r>
          </a:p>
        </p:txBody>
      </p:sp>
      <p:sp>
        <p:nvSpPr>
          <p:cNvPr id="10" name="Text Placeholder 528"/>
          <p:cNvSpPr>
            <a:spLocks noGrp="1"/>
          </p:cNvSpPr>
          <p:nvPr>
            <p:ph type="body" sz="quarter" idx="17" hasCustomPrompt="1"/>
          </p:nvPr>
        </p:nvSpPr>
        <p:spPr>
          <a:xfrm>
            <a:off x="262250" y="4512726"/>
            <a:ext cx="874800" cy="381600"/>
          </a:xfrm>
          <a:noFill/>
          <a:effectLst/>
        </p:spPr>
        <p:txBody>
          <a:bodyPr anchor="ctr">
            <a:noAutofit/>
          </a:bodyPr>
          <a:lstStyle>
            <a:lvl1pPr marL="0" indent="0" algn="ctr">
              <a:buNone/>
              <a:defRPr sz="1800" b="1">
                <a:solidFill>
                  <a:srgbClr val="03456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701</a:t>
            </a: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62208" y="123478"/>
            <a:ext cx="2625444" cy="553094"/>
          </a:xfrm>
          <a:prstGeom prst="rect">
            <a:avLst/>
          </a:prstGeom>
        </p:spPr>
      </p:pic>
      <p:sp>
        <p:nvSpPr>
          <p:cNvPr id="15" name="Rectangle 14"/>
          <p:cNvSpPr/>
          <p:nvPr userDrawn="1"/>
        </p:nvSpPr>
        <p:spPr>
          <a:xfrm>
            <a:off x="0" y="801015"/>
            <a:ext cx="9144000" cy="36000"/>
          </a:xfrm>
          <a:prstGeom prst="rect">
            <a:avLst/>
          </a:prstGeom>
          <a:solidFill>
            <a:srgbClr val="034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521" name="Picture Placeholder 520"/>
          <p:cNvSpPr>
            <a:spLocks noGrp="1"/>
          </p:cNvSpPr>
          <p:nvPr>
            <p:ph type="pic" sz="quarter" idx="10"/>
          </p:nvPr>
        </p:nvSpPr>
        <p:spPr>
          <a:xfrm>
            <a:off x="0" y="818160"/>
            <a:ext cx="9144000" cy="3055342"/>
          </a:xfrm>
        </p:spPr>
        <p:txBody>
          <a:bodyPr/>
          <a:lstStyle/>
          <a:p>
            <a:r>
              <a:rPr lang="en-US" dirty="0"/>
              <a:t>Click icon to add picture</a:t>
            </a:r>
            <a:endParaRPr lang="en-GB" dirty="0"/>
          </a:p>
        </p:txBody>
      </p:sp>
      <p:sp>
        <p:nvSpPr>
          <p:cNvPr id="3" name="Rectangle 2"/>
          <p:cNvSpPr/>
          <p:nvPr userDrawn="1"/>
        </p:nvSpPr>
        <p:spPr>
          <a:xfrm>
            <a:off x="0" y="3874707"/>
            <a:ext cx="9144000" cy="1276350"/>
          </a:xfrm>
          <a:prstGeom prst="rect">
            <a:avLst/>
          </a:prstGeom>
          <a:solidFill>
            <a:srgbClr val="034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
        <p:nvSpPr>
          <p:cNvPr id="7" name="Title 6"/>
          <p:cNvSpPr>
            <a:spLocks noGrp="1"/>
          </p:cNvSpPr>
          <p:nvPr>
            <p:ph type="title" hasCustomPrompt="1"/>
          </p:nvPr>
        </p:nvSpPr>
        <p:spPr>
          <a:xfrm>
            <a:off x="1317075" y="4371950"/>
            <a:ext cx="7574325" cy="547449"/>
          </a:xfrm>
        </p:spPr>
        <p:txBody>
          <a:bodyPr/>
          <a:lstStyle>
            <a:lvl1pPr>
              <a:defRPr sz="1800">
                <a:solidFill>
                  <a:schemeClr val="bg1"/>
                </a:solidFill>
              </a:defRPr>
            </a:lvl1pPr>
          </a:lstStyle>
          <a:p>
            <a:r>
              <a:rPr lang="en-US" dirty="0"/>
              <a:t>Lecture title goes here</a:t>
            </a:r>
            <a:endParaRPr lang="en-GB" dirty="0"/>
          </a:p>
        </p:txBody>
      </p:sp>
      <p:sp>
        <p:nvSpPr>
          <p:cNvPr id="2" name="Rectangle 1"/>
          <p:cNvSpPr/>
          <p:nvPr userDrawn="1"/>
        </p:nvSpPr>
        <p:spPr>
          <a:xfrm>
            <a:off x="263120" y="4127915"/>
            <a:ext cx="874800" cy="791483"/>
          </a:xfrm>
          <a:prstGeom prst="rect">
            <a:avLst/>
          </a:prstGeom>
          <a:solidFill>
            <a:srgbClr val="F0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36" name="Text Placeholder 528"/>
          <p:cNvSpPr>
            <a:spLocks noGrp="1"/>
          </p:cNvSpPr>
          <p:nvPr>
            <p:ph type="body" sz="quarter" idx="15" hasCustomPrompt="1"/>
          </p:nvPr>
        </p:nvSpPr>
        <p:spPr>
          <a:xfrm>
            <a:off x="1313688" y="4127916"/>
            <a:ext cx="7578792" cy="381000"/>
          </a:xfrm>
        </p:spPr>
        <p:txBody>
          <a:bodyPr anchor="ctr">
            <a:noAutofit/>
          </a:bodyPr>
          <a:lstStyle>
            <a:lvl1pPr marL="0" indent="0" algn="l">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Module title goes here</a:t>
            </a:r>
          </a:p>
        </p:txBody>
      </p:sp>
      <p:sp>
        <p:nvSpPr>
          <p:cNvPr id="537" name="Text Placeholder 528"/>
          <p:cNvSpPr>
            <a:spLocks noGrp="1"/>
          </p:cNvSpPr>
          <p:nvPr>
            <p:ph type="body" sz="quarter" idx="16" hasCustomPrompt="1"/>
          </p:nvPr>
        </p:nvSpPr>
        <p:spPr>
          <a:xfrm>
            <a:off x="263120" y="4127916"/>
            <a:ext cx="874800" cy="381000"/>
          </a:xfrm>
          <a:noFill/>
        </p:spPr>
        <p:txBody>
          <a:bodyPr anchor="ctr">
            <a:noAutofit/>
          </a:bodyPr>
          <a:lstStyle>
            <a:lvl1pPr marL="0" indent="0" algn="ctr">
              <a:buNone/>
              <a:defRPr sz="1800" b="0">
                <a:solidFill>
                  <a:srgbClr val="03456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CONL</a:t>
            </a:r>
          </a:p>
        </p:txBody>
      </p:sp>
      <p:sp>
        <p:nvSpPr>
          <p:cNvPr id="10" name="Text Placeholder 528"/>
          <p:cNvSpPr>
            <a:spLocks noGrp="1"/>
          </p:cNvSpPr>
          <p:nvPr>
            <p:ph type="body" sz="quarter" idx="17" hasCustomPrompt="1"/>
          </p:nvPr>
        </p:nvSpPr>
        <p:spPr>
          <a:xfrm>
            <a:off x="262250" y="4512726"/>
            <a:ext cx="874800" cy="381600"/>
          </a:xfrm>
          <a:noFill/>
        </p:spPr>
        <p:txBody>
          <a:bodyPr anchor="ctr">
            <a:noAutofit/>
          </a:bodyPr>
          <a:lstStyle>
            <a:lvl1pPr marL="0" indent="0" algn="ctr">
              <a:buNone/>
              <a:defRPr sz="1800" b="1">
                <a:solidFill>
                  <a:srgbClr val="03456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701</a:t>
            </a: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62208" y="123478"/>
            <a:ext cx="2625444" cy="553094"/>
          </a:xfrm>
          <a:prstGeom prst="rect">
            <a:avLst/>
          </a:prstGeom>
        </p:spPr>
      </p:pic>
    </p:spTree>
    <p:extLst>
      <p:ext uri="{BB962C8B-B14F-4D97-AF65-F5344CB8AC3E}">
        <p14:creationId xmlns:p14="http://schemas.microsoft.com/office/powerpoint/2010/main" val="4032662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2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9" name="Text Placeholder 4"/>
          <p:cNvSpPr>
            <a:spLocks noGrp="1"/>
          </p:cNvSpPr>
          <p:nvPr>
            <p:ph type="body" sz="quarter" idx="10"/>
          </p:nvPr>
        </p:nvSpPr>
        <p:spPr>
          <a:xfrm>
            <a:off x="457200" y="1276350"/>
            <a:ext cx="3960000" cy="3505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4"/>
          <p:cNvSpPr>
            <a:spLocks noGrp="1"/>
          </p:cNvSpPr>
          <p:nvPr>
            <p:ph type="body" sz="quarter" idx="11"/>
          </p:nvPr>
        </p:nvSpPr>
        <p:spPr>
          <a:xfrm>
            <a:off x="4726800" y="1276350"/>
            <a:ext cx="3960000" cy="3505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806921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2 Column Text">
    <p:spTree>
      <p:nvGrpSpPr>
        <p:cNvPr id="1" name=""/>
        <p:cNvGrpSpPr/>
        <p:nvPr/>
      </p:nvGrpSpPr>
      <p:grpSpPr>
        <a:xfrm>
          <a:off x="0" y="0"/>
          <a:ext cx="0" cy="0"/>
          <a:chOff x="0" y="0"/>
          <a:chExt cx="0" cy="0"/>
        </a:xfrm>
      </p:grpSpPr>
      <p:sp>
        <p:nvSpPr>
          <p:cNvPr id="12" name="Content Placeholder 3"/>
          <p:cNvSpPr>
            <a:spLocks noGrp="1"/>
          </p:cNvSpPr>
          <p:nvPr>
            <p:ph sz="quarter" idx="13"/>
          </p:nvPr>
        </p:nvSpPr>
        <p:spPr>
          <a:xfrm>
            <a:off x="459795" y="1276350"/>
            <a:ext cx="3959225" cy="3505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p:txBody>
          <a:bodyPr/>
          <a:lstStyle/>
          <a:p>
            <a:r>
              <a:rPr lang="en-US"/>
              <a:t>Click to edit Master title style</a:t>
            </a:r>
            <a:endParaRPr lang="en-GB" dirty="0"/>
          </a:p>
        </p:txBody>
      </p:sp>
      <p:sp>
        <p:nvSpPr>
          <p:cNvPr id="11" name="Content Placeholder 3"/>
          <p:cNvSpPr>
            <a:spLocks noGrp="1"/>
          </p:cNvSpPr>
          <p:nvPr>
            <p:ph sz="quarter" idx="12"/>
          </p:nvPr>
        </p:nvSpPr>
        <p:spPr>
          <a:xfrm>
            <a:off x="4727575" y="1276350"/>
            <a:ext cx="3959225" cy="3505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173635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4" name="Content Placeholder 3"/>
          <p:cNvSpPr>
            <a:spLocks noGrp="1"/>
          </p:cNvSpPr>
          <p:nvPr>
            <p:ph sz="quarter" idx="10"/>
          </p:nvPr>
        </p:nvSpPr>
        <p:spPr>
          <a:xfrm>
            <a:off x="457200" y="1276350"/>
            <a:ext cx="8229600" cy="3505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471281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verted">
    <p:bg>
      <p:bgPr>
        <a:solidFill>
          <a:srgbClr val="04466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dirty="0"/>
          </a:p>
        </p:txBody>
      </p:sp>
      <p:cxnSp>
        <p:nvCxnSpPr>
          <p:cNvPr id="3" name="Straight Connector 2"/>
          <p:cNvCxnSpPr/>
          <p:nvPr userDrawn="1"/>
        </p:nvCxnSpPr>
        <p:spPr>
          <a:xfrm>
            <a:off x="533400" y="971550"/>
            <a:ext cx="8153400" cy="0"/>
          </a:xfrm>
          <a:prstGeom prst="line">
            <a:avLst/>
          </a:prstGeom>
          <a:ln w="25400">
            <a:solidFill>
              <a:srgbClr val="FFFF00"/>
            </a:solidFill>
          </a:ln>
          <a:effectLst/>
        </p:spPr>
        <p:style>
          <a:lnRef idx="2">
            <a:schemeClr val="accent1"/>
          </a:lnRef>
          <a:fillRef idx="0">
            <a:schemeClr val="accent1"/>
          </a:fillRef>
          <a:effectRef idx="1">
            <a:schemeClr val="accent1"/>
          </a:effectRef>
          <a:fontRef idx="minor">
            <a:schemeClr val="tx1"/>
          </a:fontRef>
        </p:style>
      </p:cxnSp>
      <p:sp>
        <p:nvSpPr>
          <p:cNvPr id="4" name="Text Placeholder 4"/>
          <p:cNvSpPr>
            <a:spLocks noGrp="1"/>
          </p:cNvSpPr>
          <p:nvPr>
            <p:ph type="body" sz="quarter" idx="10"/>
          </p:nvPr>
        </p:nvSpPr>
        <p:spPr>
          <a:xfrm>
            <a:off x="457200" y="1276350"/>
            <a:ext cx="8229600" cy="3505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1026" name="Picture 2" descr="http://tempdevnwms.wpengine.com/wp-content/themes/hep-nwms/dist/images/decal@2x.12df835a84.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240861" y="3651870"/>
            <a:ext cx="1899310" cy="14916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5978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Inverted">
    <p:bg>
      <p:bgPr>
        <a:solidFill>
          <a:srgbClr val="73666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dirty="0"/>
          </a:p>
        </p:txBody>
      </p:sp>
      <p:cxnSp>
        <p:nvCxnSpPr>
          <p:cNvPr id="3" name="Straight Connector 2"/>
          <p:cNvCxnSpPr/>
          <p:nvPr userDrawn="1"/>
        </p:nvCxnSpPr>
        <p:spPr>
          <a:xfrm>
            <a:off x="533400" y="971550"/>
            <a:ext cx="8153400" cy="0"/>
          </a:xfrm>
          <a:prstGeom prst="line">
            <a:avLst/>
          </a:prstGeom>
          <a:ln w="254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4" name="Text Placeholder 4"/>
          <p:cNvSpPr>
            <a:spLocks noGrp="1"/>
          </p:cNvSpPr>
          <p:nvPr>
            <p:ph type="body" sz="quarter" idx="10"/>
          </p:nvPr>
        </p:nvSpPr>
        <p:spPr>
          <a:xfrm>
            <a:off x="457200" y="1276350"/>
            <a:ext cx="8229600" cy="3505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690403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Tex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44661"/>
                </a:solidFill>
              </a:defRPr>
            </a:lvl1pPr>
          </a:lstStyle>
          <a:p>
            <a:r>
              <a:rPr lang="en-US" dirty="0"/>
              <a:t>Click to edit Master title style</a:t>
            </a:r>
            <a:endParaRPr lang="en-GB" dirty="0"/>
          </a:p>
        </p:txBody>
      </p:sp>
      <p:sp>
        <p:nvSpPr>
          <p:cNvPr id="5" name="Text Placeholder 4"/>
          <p:cNvSpPr>
            <a:spLocks noGrp="1"/>
          </p:cNvSpPr>
          <p:nvPr>
            <p:ph type="body" sz="quarter" idx="10"/>
          </p:nvPr>
        </p:nvSpPr>
        <p:spPr>
          <a:xfrm>
            <a:off x="457200" y="1276350"/>
            <a:ext cx="8229600" cy="3505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cxnSp>
        <p:nvCxnSpPr>
          <p:cNvPr id="4" name="Straight Connector 3"/>
          <p:cNvCxnSpPr/>
          <p:nvPr userDrawn="1"/>
        </p:nvCxnSpPr>
        <p:spPr>
          <a:xfrm>
            <a:off x="533400" y="971550"/>
            <a:ext cx="8153400" cy="0"/>
          </a:xfrm>
          <a:prstGeom prst="line">
            <a:avLst/>
          </a:prstGeom>
          <a:ln w="25400">
            <a:solidFill>
              <a:srgbClr val="04466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86719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Text">
    <p:bg>
      <p:bgPr>
        <a:solidFill>
          <a:schemeClr val="bg1"/>
        </a:solidFill>
        <a:effectLst/>
      </p:bgPr>
    </p:bg>
    <p:spTree>
      <p:nvGrpSpPr>
        <p:cNvPr id="1" name=""/>
        <p:cNvGrpSpPr/>
        <p:nvPr/>
      </p:nvGrpSpPr>
      <p:grpSpPr>
        <a:xfrm>
          <a:off x="0" y="0"/>
          <a:ext cx="0" cy="0"/>
          <a:chOff x="0" y="0"/>
          <a:chExt cx="0" cy="0"/>
        </a:xfrm>
      </p:grpSpPr>
      <p:pic>
        <p:nvPicPr>
          <p:cNvPr id="2050" name="Picture 2" descr="http://tempdevnwms.wpengine.com/wp-content/themes/hep-nwms/dist/images/grey-pattern.cb894e6e6f.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16210"/>
          <a:stretch/>
        </p:blipFill>
        <p:spPr bwMode="auto">
          <a:xfrm>
            <a:off x="0" y="0"/>
            <a:ext cx="9180512"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lvl1pPr>
              <a:defRPr>
                <a:solidFill>
                  <a:srgbClr val="044661"/>
                </a:solidFill>
              </a:defRPr>
            </a:lvl1pPr>
          </a:lstStyle>
          <a:p>
            <a:r>
              <a:rPr lang="en-US" dirty="0"/>
              <a:t>Click to edit Master title style</a:t>
            </a:r>
            <a:endParaRPr lang="en-GB" dirty="0"/>
          </a:p>
        </p:txBody>
      </p:sp>
      <p:sp>
        <p:nvSpPr>
          <p:cNvPr id="5" name="Text Placeholder 4"/>
          <p:cNvSpPr>
            <a:spLocks noGrp="1"/>
          </p:cNvSpPr>
          <p:nvPr>
            <p:ph type="body" sz="quarter" idx="10"/>
          </p:nvPr>
        </p:nvSpPr>
        <p:spPr>
          <a:xfrm>
            <a:off x="457200" y="1276350"/>
            <a:ext cx="8229600" cy="3505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cxnSp>
        <p:nvCxnSpPr>
          <p:cNvPr id="6" name="Straight Connector 5"/>
          <p:cNvCxnSpPr/>
          <p:nvPr userDrawn="1"/>
        </p:nvCxnSpPr>
        <p:spPr>
          <a:xfrm>
            <a:off x="533400" y="971550"/>
            <a:ext cx="8153400" cy="0"/>
          </a:xfrm>
          <a:prstGeom prst="line">
            <a:avLst/>
          </a:prstGeom>
          <a:ln w="25400">
            <a:solidFill>
              <a:srgbClr val="04466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05907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Slide">
    <p:spTree>
      <p:nvGrpSpPr>
        <p:cNvPr id="1" name=""/>
        <p:cNvGrpSpPr/>
        <p:nvPr/>
      </p:nvGrpSpPr>
      <p:grpSpPr>
        <a:xfrm>
          <a:off x="0" y="0"/>
          <a:ext cx="0" cy="0"/>
          <a:chOff x="0" y="0"/>
          <a:chExt cx="0" cy="0"/>
        </a:xfrm>
      </p:grpSpPr>
      <p:pic>
        <p:nvPicPr>
          <p:cNvPr id="8" name="Picture 2" descr="http://tempdevnwms.wpengine.com/wp-content/themes/hep-nwms/dist/images/grey-pattern.cb894e6e6f.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16210"/>
          <a:stretch/>
        </p:blipFill>
        <p:spPr bwMode="auto">
          <a:xfrm>
            <a:off x="0" y="0"/>
            <a:ext cx="9180512"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hasCustomPrompt="1"/>
          </p:nvPr>
        </p:nvSpPr>
        <p:spPr>
          <a:xfrm>
            <a:off x="2411760" y="483518"/>
            <a:ext cx="6120680" cy="2520280"/>
          </a:xfrm>
        </p:spPr>
        <p:txBody>
          <a:bodyPr anchor="ctr"/>
          <a:lstStyle>
            <a:lvl1pPr algn="ctr">
              <a:lnSpc>
                <a:spcPct val="150000"/>
              </a:lnSpc>
              <a:defRPr baseline="0"/>
            </a:lvl1pPr>
          </a:lstStyle>
          <a:p>
            <a:r>
              <a:rPr lang="en-US" dirty="0"/>
              <a:t>Click to edit section title</a:t>
            </a:r>
            <a:endParaRPr lang="en-GB" dirty="0"/>
          </a:p>
        </p:txBody>
      </p:sp>
      <p:pic>
        <p:nvPicPr>
          <p:cNvPr id="1026" name="Picture 2" descr="http://tempdevnwms.wpengine.com/wp-content/themes/hep-nwms/dist/images/emblem.44a9352841.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43608" y="1347614"/>
            <a:ext cx="984357" cy="1224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4029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Section Slide">
    <p:bg>
      <p:bgPr>
        <a:solidFill>
          <a:srgbClr val="04466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11560" y="2202418"/>
            <a:ext cx="7920880" cy="738664"/>
          </a:xfrm>
        </p:spPr>
        <p:txBody>
          <a:bodyPr anchor="ctr"/>
          <a:lstStyle>
            <a:lvl1pPr algn="ctr">
              <a:lnSpc>
                <a:spcPct val="150000"/>
              </a:lnSpc>
              <a:defRPr baseline="0">
                <a:solidFill>
                  <a:schemeClr val="bg1"/>
                </a:solidFill>
              </a:defRPr>
            </a:lvl1pPr>
          </a:lstStyle>
          <a:p>
            <a:r>
              <a:rPr lang="en-US" dirty="0"/>
              <a:t>Click to edit section title</a:t>
            </a:r>
            <a:endParaRPr lang="en-GB" dirty="0"/>
          </a:p>
        </p:txBody>
      </p:sp>
      <p:pic>
        <p:nvPicPr>
          <p:cNvPr id="4" name="Picture 2" descr="http://tempdevnwms.wpengine.com/wp-content/themes/hep-nwms/dist/images/decal@2x.12df835a84.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240861" y="3651870"/>
            <a:ext cx="1899310" cy="14916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3140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686020" y="939989"/>
            <a:ext cx="7771960" cy="374461"/>
          </a:xfrm>
        </p:spPr>
        <p:txBody>
          <a:bodyPr/>
          <a:lstStyle/>
          <a:p>
            <a:r>
              <a:rPr lang="en-US"/>
              <a:t>Click to edit Master title style</a:t>
            </a:r>
            <a:endParaRPr lang="en-GB"/>
          </a:p>
        </p:txBody>
      </p:sp>
      <p:sp>
        <p:nvSpPr>
          <p:cNvPr id="3" name="SmartArt Placeholder 2"/>
          <p:cNvSpPr>
            <a:spLocks noGrp="1"/>
          </p:cNvSpPr>
          <p:nvPr>
            <p:ph type="dgm" idx="1"/>
          </p:nvPr>
        </p:nvSpPr>
        <p:spPr>
          <a:xfrm>
            <a:off x="686020" y="1485900"/>
            <a:ext cx="7771960" cy="3086100"/>
          </a:xfrm>
        </p:spPr>
        <p:txBody>
          <a:bodyPr/>
          <a:lstStyle/>
          <a:p>
            <a:pPr lvl="0"/>
            <a:endParaRPr lang="en-GB" noProof="0" dirty="0"/>
          </a:p>
        </p:txBody>
      </p:sp>
    </p:spTree>
    <p:extLst>
      <p:ext uri="{BB962C8B-B14F-4D97-AF65-F5344CB8AC3E}">
        <p14:creationId xmlns:p14="http://schemas.microsoft.com/office/powerpoint/2010/main" val="4484181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4" name="Picture Placeholder 520"/>
          <p:cNvSpPr>
            <a:spLocks noGrp="1"/>
          </p:cNvSpPr>
          <p:nvPr>
            <p:ph type="pic" sz="quarter" idx="18"/>
          </p:nvPr>
        </p:nvSpPr>
        <p:spPr>
          <a:xfrm>
            <a:off x="0" y="834880"/>
            <a:ext cx="9144000" cy="3043862"/>
          </a:xfrm>
        </p:spPr>
        <p:txBody>
          <a:bodyPr/>
          <a:lstStyle/>
          <a:p>
            <a:r>
              <a:rPr lang="en-US" dirty="0"/>
              <a:t>Click icon to add picture</a:t>
            </a:r>
            <a:endParaRPr lang="en-GB" dirty="0"/>
          </a:p>
        </p:txBody>
      </p:sp>
      <p:sp>
        <p:nvSpPr>
          <p:cNvPr id="3" name="Rectangle 2"/>
          <p:cNvSpPr/>
          <p:nvPr userDrawn="1"/>
        </p:nvSpPr>
        <p:spPr>
          <a:xfrm>
            <a:off x="0" y="3867150"/>
            <a:ext cx="9144000" cy="1276350"/>
          </a:xfrm>
          <a:prstGeom prst="rect">
            <a:avLst/>
          </a:prstGeom>
          <a:solidFill>
            <a:srgbClr val="034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
        <p:nvSpPr>
          <p:cNvPr id="7" name="Title 6"/>
          <p:cNvSpPr>
            <a:spLocks noGrp="1"/>
          </p:cNvSpPr>
          <p:nvPr>
            <p:ph type="title" hasCustomPrompt="1"/>
          </p:nvPr>
        </p:nvSpPr>
        <p:spPr>
          <a:xfrm>
            <a:off x="1317075" y="4315056"/>
            <a:ext cx="7574325" cy="604343"/>
          </a:xfrm>
          <a:effectLst/>
        </p:spPr>
        <p:txBody>
          <a:bodyPr/>
          <a:lstStyle>
            <a:lvl1pPr>
              <a:defRPr sz="1800">
                <a:solidFill>
                  <a:schemeClr val="bg1"/>
                </a:solidFill>
              </a:defRPr>
            </a:lvl1pPr>
          </a:lstStyle>
          <a:p>
            <a:r>
              <a:rPr lang="en-US" dirty="0"/>
              <a:t>Lecture title goes here</a:t>
            </a:r>
            <a:endParaRPr lang="en-GB" dirty="0"/>
          </a:p>
        </p:txBody>
      </p:sp>
      <p:sp>
        <p:nvSpPr>
          <p:cNvPr id="2" name="Rectangle 1"/>
          <p:cNvSpPr/>
          <p:nvPr userDrawn="1"/>
        </p:nvSpPr>
        <p:spPr>
          <a:xfrm>
            <a:off x="263120" y="4127915"/>
            <a:ext cx="874800" cy="791483"/>
          </a:xfrm>
          <a:prstGeom prst="rect">
            <a:avLst/>
          </a:prstGeom>
          <a:solidFill>
            <a:srgbClr val="F0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36" name="Text Placeholder 528"/>
          <p:cNvSpPr>
            <a:spLocks noGrp="1"/>
          </p:cNvSpPr>
          <p:nvPr>
            <p:ph type="body" sz="quarter" idx="15" hasCustomPrompt="1"/>
          </p:nvPr>
        </p:nvSpPr>
        <p:spPr>
          <a:xfrm>
            <a:off x="1313688" y="4127916"/>
            <a:ext cx="7578792" cy="381000"/>
          </a:xfrm>
          <a:effectLst/>
        </p:spPr>
        <p:txBody>
          <a:bodyPr anchor="ctr">
            <a:noAutofit/>
          </a:bodyPr>
          <a:lstStyle>
            <a:lvl1pPr marL="0" indent="0" algn="l">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Module title goes here</a:t>
            </a:r>
          </a:p>
        </p:txBody>
      </p:sp>
      <p:sp>
        <p:nvSpPr>
          <p:cNvPr id="537" name="Text Placeholder 528"/>
          <p:cNvSpPr>
            <a:spLocks noGrp="1"/>
          </p:cNvSpPr>
          <p:nvPr>
            <p:ph type="body" sz="quarter" idx="16" hasCustomPrompt="1"/>
          </p:nvPr>
        </p:nvSpPr>
        <p:spPr>
          <a:xfrm>
            <a:off x="263120" y="4127916"/>
            <a:ext cx="874800" cy="381000"/>
          </a:xfrm>
          <a:noFill/>
          <a:effectLst/>
        </p:spPr>
        <p:txBody>
          <a:bodyPr anchor="ctr">
            <a:noAutofit/>
          </a:bodyPr>
          <a:lstStyle>
            <a:lvl1pPr marL="0" indent="0" algn="ctr">
              <a:buNone/>
              <a:defRPr sz="1800" b="0">
                <a:solidFill>
                  <a:srgbClr val="03456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CONL</a:t>
            </a:r>
          </a:p>
        </p:txBody>
      </p:sp>
      <p:sp>
        <p:nvSpPr>
          <p:cNvPr id="10" name="Text Placeholder 528"/>
          <p:cNvSpPr>
            <a:spLocks noGrp="1"/>
          </p:cNvSpPr>
          <p:nvPr>
            <p:ph type="body" sz="quarter" idx="17" hasCustomPrompt="1"/>
          </p:nvPr>
        </p:nvSpPr>
        <p:spPr>
          <a:xfrm>
            <a:off x="262250" y="4512726"/>
            <a:ext cx="874800" cy="381600"/>
          </a:xfrm>
          <a:noFill/>
          <a:effectLst/>
        </p:spPr>
        <p:txBody>
          <a:bodyPr anchor="ctr">
            <a:noAutofit/>
          </a:bodyPr>
          <a:lstStyle>
            <a:lvl1pPr marL="0" indent="0" algn="ctr">
              <a:buNone/>
              <a:defRPr sz="1800" b="1">
                <a:solidFill>
                  <a:srgbClr val="03456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701</a:t>
            </a:r>
          </a:p>
        </p:txBody>
      </p:sp>
      <p:sp>
        <p:nvSpPr>
          <p:cNvPr id="15" name="Rectangle 14"/>
          <p:cNvSpPr/>
          <p:nvPr userDrawn="1"/>
        </p:nvSpPr>
        <p:spPr>
          <a:xfrm>
            <a:off x="0" y="801015"/>
            <a:ext cx="9144000" cy="36000"/>
          </a:xfrm>
          <a:prstGeom prst="rect">
            <a:avLst/>
          </a:prstGeom>
          <a:solidFill>
            <a:srgbClr val="034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pic>
        <p:nvPicPr>
          <p:cNvPr id="4" name="Picture 3" descr="Text&#10;&#10;Description automatically generated">
            <a:extLst>
              <a:ext uri="{FF2B5EF4-FFF2-40B4-BE49-F238E27FC236}">
                <a16:creationId xmlns:a16="http://schemas.microsoft.com/office/drawing/2014/main" id="{38C6169D-4AE8-44B3-AFF4-FC5EC60BBE9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172287" y="81405"/>
            <a:ext cx="2799425" cy="685984"/>
          </a:xfrm>
          <a:prstGeom prst="rect">
            <a:avLst/>
          </a:prstGeom>
        </p:spPr>
      </p:pic>
    </p:spTree>
    <p:extLst>
      <p:ext uri="{BB962C8B-B14F-4D97-AF65-F5344CB8AC3E}">
        <p14:creationId xmlns:p14="http://schemas.microsoft.com/office/powerpoint/2010/main" val="4293870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521" name="Picture Placeholder 520"/>
          <p:cNvSpPr>
            <a:spLocks noGrp="1"/>
          </p:cNvSpPr>
          <p:nvPr>
            <p:ph type="pic" sz="quarter" idx="10"/>
          </p:nvPr>
        </p:nvSpPr>
        <p:spPr>
          <a:xfrm>
            <a:off x="0" y="818160"/>
            <a:ext cx="9144000" cy="3055342"/>
          </a:xfrm>
        </p:spPr>
        <p:txBody>
          <a:bodyPr/>
          <a:lstStyle/>
          <a:p>
            <a:r>
              <a:rPr lang="en-US" dirty="0"/>
              <a:t>Click icon to add picture</a:t>
            </a:r>
            <a:endParaRPr lang="en-GB" dirty="0"/>
          </a:p>
        </p:txBody>
      </p:sp>
      <p:sp>
        <p:nvSpPr>
          <p:cNvPr id="3" name="Rectangle 2"/>
          <p:cNvSpPr/>
          <p:nvPr userDrawn="1"/>
        </p:nvSpPr>
        <p:spPr>
          <a:xfrm>
            <a:off x="0" y="3874707"/>
            <a:ext cx="9144000" cy="1276350"/>
          </a:xfrm>
          <a:prstGeom prst="rect">
            <a:avLst/>
          </a:prstGeom>
          <a:solidFill>
            <a:srgbClr val="034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
        <p:nvSpPr>
          <p:cNvPr id="7" name="Title 6"/>
          <p:cNvSpPr>
            <a:spLocks noGrp="1"/>
          </p:cNvSpPr>
          <p:nvPr>
            <p:ph type="title" hasCustomPrompt="1"/>
          </p:nvPr>
        </p:nvSpPr>
        <p:spPr>
          <a:xfrm>
            <a:off x="1317075" y="4371950"/>
            <a:ext cx="7574325" cy="547449"/>
          </a:xfrm>
        </p:spPr>
        <p:txBody>
          <a:bodyPr/>
          <a:lstStyle>
            <a:lvl1pPr>
              <a:defRPr sz="1800">
                <a:solidFill>
                  <a:schemeClr val="bg1"/>
                </a:solidFill>
              </a:defRPr>
            </a:lvl1pPr>
          </a:lstStyle>
          <a:p>
            <a:r>
              <a:rPr lang="en-US" dirty="0"/>
              <a:t>Lecture title goes here</a:t>
            </a:r>
            <a:endParaRPr lang="en-GB" dirty="0"/>
          </a:p>
        </p:txBody>
      </p:sp>
      <p:sp>
        <p:nvSpPr>
          <p:cNvPr id="2" name="Rectangle 1"/>
          <p:cNvSpPr/>
          <p:nvPr userDrawn="1"/>
        </p:nvSpPr>
        <p:spPr>
          <a:xfrm>
            <a:off x="263120" y="4127915"/>
            <a:ext cx="874800" cy="791483"/>
          </a:xfrm>
          <a:prstGeom prst="rect">
            <a:avLst/>
          </a:prstGeom>
          <a:solidFill>
            <a:srgbClr val="F0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36" name="Text Placeholder 528"/>
          <p:cNvSpPr>
            <a:spLocks noGrp="1"/>
          </p:cNvSpPr>
          <p:nvPr>
            <p:ph type="body" sz="quarter" idx="15" hasCustomPrompt="1"/>
          </p:nvPr>
        </p:nvSpPr>
        <p:spPr>
          <a:xfrm>
            <a:off x="1313688" y="4127916"/>
            <a:ext cx="7578792" cy="381000"/>
          </a:xfrm>
        </p:spPr>
        <p:txBody>
          <a:bodyPr anchor="ctr">
            <a:noAutofit/>
          </a:bodyPr>
          <a:lstStyle>
            <a:lvl1pPr marL="0" indent="0" algn="l">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Module title goes here</a:t>
            </a:r>
          </a:p>
        </p:txBody>
      </p:sp>
      <p:sp>
        <p:nvSpPr>
          <p:cNvPr id="537" name="Text Placeholder 528"/>
          <p:cNvSpPr>
            <a:spLocks noGrp="1"/>
          </p:cNvSpPr>
          <p:nvPr>
            <p:ph type="body" sz="quarter" idx="16" hasCustomPrompt="1"/>
          </p:nvPr>
        </p:nvSpPr>
        <p:spPr>
          <a:xfrm>
            <a:off x="263120" y="4127916"/>
            <a:ext cx="874800" cy="381000"/>
          </a:xfrm>
          <a:noFill/>
        </p:spPr>
        <p:txBody>
          <a:bodyPr anchor="ctr">
            <a:noAutofit/>
          </a:bodyPr>
          <a:lstStyle>
            <a:lvl1pPr marL="0" indent="0" algn="ctr">
              <a:buNone/>
              <a:defRPr sz="1800" b="0">
                <a:solidFill>
                  <a:srgbClr val="03456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CONL</a:t>
            </a:r>
          </a:p>
        </p:txBody>
      </p:sp>
      <p:sp>
        <p:nvSpPr>
          <p:cNvPr id="10" name="Text Placeholder 528"/>
          <p:cNvSpPr>
            <a:spLocks noGrp="1"/>
          </p:cNvSpPr>
          <p:nvPr>
            <p:ph type="body" sz="quarter" idx="17" hasCustomPrompt="1"/>
          </p:nvPr>
        </p:nvSpPr>
        <p:spPr>
          <a:xfrm>
            <a:off x="262250" y="4512726"/>
            <a:ext cx="874800" cy="381600"/>
          </a:xfrm>
          <a:noFill/>
        </p:spPr>
        <p:txBody>
          <a:bodyPr anchor="ctr">
            <a:noAutofit/>
          </a:bodyPr>
          <a:lstStyle>
            <a:lvl1pPr marL="0" indent="0" algn="ctr">
              <a:buNone/>
              <a:defRPr sz="1800" b="1">
                <a:solidFill>
                  <a:srgbClr val="03456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701</a:t>
            </a:r>
          </a:p>
        </p:txBody>
      </p:sp>
      <p:pic>
        <p:nvPicPr>
          <p:cNvPr id="4" name="Picture 3" descr="Text&#10;&#10;Description automatically generated">
            <a:extLst>
              <a:ext uri="{FF2B5EF4-FFF2-40B4-BE49-F238E27FC236}">
                <a16:creationId xmlns:a16="http://schemas.microsoft.com/office/drawing/2014/main" id="{E8E23F1B-E794-4BFC-882E-E0548F2351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172287" y="81405"/>
            <a:ext cx="2799425" cy="685984"/>
          </a:xfrm>
          <a:prstGeom prst="rect">
            <a:avLst/>
          </a:prstGeom>
        </p:spPr>
      </p:pic>
    </p:spTree>
    <p:extLst>
      <p:ext uri="{BB962C8B-B14F-4D97-AF65-F5344CB8AC3E}">
        <p14:creationId xmlns:p14="http://schemas.microsoft.com/office/powerpoint/2010/main" val="2594859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2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9" name="Text Placeholder 4"/>
          <p:cNvSpPr>
            <a:spLocks noGrp="1"/>
          </p:cNvSpPr>
          <p:nvPr>
            <p:ph type="body" sz="quarter" idx="10"/>
          </p:nvPr>
        </p:nvSpPr>
        <p:spPr>
          <a:xfrm>
            <a:off x="457200" y="1276350"/>
            <a:ext cx="3960000" cy="3505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4"/>
          <p:cNvSpPr>
            <a:spLocks noGrp="1"/>
          </p:cNvSpPr>
          <p:nvPr>
            <p:ph type="body" sz="quarter" idx="11"/>
          </p:nvPr>
        </p:nvSpPr>
        <p:spPr>
          <a:xfrm>
            <a:off x="4726800" y="1276350"/>
            <a:ext cx="3960000" cy="3505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3" name="Picture 2" descr="Text&#10;&#10;Description automatically generated">
            <a:extLst>
              <a:ext uri="{FF2B5EF4-FFF2-40B4-BE49-F238E27FC236}">
                <a16:creationId xmlns:a16="http://schemas.microsoft.com/office/drawing/2014/main" id="{58A0FB72-1B76-4F7F-B002-5B2C2BE62E6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1137664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and 2 Column Text">
    <p:spTree>
      <p:nvGrpSpPr>
        <p:cNvPr id="1" name=""/>
        <p:cNvGrpSpPr/>
        <p:nvPr/>
      </p:nvGrpSpPr>
      <p:grpSpPr>
        <a:xfrm>
          <a:off x="0" y="0"/>
          <a:ext cx="0" cy="0"/>
          <a:chOff x="0" y="0"/>
          <a:chExt cx="0" cy="0"/>
        </a:xfrm>
      </p:grpSpPr>
      <p:sp>
        <p:nvSpPr>
          <p:cNvPr id="12" name="Content Placeholder 3"/>
          <p:cNvSpPr>
            <a:spLocks noGrp="1"/>
          </p:cNvSpPr>
          <p:nvPr>
            <p:ph sz="quarter" idx="13"/>
          </p:nvPr>
        </p:nvSpPr>
        <p:spPr>
          <a:xfrm>
            <a:off x="459795" y="1276350"/>
            <a:ext cx="3959225" cy="3505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p:txBody>
          <a:bodyPr/>
          <a:lstStyle/>
          <a:p>
            <a:r>
              <a:rPr lang="en-US"/>
              <a:t>Click to edit Master title style</a:t>
            </a:r>
            <a:endParaRPr lang="en-GB" dirty="0"/>
          </a:p>
        </p:txBody>
      </p:sp>
      <p:sp>
        <p:nvSpPr>
          <p:cNvPr id="11" name="Content Placeholder 3"/>
          <p:cNvSpPr>
            <a:spLocks noGrp="1"/>
          </p:cNvSpPr>
          <p:nvPr>
            <p:ph sz="quarter" idx="12"/>
          </p:nvPr>
        </p:nvSpPr>
        <p:spPr>
          <a:xfrm>
            <a:off x="4727575" y="1276350"/>
            <a:ext cx="3959225" cy="3505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3" name="Picture 2" descr="Text&#10;&#10;Description automatically generated">
            <a:extLst>
              <a:ext uri="{FF2B5EF4-FFF2-40B4-BE49-F238E27FC236}">
                <a16:creationId xmlns:a16="http://schemas.microsoft.com/office/drawing/2014/main" id="{00B7B23D-DB61-4F45-A2CC-2695882BD7D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297541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4" name="Content Placeholder 3"/>
          <p:cNvSpPr>
            <a:spLocks noGrp="1"/>
          </p:cNvSpPr>
          <p:nvPr>
            <p:ph sz="quarter" idx="10"/>
          </p:nvPr>
        </p:nvSpPr>
        <p:spPr>
          <a:xfrm>
            <a:off x="457200" y="1276350"/>
            <a:ext cx="8229600" cy="3505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3" name="Picture 2" descr="Text&#10;&#10;Description automatically generated">
            <a:extLst>
              <a:ext uri="{FF2B5EF4-FFF2-40B4-BE49-F238E27FC236}">
                <a16:creationId xmlns:a16="http://schemas.microsoft.com/office/drawing/2014/main" id="{E6167BB9-AB97-4628-BFB4-DF515673B7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3840355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nverted">
    <p:bg>
      <p:bgPr>
        <a:solidFill>
          <a:srgbClr val="04466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dirty="0"/>
          </a:p>
        </p:txBody>
      </p:sp>
      <p:cxnSp>
        <p:nvCxnSpPr>
          <p:cNvPr id="3" name="Straight Connector 2"/>
          <p:cNvCxnSpPr/>
          <p:nvPr userDrawn="1"/>
        </p:nvCxnSpPr>
        <p:spPr>
          <a:xfrm>
            <a:off x="533400" y="971550"/>
            <a:ext cx="8153400" cy="0"/>
          </a:xfrm>
          <a:prstGeom prst="line">
            <a:avLst/>
          </a:prstGeom>
          <a:ln w="25400">
            <a:solidFill>
              <a:srgbClr val="FFFF00"/>
            </a:solidFill>
          </a:ln>
          <a:effectLst/>
        </p:spPr>
        <p:style>
          <a:lnRef idx="2">
            <a:schemeClr val="accent1"/>
          </a:lnRef>
          <a:fillRef idx="0">
            <a:schemeClr val="accent1"/>
          </a:fillRef>
          <a:effectRef idx="1">
            <a:schemeClr val="accent1"/>
          </a:effectRef>
          <a:fontRef idx="minor">
            <a:schemeClr val="tx1"/>
          </a:fontRef>
        </p:style>
      </p:cxnSp>
      <p:sp>
        <p:nvSpPr>
          <p:cNvPr id="4" name="Text Placeholder 4"/>
          <p:cNvSpPr>
            <a:spLocks noGrp="1"/>
          </p:cNvSpPr>
          <p:nvPr>
            <p:ph type="body" sz="quarter" idx="10"/>
          </p:nvPr>
        </p:nvSpPr>
        <p:spPr>
          <a:xfrm>
            <a:off x="457200" y="1276350"/>
            <a:ext cx="8229600" cy="3505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5" name="Picture 4" descr="Text&#10;&#10;Description automatically generated">
            <a:extLst>
              <a:ext uri="{FF2B5EF4-FFF2-40B4-BE49-F238E27FC236}">
                <a16:creationId xmlns:a16="http://schemas.microsoft.com/office/drawing/2014/main" id="{EAEE50A6-8E45-400C-99B3-2A2BAD454CFD}"/>
              </a:ext>
            </a:extLst>
          </p:cNvPr>
          <p:cNvPicPr>
            <a:picLocks noChangeAspect="1"/>
          </p:cNvPicPr>
          <p:nvPr userDrawn="1"/>
        </p:nvPicPr>
        <p:blipFill>
          <a:blip r:embed="rId2">
            <a:lum bright="70000" contrast="-70000"/>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3962805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Inverted">
    <p:bg>
      <p:bgPr>
        <a:solidFill>
          <a:srgbClr val="73666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dirty="0"/>
          </a:p>
        </p:txBody>
      </p:sp>
      <p:cxnSp>
        <p:nvCxnSpPr>
          <p:cNvPr id="3" name="Straight Connector 2"/>
          <p:cNvCxnSpPr/>
          <p:nvPr userDrawn="1"/>
        </p:nvCxnSpPr>
        <p:spPr>
          <a:xfrm>
            <a:off x="533400" y="971550"/>
            <a:ext cx="8153400" cy="0"/>
          </a:xfrm>
          <a:prstGeom prst="line">
            <a:avLst/>
          </a:prstGeom>
          <a:ln w="254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4" name="Text Placeholder 4"/>
          <p:cNvSpPr>
            <a:spLocks noGrp="1"/>
          </p:cNvSpPr>
          <p:nvPr>
            <p:ph type="body" sz="quarter" idx="10"/>
          </p:nvPr>
        </p:nvSpPr>
        <p:spPr>
          <a:xfrm>
            <a:off x="457200" y="1276350"/>
            <a:ext cx="8229600" cy="3505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6" name="Picture 5" descr="Text&#10;&#10;Description automatically generated">
            <a:extLst>
              <a:ext uri="{FF2B5EF4-FFF2-40B4-BE49-F238E27FC236}">
                <a16:creationId xmlns:a16="http://schemas.microsoft.com/office/drawing/2014/main" id="{82AFAE68-AD39-4062-96A5-D7BC550DC4AF}"/>
              </a:ext>
            </a:extLst>
          </p:cNvPr>
          <p:cNvPicPr>
            <a:picLocks noChangeAspect="1"/>
          </p:cNvPicPr>
          <p:nvPr userDrawn="1"/>
        </p:nvPicPr>
        <p:blipFill>
          <a:blip r:embed="rId2">
            <a:lum bright="70000" contrast="-70000"/>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1283164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le and Tex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44661"/>
                </a:solidFill>
              </a:defRPr>
            </a:lvl1pPr>
          </a:lstStyle>
          <a:p>
            <a:r>
              <a:rPr lang="en-US" dirty="0"/>
              <a:t>Click to edit Master title style</a:t>
            </a:r>
            <a:endParaRPr lang="en-GB" dirty="0"/>
          </a:p>
        </p:txBody>
      </p:sp>
      <p:sp>
        <p:nvSpPr>
          <p:cNvPr id="5" name="Text Placeholder 4"/>
          <p:cNvSpPr>
            <a:spLocks noGrp="1"/>
          </p:cNvSpPr>
          <p:nvPr>
            <p:ph type="body" sz="quarter" idx="10"/>
          </p:nvPr>
        </p:nvSpPr>
        <p:spPr>
          <a:xfrm>
            <a:off x="457200" y="1276350"/>
            <a:ext cx="8229600" cy="3505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cxnSp>
        <p:nvCxnSpPr>
          <p:cNvPr id="4" name="Straight Connector 3"/>
          <p:cNvCxnSpPr/>
          <p:nvPr userDrawn="1"/>
        </p:nvCxnSpPr>
        <p:spPr>
          <a:xfrm>
            <a:off x="533400" y="971550"/>
            <a:ext cx="8153400" cy="0"/>
          </a:xfrm>
          <a:prstGeom prst="line">
            <a:avLst/>
          </a:prstGeom>
          <a:ln w="25400">
            <a:solidFill>
              <a:srgbClr val="044661"/>
            </a:solidFill>
          </a:ln>
          <a:effectLst/>
        </p:spPr>
        <p:style>
          <a:lnRef idx="2">
            <a:schemeClr val="accent1"/>
          </a:lnRef>
          <a:fillRef idx="0">
            <a:schemeClr val="accent1"/>
          </a:fillRef>
          <a:effectRef idx="1">
            <a:schemeClr val="accent1"/>
          </a:effectRef>
          <a:fontRef idx="minor">
            <a:schemeClr val="tx1"/>
          </a:fontRef>
        </p:style>
      </p:cxnSp>
      <p:pic>
        <p:nvPicPr>
          <p:cNvPr id="3" name="Picture 2" descr="Text&#10;&#10;Description automatically generated">
            <a:extLst>
              <a:ext uri="{FF2B5EF4-FFF2-40B4-BE49-F238E27FC236}">
                <a16:creationId xmlns:a16="http://schemas.microsoft.com/office/drawing/2014/main" id="{FFC52837-3E9E-49B3-9713-44DD6ADD8B1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1062847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itle and Text">
    <p:bg>
      <p:bgPr>
        <a:solidFill>
          <a:schemeClr val="bg1"/>
        </a:solidFill>
        <a:effectLst/>
      </p:bgPr>
    </p:bg>
    <p:spTree>
      <p:nvGrpSpPr>
        <p:cNvPr id="1" name=""/>
        <p:cNvGrpSpPr/>
        <p:nvPr/>
      </p:nvGrpSpPr>
      <p:grpSpPr>
        <a:xfrm>
          <a:off x="0" y="0"/>
          <a:ext cx="0" cy="0"/>
          <a:chOff x="0" y="0"/>
          <a:chExt cx="0" cy="0"/>
        </a:xfrm>
      </p:grpSpPr>
      <p:pic>
        <p:nvPicPr>
          <p:cNvPr id="2050" name="Picture 2" descr="http://tempdevnwms.wpengine.com/wp-content/themes/hep-nwms/dist/images/grey-pattern.cb894e6e6f.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16210"/>
          <a:stretch/>
        </p:blipFill>
        <p:spPr bwMode="auto">
          <a:xfrm>
            <a:off x="0" y="0"/>
            <a:ext cx="9180512"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lvl1pPr>
              <a:defRPr>
                <a:solidFill>
                  <a:srgbClr val="044661"/>
                </a:solidFill>
              </a:defRPr>
            </a:lvl1pPr>
          </a:lstStyle>
          <a:p>
            <a:r>
              <a:rPr lang="en-US" dirty="0"/>
              <a:t>Click to edit Master title style</a:t>
            </a:r>
            <a:endParaRPr lang="en-GB" dirty="0"/>
          </a:p>
        </p:txBody>
      </p:sp>
      <p:sp>
        <p:nvSpPr>
          <p:cNvPr id="5" name="Text Placeholder 4"/>
          <p:cNvSpPr>
            <a:spLocks noGrp="1"/>
          </p:cNvSpPr>
          <p:nvPr>
            <p:ph type="body" sz="quarter" idx="10"/>
          </p:nvPr>
        </p:nvSpPr>
        <p:spPr>
          <a:xfrm>
            <a:off x="457200" y="1276350"/>
            <a:ext cx="8229600" cy="3505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cxnSp>
        <p:nvCxnSpPr>
          <p:cNvPr id="6" name="Straight Connector 5"/>
          <p:cNvCxnSpPr/>
          <p:nvPr userDrawn="1"/>
        </p:nvCxnSpPr>
        <p:spPr>
          <a:xfrm>
            <a:off x="533400" y="971550"/>
            <a:ext cx="8153400" cy="0"/>
          </a:xfrm>
          <a:prstGeom prst="line">
            <a:avLst/>
          </a:prstGeom>
          <a:ln w="25400">
            <a:solidFill>
              <a:srgbClr val="044661"/>
            </a:solidFill>
          </a:ln>
          <a:effectLst/>
        </p:spPr>
        <p:style>
          <a:lnRef idx="2">
            <a:schemeClr val="accent1"/>
          </a:lnRef>
          <a:fillRef idx="0">
            <a:schemeClr val="accent1"/>
          </a:fillRef>
          <a:effectRef idx="1">
            <a:schemeClr val="accent1"/>
          </a:effectRef>
          <a:fontRef idx="minor">
            <a:schemeClr val="tx1"/>
          </a:fontRef>
        </p:style>
      </p:cxnSp>
      <p:pic>
        <p:nvPicPr>
          <p:cNvPr id="3" name="Picture 2" descr="Text&#10;&#10;Description automatically generated">
            <a:extLst>
              <a:ext uri="{FF2B5EF4-FFF2-40B4-BE49-F238E27FC236}">
                <a16:creationId xmlns:a16="http://schemas.microsoft.com/office/drawing/2014/main" id="{4633FFA7-FE4E-4469-8216-B7BEF2CD624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1426682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ection Slide">
    <p:spTree>
      <p:nvGrpSpPr>
        <p:cNvPr id="1" name=""/>
        <p:cNvGrpSpPr/>
        <p:nvPr/>
      </p:nvGrpSpPr>
      <p:grpSpPr>
        <a:xfrm>
          <a:off x="0" y="0"/>
          <a:ext cx="0" cy="0"/>
          <a:chOff x="0" y="0"/>
          <a:chExt cx="0" cy="0"/>
        </a:xfrm>
      </p:grpSpPr>
      <p:pic>
        <p:nvPicPr>
          <p:cNvPr id="8" name="Picture 2" descr="http://tempdevnwms.wpengine.com/wp-content/themes/hep-nwms/dist/images/grey-pattern.cb894e6e6f.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16210"/>
          <a:stretch/>
        </p:blipFill>
        <p:spPr bwMode="auto">
          <a:xfrm>
            <a:off x="0" y="0"/>
            <a:ext cx="9180512"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hasCustomPrompt="1"/>
          </p:nvPr>
        </p:nvSpPr>
        <p:spPr>
          <a:xfrm>
            <a:off x="2411760" y="483518"/>
            <a:ext cx="6120680" cy="2520280"/>
          </a:xfrm>
        </p:spPr>
        <p:txBody>
          <a:bodyPr anchor="ctr"/>
          <a:lstStyle>
            <a:lvl1pPr algn="ctr">
              <a:lnSpc>
                <a:spcPct val="150000"/>
              </a:lnSpc>
              <a:defRPr baseline="0"/>
            </a:lvl1pPr>
          </a:lstStyle>
          <a:p>
            <a:r>
              <a:rPr lang="en-US" dirty="0"/>
              <a:t>Click to edit section title</a:t>
            </a:r>
            <a:endParaRPr lang="en-GB" dirty="0"/>
          </a:p>
        </p:txBody>
      </p:sp>
      <p:pic>
        <p:nvPicPr>
          <p:cNvPr id="3" name="Picture 2" descr="Text&#10;&#10;Description automatically generated">
            <a:extLst>
              <a:ext uri="{FF2B5EF4-FFF2-40B4-BE49-F238E27FC236}">
                <a16:creationId xmlns:a16="http://schemas.microsoft.com/office/drawing/2014/main" id="{321AE078-C109-4797-9B4E-F1A750F969A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3975" y="1400666"/>
            <a:ext cx="2799425" cy="685984"/>
          </a:xfrm>
          <a:prstGeom prst="rect">
            <a:avLst/>
          </a:prstGeom>
        </p:spPr>
      </p:pic>
    </p:spTree>
    <p:extLst>
      <p:ext uri="{BB962C8B-B14F-4D97-AF65-F5344CB8AC3E}">
        <p14:creationId xmlns:p14="http://schemas.microsoft.com/office/powerpoint/2010/main" val="2795197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_Section Slide">
    <p:bg>
      <p:bgPr>
        <a:solidFill>
          <a:srgbClr val="04466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11560" y="2202418"/>
            <a:ext cx="7920880" cy="738664"/>
          </a:xfrm>
        </p:spPr>
        <p:txBody>
          <a:bodyPr anchor="ctr"/>
          <a:lstStyle>
            <a:lvl1pPr algn="ctr">
              <a:lnSpc>
                <a:spcPct val="150000"/>
              </a:lnSpc>
              <a:defRPr baseline="0">
                <a:solidFill>
                  <a:schemeClr val="bg1"/>
                </a:solidFill>
              </a:defRPr>
            </a:lvl1pPr>
          </a:lstStyle>
          <a:p>
            <a:r>
              <a:rPr lang="en-US" dirty="0"/>
              <a:t>Click to edit section title</a:t>
            </a:r>
            <a:endParaRPr lang="en-GB" dirty="0"/>
          </a:p>
        </p:txBody>
      </p:sp>
      <p:pic>
        <p:nvPicPr>
          <p:cNvPr id="3" name="Picture 2" descr="Text&#10;&#10;Description automatically generated">
            <a:extLst>
              <a:ext uri="{FF2B5EF4-FFF2-40B4-BE49-F238E27FC236}">
                <a16:creationId xmlns:a16="http://schemas.microsoft.com/office/drawing/2014/main" id="{8F2D78AD-81C6-483B-9469-A94C59B2AEF6}"/>
              </a:ext>
            </a:extLst>
          </p:cNvPr>
          <p:cNvPicPr>
            <a:picLocks noChangeAspect="1"/>
          </p:cNvPicPr>
          <p:nvPr userDrawn="1"/>
        </p:nvPicPr>
        <p:blipFill>
          <a:blip r:embed="rId2">
            <a:lum bright="70000" contrast="-70000"/>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609765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686020" y="939989"/>
            <a:ext cx="7771960" cy="374461"/>
          </a:xfrm>
        </p:spPr>
        <p:txBody>
          <a:bodyPr/>
          <a:lstStyle/>
          <a:p>
            <a:r>
              <a:rPr lang="en-US"/>
              <a:t>Click to edit Master title style</a:t>
            </a:r>
            <a:endParaRPr lang="en-GB"/>
          </a:p>
        </p:txBody>
      </p:sp>
      <p:sp>
        <p:nvSpPr>
          <p:cNvPr id="3" name="SmartArt Placeholder 2"/>
          <p:cNvSpPr>
            <a:spLocks noGrp="1"/>
          </p:cNvSpPr>
          <p:nvPr>
            <p:ph type="dgm" idx="1"/>
          </p:nvPr>
        </p:nvSpPr>
        <p:spPr>
          <a:xfrm>
            <a:off x="686020" y="1485900"/>
            <a:ext cx="7771960" cy="3086100"/>
          </a:xfrm>
        </p:spPr>
        <p:txBody>
          <a:bodyPr/>
          <a:lstStyle/>
          <a:p>
            <a:pPr lvl="0"/>
            <a:endParaRPr lang="en-GB" noProof="0" dirty="0"/>
          </a:p>
        </p:txBody>
      </p:sp>
      <p:pic>
        <p:nvPicPr>
          <p:cNvPr id="5" name="Picture 4" descr="Text&#10;&#10;Description automatically generated">
            <a:extLst>
              <a:ext uri="{FF2B5EF4-FFF2-40B4-BE49-F238E27FC236}">
                <a16:creationId xmlns:a16="http://schemas.microsoft.com/office/drawing/2014/main" id="{0142E6A8-5F73-439B-BDEE-7B5BBEB2E25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15997031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688768"/>
            <a:ext cx="7543800" cy="374461"/>
          </a:xfrm>
        </p:spPr>
        <p:txBody>
          <a:bodyPr/>
          <a:lstStyle/>
          <a:p>
            <a:r>
              <a:rPr lang="en-US"/>
              <a:t>Click to edit Master title style</a:t>
            </a:r>
            <a:endParaRPr lang="en-GB"/>
          </a:p>
        </p:txBody>
      </p:sp>
      <p:sp>
        <p:nvSpPr>
          <p:cNvPr id="3" name="Text Placeholder 2"/>
          <p:cNvSpPr>
            <a:spLocks noGrp="1"/>
          </p:cNvSpPr>
          <p:nvPr>
            <p:ph type="body" sz="half" idx="1"/>
          </p:nvPr>
        </p:nvSpPr>
        <p:spPr>
          <a:xfrm>
            <a:off x="457200" y="1289447"/>
            <a:ext cx="4038600" cy="33087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289447"/>
            <a:ext cx="4038600" cy="33087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a:xfrm>
            <a:off x="457200" y="4686300"/>
            <a:ext cx="2133600" cy="342900"/>
          </a:xfrm>
        </p:spPr>
        <p:txBody>
          <a:bodyPr/>
          <a:lstStyle>
            <a:lvl1pPr>
              <a:defRPr/>
            </a:lvl1pPr>
          </a:lstStyle>
          <a:p>
            <a:pPr>
              <a:defRPr/>
            </a:pPr>
            <a:endParaRPr lang="en-GB" altLang="en-US" dirty="0"/>
          </a:p>
        </p:txBody>
      </p:sp>
      <p:sp>
        <p:nvSpPr>
          <p:cNvPr id="6" name="Footer Placeholder 5"/>
          <p:cNvSpPr>
            <a:spLocks noGrp="1"/>
          </p:cNvSpPr>
          <p:nvPr>
            <p:ph type="ftr" sz="quarter" idx="11"/>
          </p:nvPr>
        </p:nvSpPr>
        <p:spPr>
          <a:xfrm>
            <a:off x="3124200" y="4686300"/>
            <a:ext cx="2895600" cy="342900"/>
          </a:xfrm>
        </p:spPr>
        <p:txBody>
          <a:bodyPr/>
          <a:lstStyle>
            <a:lvl1pPr>
              <a:defRPr/>
            </a:lvl1pPr>
          </a:lstStyle>
          <a:p>
            <a:pPr>
              <a:defRPr/>
            </a:pPr>
            <a:endParaRPr lang="en-GB" altLang="en-US" dirty="0"/>
          </a:p>
        </p:txBody>
      </p:sp>
      <p:sp>
        <p:nvSpPr>
          <p:cNvPr id="7" name="Slide Number Placeholder 6"/>
          <p:cNvSpPr>
            <a:spLocks noGrp="1"/>
          </p:cNvSpPr>
          <p:nvPr>
            <p:ph type="sldNum" sz="quarter" idx="12"/>
          </p:nvPr>
        </p:nvSpPr>
        <p:spPr>
          <a:xfrm>
            <a:off x="6553200" y="4686300"/>
            <a:ext cx="2133600" cy="342900"/>
          </a:xfrm>
        </p:spPr>
        <p:txBody>
          <a:bodyPr/>
          <a:lstStyle>
            <a:lvl1pPr>
              <a:defRPr/>
            </a:lvl1pPr>
          </a:lstStyle>
          <a:p>
            <a:pPr>
              <a:defRPr/>
            </a:pPr>
            <a:fld id="{F0A528F9-56C8-4EFC-9F5D-B6B2B9248EDA}" type="slidenum">
              <a:rPr lang="en-GB" altLang="en-US"/>
              <a:pPr>
                <a:defRPr/>
              </a:pPr>
              <a:t>‹#›</a:t>
            </a:fld>
            <a:endParaRPr lang="en-GB" altLang="en-US" dirty="0"/>
          </a:p>
        </p:txBody>
      </p:sp>
      <p:pic>
        <p:nvPicPr>
          <p:cNvPr id="9" name="Picture 8" descr="Text&#10;&#10;Description automatically generated">
            <a:extLst>
              <a:ext uri="{FF2B5EF4-FFF2-40B4-BE49-F238E27FC236}">
                <a16:creationId xmlns:a16="http://schemas.microsoft.com/office/drawing/2014/main" id="{44A17E67-1031-4E47-97FF-8E7D178F35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25397426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pPr>
              <a:defRPr/>
            </a:pPr>
            <a:endParaRPr lang="en-GB" altLang="en-US" dirty="0"/>
          </a:p>
        </p:txBody>
      </p:sp>
      <p:sp>
        <p:nvSpPr>
          <p:cNvPr id="7" name="Slide Number Placeholder 6"/>
          <p:cNvSpPr>
            <a:spLocks noGrp="1"/>
          </p:cNvSpPr>
          <p:nvPr>
            <p:ph type="sldNum" sz="quarter" idx="11"/>
          </p:nvPr>
        </p:nvSpPr>
        <p:spPr/>
        <p:txBody>
          <a:bodyPr rtlCol="0"/>
          <a:lstStyle/>
          <a:p>
            <a:pPr>
              <a:defRPr/>
            </a:pPr>
            <a:fld id="{41E91D9D-E116-435E-920D-F8709803F734}" type="slidenum">
              <a:rPr lang="en-GB" altLang="en-US" smtClean="0"/>
              <a:pPr>
                <a:defRPr/>
              </a:pPr>
              <a:t>‹#›</a:t>
            </a:fld>
            <a:endParaRPr lang="en-GB" altLang="en-US" dirty="0"/>
          </a:p>
        </p:txBody>
      </p:sp>
      <p:sp>
        <p:nvSpPr>
          <p:cNvPr id="8" name="Footer Placeholder 7"/>
          <p:cNvSpPr>
            <a:spLocks noGrp="1"/>
          </p:cNvSpPr>
          <p:nvPr>
            <p:ph type="ftr" sz="quarter" idx="12"/>
          </p:nvPr>
        </p:nvSpPr>
        <p:spPr/>
        <p:txBody>
          <a:bodyPr rtlCol="0"/>
          <a:lstStyle/>
          <a:p>
            <a:pPr>
              <a:defRPr/>
            </a:pPr>
            <a:endParaRPr lang="en-GB" altLang="en-US" dirty="0"/>
          </a:p>
        </p:txBody>
      </p:sp>
      <p:pic>
        <p:nvPicPr>
          <p:cNvPr id="3" name="Picture 2" descr="Text&#10;&#10;Description automatically generated">
            <a:extLst>
              <a:ext uri="{FF2B5EF4-FFF2-40B4-BE49-F238E27FC236}">
                <a16:creationId xmlns:a16="http://schemas.microsoft.com/office/drawing/2014/main" id="{92FC1329-CCF9-43F9-A859-01DBCA567B4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121995974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91679"/>
            <a:ext cx="8229600" cy="45065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Date Placeholder 2"/>
          <p:cNvSpPr>
            <a:spLocks noGrp="1"/>
          </p:cNvSpPr>
          <p:nvPr>
            <p:ph type="dt" sz="half" idx="10"/>
          </p:nvPr>
        </p:nvSpPr>
        <p:spPr>
          <a:xfrm>
            <a:off x="457200" y="4686300"/>
            <a:ext cx="2133600" cy="342900"/>
          </a:xfrm>
        </p:spPr>
        <p:txBody>
          <a:bodyPr/>
          <a:lstStyle>
            <a:lvl1pPr>
              <a:defRPr/>
            </a:lvl1pPr>
          </a:lstStyle>
          <a:p>
            <a:pPr>
              <a:defRPr/>
            </a:pPr>
            <a:endParaRPr lang="en-GB" altLang="en-US" dirty="0"/>
          </a:p>
        </p:txBody>
      </p:sp>
      <p:sp>
        <p:nvSpPr>
          <p:cNvPr id="4" name="Footer Placeholder 3"/>
          <p:cNvSpPr>
            <a:spLocks noGrp="1"/>
          </p:cNvSpPr>
          <p:nvPr>
            <p:ph type="ftr" sz="quarter" idx="11"/>
          </p:nvPr>
        </p:nvSpPr>
        <p:spPr>
          <a:xfrm>
            <a:off x="3124200" y="4686300"/>
            <a:ext cx="2895600" cy="342900"/>
          </a:xfrm>
        </p:spPr>
        <p:txBody>
          <a:bodyPr/>
          <a:lstStyle>
            <a:lvl1pPr>
              <a:defRPr/>
            </a:lvl1pPr>
          </a:lstStyle>
          <a:p>
            <a:pPr>
              <a:defRPr/>
            </a:pPr>
            <a:endParaRPr lang="en-GB" altLang="en-US" dirty="0"/>
          </a:p>
        </p:txBody>
      </p:sp>
      <p:sp>
        <p:nvSpPr>
          <p:cNvPr id="5" name="Slide Number Placeholder 4"/>
          <p:cNvSpPr>
            <a:spLocks noGrp="1"/>
          </p:cNvSpPr>
          <p:nvPr>
            <p:ph type="sldNum" sz="quarter" idx="12"/>
          </p:nvPr>
        </p:nvSpPr>
        <p:spPr>
          <a:xfrm>
            <a:off x="6553200" y="4686300"/>
            <a:ext cx="2133600" cy="342900"/>
          </a:xfrm>
        </p:spPr>
        <p:txBody>
          <a:bodyPr/>
          <a:lstStyle>
            <a:lvl1pPr>
              <a:defRPr/>
            </a:lvl1pPr>
          </a:lstStyle>
          <a:p>
            <a:pPr>
              <a:defRPr/>
            </a:pPr>
            <a:fld id="{50C0B751-15D4-4264-B243-8F97AEC5D62B}" type="slidenum">
              <a:rPr lang="en-GB" altLang="en-US"/>
              <a:pPr>
                <a:defRPr/>
              </a:pPr>
              <a:t>‹#›</a:t>
            </a:fld>
            <a:endParaRPr lang="en-GB" altLang="en-US" dirty="0"/>
          </a:p>
        </p:txBody>
      </p:sp>
      <p:pic>
        <p:nvPicPr>
          <p:cNvPr id="7" name="Picture 6" descr="Text&#10;&#10;Description automatically generated">
            <a:extLst>
              <a:ext uri="{FF2B5EF4-FFF2-40B4-BE49-F238E27FC236}">
                <a16:creationId xmlns:a16="http://schemas.microsoft.com/office/drawing/2014/main" id="{FE6E8EDF-E22B-4ECD-B567-C47C828CF6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3470878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heme" Target="../theme/theme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3F7"/>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20889"/>
            <a:ext cx="8229600" cy="374461"/>
          </a:xfrm>
          <a:prstGeom prst="rect">
            <a:avLst/>
          </a:prstGeom>
          <a:ln w="19050">
            <a:noFill/>
          </a:ln>
        </p:spPr>
        <p:txBody>
          <a:bodyPr vert="horz" wrap="square" lIns="91440" tIns="45720" rIns="91440" bIns="45720" rtlCol="0" anchor="b" anchorCtr="0">
            <a:spAutoFit/>
          </a:bodyPr>
          <a:lstStyle/>
          <a:p>
            <a:r>
              <a:rPr lang="en-US" dirty="0"/>
              <a:t>Click to edit Master title style</a:t>
            </a:r>
          </a:p>
        </p:txBody>
      </p:sp>
      <p:sp>
        <p:nvSpPr>
          <p:cNvPr id="3" name="Text Placeholder 2"/>
          <p:cNvSpPr>
            <a:spLocks noGrp="1"/>
          </p:cNvSpPr>
          <p:nvPr>
            <p:ph type="body" idx="1"/>
          </p:nvPr>
        </p:nvSpPr>
        <p:spPr>
          <a:xfrm>
            <a:off x="457200" y="1200152"/>
            <a:ext cx="8229600" cy="365759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5" name="Straight Connector 4"/>
          <p:cNvCxnSpPr/>
          <p:nvPr userDrawn="1"/>
        </p:nvCxnSpPr>
        <p:spPr>
          <a:xfrm>
            <a:off x="533400" y="971550"/>
            <a:ext cx="8153400" cy="0"/>
          </a:xfrm>
          <a:prstGeom prst="line">
            <a:avLst/>
          </a:prstGeom>
          <a:ln w="25400">
            <a:solidFill>
              <a:srgbClr val="7D0063"/>
            </a:solidFill>
          </a:ln>
          <a:effectLst/>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65" r:id="rId1"/>
    <p:sldLayoutId id="2147483672" r:id="rId2"/>
    <p:sldLayoutId id="2147483667" r:id="rId3"/>
    <p:sldLayoutId id="2147483678" r:id="rId4"/>
    <p:sldLayoutId id="2147483668" r:id="rId5"/>
    <p:sldLayoutId id="2147483671" r:id="rId6"/>
    <p:sldLayoutId id="2147483674" r:id="rId7"/>
    <p:sldLayoutId id="2147483675" r:id="rId8"/>
    <p:sldLayoutId id="2147483676" r:id="rId9"/>
    <p:sldLayoutId id="2147483670" r:id="rId10"/>
    <p:sldLayoutId id="2147483679" r:id="rId11"/>
    <p:sldLayoutId id="2147483681"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457200" rtl="0" eaLnBrk="1" latinLnBrk="0" hangingPunct="1">
        <a:lnSpc>
          <a:spcPts val="2200"/>
        </a:lnSpc>
        <a:spcBef>
          <a:spcPct val="0"/>
        </a:spcBef>
        <a:buNone/>
        <a:defRPr sz="2800" b="1" i="0" kern="1200">
          <a:ln>
            <a:noFill/>
          </a:ln>
          <a:solidFill>
            <a:srgbClr val="034561"/>
          </a:solidFill>
          <a:latin typeface="Century Gothic" panose="020B0502020202020204" pitchFamily="34" charset="0"/>
          <a:ea typeface="Century Gothic" panose="020B0502020202020204" pitchFamily="34" charset="0"/>
          <a:cs typeface="Arial" panose="020B0604020202020204" pitchFamily="34" charset="0"/>
        </a:defRPr>
      </a:lvl1pPr>
    </p:titleStyle>
    <p:bodyStyle>
      <a:lvl1pPr marL="342900" indent="-342900" algn="l" defTabSz="457200" rtl="0" eaLnBrk="1" latinLnBrk="0" hangingPunct="1">
        <a:lnSpc>
          <a:spcPct val="150000"/>
        </a:lnSpc>
        <a:spcBef>
          <a:spcPct val="20000"/>
        </a:spcBef>
        <a:buFont typeface="Arial"/>
        <a:buChar char="•"/>
        <a:defRPr sz="18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1pPr>
      <a:lvl2pPr marL="742950" indent="-285750" algn="l" defTabSz="457200" rtl="0" eaLnBrk="1" latinLnBrk="0" hangingPunct="1">
        <a:lnSpc>
          <a:spcPct val="150000"/>
        </a:lnSpc>
        <a:spcBef>
          <a:spcPct val="20000"/>
        </a:spcBef>
        <a:buFont typeface="Arial"/>
        <a:buChar char="–"/>
        <a:defRPr sz="16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2pPr>
      <a:lvl3pPr marL="1143000" indent="-228600" algn="l" defTabSz="457200" rtl="0" eaLnBrk="1" latinLnBrk="0" hangingPunct="1">
        <a:lnSpc>
          <a:spcPct val="150000"/>
        </a:lnSpc>
        <a:spcBef>
          <a:spcPct val="20000"/>
        </a:spcBef>
        <a:buFont typeface="Arial"/>
        <a:buChar char="•"/>
        <a:defRPr sz="14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3pPr>
      <a:lvl4pPr marL="1600200" indent="-228600" algn="l" defTabSz="457200" rtl="0" eaLnBrk="1" latinLnBrk="0" hangingPunct="1">
        <a:lnSpc>
          <a:spcPct val="150000"/>
        </a:lnSpc>
        <a:spcBef>
          <a:spcPct val="20000"/>
        </a:spcBef>
        <a:buFont typeface="Arial"/>
        <a:buChar char="–"/>
        <a:defRPr sz="12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4pPr>
      <a:lvl5pPr marL="2057400" indent="-228600" algn="l" defTabSz="457200" rtl="0" eaLnBrk="1" latinLnBrk="0" hangingPunct="1">
        <a:lnSpc>
          <a:spcPct val="150000"/>
        </a:lnSpc>
        <a:spcBef>
          <a:spcPct val="20000"/>
        </a:spcBef>
        <a:buFont typeface="Arial"/>
        <a:buChar char="»"/>
        <a:defRPr sz="12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0F3F7"/>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20889"/>
            <a:ext cx="8229600" cy="374461"/>
          </a:xfrm>
          <a:prstGeom prst="rect">
            <a:avLst/>
          </a:prstGeom>
          <a:ln w="19050">
            <a:noFill/>
          </a:ln>
        </p:spPr>
        <p:txBody>
          <a:bodyPr vert="horz" wrap="square" lIns="91440" tIns="45720" rIns="91440" bIns="45720" rtlCol="0" anchor="b" anchorCtr="0">
            <a:spAutoFit/>
          </a:bodyPr>
          <a:lstStyle/>
          <a:p>
            <a:r>
              <a:rPr lang="en-US" dirty="0"/>
              <a:t>Click to edit Master title style</a:t>
            </a:r>
          </a:p>
        </p:txBody>
      </p:sp>
      <p:sp>
        <p:nvSpPr>
          <p:cNvPr id="3" name="Text Placeholder 2"/>
          <p:cNvSpPr>
            <a:spLocks noGrp="1"/>
          </p:cNvSpPr>
          <p:nvPr>
            <p:ph type="body" idx="1"/>
          </p:nvPr>
        </p:nvSpPr>
        <p:spPr>
          <a:xfrm>
            <a:off x="457200" y="1200152"/>
            <a:ext cx="8229600" cy="365759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5" name="Straight Connector 4"/>
          <p:cNvCxnSpPr/>
          <p:nvPr userDrawn="1"/>
        </p:nvCxnSpPr>
        <p:spPr>
          <a:xfrm>
            <a:off x="533400" y="971550"/>
            <a:ext cx="8153400" cy="0"/>
          </a:xfrm>
          <a:prstGeom prst="line">
            <a:avLst/>
          </a:prstGeom>
          <a:ln w="25400">
            <a:solidFill>
              <a:srgbClr val="7D0063"/>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71310968"/>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457200" rtl="0" eaLnBrk="1" latinLnBrk="0" hangingPunct="1">
        <a:lnSpc>
          <a:spcPts val="2200"/>
        </a:lnSpc>
        <a:spcBef>
          <a:spcPct val="0"/>
        </a:spcBef>
        <a:buNone/>
        <a:defRPr sz="2800" b="1" i="0" kern="1200">
          <a:ln>
            <a:noFill/>
          </a:ln>
          <a:solidFill>
            <a:srgbClr val="034561"/>
          </a:solidFill>
          <a:latin typeface="Century Gothic" panose="020B0502020202020204" pitchFamily="34" charset="0"/>
          <a:ea typeface="Century Gothic" panose="020B0502020202020204" pitchFamily="34" charset="0"/>
          <a:cs typeface="Arial" panose="020B0604020202020204" pitchFamily="34" charset="0"/>
        </a:defRPr>
      </a:lvl1pPr>
    </p:titleStyle>
    <p:bodyStyle>
      <a:lvl1pPr marL="342900" indent="-342900" algn="l" defTabSz="457200" rtl="0" eaLnBrk="1" latinLnBrk="0" hangingPunct="1">
        <a:lnSpc>
          <a:spcPct val="150000"/>
        </a:lnSpc>
        <a:spcBef>
          <a:spcPct val="20000"/>
        </a:spcBef>
        <a:buFont typeface="Arial"/>
        <a:buChar char="•"/>
        <a:defRPr sz="18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1pPr>
      <a:lvl2pPr marL="742950" indent="-285750" algn="l" defTabSz="457200" rtl="0" eaLnBrk="1" latinLnBrk="0" hangingPunct="1">
        <a:lnSpc>
          <a:spcPct val="150000"/>
        </a:lnSpc>
        <a:spcBef>
          <a:spcPct val="20000"/>
        </a:spcBef>
        <a:buFont typeface="Arial"/>
        <a:buChar char="–"/>
        <a:defRPr sz="16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2pPr>
      <a:lvl3pPr marL="1143000" indent="-228600" algn="l" defTabSz="457200" rtl="0" eaLnBrk="1" latinLnBrk="0" hangingPunct="1">
        <a:lnSpc>
          <a:spcPct val="150000"/>
        </a:lnSpc>
        <a:spcBef>
          <a:spcPct val="20000"/>
        </a:spcBef>
        <a:buFont typeface="Arial"/>
        <a:buChar char="•"/>
        <a:defRPr sz="14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3pPr>
      <a:lvl4pPr marL="1600200" indent="-228600" algn="l" defTabSz="457200" rtl="0" eaLnBrk="1" latinLnBrk="0" hangingPunct="1">
        <a:lnSpc>
          <a:spcPct val="150000"/>
        </a:lnSpc>
        <a:spcBef>
          <a:spcPct val="20000"/>
        </a:spcBef>
        <a:buFont typeface="Arial"/>
        <a:buChar char="–"/>
        <a:defRPr sz="12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4pPr>
      <a:lvl5pPr marL="2057400" indent="-228600" algn="l" defTabSz="457200" rtl="0" eaLnBrk="1" latinLnBrk="0" hangingPunct="1">
        <a:lnSpc>
          <a:spcPct val="150000"/>
        </a:lnSpc>
        <a:spcBef>
          <a:spcPct val="20000"/>
        </a:spcBef>
        <a:buFont typeface="Arial"/>
        <a:buChar char="»"/>
        <a:defRPr sz="12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7.xml"/><Relationship Id="rId1" Type="http://schemas.openxmlformats.org/officeDocument/2006/relationships/slideLayout" Target="../slideLayouts/slideLayout5.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p:cNvPicPr>
            <a:picLocks noGrp="1" noChangeAspect="1"/>
          </p:cNvPicPr>
          <p:nvPr>
            <p:ph type="pic" sz="quarter" idx="18"/>
          </p:nvPr>
        </p:nvPicPr>
        <p:blipFill rotWithShape="1">
          <a:blip r:embed="rId3">
            <a:extLst>
              <a:ext uri="{28A0092B-C50C-407E-A947-70E740481C1C}">
                <a14:useLocalDpi xmlns:a14="http://schemas.microsoft.com/office/drawing/2010/main" val="0"/>
              </a:ext>
            </a:extLst>
          </a:blip>
          <a:srcRect t="15900" b="15900"/>
          <a:stretch/>
        </p:blipFill>
        <p:spPr/>
      </p:pic>
      <p:sp>
        <p:nvSpPr>
          <p:cNvPr id="3" name="Title 2"/>
          <p:cNvSpPr>
            <a:spLocks noGrp="1"/>
          </p:cNvSpPr>
          <p:nvPr>
            <p:ph type="title"/>
          </p:nvPr>
        </p:nvSpPr>
        <p:spPr>
          <a:xfrm>
            <a:off x="1317075" y="4565135"/>
            <a:ext cx="7574325" cy="354264"/>
          </a:xfrm>
        </p:spPr>
        <p:txBody>
          <a:bodyPr/>
          <a:lstStyle/>
          <a:p>
            <a:r>
              <a:rPr lang="en-GB" dirty="0"/>
              <a:t>Business Intelligence and Data Science</a:t>
            </a:r>
          </a:p>
        </p:txBody>
      </p:sp>
      <p:sp>
        <p:nvSpPr>
          <p:cNvPr id="4" name="Text Placeholder 3"/>
          <p:cNvSpPr>
            <a:spLocks noGrp="1"/>
          </p:cNvSpPr>
          <p:nvPr>
            <p:ph type="body" sz="quarter" idx="15"/>
          </p:nvPr>
        </p:nvSpPr>
        <p:spPr/>
        <p:txBody>
          <a:bodyPr/>
          <a:lstStyle/>
          <a:p>
            <a:r>
              <a:rPr lang="en-GB" dirty="0"/>
              <a:t>Database Systems and Data Analytics (Week 9)</a:t>
            </a:r>
          </a:p>
        </p:txBody>
      </p:sp>
      <p:sp>
        <p:nvSpPr>
          <p:cNvPr id="5" name="Text Placeholder 4"/>
          <p:cNvSpPr>
            <a:spLocks noGrp="1"/>
          </p:cNvSpPr>
          <p:nvPr>
            <p:ph type="body" sz="quarter" idx="16"/>
          </p:nvPr>
        </p:nvSpPr>
        <p:spPr/>
        <p:txBody>
          <a:bodyPr/>
          <a:lstStyle/>
          <a:p>
            <a:r>
              <a:rPr lang="en-GB" dirty="0"/>
              <a:t>COM</a:t>
            </a:r>
          </a:p>
        </p:txBody>
      </p:sp>
      <p:sp>
        <p:nvSpPr>
          <p:cNvPr id="6" name="Text Placeholder 5"/>
          <p:cNvSpPr>
            <a:spLocks noGrp="1"/>
          </p:cNvSpPr>
          <p:nvPr>
            <p:ph type="body" sz="quarter" idx="17"/>
          </p:nvPr>
        </p:nvSpPr>
        <p:spPr/>
        <p:txBody>
          <a:bodyPr/>
          <a:lstStyle/>
          <a:p>
            <a:r>
              <a:rPr lang="en-GB" dirty="0"/>
              <a:t>736</a:t>
            </a:r>
          </a:p>
        </p:txBody>
      </p:sp>
    </p:spTree>
    <p:extLst>
      <p:ext uri="{BB962C8B-B14F-4D97-AF65-F5344CB8AC3E}">
        <p14:creationId xmlns:p14="http://schemas.microsoft.com/office/powerpoint/2010/main" val="3845510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Objectives</a:t>
            </a:r>
          </a:p>
        </p:txBody>
      </p:sp>
      <p:graphicFrame>
        <p:nvGraphicFramePr>
          <p:cNvPr id="4" name="Content Placeholder 3"/>
          <p:cNvGraphicFramePr>
            <a:graphicFrameLocks noGrp="1"/>
          </p:cNvGraphicFramePr>
          <p:nvPr>
            <p:ph sz="quarter" idx="10"/>
            <p:extLst>
              <p:ext uri="{D42A27DB-BD31-4B8C-83A1-F6EECF244321}">
                <p14:modId xmlns:p14="http://schemas.microsoft.com/office/powerpoint/2010/main" val="2884144209"/>
              </p:ext>
            </p:extLst>
          </p:nvPr>
        </p:nvGraphicFramePr>
        <p:xfrm>
          <a:off x="457200" y="1276350"/>
          <a:ext cx="8229600" cy="350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98558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Computerised Systems</a:t>
            </a:r>
          </a:p>
        </p:txBody>
      </p:sp>
      <p:sp>
        <p:nvSpPr>
          <p:cNvPr id="3" name="Content Placeholder 2"/>
          <p:cNvSpPr>
            <a:spLocks noGrp="1"/>
          </p:cNvSpPr>
          <p:nvPr>
            <p:ph sz="quarter" idx="10"/>
          </p:nvPr>
        </p:nvSpPr>
        <p:spPr>
          <a:xfrm>
            <a:off x="457200" y="1203598"/>
            <a:ext cx="8229600" cy="3577952"/>
          </a:xfrm>
        </p:spPr>
        <p:txBody>
          <a:bodyPr vert="horz" lIns="91440" tIns="45720" rIns="91440" bIns="45720" rtlCol="0">
            <a:normAutofit/>
          </a:bodyPr>
          <a:lstStyle/>
          <a:p>
            <a:r>
              <a:rPr lang="en-GB" dirty="0"/>
              <a:t>Since 1970s, computerised systems provided automation of  business processes </a:t>
            </a:r>
          </a:p>
          <a:p>
            <a:r>
              <a:rPr lang="en-GB" dirty="0"/>
              <a:t>Accumulation of growing amounts of data in operational databases. </a:t>
            </a:r>
          </a:p>
          <a:p>
            <a:r>
              <a:rPr lang="en-GB" dirty="0"/>
              <a:t>Use operational data to support decision-making</a:t>
            </a:r>
          </a:p>
          <a:p>
            <a:r>
              <a:rPr lang="en-GB" dirty="0"/>
              <a:t>Gaining competitive advantage. </a:t>
            </a:r>
          </a:p>
          <a:p>
            <a:pPr lvl="1"/>
            <a:r>
              <a:rPr lang="en-GB" dirty="0"/>
              <a:t>Raw data can support operations what it is intended for</a:t>
            </a:r>
          </a:p>
          <a:p>
            <a:pPr lvl="1"/>
            <a:r>
              <a:rPr lang="en-GB" dirty="0"/>
              <a:t>When processed will become knowledge </a:t>
            </a:r>
          </a:p>
          <a:p>
            <a:pPr lvl="1"/>
            <a:r>
              <a:rPr lang="en-GB" dirty="0"/>
              <a:t>Discovering patterns/trends/threats etc. </a:t>
            </a:r>
          </a:p>
          <a:p>
            <a:endParaRPr lang="en-GB" dirty="0"/>
          </a:p>
          <a:p>
            <a:endParaRPr lang="en-GB" dirty="0"/>
          </a:p>
        </p:txBody>
      </p:sp>
    </p:spTree>
    <p:extLst>
      <p:ext uri="{BB962C8B-B14F-4D97-AF65-F5344CB8AC3E}">
        <p14:creationId xmlns:p14="http://schemas.microsoft.com/office/powerpoint/2010/main" val="1511423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Computerised Systems</a:t>
            </a:r>
          </a:p>
        </p:txBody>
      </p:sp>
      <p:graphicFrame>
        <p:nvGraphicFramePr>
          <p:cNvPr id="4" name="Content Placeholder 3"/>
          <p:cNvGraphicFramePr>
            <a:graphicFrameLocks noGrp="1"/>
          </p:cNvGraphicFramePr>
          <p:nvPr>
            <p:ph sz="quarter" idx="10"/>
            <p:extLst>
              <p:ext uri="{D42A27DB-BD31-4B8C-83A1-F6EECF244321}">
                <p14:modId xmlns:p14="http://schemas.microsoft.com/office/powerpoint/2010/main" val="2607087889"/>
              </p:ext>
            </p:extLst>
          </p:nvPr>
        </p:nvGraphicFramePr>
        <p:xfrm>
          <a:off x="457200" y="1276350"/>
          <a:ext cx="8229600" cy="350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31899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graphicEl>
                                              <a:dgm id="{F35F8BBA-7729-4A81-9805-2A21771E5E6A}"/>
                                            </p:graphicEl>
                                          </p:spTgt>
                                        </p:tgtEl>
                                        <p:attrNameLst>
                                          <p:attrName>style.visibility</p:attrName>
                                        </p:attrNameLst>
                                      </p:cBhvr>
                                      <p:to>
                                        <p:strVal val="visible"/>
                                      </p:to>
                                    </p:set>
                                    <p:anim calcmode="lin" valueType="num">
                                      <p:cBhvr additive="base">
                                        <p:cTn id="7" dur="500" fill="hold"/>
                                        <p:tgtEl>
                                          <p:spTgt spid="4">
                                            <p:graphicEl>
                                              <a:dgm id="{F35F8BBA-7729-4A81-9805-2A21771E5E6A}"/>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graphicEl>
                                              <a:dgm id="{F35F8BBA-7729-4A81-9805-2A21771E5E6A}"/>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graphicEl>
                                              <a:dgm id="{E9BFE997-B4D3-4B25-9D58-00D6397D1F23}"/>
                                            </p:graphicEl>
                                          </p:spTgt>
                                        </p:tgtEl>
                                        <p:attrNameLst>
                                          <p:attrName>style.visibility</p:attrName>
                                        </p:attrNameLst>
                                      </p:cBhvr>
                                      <p:to>
                                        <p:strVal val="visible"/>
                                      </p:to>
                                    </p:set>
                                    <p:anim calcmode="lin" valueType="num">
                                      <p:cBhvr additive="base">
                                        <p:cTn id="13" dur="500" fill="hold"/>
                                        <p:tgtEl>
                                          <p:spTgt spid="4">
                                            <p:graphicEl>
                                              <a:dgm id="{E9BFE997-B4D3-4B25-9D58-00D6397D1F23}"/>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graphicEl>
                                              <a:dgm id="{E9BFE997-B4D3-4B25-9D58-00D6397D1F23}"/>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graphicEl>
                                              <a:dgm id="{BAE0F876-714D-44CF-9AA4-8036757E11F0}"/>
                                            </p:graphicEl>
                                          </p:spTgt>
                                        </p:tgtEl>
                                        <p:attrNameLst>
                                          <p:attrName>style.visibility</p:attrName>
                                        </p:attrNameLst>
                                      </p:cBhvr>
                                      <p:to>
                                        <p:strVal val="visible"/>
                                      </p:to>
                                    </p:set>
                                    <p:anim calcmode="lin" valueType="num">
                                      <p:cBhvr additive="base">
                                        <p:cTn id="19" dur="500" fill="hold"/>
                                        <p:tgtEl>
                                          <p:spTgt spid="4">
                                            <p:graphicEl>
                                              <a:dgm id="{BAE0F876-714D-44CF-9AA4-8036757E11F0}"/>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graphicEl>
                                              <a:dgm id="{BAE0F876-714D-44CF-9AA4-8036757E11F0}"/>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graphicEl>
                                              <a:dgm id="{313CAD43-002E-46ED-A96F-A408D738E261}"/>
                                            </p:graphicEl>
                                          </p:spTgt>
                                        </p:tgtEl>
                                        <p:attrNameLst>
                                          <p:attrName>style.visibility</p:attrName>
                                        </p:attrNameLst>
                                      </p:cBhvr>
                                      <p:to>
                                        <p:strVal val="visible"/>
                                      </p:to>
                                    </p:set>
                                    <p:anim calcmode="lin" valueType="num">
                                      <p:cBhvr additive="base">
                                        <p:cTn id="25" dur="500" fill="hold"/>
                                        <p:tgtEl>
                                          <p:spTgt spid="4">
                                            <p:graphicEl>
                                              <a:dgm id="{313CAD43-002E-46ED-A96F-A408D738E261}"/>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graphicEl>
                                              <a:dgm id="{313CAD43-002E-46ED-A96F-A408D738E261}"/>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4" descr="The Business Intelligence vie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1563638"/>
            <a:ext cx="6759879" cy="2448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p:cNvSpPr>
            <a:spLocks noGrp="1" noChangeArrowheads="1"/>
          </p:cNvSpPr>
          <p:nvPr>
            <p:ph type="title"/>
          </p:nvPr>
        </p:nvSpPr>
        <p:spPr>
          <a:noFill/>
        </p:spPr>
        <p:txBody>
          <a:bodyPr vert="horz" wrap="square" lIns="67865" tIns="33338" rIns="67865" bIns="33338" rtlCol="0" anchor="ctr" anchorCtr="0">
            <a:spAutoFit/>
          </a:bodyPr>
          <a:lstStyle/>
          <a:p>
            <a:pPr eaLnBrk="1" hangingPunct="1"/>
            <a:r>
              <a:rPr lang="en-US" dirty="0"/>
              <a:t>Business Intelligence</a:t>
            </a:r>
          </a:p>
        </p:txBody>
      </p:sp>
    </p:spTree>
    <p:extLst>
      <p:ext uri="{BB962C8B-B14F-4D97-AF65-F5344CB8AC3E}">
        <p14:creationId xmlns:p14="http://schemas.microsoft.com/office/powerpoint/2010/main" val="1472427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147"/>
                                        </p:tgtEl>
                                        <p:attrNameLst>
                                          <p:attrName>style.visibility</p:attrName>
                                        </p:attrNameLst>
                                      </p:cBhvr>
                                      <p:to>
                                        <p:strVal val="visible"/>
                                      </p:to>
                                    </p:set>
                                    <p:anim calcmode="lin" valueType="num">
                                      <p:cBhvr>
                                        <p:cTn id="7" dur="1000" fill="hold"/>
                                        <p:tgtEl>
                                          <p:spTgt spid="6147"/>
                                        </p:tgtEl>
                                        <p:attrNameLst>
                                          <p:attrName>ppt_w</p:attrName>
                                        </p:attrNameLst>
                                      </p:cBhvr>
                                      <p:tavLst>
                                        <p:tav tm="0">
                                          <p:val>
                                            <p:fltVal val="0"/>
                                          </p:val>
                                        </p:tav>
                                        <p:tav tm="100000">
                                          <p:val>
                                            <p:strVal val="#ppt_w"/>
                                          </p:val>
                                        </p:tav>
                                      </p:tavLst>
                                    </p:anim>
                                    <p:anim calcmode="lin" valueType="num">
                                      <p:cBhvr>
                                        <p:cTn id="8" dur="1000" fill="hold"/>
                                        <p:tgtEl>
                                          <p:spTgt spid="6147"/>
                                        </p:tgtEl>
                                        <p:attrNameLst>
                                          <p:attrName>ppt_h</p:attrName>
                                        </p:attrNameLst>
                                      </p:cBhvr>
                                      <p:tavLst>
                                        <p:tav tm="0">
                                          <p:val>
                                            <p:fltVal val="0"/>
                                          </p:val>
                                        </p:tav>
                                        <p:tav tm="100000">
                                          <p:val>
                                            <p:strVal val="#ppt_h"/>
                                          </p:val>
                                        </p:tav>
                                      </p:tavLst>
                                    </p:anim>
                                    <p:anim calcmode="lin" valueType="num">
                                      <p:cBhvr>
                                        <p:cTn id="9" dur="1000" fill="hold"/>
                                        <p:tgtEl>
                                          <p:spTgt spid="6147"/>
                                        </p:tgtEl>
                                        <p:attrNameLst>
                                          <p:attrName>style.rotation</p:attrName>
                                        </p:attrNameLst>
                                      </p:cBhvr>
                                      <p:tavLst>
                                        <p:tav tm="0">
                                          <p:val>
                                            <p:fltVal val="90"/>
                                          </p:val>
                                        </p:tav>
                                        <p:tav tm="100000">
                                          <p:val>
                                            <p:fltVal val="0"/>
                                          </p:val>
                                        </p:tav>
                                      </p:tavLst>
                                    </p:anim>
                                    <p:animEffect transition="in" filter="fade">
                                      <p:cBhvr>
                                        <p:cTn id="10" dur="1000"/>
                                        <p:tgtEl>
                                          <p:spTgt spid="6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p:spPr>
        <p:txBody>
          <a:bodyPr vert="horz" wrap="square" lIns="67865" tIns="33338" rIns="67865" bIns="33338" rtlCol="0" anchor="ctr" anchorCtr="0">
            <a:noAutofit/>
          </a:bodyPr>
          <a:lstStyle/>
          <a:p>
            <a:pPr eaLnBrk="1" hangingPunct="1"/>
            <a:r>
              <a:rPr lang="en-US" sz="3000" dirty="0"/>
              <a:t>Transaction Processing Systems (TPS/OLTP)</a:t>
            </a:r>
          </a:p>
        </p:txBody>
      </p:sp>
      <p:sp>
        <p:nvSpPr>
          <p:cNvPr id="7171" name="Rectangle 3"/>
          <p:cNvSpPr>
            <a:spLocks noGrp="1" noChangeArrowheads="1"/>
          </p:cNvSpPr>
          <p:nvPr>
            <p:ph sz="quarter" idx="10"/>
          </p:nvPr>
        </p:nvSpPr>
        <p:spPr>
          <a:xfrm>
            <a:off x="457200" y="1203598"/>
            <a:ext cx="8229600" cy="3577952"/>
          </a:xfrm>
        </p:spPr>
        <p:txBody>
          <a:bodyPr vert="horz" lIns="91440" tIns="45720" rIns="91440" bIns="45720" rtlCol="0">
            <a:normAutofit fontScale="77500" lnSpcReduction="20000"/>
          </a:bodyPr>
          <a:lstStyle/>
          <a:p>
            <a:r>
              <a:rPr lang="en-US" dirty="0"/>
              <a:t>Can generate huge volumes of data (Raw material)</a:t>
            </a:r>
          </a:p>
          <a:p>
            <a:pPr lvl="1"/>
            <a:r>
              <a:rPr lang="en-US" dirty="0"/>
              <a:t>A telephone company may generate 200 million call records per day</a:t>
            </a:r>
          </a:p>
          <a:p>
            <a:r>
              <a:rPr lang="en-US" dirty="0"/>
              <a:t>Characterized by:</a:t>
            </a:r>
          </a:p>
          <a:p>
            <a:pPr lvl="1"/>
            <a:r>
              <a:rPr lang="en-US" dirty="0"/>
              <a:t>Mission-critical (if it goes down, so does the business)</a:t>
            </a:r>
          </a:p>
          <a:p>
            <a:pPr lvl="1"/>
            <a:r>
              <a:rPr lang="en-US" dirty="0"/>
              <a:t>Small number of typically repetitive transaction types</a:t>
            </a:r>
          </a:p>
          <a:p>
            <a:pPr lvl="1"/>
            <a:r>
              <a:rPr lang="en-US" dirty="0"/>
              <a:t>Large numbers of clients (typically clerical, or on-line users)</a:t>
            </a:r>
          </a:p>
          <a:p>
            <a:pPr lvl="1"/>
            <a:r>
              <a:rPr lang="en-US" dirty="0"/>
              <a:t>High throughput (transactions/second)</a:t>
            </a:r>
          </a:p>
          <a:p>
            <a:pPr lvl="2"/>
            <a:r>
              <a:rPr lang="en-US" dirty="0"/>
              <a:t>Throughput demands may vary throughout the day, week, year</a:t>
            </a:r>
          </a:p>
          <a:p>
            <a:pPr lvl="1"/>
            <a:r>
              <a:rPr lang="en-US" dirty="0"/>
              <a:t>Short, predictable response times (1-3 seconds, 95%-100% of the time)</a:t>
            </a:r>
          </a:p>
          <a:p>
            <a:pPr lvl="1"/>
            <a:r>
              <a:rPr lang="en-US" dirty="0"/>
              <a:t>Extremely reliable and available</a:t>
            </a:r>
          </a:p>
          <a:p>
            <a:pPr lvl="1"/>
            <a:r>
              <a:rPr lang="en-US" dirty="0"/>
              <a:t>Highly secure</a:t>
            </a:r>
          </a:p>
          <a:p>
            <a:pPr lvl="1"/>
            <a:r>
              <a:rPr lang="en-US" dirty="0"/>
              <a:t>Data must be kept consistent, up-to-date, and correct</a:t>
            </a:r>
          </a:p>
          <a:p>
            <a:endParaRPr lang="en-US" dirty="0"/>
          </a:p>
        </p:txBody>
      </p:sp>
    </p:spTree>
    <p:extLst>
      <p:ext uri="{BB962C8B-B14F-4D97-AF65-F5344CB8AC3E}">
        <p14:creationId xmlns:p14="http://schemas.microsoft.com/office/powerpoint/2010/main" val="21762356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 calcmode="lin" valueType="num">
                                      <p:cBhvr additive="base">
                                        <p:cTn id="7" dur="500" fill="hold"/>
                                        <p:tgtEl>
                                          <p:spTgt spid="71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171">
                                            <p:txEl>
                                              <p:pRg st="1" end="1"/>
                                            </p:txEl>
                                          </p:spTgt>
                                        </p:tgtEl>
                                        <p:attrNameLst>
                                          <p:attrName>style.visibility</p:attrName>
                                        </p:attrNameLst>
                                      </p:cBhvr>
                                      <p:to>
                                        <p:strVal val="visible"/>
                                      </p:to>
                                    </p:set>
                                    <p:anim calcmode="lin" valueType="num">
                                      <p:cBhvr additive="base">
                                        <p:cTn id="11" dur="500" fill="hold"/>
                                        <p:tgtEl>
                                          <p:spTgt spid="717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17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171">
                                            <p:txEl>
                                              <p:pRg st="2" end="2"/>
                                            </p:txEl>
                                          </p:spTgt>
                                        </p:tgtEl>
                                        <p:attrNameLst>
                                          <p:attrName>style.visibility</p:attrName>
                                        </p:attrNameLst>
                                      </p:cBhvr>
                                      <p:to>
                                        <p:strVal val="visible"/>
                                      </p:to>
                                    </p:set>
                                    <p:anim calcmode="lin" valueType="num">
                                      <p:cBhvr additive="base">
                                        <p:cTn id="17" dur="500" fill="hold"/>
                                        <p:tgtEl>
                                          <p:spTgt spid="717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171">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7171">
                                            <p:txEl>
                                              <p:pRg st="3" end="3"/>
                                            </p:txEl>
                                          </p:spTgt>
                                        </p:tgtEl>
                                        <p:attrNameLst>
                                          <p:attrName>style.visibility</p:attrName>
                                        </p:attrNameLst>
                                      </p:cBhvr>
                                      <p:to>
                                        <p:strVal val="visible"/>
                                      </p:to>
                                    </p:set>
                                    <p:anim calcmode="lin" valueType="num">
                                      <p:cBhvr additive="base">
                                        <p:cTn id="21" dur="500" fill="hold"/>
                                        <p:tgtEl>
                                          <p:spTgt spid="7171">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7171">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7171">
                                            <p:txEl>
                                              <p:pRg st="4" end="4"/>
                                            </p:txEl>
                                          </p:spTgt>
                                        </p:tgtEl>
                                        <p:attrNameLst>
                                          <p:attrName>style.visibility</p:attrName>
                                        </p:attrNameLst>
                                      </p:cBhvr>
                                      <p:to>
                                        <p:strVal val="visible"/>
                                      </p:to>
                                    </p:set>
                                    <p:anim calcmode="lin" valueType="num">
                                      <p:cBhvr additive="base">
                                        <p:cTn id="25" dur="500" fill="hold"/>
                                        <p:tgtEl>
                                          <p:spTgt spid="717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171">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7171">
                                            <p:txEl>
                                              <p:pRg st="5" end="5"/>
                                            </p:txEl>
                                          </p:spTgt>
                                        </p:tgtEl>
                                        <p:attrNameLst>
                                          <p:attrName>style.visibility</p:attrName>
                                        </p:attrNameLst>
                                      </p:cBhvr>
                                      <p:to>
                                        <p:strVal val="visible"/>
                                      </p:to>
                                    </p:set>
                                    <p:anim calcmode="lin" valueType="num">
                                      <p:cBhvr additive="base">
                                        <p:cTn id="29" dur="500" fill="hold"/>
                                        <p:tgtEl>
                                          <p:spTgt spid="7171">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171">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7171">
                                            <p:txEl>
                                              <p:pRg st="6" end="6"/>
                                            </p:txEl>
                                          </p:spTgt>
                                        </p:tgtEl>
                                        <p:attrNameLst>
                                          <p:attrName>style.visibility</p:attrName>
                                        </p:attrNameLst>
                                      </p:cBhvr>
                                      <p:to>
                                        <p:strVal val="visible"/>
                                      </p:to>
                                    </p:set>
                                    <p:anim calcmode="lin" valueType="num">
                                      <p:cBhvr additive="base">
                                        <p:cTn id="33" dur="500" fill="hold"/>
                                        <p:tgtEl>
                                          <p:spTgt spid="7171">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7171">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7171">
                                            <p:txEl>
                                              <p:pRg st="7" end="7"/>
                                            </p:txEl>
                                          </p:spTgt>
                                        </p:tgtEl>
                                        <p:attrNameLst>
                                          <p:attrName>style.visibility</p:attrName>
                                        </p:attrNameLst>
                                      </p:cBhvr>
                                      <p:to>
                                        <p:strVal val="visible"/>
                                      </p:to>
                                    </p:set>
                                    <p:anim calcmode="lin" valueType="num">
                                      <p:cBhvr additive="base">
                                        <p:cTn id="37" dur="500" fill="hold"/>
                                        <p:tgtEl>
                                          <p:spTgt spid="7171">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171">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7171">
                                            <p:txEl>
                                              <p:pRg st="8" end="8"/>
                                            </p:txEl>
                                          </p:spTgt>
                                        </p:tgtEl>
                                        <p:attrNameLst>
                                          <p:attrName>style.visibility</p:attrName>
                                        </p:attrNameLst>
                                      </p:cBhvr>
                                      <p:to>
                                        <p:strVal val="visible"/>
                                      </p:to>
                                    </p:set>
                                    <p:anim calcmode="lin" valueType="num">
                                      <p:cBhvr additive="base">
                                        <p:cTn id="41" dur="500" fill="hold"/>
                                        <p:tgtEl>
                                          <p:spTgt spid="7171">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7171">
                                            <p:txEl>
                                              <p:pRg st="8" end="8"/>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7171">
                                            <p:txEl>
                                              <p:pRg st="9" end="9"/>
                                            </p:txEl>
                                          </p:spTgt>
                                        </p:tgtEl>
                                        <p:attrNameLst>
                                          <p:attrName>style.visibility</p:attrName>
                                        </p:attrNameLst>
                                      </p:cBhvr>
                                      <p:to>
                                        <p:strVal val="visible"/>
                                      </p:to>
                                    </p:set>
                                    <p:anim calcmode="lin" valueType="num">
                                      <p:cBhvr additive="base">
                                        <p:cTn id="45" dur="500" fill="hold"/>
                                        <p:tgtEl>
                                          <p:spTgt spid="7171">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7171">
                                            <p:txEl>
                                              <p:pRg st="9" end="9"/>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7171">
                                            <p:txEl>
                                              <p:pRg st="10" end="10"/>
                                            </p:txEl>
                                          </p:spTgt>
                                        </p:tgtEl>
                                        <p:attrNameLst>
                                          <p:attrName>style.visibility</p:attrName>
                                        </p:attrNameLst>
                                      </p:cBhvr>
                                      <p:to>
                                        <p:strVal val="visible"/>
                                      </p:to>
                                    </p:set>
                                    <p:anim calcmode="lin" valueType="num">
                                      <p:cBhvr additive="base">
                                        <p:cTn id="49" dur="500" fill="hold"/>
                                        <p:tgtEl>
                                          <p:spTgt spid="7171">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7171">
                                            <p:txEl>
                                              <p:pRg st="10" end="10"/>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7171">
                                            <p:txEl>
                                              <p:pRg st="11" end="11"/>
                                            </p:txEl>
                                          </p:spTgt>
                                        </p:tgtEl>
                                        <p:attrNameLst>
                                          <p:attrName>style.visibility</p:attrName>
                                        </p:attrNameLst>
                                      </p:cBhvr>
                                      <p:to>
                                        <p:strVal val="visible"/>
                                      </p:to>
                                    </p:set>
                                    <p:anim calcmode="lin" valueType="num">
                                      <p:cBhvr additive="base">
                                        <p:cTn id="53" dur="500" fill="hold"/>
                                        <p:tgtEl>
                                          <p:spTgt spid="7171">
                                            <p:txEl>
                                              <p:pRg st="11" end="11"/>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7171">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dirty="0"/>
              <a:t>On-Line Transaction Processing</a:t>
            </a:r>
          </a:p>
        </p:txBody>
      </p:sp>
      <p:graphicFrame>
        <p:nvGraphicFramePr>
          <p:cNvPr id="3" name="Content Placeholder 2"/>
          <p:cNvGraphicFramePr>
            <a:graphicFrameLocks noGrp="1"/>
          </p:cNvGraphicFramePr>
          <p:nvPr>
            <p:ph sz="quarter" idx="10"/>
            <p:extLst>
              <p:ext uri="{D42A27DB-BD31-4B8C-83A1-F6EECF244321}">
                <p14:modId xmlns:p14="http://schemas.microsoft.com/office/powerpoint/2010/main" val="2708989594"/>
              </p:ext>
            </p:extLst>
          </p:nvPr>
        </p:nvGraphicFramePr>
        <p:xfrm>
          <a:off x="457200" y="1276350"/>
          <a:ext cx="8229600" cy="350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38734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noFill/>
        </p:spPr>
        <p:txBody>
          <a:bodyPr vert="horz" wrap="square" lIns="67865" tIns="33338" rIns="67865" bIns="33338" rtlCol="0" anchor="ctr" anchorCtr="0">
            <a:spAutoFit/>
          </a:bodyPr>
          <a:lstStyle/>
          <a:p>
            <a:pPr eaLnBrk="1" hangingPunct="1"/>
            <a:r>
              <a:rPr lang="en-US" dirty="0"/>
              <a:t>The Problem</a:t>
            </a:r>
          </a:p>
        </p:txBody>
      </p:sp>
      <p:graphicFrame>
        <p:nvGraphicFramePr>
          <p:cNvPr id="2" name="Content Placeholder 1"/>
          <p:cNvGraphicFramePr>
            <a:graphicFrameLocks noGrp="1"/>
          </p:cNvGraphicFramePr>
          <p:nvPr>
            <p:ph sz="quarter" idx="10"/>
            <p:extLst>
              <p:ext uri="{D42A27DB-BD31-4B8C-83A1-F6EECF244321}">
                <p14:modId xmlns:p14="http://schemas.microsoft.com/office/powerpoint/2010/main" val="1314375326"/>
              </p:ext>
            </p:extLst>
          </p:nvPr>
        </p:nvGraphicFramePr>
        <p:xfrm>
          <a:off x="457200" y="1203598"/>
          <a:ext cx="8229600" cy="37444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3727992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vert="horz" wrap="square" lIns="0" tIns="45720" rIns="0" bIns="0" rtlCol="0" anchor="b" anchorCtr="0">
            <a:normAutofit/>
          </a:bodyPr>
          <a:lstStyle/>
          <a:p>
            <a:r>
              <a:rPr lang="en-US" sz="3000" dirty="0"/>
              <a:t>Data Management</a:t>
            </a:r>
          </a:p>
        </p:txBody>
      </p:sp>
      <p:graphicFrame>
        <p:nvGraphicFramePr>
          <p:cNvPr id="2" name="Content Placeholder 1"/>
          <p:cNvGraphicFramePr>
            <a:graphicFrameLocks noGrp="1"/>
          </p:cNvGraphicFramePr>
          <p:nvPr>
            <p:ph sz="quarter" idx="10"/>
            <p:extLst>
              <p:ext uri="{D42A27DB-BD31-4B8C-83A1-F6EECF244321}">
                <p14:modId xmlns:p14="http://schemas.microsoft.com/office/powerpoint/2010/main" val="2745824752"/>
              </p:ext>
            </p:extLst>
          </p:nvPr>
        </p:nvGraphicFramePr>
        <p:xfrm>
          <a:off x="457200" y="1203598"/>
          <a:ext cx="8229600" cy="35779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25487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vert="horz" wrap="square" lIns="0" tIns="45720" rIns="0" bIns="0" rtlCol="0" anchor="b" anchorCtr="0">
            <a:normAutofit/>
          </a:bodyPr>
          <a:lstStyle/>
          <a:p>
            <a:r>
              <a:rPr lang="en-US" sz="3000" dirty="0"/>
              <a:t>Data Management</a:t>
            </a:r>
          </a:p>
        </p:txBody>
      </p:sp>
      <p:graphicFrame>
        <p:nvGraphicFramePr>
          <p:cNvPr id="2" name="Content Placeholder 1"/>
          <p:cNvGraphicFramePr>
            <a:graphicFrameLocks noGrp="1"/>
          </p:cNvGraphicFramePr>
          <p:nvPr>
            <p:ph sz="quarter" idx="10"/>
            <p:extLst>
              <p:ext uri="{D42A27DB-BD31-4B8C-83A1-F6EECF244321}">
                <p14:modId xmlns:p14="http://schemas.microsoft.com/office/powerpoint/2010/main" val="3007570186"/>
              </p:ext>
            </p:extLst>
          </p:nvPr>
        </p:nvGraphicFramePr>
        <p:xfrm>
          <a:off x="457200" y="1276350"/>
          <a:ext cx="8229600" cy="37436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824853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67865" tIns="33338" rIns="67865" bIns="33338" rtlCol="0" anchor="ctr" anchorCtr="0">
            <a:spAutoFit/>
          </a:bodyPr>
          <a:lstStyle/>
          <a:p>
            <a:r>
              <a:rPr lang="en-US" dirty="0"/>
              <a:t>Data Science</a:t>
            </a:r>
          </a:p>
        </p:txBody>
      </p:sp>
      <p:graphicFrame>
        <p:nvGraphicFramePr>
          <p:cNvPr id="2" name="Content Placeholder 1"/>
          <p:cNvGraphicFramePr>
            <a:graphicFrameLocks noGrp="1"/>
          </p:cNvGraphicFramePr>
          <p:nvPr>
            <p:ph sz="quarter" idx="10"/>
            <p:extLst>
              <p:ext uri="{D42A27DB-BD31-4B8C-83A1-F6EECF244321}">
                <p14:modId xmlns:p14="http://schemas.microsoft.com/office/powerpoint/2010/main" val="4280482396"/>
              </p:ext>
            </p:extLst>
          </p:nvPr>
        </p:nvGraphicFramePr>
        <p:xfrm>
          <a:off x="457200" y="1131590"/>
          <a:ext cx="8229600" cy="36499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9961172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67865" tIns="33338" rIns="67865" bIns="33338" rtlCol="0" anchor="ctr" anchorCtr="0">
            <a:spAutoFit/>
          </a:bodyPr>
          <a:lstStyle/>
          <a:p>
            <a:r>
              <a:rPr lang="en-US" dirty="0"/>
              <a:t>Data Science</a:t>
            </a:r>
          </a:p>
        </p:txBody>
      </p:sp>
      <p:graphicFrame>
        <p:nvGraphicFramePr>
          <p:cNvPr id="2" name="Content Placeholder 1"/>
          <p:cNvGraphicFramePr>
            <a:graphicFrameLocks noGrp="1"/>
          </p:cNvGraphicFramePr>
          <p:nvPr>
            <p:ph sz="quarter" idx="10"/>
            <p:extLst>
              <p:ext uri="{D42A27DB-BD31-4B8C-83A1-F6EECF244321}">
                <p14:modId xmlns:p14="http://schemas.microsoft.com/office/powerpoint/2010/main" val="4239099752"/>
              </p:ext>
            </p:extLst>
          </p:nvPr>
        </p:nvGraphicFramePr>
        <p:xfrm>
          <a:off x="457200" y="1131590"/>
          <a:ext cx="8229600" cy="36499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6420674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vert="horz" wrap="square" lIns="0" tIns="45720" rIns="0" bIns="0" rtlCol="0" anchor="b" anchorCtr="0">
            <a:noAutofit/>
          </a:bodyPr>
          <a:lstStyle/>
          <a:p>
            <a:r>
              <a:rPr lang="en-US" sz="3300" dirty="0"/>
              <a:t>Data Analysis an Example</a:t>
            </a:r>
          </a:p>
        </p:txBody>
      </p:sp>
      <p:graphicFrame>
        <p:nvGraphicFramePr>
          <p:cNvPr id="2" name="Content Placeholder 1"/>
          <p:cNvGraphicFramePr>
            <a:graphicFrameLocks noGrp="1"/>
          </p:cNvGraphicFramePr>
          <p:nvPr>
            <p:ph sz="quarter" idx="10"/>
            <p:extLst>
              <p:ext uri="{D42A27DB-BD31-4B8C-83A1-F6EECF244321}">
                <p14:modId xmlns:p14="http://schemas.microsoft.com/office/powerpoint/2010/main" val="288864985"/>
              </p:ext>
            </p:extLst>
          </p:nvPr>
        </p:nvGraphicFramePr>
        <p:xfrm>
          <a:off x="457200" y="1276350"/>
          <a:ext cx="8229600" cy="350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35358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vert="horz" wrap="square" lIns="0" tIns="45720" rIns="0" bIns="0" rtlCol="0" anchor="b" anchorCtr="0">
            <a:noAutofit/>
          </a:bodyPr>
          <a:lstStyle/>
          <a:p>
            <a:r>
              <a:rPr lang="en-US" sz="3300" dirty="0"/>
              <a:t>Data Analysis</a:t>
            </a:r>
          </a:p>
        </p:txBody>
      </p:sp>
      <p:graphicFrame>
        <p:nvGraphicFramePr>
          <p:cNvPr id="2" name="Content Placeholder 1"/>
          <p:cNvGraphicFramePr>
            <a:graphicFrameLocks noGrp="1"/>
          </p:cNvGraphicFramePr>
          <p:nvPr>
            <p:ph sz="quarter" idx="10"/>
            <p:extLst>
              <p:ext uri="{D42A27DB-BD31-4B8C-83A1-F6EECF244321}">
                <p14:modId xmlns:p14="http://schemas.microsoft.com/office/powerpoint/2010/main" val="772971545"/>
              </p:ext>
            </p:extLst>
          </p:nvPr>
        </p:nvGraphicFramePr>
        <p:xfrm>
          <a:off x="457200" y="1276350"/>
          <a:ext cx="8229600" cy="350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92318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normAutofit fontScale="90000"/>
          </a:bodyPr>
          <a:lstStyle/>
          <a:p>
            <a:pPr eaLnBrk="1" hangingPunct="1"/>
            <a:r>
              <a:rPr lang="en-US" dirty="0"/>
              <a:t>Big Data</a:t>
            </a:r>
          </a:p>
        </p:txBody>
      </p:sp>
      <p:graphicFrame>
        <p:nvGraphicFramePr>
          <p:cNvPr id="2" name="Content Placeholder 1"/>
          <p:cNvGraphicFramePr>
            <a:graphicFrameLocks noGrp="1"/>
          </p:cNvGraphicFramePr>
          <p:nvPr>
            <p:ph sz="quarter" idx="10"/>
            <p:extLst>
              <p:ext uri="{D42A27DB-BD31-4B8C-83A1-F6EECF244321}">
                <p14:modId xmlns:p14="http://schemas.microsoft.com/office/powerpoint/2010/main" val="3677113980"/>
              </p:ext>
            </p:extLst>
          </p:nvPr>
        </p:nvGraphicFramePr>
        <p:xfrm>
          <a:off x="452200" y="1203598"/>
          <a:ext cx="8229600" cy="38164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79727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ontent Placeholder 2"/>
          <p:cNvGraphicFramePr>
            <a:graphicFrameLocks noGrp="1"/>
          </p:cNvGraphicFramePr>
          <p:nvPr>
            <p:ph idx="4294967295"/>
            <p:extLst>
              <p:ext uri="{D42A27DB-BD31-4B8C-83A1-F6EECF244321}">
                <p14:modId xmlns:p14="http://schemas.microsoft.com/office/powerpoint/2010/main" val="3978819314"/>
              </p:ext>
            </p:extLst>
          </p:nvPr>
        </p:nvGraphicFramePr>
        <p:xfrm>
          <a:off x="440080" y="1059582"/>
          <a:ext cx="8136904" cy="39964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p:cNvSpPr>
            <a:spLocks noGrp="1"/>
          </p:cNvSpPr>
          <p:nvPr>
            <p:ph type="title"/>
          </p:nvPr>
        </p:nvSpPr>
        <p:spPr>
          <a:xfrm>
            <a:off x="457200" y="513194"/>
            <a:ext cx="8229600" cy="382156"/>
          </a:xfrm>
        </p:spPr>
        <p:txBody>
          <a:bodyPr/>
          <a:lstStyle/>
          <a:p>
            <a:r>
              <a:rPr lang="en-GB" dirty="0"/>
              <a:t>Big Data</a:t>
            </a:r>
          </a:p>
        </p:txBody>
      </p:sp>
    </p:spTree>
    <p:extLst>
      <p:ext uri="{BB962C8B-B14F-4D97-AF65-F5344CB8AC3E}">
        <p14:creationId xmlns:p14="http://schemas.microsoft.com/office/powerpoint/2010/main" val="1956115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13194"/>
            <a:ext cx="8229600" cy="382156"/>
          </a:xfrm>
        </p:spPr>
        <p:txBody>
          <a:bodyPr/>
          <a:lstStyle/>
          <a:p>
            <a:r>
              <a:rPr lang="en-GB" dirty="0"/>
              <a:t>Next</a:t>
            </a:r>
          </a:p>
        </p:txBody>
      </p:sp>
      <p:graphicFrame>
        <p:nvGraphicFramePr>
          <p:cNvPr id="4" name="Content Placeholder 3"/>
          <p:cNvGraphicFramePr>
            <a:graphicFrameLocks noGrp="1"/>
          </p:cNvGraphicFramePr>
          <p:nvPr>
            <p:ph sz="quarter" idx="10"/>
            <p:extLst>
              <p:ext uri="{D42A27DB-BD31-4B8C-83A1-F6EECF244321}">
                <p14:modId xmlns:p14="http://schemas.microsoft.com/office/powerpoint/2010/main" val="2359066098"/>
              </p:ext>
            </p:extLst>
          </p:nvPr>
        </p:nvGraphicFramePr>
        <p:xfrm>
          <a:off x="457200" y="1276350"/>
          <a:ext cx="8229600" cy="350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2724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1055_CyberVista_Template_v5_16x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lyndwr_PPT_Template.pptx" id="{FF9886FC-8EF3-4818-963F-0DBB129F029F}" vid="{58F1235A-4FA3-496E-9363-9AE62C228B01}"/>
    </a:ext>
  </a:extLst>
</a:theme>
</file>

<file path=ppt/theme/theme2.xml><?xml version="1.0" encoding="utf-8"?>
<a:theme xmlns:a="http://schemas.openxmlformats.org/drawingml/2006/main" name="2_1055_CyberVista_Template_v5_16x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lyndwr_PPT_Template.pptx" id="{FF9886FC-8EF3-4818-963F-0DBB129F029F}" vid="{58F1235A-4FA3-496E-9363-9AE62C228B0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32F052DFD6A4241BCA64902A30F465C" ma:contentTypeVersion="15" ma:contentTypeDescription="Create a new document." ma:contentTypeScope="" ma:versionID="9bf09fcda33860ef432e8aa6653c2903">
  <xsd:schema xmlns:xsd="http://www.w3.org/2001/XMLSchema" xmlns:xs="http://www.w3.org/2001/XMLSchema" xmlns:p="http://schemas.microsoft.com/office/2006/metadata/properties" xmlns:ns1="http://schemas.microsoft.com/sharepoint/v3" xmlns:ns3="3b0878e4-adc5-4a57-b458-b832fc8119e6" xmlns:ns4="45f838f1-6ca2-4b27-9643-554f77f867a6" targetNamespace="http://schemas.microsoft.com/office/2006/metadata/properties" ma:root="true" ma:fieldsID="c17b02809f3e223fb36ffefd9b9100e3" ns1:_="" ns3:_="" ns4:_="">
    <xsd:import namespace="http://schemas.microsoft.com/sharepoint/v3"/>
    <xsd:import namespace="3b0878e4-adc5-4a57-b458-b832fc8119e6"/>
    <xsd:import namespace="45f838f1-6ca2-4b27-9643-554f77f867a6"/>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4:SharedWithUsers" minOccurs="0"/>
                <xsd:element ref="ns4:SharedWithDetails" minOccurs="0"/>
                <xsd:element ref="ns4:SharingHintHash" minOccurs="0"/>
                <xsd:element ref="ns3:MediaServiceDateTaken" minOccurs="0"/>
                <xsd:element ref="ns3:MediaServiceGenerationTime" minOccurs="0"/>
                <xsd:element ref="ns3:MediaServiceEventHashCode" minOccurs="0"/>
                <xsd:element ref="ns1:_ip_UnifiedCompliancePolicyProperties" minOccurs="0"/>
                <xsd:element ref="ns1:_ip_UnifiedCompliancePolicyUIAction" minOccurs="0"/>
                <xsd:element ref="ns3:MediaServiceLocatio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b0878e4-adc5-4a57-b458-b832fc8119e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5f838f1-6ca2-4b27-9643-554f77f867a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B5613BD-0A9B-43D4-B221-7F2CB5B221C1}">
  <ds:schemaRefs>
    <ds:schemaRef ds:uri="http://schemas.microsoft.com/sharepoint/v3/contenttype/forms"/>
  </ds:schemaRefs>
</ds:datastoreItem>
</file>

<file path=customXml/itemProps2.xml><?xml version="1.0" encoding="utf-8"?>
<ds:datastoreItem xmlns:ds="http://schemas.openxmlformats.org/officeDocument/2006/customXml" ds:itemID="{282D02A8-937E-4448-BDAC-AC3D7F1FFE01}">
  <ds:schemaRefs>
    <ds:schemaRef ds:uri="http://schemas.microsoft.com/office/2006/documentManagement/types"/>
    <ds:schemaRef ds:uri="3b0878e4-adc5-4a57-b458-b832fc8119e6"/>
    <ds:schemaRef ds:uri="http://www.w3.org/XML/1998/namespace"/>
    <ds:schemaRef ds:uri="http://purl.org/dc/dcmitype/"/>
    <ds:schemaRef ds:uri="http://purl.org/dc/elements/1.1/"/>
    <ds:schemaRef ds:uri="http://schemas.openxmlformats.org/package/2006/metadata/core-properties"/>
    <ds:schemaRef ds:uri="http://schemas.microsoft.com/office/2006/metadata/properties"/>
    <ds:schemaRef ds:uri="http://schemas.microsoft.com/office/infopath/2007/PartnerControls"/>
    <ds:schemaRef ds:uri="45f838f1-6ca2-4b27-9643-554f77f867a6"/>
    <ds:schemaRef ds:uri="http://schemas.microsoft.com/sharepoint/v3"/>
    <ds:schemaRef ds:uri="http://purl.org/dc/terms/"/>
  </ds:schemaRefs>
</ds:datastoreItem>
</file>

<file path=customXml/itemProps3.xml><?xml version="1.0" encoding="utf-8"?>
<ds:datastoreItem xmlns:ds="http://schemas.openxmlformats.org/officeDocument/2006/customXml" ds:itemID="{6076658B-048F-452C-AD87-966C84F647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3b0878e4-adc5-4a57-b458-b832fc8119e6"/>
    <ds:schemaRef ds:uri="45f838f1-6ca2-4b27-9643-554f77f867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8f4ba6ac-c9c0-4c5e-a531-736e3faaed7d}" enabled="1" method="Privileged" siteId="{2081ade3-b577-421e-9935-31961e4ff17d}" contentBits="0" removed="0"/>
</clbl:labelList>
</file>

<file path=docProps/app.xml><?xml version="1.0" encoding="utf-8"?>
<Properties xmlns="http://schemas.openxmlformats.org/officeDocument/2006/extended-properties" xmlns:vt="http://schemas.openxmlformats.org/officeDocument/2006/docPropsVTypes">
  <Template/>
  <TotalTime>9918</TotalTime>
  <Words>2095</Words>
  <Application>Microsoft Office PowerPoint</Application>
  <PresentationFormat>On-screen Show (16:9)</PresentationFormat>
  <Paragraphs>215</Paragraphs>
  <Slides>17</Slides>
  <Notes>17</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17</vt:i4>
      </vt:variant>
    </vt:vector>
  </HeadingPairs>
  <TitlesOfParts>
    <vt:vector size="22" baseType="lpstr">
      <vt:lpstr>Arial</vt:lpstr>
      <vt:lpstr>Century Gothic</vt:lpstr>
      <vt:lpstr>Calibri</vt:lpstr>
      <vt:lpstr>1_1055_CyberVista_Template_v5_16x9</vt:lpstr>
      <vt:lpstr>2_1055_CyberVista_Template_v5_16x9</vt:lpstr>
      <vt:lpstr>Business Intelligence and Data Science</vt:lpstr>
      <vt:lpstr>Objectives</vt:lpstr>
      <vt:lpstr>Computerised Systems</vt:lpstr>
      <vt:lpstr>Computerised Systems</vt:lpstr>
      <vt:lpstr>Business Intelligence</vt:lpstr>
      <vt:lpstr>Transaction Processing Systems (TPS/OLTP)</vt:lpstr>
      <vt:lpstr>On-Line Transaction Processing</vt:lpstr>
      <vt:lpstr>The Problem</vt:lpstr>
      <vt:lpstr>Data Management</vt:lpstr>
      <vt:lpstr>Data Management</vt:lpstr>
      <vt:lpstr>Data Science</vt:lpstr>
      <vt:lpstr>Data Science</vt:lpstr>
      <vt:lpstr>Data Analysis an Example</vt:lpstr>
      <vt:lpstr>Data Analysis</vt:lpstr>
      <vt:lpstr>Big Data</vt:lpstr>
      <vt:lpstr>Big Data</vt:lpstr>
      <vt:lpstr>Next</vt:lpstr>
    </vt:vector>
  </TitlesOfParts>
  <Company>GU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NWMS Template</dc:title>
  <dc:creator>Jessica Muirhead</dc:creator>
  <cp:lastModifiedBy>Thilina Perera</cp:lastModifiedBy>
  <cp:revision>530</cp:revision>
  <cp:lastPrinted>2016-06-30T02:54:45Z</cp:lastPrinted>
  <dcterms:created xsi:type="dcterms:W3CDTF">2019-12-09T09:26:27Z</dcterms:created>
  <dcterms:modified xsi:type="dcterms:W3CDTF">2026-05-03T04:57:18Z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0x010100132F052DFD6A4241BCA64902A30F465C</vt:lpwstr>
  </property>
</Properties>
</file>