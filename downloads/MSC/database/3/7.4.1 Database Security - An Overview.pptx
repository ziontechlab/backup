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9" r:id="rId4"/>
    <p:sldMasterId id="2147483680" r:id="rId5"/>
  </p:sldMasterIdLst>
  <p:notesMasterIdLst>
    <p:notesMasterId r:id="rId18"/>
  </p:notesMasterIdLst>
  <p:handoutMasterIdLst>
    <p:handoutMasterId r:id="rId19"/>
  </p:handout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9144000" cy="5143500" type="screen16x9"/>
  <p:notesSz cx="7010400" cy="9296400"/>
  <p:embeddedFontLst>
    <p:embeddedFont>
      <p:font typeface="Century Gothic" panose="020B0502020202020204" pitchFamily="34" charset="0"/>
      <p:regular r:id="rId20"/>
      <p:bold r:id="rId21"/>
      <p:italic r:id="rId22"/>
      <p:bold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0063"/>
    <a:srgbClr val="023F5C"/>
    <a:srgbClr val="044661"/>
    <a:srgbClr val="EC1A3B"/>
    <a:srgbClr val="736663"/>
    <a:srgbClr val="034561"/>
    <a:srgbClr val="F0F3F7"/>
    <a:srgbClr val="CCCCCC"/>
    <a:srgbClr val="3D59CE"/>
    <a:srgbClr val="1372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69490" autoAdjust="0"/>
  </p:normalViewPr>
  <p:slideViewPr>
    <p:cSldViewPr snapToObjects="1">
      <p:cViewPr varScale="1">
        <p:scale>
          <a:sx n="101" d="100"/>
          <a:sy n="101" d="100"/>
        </p:scale>
        <p:origin x="1950" y="102"/>
      </p:cViewPr>
      <p:guideLst>
        <p:guide orient="horz" pos="1620"/>
        <p:guide pos="2880"/>
      </p:guideLst>
    </p:cSldViewPr>
  </p:slideViewPr>
  <p:notesTextViewPr>
    <p:cViewPr>
      <p:scale>
        <a:sx n="3" d="2"/>
        <a:sy n="3" d="2"/>
      </p:scale>
      <p:origin x="0" y="0"/>
    </p:cViewPr>
  </p:notesTextViewPr>
  <p:sorterViewPr>
    <p:cViewPr>
      <p:scale>
        <a:sx n="66" d="100"/>
        <a:sy n="66" d="100"/>
      </p:scale>
      <p:origin x="0" y="0"/>
    </p:cViewPr>
  </p:sorterViewPr>
  <p:notesViewPr>
    <p:cSldViewPr snapToObjects="1" showGuides="1">
      <p:cViewPr varScale="1">
        <p:scale>
          <a:sx n="63" d="100"/>
          <a:sy n="63" d="100"/>
        </p:scale>
        <p:origin x="231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4.fntdata"/><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3.fntdata"/><Relationship Id="rId27" Type="http://schemas.openxmlformats.org/officeDocument/2006/relationships/tableStyles" Target="tableStyles.xml"/></Relationships>
</file>

<file path=ppt/diagrams/_rels/data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diagrams/_rels/drawing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027730-79F1-4606-9A0D-079EFA9C046B}" type="doc">
      <dgm:prSet loTypeId="urn:microsoft.com/office/officeart/2005/8/layout/venn1#1" loCatId="relationship" qsTypeId="urn:microsoft.com/office/officeart/2005/8/quickstyle/simple1" qsCatId="simple" csTypeId="urn:microsoft.com/office/officeart/2005/8/colors/colorful5" csCatId="colorful" phldr="1"/>
      <dgm:spPr/>
      <dgm:t>
        <a:bodyPr numCol="1"/>
        <a:lstStyle/>
        <a:p>
          <a:endParaRPr lang="en-US"/>
        </a:p>
      </dgm:t>
    </dgm:pt>
    <dgm:pt modelId="{53737D7A-69B1-4D69-9905-262CDC366B1D}">
      <dgm:prSet/>
      <dgm:spPr/>
      <dgm:t>
        <a:bodyPr numCol="1"/>
        <a:lstStyle/>
        <a:p>
          <a:pPr rtl="0"/>
          <a:r>
            <a:rPr lang="en-US" dirty="0"/>
            <a:t>“</a:t>
          </a:r>
          <a:r>
            <a:rPr lang="en-US" i="1" dirty="0"/>
            <a:t>The protection of the database against </a:t>
          </a:r>
          <a:r>
            <a:rPr lang="en-US" i="1" dirty="0" err="1"/>
            <a:t>unauthorised</a:t>
          </a:r>
          <a:r>
            <a:rPr lang="en-US" i="1" dirty="0"/>
            <a:t> access, either intentional or accidental</a:t>
          </a:r>
          <a:r>
            <a:rPr lang="en-US" dirty="0"/>
            <a:t>”</a:t>
          </a:r>
          <a:endParaRPr lang="en-GB" altLang="en-GB" dirty="0"/>
        </a:p>
      </dgm:t>
    </dgm:pt>
    <dgm:pt modelId="{23E9476D-F175-487B-A775-C32C321FE1B5}" type="parTrans" cxnId="{51D3EC3A-E754-4F2E-AD55-94958E8E4791}">
      <dgm:prSet/>
      <dgm:spPr/>
      <dgm:t>
        <a:bodyPr numCol="1"/>
        <a:lstStyle/>
        <a:p>
          <a:endParaRPr lang="en-US"/>
        </a:p>
      </dgm:t>
    </dgm:pt>
    <dgm:pt modelId="{B1C88F11-D402-4D50-8DB4-3A1328D7F313}" type="sibTrans" cxnId="{51D3EC3A-E754-4F2E-AD55-94958E8E4791}">
      <dgm:prSet/>
      <dgm:spPr/>
      <dgm:t>
        <a:bodyPr numCol="1"/>
        <a:lstStyle/>
        <a:p>
          <a:endParaRPr lang="en-US"/>
        </a:p>
      </dgm:t>
    </dgm:pt>
    <dgm:pt modelId="{2BEA2DA3-C138-491A-990D-8C7060AF97FB}">
      <dgm:prSet/>
      <dgm:spPr/>
      <dgm:t>
        <a:bodyPr numCol="1"/>
        <a:lstStyle/>
        <a:p>
          <a:pPr rtl="0"/>
          <a:r>
            <a:rPr lang="en-US" dirty="0"/>
            <a:t>Security countermeasures should combat threats and the consequences of such threats</a:t>
          </a:r>
          <a:endParaRPr lang="en-GB" altLang="en-GB" dirty="0"/>
        </a:p>
      </dgm:t>
    </dgm:pt>
    <dgm:pt modelId="{FC7760C3-F84B-459A-A354-A86CE927E6E2}" type="parTrans" cxnId="{6D5A66A5-B2F9-4827-B952-9DC00A75A3F0}">
      <dgm:prSet/>
      <dgm:spPr/>
      <dgm:t>
        <a:bodyPr numCol="1"/>
        <a:lstStyle/>
        <a:p>
          <a:endParaRPr lang="en-US"/>
        </a:p>
      </dgm:t>
    </dgm:pt>
    <dgm:pt modelId="{B916BC3B-B940-4AAF-9DEB-512238D910C9}" type="sibTrans" cxnId="{6D5A66A5-B2F9-4827-B952-9DC00A75A3F0}">
      <dgm:prSet/>
      <dgm:spPr/>
      <dgm:t>
        <a:bodyPr numCol="1"/>
        <a:lstStyle/>
        <a:p>
          <a:endParaRPr lang="en-US"/>
        </a:p>
      </dgm:t>
    </dgm:pt>
    <dgm:pt modelId="{1C9A65AE-0842-4B78-86AB-3406058C942C}" type="pres">
      <dgm:prSet presAssocID="{81027730-79F1-4606-9A0D-079EFA9C046B}" presName="compositeShape" presStyleCnt="0">
        <dgm:presLayoutVars>
          <dgm:chMax val="7"/>
          <dgm:dir/>
          <dgm:resizeHandles val="exact"/>
        </dgm:presLayoutVars>
      </dgm:prSet>
      <dgm:spPr/>
    </dgm:pt>
    <dgm:pt modelId="{AEF85C2C-0344-4684-B82C-5E187C6B945D}" type="pres">
      <dgm:prSet presAssocID="{53737D7A-69B1-4D69-9905-262CDC366B1D}" presName="circ1" presStyleLbl="vennNode1" presStyleIdx="0" presStyleCnt="2"/>
      <dgm:spPr/>
    </dgm:pt>
    <dgm:pt modelId="{8DE97946-6982-46E1-9383-0DB6AD3E02E1}" type="pres">
      <dgm:prSet presAssocID="{53737D7A-69B1-4D69-9905-262CDC366B1D}" presName="circ1Tx" presStyleLbl="revTx" presStyleIdx="0" presStyleCnt="0">
        <dgm:presLayoutVars>
          <dgm:chMax val="0"/>
          <dgm:chPref val="0"/>
          <dgm:bulletEnabled val="1"/>
        </dgm:presLayoutVars>
      </dgm:prSet>
      <dgm:spPr/>
    </dgm:pt>
    <dgm:pt modelId="{3C0EFA43-3B83-4E3A-97A9-7FF521AF530A}" type="pres">
      <dgm:prSet presAssocID="{2BEA2DA3-C138-491A-990D-8C7060AF97FB}" presName="circ2" presStyleLbl="vennNode1" presStyleIdx="1" presStyleCnt="2"/>
      <dgm:spPr/>
    </dgm:pt>
    <dgm:pt modelId="{2550BF09-5920-4EC2-BA33-D38ACD385273}" type="pres">
      <dgm:prSet presAssocID="{2BEA2DA3-C138-491A-990D-8C7060AF97FB}" presName="circ2Tx" presStyleLbl="revTx" presStyleIdx="0" presStyleCnt="0">
        <dgm:presLayoutVars>
          <dgm:chMax val="0"/>
          <dgm:chPref val="0"/>
          <dgm:bulletEnabled val="1"/>
        </dgm:presLayoutVars>
      </dgm:prSet>
      <dgm:spPr/>
    </dgm:pt>
  </dgm:ptLst>
  <dgm:cxnLst>
    <dgm:cxn modelId="{51D3EC3A-E754-4F2E-AD55-94958E8E4791}" srcId="{81027730-79F1-4606-9A0D-079EFA9C046B}" destId="{53737D7A-69B1-4D69-9905-262CDC366B1D}" srcOrd="0" destOrd="0" parTransId="{23E9476D-F175-487B-A775-C32C321FE1B5}" sibTransId="{B1C88F11-D402-4D50-8DB4-3A1328D7F313}"/>
    <dgm:cxn modelId="{2A502D65-6AA2-4173-B5D4-522D3EB50DB5}" type="presOf" srcId="{2BEA2DA3-C138-491A-990D-8C7060AF97FB}" destId="{3C0EFA43-3B83-4E3A-97A9-7FF521AF530A}" srcOrd="0" destOrd="0" presId="urn:microsoft.com/office/officeart/2005/8/layout/venn1#1"/>
    <dgm:cxn modelId="{23825D55-0FF5-4D1B-9161-F8CB303BDDC0}" type="presOf" srcId="{53737D7A-69B1-4D69-9905-262CDC366B1D}" destId="{8DE97946-6982-46E1-9383-0DB6AD3E02E1}" srcOrd="1" destOrd="0" presId="urn:microsoft.com/office/officeart/2005/8/layout/venn1#1"/>
    <dgm:cxn modelId="{85AD808C-7295-4196-AFAC-1E912F2F3C42}" type="presOf" srcId="{81027730-79F1-4606-9A0D-079EFA9C046B}" destId="{1C9A65AE-0842-4B78-86AB-3406058C942C}" srcOrd="0" destOrd="0" presId="urn:microsoft.com/office/officeart/2005/8/layout/venn1#1"/>
    <dgm:cxn modelId="{6D5A66A5-B2F9-4827-B952-9DC00A75A3F0}" srcId="{81027730-79F1-4606-9A0D-079EFA9C046B}" destId="{2BEA2DA3-C138-491A-990D-8C7060AF97FB}" srcOrd="1" destOrd="0" parTransId="{FC7760C3-F84B-459A-A354-A86CE927E6E2}" sibTransId="{B916BC3B-B940-4AAF-9DEB-512238D910C9}"/>
    <dgm:cxn modelId="{9078B8C7-5789-41B7-AF0C-143F5C60088D}" type="presOf" srcId="{2BEA2DA3-C138-491A-990D-8C7060AF97FB}" destId="{2550BF09-5920-4EC2-BA33-D38ACD385273}" srcOrd="1" destOrd="0" presId="urn:microsoft.com/office/officeart/2005/8/layout/venn1#1"/>
    <dgm:cxn modelId="{3EA3CED1-49E7-4BE0-A765-21C747B232E7}" type="presOf" srcId="{53737D7A-69B1-4D69-9905-262CDC366B1D}" destId="{AEF85C2C-0344-4684-B82C-5E187C6B945D}" srcOrd="0" destOrd="0" presId="urn:microsoft.com/office/officeart/2005/8/layout/venn1#1"/>
    <dgm:cxn modelId="{1BB024DD-30C9-4BED-B062-ED14A7687EE9}" type="presParOf" srcId="{1C9A65AE-0842-4B78-86AB-3406058C942C}" destId="{AEF85C2C-0344-4684-B82C-5E187C6B945D}" srcOrd="0" destOrd="0" presId="urn:microsoft.com/office/officeart/2005/8/layout/venn1#1"/>
    <dgm:cxn modelId="{B5613146-72E9-43E4-921D-7AF583D11D8F}" type="presParOf" srcId="{1C9A65AE-0842-4B78-86AB-3406058C942C}" destId="{8DE97946-6982-46E1-9383-0DB6AD3E02E1}" srcOrd="1" destOrd="0" presId="urn:microsoft.com/office/officeart/2005/8/layout/venn1#1"/>
    <dgm:cxn modelId="{D043C24D-530F-40EB-B379-CAD970BE2842}" type="presParOf" srcId="{1C9A65AE-0842-4B78-86AB-3406058C942C}" destId="{3C0EFA43-3B83-4E3A-97A9-7FF521AF530A}" srcOrd="2" destOrd="0" presId="urn:microsoft.com/office/officeart/2005/8/layout/venn1#1"/>
    <dgm:cxn modelId="{6587A700-F479-4DA3-B4A1-7C58F46E1A51}" type="presParOf" srcId="{1C9A65AE-0842-4B78-86AB-3406058C942C}" destId="{2550BF09-5920-4EC2-BA33-D38ACD385273}" srcOrd="3" destOrd="0" presId="urn:microsoft.com/office/officeart/2005/8/layout/venn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ED874F-EA18-4B69-A551-0C20DDD4B74F}" type="doc">
      <dgm:prSet loTypeId="urn:microsoft.com/office/officeart/2005/8/layout/lProcess2#1" loCatId="list" qsTypeId="urn:microsoft.com/office/officeart/2005/8/quickstyle/simple1" qsCatId="simple" csTypeId="urn:microsoft.com/office/officeart/2005/8/colors/colorful3" csCatId="colorful" phldr="1"/>
      <dgm:spPr/>
      <dgm:t>
        <a:bodyPr numCol="1"/>
        <a:lstStyle/>
        <a:p>
          <a:endParaRPr lang="en-US"/>
        </a:p>
      </dgm:t>
    </dgm:pt>
    <dgm:pt modelId="{7B23AD13-CF55-464F-ADC9-07BFD7E4A7E7}">
      <dgm:prSet custT="1"/>
      <dgm:spPr/>
      <dgm:t>
        <a:bodyPr numCol="1"/>
        <a:lstStyle/>
        <a:p>
          <a:pPr rtl="0"/>
          <a:r>
            <a:rPr lang="en-US" sz="1400" dirty="0"/>
            <a:t>Hardware</a:t>
          </a:r>
          <a:endParaRPr lang="en-GB" altLang="en-GB" sz="1400" dirty="0"/>
        </a:p>
      </dgm:t>
    </dgm:pt>
    <dgm:pt modelId="{B544E092-D241-4301-A8C5-491991116BBD}" type="parTrans" cxnId="{1A6AFE45-BB2E-46C6-8CE9-676C59A61F88}">
      <dgm:prSet/>
      <dgm:spPr/>
      <dgm:t>
        <a:bodyPr numCol="1"/>
        <a:lstStyle/>
        <a:p>
          <a:endParaRPr lang="en-US"/>
        </a:p>
      </dgm:t>
    </dgm:pt>
    <dgm:pt modelId="{3266009A-F8EE-4F3D-B6F7-AC05FDDA6D2D}" type="sibTrans" cxnId="{1A6AFE45-BB2E-46C6-8CE9-676C59A61F88}">
      <dgm:prSet/>
      <dgm:spPr/>
      <dgm:t>
        <a:bodyPr numCol="1"/>
        <a:lstStyle/>
        <a:p>
          <a:endParaRPr lang="en-US"/>
        </a:p>
      </dgm:t>
    </dgm:pt>
    <dgm:pt modelId="{64BE6952-1A25-4A7F-8CB1-D9C42CA0FD52}">
      <dgm:prSet custT="1"/>
      <dgm:spPr/>
      <dgm:t>
        <a:bodyPr numCol="1"/>
        <a:lstStyle/>
        <a:p>
          <a:pPr rtl="0"/>
          <a:r>
            <a:rPr lang="en-US" sz="1000"/>
            <a:t>Fire/flood/bombs</a:t>
          </a:r>
          <a:endParaRPr lang="en-GB" altLang="en-GB" sz="1000"/>
        </a:p>
      </dgm:t>
    </dgm:pt>
    <dgm:pt modelId="{C8B1BFD3-E227-43E1-834C-157242A1C981}" type="parTrans" cxnId="{2C3EF0D6-2929-4BEB-9863-4F20634C1B79}">
      <dgm:prSet/>
      <dgm:spPr/>
      <dgm:t>
        <a:bodyPr numCol="1"/>
        <a:lstStyle/>
        <a:p>
          <a:endParaRPr lang="en-US"/>
        </a:p>
      </dgm:t>
    </dgm:pt>
    <dgm:pt modelId="{D114C7EC-8801-4715-B824-B279E4498F87}" type="sibTrans" cxnId="{2C3EF0D6-2929-4BEB-9863-4F20634C1B79}">
      <dgm:prSet/>
      <dgm:spPr/>
      <dgm:t>
        <a:bodyPr numCol="1"/>
        <a:lstStyle/>
        <a:p>
          <a:endParaRPr lang="en-US"/>
        </a:p>
      </dgm:t>
    </dgm:pt>
    <dgm:pt modelId="{4ABEA96C-68CF-4DE4-A1BB-A91AD1088415}">
      <dgm:prSet custT="1"/>
      <dgm:spPr/>
      <dgm:t>
        <a:bodyPr numCol="1"/>
        <a:lstStyle/>
        <a:p>
          <a:pPr rtl="0"/>
          <a:r>
            <a:rPr lang="en-US" sz="1000"/>
            <a:t>Power loss/surge</a:t>
          </a:r>
          <a:endParaRPr lang="en-GB" altLang="en-GB" sz="1000"/>
        </a:p>
      </dgm:t>
    </dgm:pt>
    <dgm:pt modelId="{76E6987B-DC74-4BC0-ABAF-B1C57092840F}" type="parTrans" cxnId="{A194B0F5-4BCB-491E-A7D2-006A8D00248C}">
      <dgm:prSet/>
      <dgm:spPr/>
      <dgm:t>
        <a:bodyPr numCol="1"/>
        <a:lstStyle/>
        <a:p>
          <a:endParaRPr lang="en-US"/>
        </a:p>
      </dgm:t>
    </dgm:pt>
    <dgm:pt modelId="{03827391-64E5-4942-84B6-D825565E2942}" type="sibTrans" cxnId="{A194B0F5-4BCB-491E-A7D2-006A8D00248C}">
      <dgm:prSet/>
      <dgm:spPr/>
      <dgm:t>
        <a:bodyPr numCol="1"/>
        <a:lstStyle/>
        <a:p>
          <a:endParaRPr lang="en-US"/>
        </a:p>
      </dgm:t>
    </dgm:pt>
    <dgm:pt modelId="{8D692545-2751-457A-9FFE-3E577195B70C}">
      <dgm:prSet custT="1"/>
      <dgm:spPr/>
      <dgm:t>
        <a:bodyPr numCol="1"/>
        <a:lstStyle/>
        <a:p>
          <a:pPr rtl="0"/>
          <a:r>
            <a:rPr lang="en-US" sz="1000"/>
            <a:t>Theft of equipment</a:t>
          </a:r>
          <a:endParaRPr lang="en-GB" altLang="en-GB" sz="1000"/>
        </a:p>
      </dgm:t>
    </dgm:pt>
    <dgm:pt modelId="{9B6222C7-E0A4-4241-B639-5A1B73D6D2A6}" type="parTrans" cxnId="{4F646212-6CBA-435F-820D-11B091B88CB0}">
      <dgm:prSet/>
      <dgm:spPr/>
      <dgm:t>
        <a:bodyPr numCol="1"/>
        <a:lstStyle/>
        <a:p>
          <a:endParaRPr lang="en-US"/>
        </a:p>
      </dgm:t>
    </dgm:pt>
    <dgm:pt modelId="{14D85CBE-699D-4ED8-A944-9CAB84E2BFC0}" type="sibTrans" cxnId="{4F646212-6CBA-435F-820D-11B091B88CB0}">
      <dgm:prSet/>
      <dgm:spPr/>
      <dgm:t>
        <a:bodyPr numCol="1"/>
        <a:lstStyle/>
        <a:p>
          <a:endParaRPr lang="en-US"/>
        </a:p>
      </dgm:t>
    </dgm:pt>
    <dgm:pt modelId="{53A0AFB3-897E-471D-A11E-0A8D141FF313}">
      <dgm:prSet custT="1"/>
      <dgm:spPr/>
      <dgm:t>
        <a:bodyPr numCol="1"/>
        <a:lstStyle/>
        <a:p>
          <a:pPr rtl="0"/>
          <a:r>
            <a:rPr lang="en-US" sz="1400" dirty="0"/>
            <a:t>Software</a:t>
          </a:r>
          <a:endParaRPr lang="en-GB" altLang="en-GB" sz="1400" dirty="0"/>
        </a:p>
      </dgm:t>
    </dgm:pt>
    <dgm:pt modelId="{B7011607-3D7A-4CBA-A2E7-664374650551}" type="parTrans" cxnId="{D8C34036-E486-4B99-B1D9-07DBCA99E388}">
      <dgm:prSet/>
      <dgm:spPr/>
      <dgm:t>
        <a:bodyPr numCol="1"/>
        <a:lstStyle/>
        <a:p>
          <a:endParaRPr lang="en-US"/>
        </a:p>
      </dgm:t>
    </dgm:pt>
    <dgm:pt modelId="{5D4AB05C-D643-410C-82A4-08F2F5131EA9}" type="sibTrans" cxnId="{D8C34036-E486-4B99-B1D9-07DBCA99E388}">
      <dgm:prSet/>
      <dgm:spPr/>
      <dgm:t>
        <a:bodyPr numCol="1"/>
        <a:lstStyle/>
        <a:p>
          <a:endParaRPr lang="en-US"/>
        </a:p>
      </dgm:t>
    </dgm:pt>
    <dgm:pt modelId="{8E192D51-9698-4CAE-8C11-EBEBB51BD423}">
      <dgm:prSet custT="1"/>
      <dgm:spPr/>
      <dgm:t>
        <a:bodyPr numCol="1"/>
        <a:lstStyle/>
        <a:p>
          <a:pPr rtl="0"/>
          <a:r>
            <a:rPr lang="en-US" sz="1000" dirty="0"/>
            <a:t>Program alteration</a:t>
          </a:r>
          <a:endParaRPr lang="en-GB" altLang="en-GB" sz="1000" dirty="0"/>
        </a:p>
      </dgm:t>
    </dgm:pt>
    <dgm:pt modelId="{D59DEC11-796B-40CD-AA2E-66C13A2FFB8B}" type="parTrans" cxnId="{BB358217-16E9-4055-9559-0DAC672DADF1}">
      <dgm:prSet/>
      <dgm:spPr/>
      <dgm:t>
        <a:bodyPr numCol="1"/>
        <a:lstStyle/>
        <a:p>
          <a:endParaRPr lang="en-US"/>
        </a:p>
      </dgm:t>
    </dgm:pt>
    <dgm:pt modelId="{F4C85ABE-3693-4A00-8009-24A673D4922F}" type="sibTrans" cxnId="{BB358217-16E9-4055-9559-0DAC672DADF1}">
      <dgm:prSet/>
      <dgm:spPr/>
      <dgm:t>
        <a:bodyPr numCol="1"/>
        <a:lstStyle/>
        <a:p>
          <a:endParaRPr lang="en-US"/>
        </a:p>
      </dgm:t>
    </dgm:pt>
    <dgm:pt modelId="{CC83F39E-B4D1-4E8F-BE85-5B367B2856AF}">
      <dgm:prSet custT="1"/>
      <dgm:spPr/>
      <dgm:t>
        <a:bodyPr numCol="1"/>
        <a:lstStyle/>
        <a:p>
          <a:pPr rtl="0"/>
          <a:r>
            <a:rPr lang="en-US" sz="1400" dirty="0"/>
            <a:t>Administrators</a:t>
          </a:r>
          <a:endParaRPr lang="en-GB" altLang="en-GB" sz="1400" dirty="0"/>
        </a:p>
      </dgm:t>
    </dgm:pt>
    <dgm:pt modelId="{697E84F9-C6FB-4DE2-A835-01672CC88E4D}" type="parTrans" cxnId="{3BC7AE45-CD8B-4049-9791-82CE049EE4AB}">
      <dgm:prSet/>
      <dgm:spPr/>
      <dgm:t>
        <a:bodyPr numCol="1"/>
        <a:lstStyle/>
        <a:p>
          <a:endParaRPr lang="en-US"/>
        </a:p>
      </dgm:t>
    </dgm:pt>
    <dgm:pt modelId="{F515A1C1-650E-48FA-8224-F01CED8D1E37}" type="sibTrans" cxnId="{3BC7AE45-CD8B-4049-9791-82CE049EE4AB}">
      <dgm:prSet/>
      <dgm:spPr/>
      <dgm:t>
        <a:bodyPr numCol="1"/>
        <a:lstStyle/>
        <a:p>
          <a:endParaRPr lang="en-US"/>
        </a:p>
      </dgm:t>
    </dgm:pt>
    <dgm:pt modelId="{4841C919-0C69-4A1A-9D56-F692B52B508D}">
      <dgm:prSet custT="1"/>
      <dgm:spPr/>
      <dgm:t>
        <a:bodyPr numCol="1"/>
        <a:lstStyle/>
        <a:p>
          <a:pPr rtl="0"/>
          <a:r>
            <a:rPr lang="en-US" sz="1000" dirty="0"/>
            <a:t>Inadequate security</a:t>
          </a:r>
          <a:endParaRPr lang="en-GB" altLang="en-GB" sz="1000" dirty="0"/>
        </a:p>
      </dgm:t>
    </dgm:pt>
    <dgm:pt modelId="{66246A52-E9AD-4DD6-B61B-3871752ADDAB}" type="parTrans" cxnId="{7710410B-CCFE-475C-B6F3-337FAAB2C271}">
      <dgm:prSet/>
      <dgm:spPr/>
      <dgm:t>
        <a:bodyPr numCol="1"/>
        <a:lstStyle/>
        <a:p>
          <a:endParaRPr lang="en-US"/>
        </a:p>
      </dgm:t>
    </dgm:pt>
    <dgm:pt modelId="{7E72331F-753F-42DF-AD2E-3B0C8CFA41C8}" type="sibTrans" cxnId="{7710410B-CCFE-475C-B6F3-337FAAB2C271}">
      <dgm:prSet/>
      <dgm:spPr/>
      <dgm:t>
        <a:bodyPr numCol="1"/>
        <a:lstStyle/>
        <a:p>
          <a:endParaRPr lang="en-US"/>
        </a:p>
      </dgm:t>
    </dgm:pt>
    <dgm:pt modelId="{5648055A-B218-4D1E-BC5A-10B9B8828829}">
      <dgm:prSet custT="1"/>
      <dgm:spPr/>
      <dgm:t>
        <a:bodyPr numCol="1"/>
        <a:lstStyle/>
        <a:p>
          <a:pPr rtl="0"/>
          <a:r>
            <a:rPr lang="en-US" sz="1400" dirty="0"/>
            <a:t>Networks</a:t>
          </a:r>
          <a:endParaRPr lang="en-GB" altLang="en-GB" sz="1400" dirty="0"/>
        </a:p>
      </dgm:t>
    </dgm:pt>
    <dgm:pt modelId="{CECA591A-E49F-4AC2-8F98-36386F936BBF}" type="parTrans" cxnId="{DB5529A1-603B-4BEF-BF43-C12487DC85E1}">
      <dgm:prSet/>
      <dgm:spPr/>
      <dgm:t>
        <a:bodyPr numCol="1"/>
        <a:lstStyle/>
        <a:p>
          <a:endParaRPr lang="en-US"/>
        </a:p>
      </dgm:t>
    </dgm:pt>
    <dgm:pt modelId="{317230D8-1F95-4160-BDEB-6F91E776C19E}" type="sibTrans" cxnId="{DB5529A1-603B-4BEF-BF43-C12487DC85E1}">
      <dgm:prSet/>
      <dgm:spPr/>
      <dgm:t>
        <a:bodyPr numCol="1"/>
        <a:lstStyle/>
        <a:p>
          <a:endParaRPr lang="en-US"/>
        </a:p>
      </dgm:t>
    </dgm:pt>
    <dgm:pt modelId="{814055AD-3764-4FC9-B5C8-4DDAEDBC137C}">
      <dgm:prSet custT="1"/>
      <dgm:spPr/>
      <dgm:t>
        <a:bodyPr numCol="1"/>
        <a:lstStyle/>
        <a:p>
          <a:pPr rtl="0"/>
          <a:r>
            <a:rPr lang="en-US" sz="1000"/>
            <a:t>Wire tapping</a:t>
          </a:r>
          <a:endParaRPr lang="en-GB" altLang="en-GB" sz="1000"/>
        </a:p>
      </dgm:t>
    </dgm:pt>
    <dgm:pt modelId="{3756E6A9-C623-44AF-BFA4-5496ED3A4F63}" type="parTrans" cxnId="{A675D0E8-CD36-459B-9DFE-9D5AF5C8CB3C}">
      <dgm:prSet/>
      <dgm:spPr/>
      <dgm:t>
        <a:bodyPr numCol="1"/>
        <a:lstStyle/>
        <a:p>
          <a:endParaRPr lang="en-US"/>
        </a:p>
      </dgm:t>
    </dgm:pt>
    <dgm:pt modelId="{C4D60017-636B-4022-9B18-AEEE2A2E2806}" type="sibTrans" cxnId="{A675D0E8-CD36-459B-9DFE-9D5AF5C8CB3C}">
      <dgm:prSet/>
      <dgm:spPr/>
      <dgm:t>
        <a:bodyPr numCol="1"/>
        <a:lstStyle/>
        <a:p>
          <a:endParaRPr lang="en-US"/>
        </a:p>
      </dgm:t>
    </dgm:pt>
    <dgm:pt modelId="{671510E4-6AE7-4F37-A9CC-6752A359B85D}">
      <dgm:prSet custT="1"/>
      <dgm:spPr/>
      <dgm:t>
        <a:bodyPr numCol="1"/>
        <a:lstStyle/>
        <a:p>
          <a:pPr rtl="0"/>
          <a:r>
            <a:rPr lang="en-US" sz="1000"/>
            <a:t>Cable breaking	</a:t>
          </a:r>
          <a:endParaRPr lang="en-GB" altLang="en-GB" sz="1000"/>
        </a:p>
      </dgm:t>
    </dgm:pt>
    <dgm:pt modelId="{D0BB0444-339F-4A8F-8A38-B7DC5B57BAA0}" type="parTrans" cxnId="{D4A34980-FBAB-4D74-97FB-F9A46C30AAFD}">
      <dgm:prSet/>
      <dgm:spPr/>
      <dgm:t>
        <a:bodyPr numCol="1"/>
        <a:lstStyle/>
        <a:p>
          <a:endParaRPr lang="en-US"/>
        </a:p>
      </dgm:t>
    </dgm:pt>
    <dgm:pt modelId="{62D38518-2296-499D-823E-CAC545FDAD58}" type="sibTrans" cxnId="{D4A34980-FBAB-4D74-97FB-F9A46C30AAFD}">
      <dgm:prSet/>
      <dgm:spPr/>
      <dgm:t>
        <a:bodyPr numCol="1"/>
        <a:lstStyle/>
        <a:p>
          <a:endParaRPr lang="en-US"/>
        </a:p>
      </dgm:t>
    </dgm:pt>
    <dgm:pt modelId="{519102CB-DAC8-44A8-973D-23BE617CFE85}">
      <dgm:prSet custT="1"/>
      <dgm:spPr/>
      <dgm:t>
        <a:bodyPr numCol="1"/>
        <a:lstStyle/>
        <a:p>
          <a:pPr rtl="0"/>
          <a:r>
            <a:rPr lang="en-US" sz="1400"/>
            <a:t>Database</a:t>
          </a:r>
          <a:endParaRPr lang="en-GB" altLang="en-GB" sz="1400"/>
        </a:p>
      </dgm:t>
    </dgm:pt>
    <dgm:pt modelId="{97A9C6D9-2194-43C8-AD50-3987A65B52B5}" type="parTrans" cxnId="{E2872B6B-2ADC-4AC6-835D-DAB66AEC759A}">
      <dgm:prSet/>
      <dgm:spPr/>
      <dgm:t>
        <a:bodyPr numCol="1"/>
        <a:lstStyle/>
        <a:p>
          <a:endParaRPr lang="en-US"/>
        </a:p>
      </dgm:t>
    </dgm:pt>
    <dgm:pt modelId="{61405E93-3777-43BB-9702-92C258262A45}" type="sibTrans" cxnId="{E2872B6B-2ADC-4AC6-835D-DAB66AEC759A}">
      <dgm:prSet/>
      <dgm:spPr/>
      <dgm:t>
        <a:bodyPr numCol="1"/>
        <a:lstStyle/>
        <a:p>
          <a:endParaRPr lang="en-US"/>
        </a:p>
      </dgm:t>
    </dgm:pt>
    <dgm:pt modelId="{7C700FBE-AABA-4546-8743-2D338C1815E0}">
      <dgm:prSet custT="1"/>
      <dgm:spPr/>
      <dgm:t>
        <a:bodyPr numCol="1"/>
        <a:lstStyle/>
        <a:p>
          <a:pPr rtl="0"/>
          <a:r>
            <a:rPr lang="en-US" sz="1000" dirty="0"/>
            <a:t>Theft of Data</a:t>
          </a:r>
          <a:endParaRPr lang="en-GB" altLang="en-GB" sz="1000" dirty="0"/>
        </a:p>
      </dgm:t>
    </dgm:pt>
    <dgm:pt modelId="{36193387-0CD5-4410-A13B-48E907BAFE20}" type="parTrans" cxnId="{B156B8FC-40B8-4AC3-8EB9-3379252BCD4D}">
      <dgm:prSet/>
      <dgm:spPr/>
      <dgm:t>
        <a:bodyPr numCol="1"/>
        <a:lstStyle/>
        <a:p>
          <a:endParaRPr lang="en-US"/>
        </a:p>
      </dgm:t>
    </dgm:pt>
    <dgm:pt modelId="{DEE750B3-8B93-4E8D-8C85-27681CB399DF}" type="sibTrans" cxnId="{B156B8FC-40B8-4AC3-8EB9-3379252BCD4D}">
      <dgm:prSet/>
      <dgm:spPr/>
      <dgm:t>
        <a:bodyPr numCol="1"/>
        <a:lstStyle/>
        <a:p>
          <a:endParaRPr lang="en-US"/>
        </a:p>
      </dgm:t>
    </dgm:pt>
    <dgm:pt modelId="{FA664911-E0F2-455F-A955-C58559984B4F}">
      <dgm:prSet custT="1"/>
      <dgm:spPr/>
      <dgm:t>
        <a:bodyPr numCol="1"/>
        <a:lstStyle/>
        <a:p>
          <a:pPr rtl="0"/>
          <a:r>
            <a:rPr lang="en-US" sz="1000"/>
            <a:t>Data corruption	</a:t>
          </a:r>
          <a:endParaRPr lang="en-GB" altLang="en-GB" sz="1000"/>
        </a:p>
      </dgm:t>
    </dgm:pt>
    <dgm:pt modelId="{83A83747-8E14-45F3-98AC-BAFE31A2F8C7}" type="parTrans" cxnId="{A3033E68-2525-4199-B3AD-9FAB8E8A0B8F}">
      <dgm:prSet/>
      <dgm:spPr/>
      <dgm:t>
        <a:bodyPr numCol="1"/>
        <a:lstStyle/>
        <a:p>
          <a:endParaRPr lang="en-US"/>
        </a:p>
      </dgm:t>
    </dgm:pt>
    <dgm:pt modelId="{36993B65-6216-4F3B-AFF6-C1AC8E086990}" type="sibTrans" cxnId="{A3033E68-2525-4199-B3AD-9FAB8E8A0B8F}">
      <dgm:prSet/>
      <dgm:spPr/>
      <dgm:t>
        <a:bodyPr numCol="1"/>
        <a:lstStyle/>
        <a:p>
          <a:endParaRPr lang="en-US"/>
        </a:p>
      </dgm:t>
    </dgm:pt>
    <dgm:pt modelId="{5600D7D0-5B27-444A-AAE0-E5AF296072D1}">
      <dgm:prSet custT="1"/>
      <dgm:spPr/>
      <dgm:t>
        <a:bodyPr numCol="1"/>
        <a:lstStyle/>
        <a:p>
          <a:pPr rtl="0"/>
          <a:r>
            <a:rPr lang="en-US" sz="1400"/>
            <a:t>Users</a:t>
          </a:r>
          <a:endParaRPr lang="en-GB" altLang="en-GB" sz="1400"/>
        </a:p>
      </dgm:t>
    </dgm:pt>
    <dgm:pt modelId="{744D0D7A-9D36-4156-962A-33E97F7D1F1D}" type="parTrans" cxnId="{9A42089E-C3E8-4B1D-A0F9-739B3E129183}">
      <dgm:prSet/>
      <dgm:spPr/>
      <dgm:t>
        <a:bodyPr numCol="1"/>
        <a:lstStyle/>
        <a:p>
          <a:endParaRPr lang="en-US"/>
        </a:p>
      </dgm:t>
    </dgm:pt>
    <dgm:pt modelId="{A635D6B9-3841-46C7-83F0-8EB82FC3FEC9}" type="sibTrans" cxnId="{9A42089E-C3E8-4B1D-A0F9-739B3E129183}">
      <dgm:prSet/>
      <dgm:spPr/>
      <dgm:t>
        <a:bodyPr numCol="1"/>
        <a:lstStyle/>
        <a:p>
          <a:endParaRPr lang="en-US"/>
        </a:p>
      </dgm:t>
    </dgm:pt>
    <dgm:pt modelId="{16E90A4F-3A9D-471C-88DA-84DB61018272}">
      <dgm:prSet custT="1"/>
      <dgm:spPr/>
      <dgm:t>
        <a:bodyPr numCol="1"/>
        <a:lstStyle/>
        <a:p>
          <a:pPr rtl="0"/>
          <a:r>
            <a:rPr lang="en-US" sz="1000"/>
            <a:t>Using another user’s access</a:t>
          </a:r>
          <a:endParaRPr lang="en-GB" altLang="en-GB" sz="1000"/>
        </a:p>
      </dgm:t>
    </dgm:pt>
    <dgm:pt modelId="{23C8DB71-7695-46D9-9525-8767C590135C}" type="parTrans" cxnId="{F656E04B-643F-484B-99D9-5575A9D87363}">
      <dgm:prSet/>
      <dgm:spPr/>
      <dgm:t>
        <a:bodyPr numCol="1"/>
        <a:lstStyle/>
        <a:p>
          <a:endParaRPr lang="en-US"/>
        </a:p>
      </dgm:t>
    </dgm:pt>
    <dgm:pt modelId="{C48951D7-688E-4892-A11C-8DF746F542DF}" type="sibTrans" cxnId="{F656E04B-643F-484B-99D9-5575A9D87363}">
      <dgm:prSet/>
      <dgm:spPr/>
      <dgm:t>
        <a:bodyPr numCol="1"/>
        <a:lstStyle/>
        <a:p>
          <a:endParaRPr lang="en-US"/>
        </a:p>
      </dgm:t>
    </dgm:pt>
    <dgm:pt modelId="{BFFF8EFC-C069-48ED-B434-6F2159FA4F7A}">
      <dgm:prSet custT="1"/>
      <dgm:spPr/>
      <dgm:t>
        <a:bodyPr numCol="1"/>
        <a:lstStyle/>
        <a:p>
          <a:pPr rtl="0"/>
          <a:r>
            <a:rPr lang="en-US" sz="1000"/>
            <a:t>Unauthorized access</a:t>
          </a:r>
          <a:endParaRPr lang="en-GB" altLang="en-GB" sz="1000"/>
        </a:p>
      </dgm:t>
    </dgm:pt>
    <dgm:pt modelId="{B9E4A697-6788-469D-8ACF-17848D5EC48D}" type="parTrans" cxnId="{90ECE52B-B1B4-40A9-8713-1C5F9E2E5000}">
      <dgm:prSet/>
      <dgm:spPr/>
      <dgm:t>
        <a:bodyPr numCol="1"/>
        <a:lstStyle/>
        <a:p>
          <a:endParaRPr lang="en-US"/>
        </a:p>
      </dgm:t>
    </dgm:pt>
    <dgm:pt modelId="{2503FAAD-9960-4ADC-91D0-24BA3CB1B2A6}" type="sibTrans" cxnId="{90ECE52B-B1B4-40A9-8713-1C5F9E2E5000}">
      <dgm:prSet/>
      <dgm:spPr/>
      <dgm:t>
        <a:bodyPr numCol="1"/>
        <a:lstStyle/>
        <a:p>
          <a:endParaRPr lang="en-US"/>
        </a:p>
      </dgm:t>
    </dgm:pt>
    <dgm:pt modelId="{8F79E44F-4705-41D0-AC97-C3E512F057D9}">
      <dgm:prSet custT="1"/>
      <dgm:spPr/>
      <dgm:t>
        <a:bodyPr numCol="1"/>
        <a:lstStyle/>
        <a:p>
          <a:pPr rtl="0"/>
          <a:r>
            <a:rPr lang="en-US" sz="1000"/>
            <a:t>Hacking</a:t>
          </a:r>
          <a:endParaRPr lang="en-GB" altLang="en-GB" sz="1000"/>
        </a:p>
      </dgm:t>
    </dgm:pt>
    <dgm:pt modelId="{31F9C5AC-6AB3-4F36-9277-BEED79FBB51A}" type="parTrans" cxnId="{539D8C98-D55F-413C-9DF7-999A11622C0D}">
      <dgm:prSet/>
      <dgm:spPr/>
      <dgm:t>
        <a:bodyPr numCol="1"/>
        <a:lstStyle/>
        <a:p>
          <a:endParaRPr lang="en-US"/>
        </a:p>
      </dgm:t>
    </dgm:pt>
    <dgm:pt modelId="{8EED10A2-34CA-4382-BF40-A326BBB98926}" type="sibTrans" cxnId="{539D8C98-D55F-413C-9DF7-999A11622C0D}">
      <dgm:prSet/>
      <dgm:spPr/>
      <dgm:t>
        <a:bodyPr numCol="1"/>
        <a:lstStyle/>
        <a:p>
          <a:endParaRPr lang="en-US"/>
        </a:p>
      </dgm:t>
    </dgm:pt>
    <dgm:pt modelId="{36159542-60AF-40B9-A827-111882480D27}">
      <dgm:prSet custT="1"/>
      <dgm:spPr/>
      <dgm:t>
        <a:bodyPr numCol="1"/>
        <a:lstStyle/>
        <a:p>
          <a:pPr rtl="0"/>
          <a:r>
            <a:rPr lang="en-US" sz="1000"/>
            <a:t>Blackmail</a:t>
          </a:r>
          <a:endParaRPr lang="en-GB" altLang="en-GB" sz="1000"/>
        </a:p>
      </dgm:t>
    </dgm:pt>
    <dgm:pt modelId="{C32A79AC-0447-421F-B17C-CA8EE707EC1C}" type="parTrans" cxnId="{DD7FA8C2-3E70-4A8F-B6F3-A2DDF1F2CE1A}">
      <dgm:prSet/>
      <dgm:spPr/>
      <dgm:t>
        <a:bodyPr numCol="1"/>
        <a:lstStyle/>
        <a:p>
          <a:endParaRPr lang="en-US"/>
        </a:p>
      </dgm:t>
    </dgm:pt>
    <dgm:pt modelId="{DEFE790F-1194-4CBB-AE08-4875CCAAF46B}" type="sibTrans" cxnId="{DD7FA8C2-3E70-4A8F-B6F3-A2DDF1F2CE1A}">
      <dgm:prSet/>
      <dgm:spPr/>
      <dgm:t>
        <a:bodyPr numCol="1"/>
        <a:lstStyle/>
        <a:p>
          <a:endParaRPr lang="en-US"/>
        </a:p>
      </dgm:t>
    </dgm:pt>
    <dgm:pt modelId="{5EF50E61-1632-4331-87E1-C1D75EB7A2FA}">
      <dgm:prSet custT="1"/>
      <dgm:spPr/>
      <dgm:t>
        <a:bodyPr numCol="1"/>
        <a:lstStyle/>
        <a:p>
          <a:pPr rtl="0"/>
          <a:r>
            <a:rPr lang="en-US" sz="1000"/>
            <a:t>Viruses</a:t>
          </a:r>
          <a:endParaRPr lang="en-GB" altLang="en-GB" sz="1000"/>
        </a:p>
      </dgm:t>
    </dgm:pt>
    <dgm:pt modelId="{09ADBB82-80CC-4B84-A169-612820FBF38D}" type="parTrans" cxnId="{D8FF7919-CBBF-4656-A560-1D8871C2C6A6}">
      <dgm:prSet/>
      <dgm:spPr/>
      <dgm:t>
        <a:bodyPr numCol="1"/>
        <a:lstStyle/>
        <a:p>
          <a:endParaRPr lang="en-US"/>
        </a:p>
      </dgm:t>
    </dgm:pt>
    <dgm:pt modelId="{2161408B-4B57-4D40-AB65-88B04D8CBCCA}" type="sibTrans" cxnId="{D8FF7919-CBBF-4656-A560-1D8871C2C6A6}">
      <dgm:prSet/>
      <dgm:spPr/>
      <dgm:t>
        <a:bodyPr numCol="1"/>
        <a:lstStyle/>
        <a:p>
          <a:endParaRPr lang="en-US"/>
        </a:p>
      </dgm:t>
    </dgm:pt>
    <dgm:pt modelId="{4D8F4A65-ED48-4E93-9B1E-56A86B6A8188}">
      <dgm:prSet custT="1"/>
      <dgm:spPr/>
      <dgm:t>
        <a:bodyPr numCol="1"/>
        <a:lstStyle/>
        <a:p>
          <a:pPr rtl="0"/>
          <a:r>
            <a:rPr lang="en-US" sz="1400"/>
            <a:t>Operators</a:t>
          </a:r>
          <a:endParaRPr lang="en-GB" altLang="en-GB" sz="1400"/>
        </a:p>
      </dgm:t>
    </dgm:pt>
    <dgm:pt modelId="{7BADC698-7562-42D5-A4A2-BFABF70ECC45}" type="parTrans" cxnId="{4FAD679B-28F7-4714-8CCF-8EA5889EEE83}">
      <dgm:prSet/>
      <dgm:spPr/>
      <dgm:t>
        <a:bodyPr numCol="1"/>
        <a:lstStyle/>
        <a:p>
          <a:endParaRPr lang="en-US"/>
        </a:p>
      </dgm:t>
    </dgm:pt>
    <dgm:pt modelId="{3DCC2053-6778-4B41-81FA-0431EBCB49CA}" type="sibTrans" cxnId="{4FAD679B-28F7-4714-8CCF-8EA5889EEE83}">
      <dgm:prSet/>
      <dgm:spPr/>
      <dgm:t>
        <a:bodyPr numCol="1"/>
        <a:lstStyle/>
        <a:p>
          <a:endParaRPr lang="en-US"/>
        </a:p>
      </dgm:t>
    </dgm:pt>
    <dgm:pt modelId="{F81E6184-2B20-4CE6-8A5C-5C0B351507BE}">
      <dgm:prSet custT="1"/>
      <dgm:spPr/>
      <dgm:t>
        <a:bodyPr numCol="1"/>
        <a:lstStyle/>
        <a:p>
          <a:pPr rtl="0"/>
          <a:r>
            <a:rPr lang="en-US" sz="1000"/>
            <a:t>Trapdoors</a:t>
          </a:r>
          <a:endParaRPr lang="en-GB" altLang="en-GB" sz="1000"/>
        </a:p>
      </dgm:t>
    </dgm:pt>
    <dgm:pt modelId="{65218D11-6CC8-43B4-9FB2-348F909F21C9}" type="parTrans" cxnId="{13931C75-30A1-48B0-AB78-019D33C65503}">
      <dgm:prSet/>
      <dgm:spPr/>
      <dgm:t>
        <a:bodyPr numCol="1"/>
        <a:lstStyle/>
        <a:p>
          <a:endParaRPr lang="en-US"/>
        </a:p>
      </dgm:t>
    </dgm:pt>
    <dgm:pt modelId="{F6F6337D-BB96-4C4F-985B-07069CA6BACA}" type="sibTrans" cxnId="{13931C75-30A1-48B0-AB78-019D33C65503}">
      <dgm:prSet/>
      <dgm:spPr/>
      <dgm:t>
        <a:bodyPr numCol="1"/>
        <a:lstStyle/>
        <a:p>
          <a:endParaRPr lang="en-US"/>
        </a:p>
      </dgm:t>
    </dgm:pt>
    <dgm:pt modelId="{2DF06611-C4C6-4956-A310-EFE6629FAA4D}">
      <dgm:prSet custT="1"/>
      <dgm:spPr/>
      <dgm:t>
        <a:bodyPr numCol="1"/>
        <a:lstStyle/>
        <a:p>
          <a:pPr rtl="0"/>
          <a:r>
            <a:rPr lang="en-US" sz="1000"/>
            <a:t>Alterations</a:t>
          </a:r>
          <a:endParaRPr lang="en-GB" altLang="en-GB" sz="1000"/>
        </a:p>
      </dgm:t>
    </dgm:pt>
    <dgm:pt modelId="{F792033C-3869-459C-A0F1-22DEB40B8255}" type="parTrans" cxnId="{6E25422D-14BE-4004-967E-7F7EB1966852}">
      <dgm:prSet/>
      <dgm:spPr/>
      <dgm:t>
        <a:bodyPr numCol="1"/>
        <a:lstStyle/>
        <a:p>
          <a:endParaRPr lang="en-US"/>
        </a:p>
      </dgm:t>
    </dgm:pt>
    <dgm:pt modelId="{89C6DC45-1B14-4C1E-B032-0BA7B66DC76D}" type="sibTrans" cxnId="{6E25422D-14BE-4004-967E-7F7EB1966852}">
      <dgm:prSet/>
      <dgm:spPr/>
      <dgm:t>
        <a:bodyPr numCol="1"/>
        <a:lstStyle/>
        <a:p>
          <a:endParaRPr lang="en-US"/>
        </a:p>
      </dgm:t>
    </dgm:pt>
    <dgm:pt modelId="{2187B99C-23C5-4AE5-A638-489B4A127E92}">
      <dgm:prSet custT="1"/>
      <dgm:spPr/>
      <dgm:t>
        <a:bodyPr numCol="1"/>
        <a:lstStyle/>
        <a:p>
          <a:pPr rtl="0"/>
          <a:r>
            <a:rPr lang="en-US" sz="1000"/>
            <a:t>Inadequate training</a:t>
          </a:r>
          <a:endParaRPr lang="en-GB" altLang="en-GB" sz="1000"/>
        </a:p>
      </dgm:t>
    </dgm:pt>
    <dgm:pt modelId="{ACA0913B-FFB3-4935-8B22-596DE29DFFEE}" type="parTrans" cxnId="{2B1BE29F-49EB-4181-AEF1-19FA392760E8}">
      <dgm:prSet/>
      <dgm:spPr/>
      <dgm:t>
        <a:bodyPr numCol="1"/>
        <a:lstStyle/>
        <a:p>
          <a:endParaRPr lang="en-US"/>
        </a:p>
      </dgm:t>
    </dgm:pt>
    <dgm:pt modelId="{A8CA8FE7-28E7-4B54-9D29-66B45E1BF27D}" type="sibTrans" cxnId="{2B1BE29F-49EB-4181-AEF1-19FA392760E8}">
      <dgm:prSet/>
      <dgm:spPr/>
      <dgm:t>
        <a:bodyPr numCol="1"/>
        <a:lstStyle/>
        <a:p>
          <a:endParaRPr lang="en-US"/>
        </a:p>
      </dgm:t>
    </dgm:pt>
    <dgm:pt modelId="{B6C13868-E82B-4DA9-9D9A-3139219B32FE}">
      <dgm:prSet custT="1"/>
      <dgm:spPr/>
      <dgm:t>
        <a:bodyPr numCol="1"/>
        <a:lstStyle/>
        <a:p>
          <a:pPr rtl="0"/>
          <a:r>
            <a:rPr lang="en-US" sz="1000"/>
            <a:t>Inadequate security</a:t>
          </a:r>
          <a:endParaRPr lang="en-GB" altLang="en-GB" sz="1000"/>
        </a:p>
      </dgm:t>
    </dgm:pt>
    <dgm:pt modelId="{2A6FB5E5-445B-4814-B464-4BE89C551A9E}" type="parTrans" cxnId="{099FFAD2-A50A-4AEF-90F8-F5164BA7E14E}">
      <dgm:prSet/>
      <dgm:spPr/>
      <dgm:t>
        <a:bodyPr numCol="1"/>
        <a:lstStyle/>
        <a:p>
          <a:endParaRPr lang="en-US"/>
        </a:p>
      </dgm:t>
    </dgm:pt>
    <dgm:pt modelId="{F0B5E4F1-3931-43D6-BC43-91B3D0EC1BA9}" type="sibTrans" cxnId="{099FFAD2-A50A-4AEF-90F8-F5164BA7E14E}">
      <dgm:prSet/>
      <dgm:spPr/>
      <dgm:t>
        <a:bodyPr numCol="1"/>
        <a:lstStyle/>
        <a:p>
          <a:endParaRPr lang="en-US"/>
        </a:p>
      </dgm:t>
    </dgm:pt>
    <dgm:pt modelId="{BE3E5460-F154-4130-A459-479A10608F77}">
      <dgm:prSet custT="1"/>
      <dgm:spPr/>
      <dgm:t>
        <a:bodyPr numCol="1"/>
        <a:lstStyle/>
        <a:p>
          <a:pPr rtl="0"/>
          <a:r>
            <a:rPr lang="en-US" sz="1000" dirty="0"/>
            <a:t>Theft of programs	</a:t>
          </a:r>
          <a:endParaRPr lang="en-GB" altLang="en-GB" sz="1000" dirty="0"/>
        </a:p>
      </dgm:t>
    </dgm:pt>
    <dgm:pt modelId="{91F3BB69-023A-435D-8D0C-BB6F70CDE7D8}" type="parTrans" cxnId="{83CE28F4-7417-44EA-88D1-ACD3E9B4666D}">
      <dgm:prSet/>
      <dgm:spPr/>
      <dgm:t>
        <a:bodyPr numCol="1"/>
        <a:lstStyle/>
        <a:p>
          <a:endParaRPr lang="en-US"/>
        </a:p>
      </dgm:t>
    </dgm:pt>
    <dgm:pt modelId="{DABA88ED-5928-481F-ADD3-68991DD2EEC6}" type="sibTrans" cxnId="{83CE28F4-7417-44EA-88D1-ACD3E9B4666D}">
      <dgm:prSet/>
      <dgm:spPr/>
      <dgm:t>
        <a:bodyPr numCol="1"/>
        <a:lstStyle/>
        <a:p>
          <a:endParaRPr lang="en-US"/>
        </a:p>
      </dgm:t>
    </dgm:pt>
    <dgm:pt modelId="{41CA0A04-E83B-4115-98BA-357AD0FDC66F}">
      <dgm:prSet custT="1"/>
      <dgm:spPr/>
      <dgm:t>
        <a:bodyPr numCol="1"/>
        <a:lstStyle/>
        <a:p>
          <a:pPr rtl="0"/>
          <a:r>
            <a:rPr lang="en-GB" altLang="en-GB" sz="1000" dirty="0"/>
            <a:t>SQL Injection</a:t>
          </a:r>
        </a:p>
      </dgm:t>
    </dgm:pt>
    <dgm:pt modelId="{E1B3BB69-07A2-43FE-BADC-C2FCDEBA9B26}" type="parTrans" cxnId="{0BCC891D-9DBF-4551-AC3D-EB2B4583CB7E}">
      <dgm:prSet/>
      <dgm:spPr/>
      <dgm:t>
        <a:bodyPr numCol="1"/>
        <a:lstStyle/>
        <a:p>
          <a:endParaRPr lang="en-US"/>
        </a:p>
      </dgm:t>
    </dgm:pt>
    <dgm:pt modelId="{CD3D48FC-A1F6-42BD-B686-B800F2AD7EEE}" type="sibTrans" cxnId="{0BCC891D-9DBF-4551-AC3D-EB2B4583CB7E}">
      <dgm:prSet/>
      <dgm:spPr/>
      <dgm:t>
        <a:bodyPr numCol="1"/>
        <a:lstStyle/>
        <a:p>
          <a:endParaRPr lang="en-US"/>
        </a:p>
      </dgm:t>
    </dgm:pt>
    <dgm:pt modelId="{507325EC-C70F-4591-9006-59BD95BEA641}">
      <dgm:prSet custT="1"/>
      <dgm:spPr/>
      <dgm:t>
        <a:bodyPr numCol="1"/>
        <a:lstStyle/>
        <a:p>
          <a:pPr rtl="0"/>
          <a:r>
            <a:rPr lang="en-GB" altLang="en-GB" sz="1000" dirty="0"/>
            <a:t>Excessive Privilege</a:t>
          </a:r>
        </a:p>
      </dgm:t>
    </dgm:pt>
    <dgm:pt modelId="{A4F9F3D4-9EA8-47C9-9805-05ED7950F7E3}" type="parTrans" cxnId="{A1C7EAAE-1CCD-4BBC-8010-8818C0501193}">
      <dgm:prSet/>
      <dgm:spPr/>
      <dgm:t>
        <a:bodyPr numCol="1"/>
        <a:lstStyle/>
        <a:p>
          <a:endParaRPr lang="en-US"/>
        </a:p>
      </dgm:t>
    </dgm:pt>
    <dgm:pt modelId="{C6D15F25-5750-422B-AF1C-302A06403117}" type="sibTrans" cxnId="{A1C7EAAE-1CCD-4BBC-8010-8818C0501193}">
      <dgm:prSet/>
      <dgm:spPr/>
      <dgm:t>
        <a:bodyPr numCol="1"/>
        <a:lstStyle/>
        <a:p>
          <a:endParaRPr lang="en-US"/>
        </a:p>
      </dgm:t>
    </dgm:pt>
    <dgm:pt modelId="{24D2C18A-DC0E-4360-941F-411C33E2CC7B}">
      <dgm:prSet custT="1"/>
      <dgm:spPr/>
      <dgm:t>
        <a:bodyPr numCol="1"/>
        <a:lstStyle/>
        <a:p>
          <a:pPr rtl="0"/>
          <a:r>
            <a:rPr lang="en-GB" altLang="en-GB" sz="1000" dirty="0"/>
            <a:t>Malicious software</a:t>
          </a:r>
        </a:p>
      </dgm:t>
    </dgm:pt>
    <dgm:pt modelId="{F456EB5F-B526-4B32-949A-8A29DCCF1665}" type="parTrans" cxnId="{27A9AFE7-B9D6-4AA2-AFED-9B2B9FDE011E}">
      <dgm:prSet/>
      <dgm:spPr/>
      <dgm:t>
        <a:bodyPr numCol="1"/>
        <a:lstStyle/>
        <a:p>
          <a:endParaRPr lang="en-US"/>
        </a:p>
      </dgm:t>
    </dgm:pt>
    <dgm:pt modelId="{BD294506-ECBB-4F40-A855-7308CF0C4FE0}" type="sibTrans" cxnId="{27A9AFE7-B9D6-4AA2-AFED-9B2B9FDE011E}">
      <dgm:prSet/>
      <dgm:spPr/>
      <dgm:t>
        <a:bodyPr numCol="1"/>
        <a:lstStyle/>
        <a:p>
          <a:endParaRPr lang="en-US"/>
        </a:p>
      </dgm:t>
    </dgm:pt>
    <dgm:pt modelId="{76164DC0-7D49-4435-96E9-6A97B348D2DC}">
      <dgm:prSet custT="1"/>
      <dgm:spPr/>
      <dgm:t>
        <a:bodyPr numCol="1"/>
        <a:lstStyle/>
        <a:p>
          <a:pPr rtl="0"/>
          <a:r>
            <a:rPr lang="en-GB" altLang="en-GB" sz="1000" dirty="0"/>
            <a:t>Unauthorised access</a:t>
          </a:r>
        </a:p>
      </dgm:t>
    </dgm:pt>
    <dgm:pt modelId="{15896EFC-2B32-4C24-AA13-4A0129014392}" type="parTrans" cxnId="{5E5F81D4-6308-47AA-A89B-1DCF6D6149D3}">
      <dgm:prSet/>
      <dgm:spPr/>
      <dgm:t>
        <a:bodyPr numCol="1"/>
        <a:lstStyle/>
        <a:p>
          <a:endParaRPr lang="en-US"/>
        </a:p>
      </dgm:t>
    </dgm:pt>
    <dgm:pt modelId="{FC429AB0-E462-4816-88B6-E22C9445186B}" type="sibTrans" cxnId="{5E5F81D4-6308-47AA-A89B-1DCF6D6149D3}">
      <dgm:prSet/>
      <dgm:spPr/>
      <dgm:t>
        <a:bodyPr numCol="1"/>
        <a:lstStyle/>
        <a:p>
          <a:endParaRPr lang="en-US"/>
        </a:p>
      </dgm:t>
    </dgm:pt>
    <dgm:pt modelId="{DBDFB9FE-BFDF-43ED-B74F-43638B723A45}" type="pres">
      <dgm:prSet presAssocID="{58ED874F-EA18-4B69-A551-0C20DDD4B74F}" presName="theList" presStyleCnt="0">
        <dgm:presLayoutVars>
          <dgm:dir/>
          <dgm:animLvl val="lvl"/>
          <dgm:resizeHandles val="exact"/>
        </dgm:presLayoutVars>
      </dgm:prSet>
      <dgm:spPr/>
    </dgm:pt>
    <dgm:pt modelId="{4F55CACF-9935-4379-9732-92EF8C1D7392}" type="pres">
      <dgm:prSet presAssocID="{7B23AD13-CF55-464F-ADC9-07BFD7E4A7E7}" presName="compNode" presStyleCnt="0"/>
      <dgm:spPr/>
    </dgm:pt>
    <dgm:pt modelId="{AB346C7C-6200-41F9-AD07-FC1BBA571EC9}" type="pres">
      <dgm:prSet presAssocID="{7B23AD13-CF55-464F-ADC9-07BFD7E4A7E7}" presName="aNode" presStyleLbl="bgShp" presStyleIdx="0" presStyleCnt="7"/>
      <dgm:spPr/>
    </dgm:pt>
    <dgm:pt modelId="{42149E12-8403-4CC4-889F-D5455B3A6076}" type="pres">
      <dgm:prSet presAssocID="{7B23AD13-CF55-464F-ADC9-07BFD7E4A7E7}" presName="textNode" presStyleLbl="bgShp" presStyleIdx="0" presStyleCnt="7"/>
      <dgm:spPr/>
    </dgm:pt>
    <dgm:pt modelId="{BC451C00-9D96-40FA-AA06-A328AB8DEFFE}" type="pres">
      <dgm:prSet presAssocID="{7B23AD13-CF55-464F-ADC9-07BFD7E4A7E7}" presName="compChildNode" presStyleCnt="0"/>
      <dgm:spPr/>
    </dgm:pt>
    <dgm:pt modelId="{7680270A-46BD-4649-B494-82B2800BF09B}" type="pres">
      <dgm:prSet presAssocID="{7B23AD13-CF55-464F-ADC9-07BFD7E4A7E7}" presName="theInnerList" presStyleCnt="0"/>
      <dgm:spPr/>
    </dgm:pt>
    <dgm:pt modelId="{72E3896C-3E24-42E4-94DE-74EE7C35FA3E}" type="pres">
      <dgm:prSet presAssocID="{64BE6952-1A25-4A7F-8CB1-D9C42CA0FD52}" presName="childNode" presStyleLbl="node1" presStyleIdx="0" presStyleCnt="23">
        <dgm:presLayoutVars>
          <dgm:bulletEnabled val="1"/>
        </dgm:presLayoutVars>
      </dgm:prSet>
      <dgm:spPr/>
    </dgm:pt>
    <dgm:pt modelId="{8754382E-087B-4B13-A773-81258E432C31}" type="pres">
      <dgm:prSet presAssocID="{64BE6952-1A25-4A7F-8CB1-D9C42CA0FD52}" presName="aSpace2" presStyleCnt="0"/>
      <dgm:spPr/>
    </dgm:pt>
    <dgm:pt modelId="{817AEC29-D51E-43F0-A3E4-8759E13F77F3}" type="pres">
      <dgm:prSet presAssocID="{4ABEA96C-68CF-4DE4-A1BB-A91AD1088415}" presName="childNode" presStyleLbl="node1" presStyleIdx="1" presStyleCnt="23">
        <dgm:presLayoutVars>
          <dgm:bulletEnabled val="1"/>
        </dgm:presLayoutVars>
      </dgm:prSet>
      <dgm:spPr/>
    </dgm:pt>
    <dgm:pt modelId="{5ED878D5-FDAF-4855-A88D-0DBD9D8EA588}" type="pres">
      <dgm:prSet presAssocID="{4ABEA96C-68CF-4DE4-A1BB-A91AD1088415}" presName="aSpace2" presStyleCnt="0"/>
      <dgm:spPr/>
    </dgm:pt>
    <dgm:pt modelId="{DD680A8E-5823-42D9-A17C-73816429EF1D}" type="pres">
      <dgm:prSet presAssocID="{8D692545-2751-457A-9FFE-3E577195B70C}" presName="childNode" presStyleLbl="node1" presStyleIdx="2" presStyleCnt="23">
        <dgm:presLayoutVars>
          <dgm:bulletEnabled val="1"/>
        </dgm:presLayoutVars>
      </dgm:prSet>
      <dgm:spPr/>
    </dgm:pt>
    <dgm:pt modelId="{5352B3BD-D061-48D6-A2AD-4C027462B51E}" type="pres">
      <dgm:prSet presAssocID="{7B23AD13-CF55-464F-ADC9-07BFD7E4A7E7}" presName="aSpace" presStyleCnt="0"/>
      <dgm:spPr/>
    </dgm:pt>
    <dgm:pt modelId="{C095F4FF-C960-4282-B9C2-82F9BD2056BE}" type="pres">
      <dgm:prSet presAssocID="{53A0AFB3-897E-471D-A11E-0A8D141FF313}" presName="compNode" presStyleCnt="0"/>
      <dgm:spPr/>
    </dgm:pt>
    <dgm:pt modelId="{B609A003-EEB4-4840-A178-A90AB5459518}" type="pres">
      <dgm:prSet presAssocID="{53A0AFB3-897E-471D-A11E-0A8D141FF313}" presName="aNode" presStyleLbl="bgShp" presStyleIdx="1" presStyleCnt="7"/>
      <dgm:spPr/>
    </dgm:pt>
    <dgm:pt modelId="{A9E907A2-12F9-4733-9A8B-13676CF2B641}" type="pres">
      <dgm:prSet presAssocID="{53A0AFB3-897E-471D-A11E-0A8D141FF313}" presName="textNode" presStyleLbl="bgShp" presStyleIdx="1" presStyleCnt="7"/>
      <dgm:spPr/>
    </dgm:pt>
    <dgm:pt modelId="{BCC3EA6E-DCE0-4718-9183-32A5676115C9}" type="pres">
      <dgm:prSet presAssocID="{53A0AFB3-897E-471D-A11E-0A8D141FF313}" presName="compChildNode" presStyleCnt="0"/>
      <dgm:spPr/>
    </dgm:pt>
    <dgm:pt modelId="{F50A767C-27A0-416A-875F-1A81D7D7C826}" type="pres">
      <dgm:prSet presAssocID="{53A0AFB3-897E-471D-A11E-0A8D141FF313}" presName="theInnerList" presStyleCnt="0"/>
      <dgm:spPr/>
    </dgm:pt>
    <dgm:pt modelId="{59C5C47B-FBBD-4B9C-8928-671E9604483B}" type="pres">
      <dgm:prSet presAssocID="{8E192D51-9698-4CAE-8C11-EBEBB51BD423}" presName="childNode" presStyleLbl="node1" presStyleIdx="3" presStyleCnt="23">
        <dgm:presLayoutVars>
          <dgm:bulletEnabled val="1"/>
        </dgm:presLayoutVars>
      </dgm:prSet>
      <dgm:spPr/>
    </dgm:pt>
    <dgm:pt modelId="{26D9807B-9291-4B9F-BDA4-345E6BE49592}" type="pres">
      <dgm:prSet presAssocID="{8E192D51-9698-4CAE-8C11-EBEBB51BD423}" presName="aSpace2" presStyleCnt="0"/>
      <dgm:spPr/>
    </dgm:pt>
    <dgm:pt modelId="{E2E795CD-CA9A-47BD-BD19-82ACF50696BB}" type="pres">
      <dgm:prSet presAssocID="{BE3E5460-F154-4130-A459-479A10608F77}" presName="childNode" presStyleLbl="node1" presStyleIdx="4" presStyleCnt="23">
        <dgm:presLayoutVars>
          <dgm:bulletEnabled val="1"/>
        </dgm:presLayoutVars>
      </dgm:prSet>
      <dgm:spPr/>
    </dgm:pt>
    <dgm:pt modelId="{3BD99B06-3C5D-43B6-A0F8-6435A7839824}" type="pres">
      <dgm:prSet presAssocID="{BE3E5460-F154-4130-A459-479A10608F77}" presName="aSpace2" presStyleCnt="0"/>
      <dgm:spPr/>
    </dgm:pt>
    <dgm:pt modelId="{1BAC42F1-7985-4AA2-A9D9-582FFE16256C}" type="pres">
      <dgm:prSet presAssocID="{41CA0A04-E83B-4115-98BA-357AD0FDC66F}" presName="childNode" presStyleLbl="node1" presStyleIdx="5" presStyleCnt="23">
        <dgm:presLayoutVars>
          <dgm:bulletEnabled val="1"/>
        </dgm:presLayoutVars>
      </dgm:prSet>
      <dgm:spPr/>
    </dgm:pt>
    <dgm:pt modelId="{97149425-485A-4152-9E0A-8573863553A0}" type="pres">
      <dgm:prSet presAssocID="{41CA0A04-E83B-4115-98BA-357AD0FDC66F}" presName="aSpace2" presStyleCnt="0"/>
      <dgm:spPr/>
    </dgm:pt>
    <dgm:pt modelId="{FB63F6C2-CE4E-42D1-B9B4-DEDA5FF5B260}" type="pres">
      <dgm:prSet presAssocID="{24D2C18A-DC0E-4360-941F-411C33E2CC7B}" presName="childNode" presStyleLbl="node1" presStyleIdx="6" presStyleCnt="23">
        <dgm:presLayoutVars>
          <dgm:bulletEnabled val="1"/>
        </dgm:presLayoutVars>
      </dgm:prSet>
      <dgm:spPr/>
    </dgm:pt>
    <dgm:pt modelId="{6A637EAE-92B2-4C61-8B9F-E1DD55E4705D}" type="pres">
      <dgm:prSet presAssocID="{53A0AFB3-897E-471D-A11E-0A8D141FF313}" presName="aSpace" presStyleCnt="0"/>
      <dgm:spPr/>
    </dgm:pt>
    <dgm:pt modelId="{ECB0F2E3-47EC-4FA5-BAF7-BB2D493CA79A}" type="pres">
      <dgm:prSet presAssocID="{CC83F39E-B4D1-4E8F-BE85-5B367B2856AF}" presName="compNode" presStyleCnt="0"/>
      <dgm:spPr/>
    </dgm:pt>
    <dgm:pt modelId="{D734B41D-695B-47EA-9DA4-6002053F4D1A}" type="pres">
      <dgm:prSet presAssocID="{CC83F39E-B4D1-4E8F-BE85-5B367B2856AF}" presName="aNode" presStyleLbl="bgShp" presStyleIdx="2" presStyleCnt="7"/>
      <dgm:spPr/>
    </dgm:pt>
    <dgm:pt modelId="{0DCBE51C-5B33-4AB0-8EB6-C762C48F423F}" type="pres">
      <dgm:prSet presAssocID="{CC83F39E-B4D1-4E8F-BE85-5B367B2856AF}" presName="textNode" presStyleLbl="bgShp" presStyleIdx="2" presStyleCnt="7"/>
      <dgm:spPr/>
    </dgm:pt>
    <dgm:pt modelId="{85E80261-342E-495C-AC05-23B061EDA8D4}" type="pres">
      <dgm:prSet presAssocID="{CC83F39E-B4D1-4E8F-BE85-5B367B2856AF}" presName="compChildNode" presStyleCnt="0"/>
      <dgm:spPr/>
    </dgm:pt>
    <dgm:pt modelId="{90CDAE38-114A-4AAF-9441-16E2016E83C4}" type="pres">
      <dgm:prSet presAssocID="{CC83F39E-B4D1-4E8F-BE85-5B367B2856AF}" presName="theInnerList" presStyleCnt="0"/>
      <dgm:spPr/>
    </dgm:pt>
    <dgm:pt modelId="{3AF115AC-0EA3-47DA-A9BE-FAA86B1FBD07}" type="pres">
      <dgm:prSet presAssocID="{4841C919-0C69-4A1A-9D56-F692B52B508D}" presName="childNode" presStyleLbl="node1" presStyleIdx="7" presStyleCnt="23">
        <dgm:presLayoutVars>
          <dgm:bulletEnabled val="1"/>
        </dgm:presLayoutVars>
      </dgm:prSet>
      <dgm:spPr/>
    </dgm:pt>
    <dgm:pt modelId="{B83D20FB-302D-4C70-B68A-8EFFB1AC1E67}" type="pres">
      <dgm:prSet presAssocID="{4841C919-0C69-4A1A-9D56-F692B52B508D}" presName="aSpace2" presStyleCnt="0"/>
      <dgm:spPr/>
    </dgm:pt>
    <dgm:pt modelId="{16D009F4-687E-49AC-849E-9265FB521C96}" type="pres">
      <dgm:prSet presAssocID="{507325EC-C70F-4591-9006-59BD95BEA641}" presName="childNode" presStyleLbl="node1" presStyleIdx="8" presStyleCnt="23">
        <dgm:presLayoutVars>
          <dgm:bulletEnabled val="1"/>
        </dgm:presLayoutVars>
      </dgm:prSet>
      <dgm:spPr/>
    </dgm:pt>
    <dgm:pt modelId="{8952246D-EB50-4716-9709-A9EE88DE0940}" type="pres">
      <dgm:prSet presAssocID="{CC83F39E-B4D1-4E8F-BE85-5B367B2856AF}" presName="aSpace" presStyleCnt="0"/>
      <dgm:spPr/>
    </dgm:pt>
    <dgm:pt modelId="{0DB8ABCA-42D8-4834-80E2-841775DA0DE4}" type="pres">
      <dgm:prSet presAssocID="{5648055A-B218-4D1E-BC5A-10B9B8828829}" presName="compNode" presStyleCnt="0"/>
      <dgm:spPr/>
    </dgm:pt>
    <dgm:pt modelId="{6FD2F2BF-CEDF-42A4-9EE7-6897323953BD}" type="pres">
      <dgm:prSet presAssocID="{5648055A-B218-4D1E-BC5A-10B9B8828829}" presName="aNode" presStyleLbl="bgShp" presStyleIdx="3" presStyleCnt="7"/>
      <dgm:spPr/>
    </dgm:pt>
    <dgm:pt modelId="{6B56C619-93EE-4D2A-B804-D2D71EDB05BB}" type="pres">
      <dgm:prSet presAssocID="{5648055A-B218-4D1E-BC5A-10B9B8828829}" presName="textNode" presStyleLbl="bgShp" presStyleIdx="3" presStyleCnt="7"/>
      <dgm:spPr/>
    </dgm:pt>
    <dgm:pt modelId="{9715E1C7-5F6F-4810-8B7C-BD602B7F10F3}" type="pres">
      <dgm:prSet presAssocID="{5648055A-B218-4D1E-BC5A-10B9B8828829}" presName="compChildNode" presStyleCnt="0"/>
      <dgm:spPr/>
    </dgm:pt>
    <dgm:pt modelId="{9DADAC29-019E-4DA4-A570-BD8B3FC817BB}" type="pres">
      <dgm:prSet presAssocID="{5648055A-B218-4D1E-BC5A-10B9B8828829}" presName="theInnerList" presStyleCnt="0"/>
      <dgm:spPr/>
    </dgm:pt>
    <dgm:pt modelId="{DBEAA8A9-A5AE-4C33-A66E-8B71738A2236}" type="pres">
      <dgm:prSet presAssocID="{814055AD-3764-4FC9-B5C8-4DDAEDBC137C}" presName="childNode" presStyleLbl="node1" presStyleIdx="9" presStyleCnt="23">
        <dgm:presLayoutVars>
          <dgm:bulletEnabled val="1"/>
        </dgm:presLayoutVars>
      </dgm:prSet>
      <dgm:spPr/>
    </dgm:pt>
    <dgm:pt modelId="{3F4103B4-B435-49F4-8045-3E34171E5F47}" type="pres">
      <dgm:prSet presAssocID="{814055AD-3764-4FC9-B5C8-4DDAEDBC137C}" presName="aSpace2" presStyleCnt="0"/>
      <dgm:spPr/>
    </dgm:pt>
    <dgm:pt modelId="{D15A0C4C-EC4E-42A7-88FC-7F064A8CB4BF}" type="pres">
      <dgm:prSet presAssocID="{671510E4-6AE7-4F37-A9CC-6752A359B85D}" presName="childNode" presStyleLbl="node1" presStyleIdx="10" presStyleCnt="23">
        <dgm:presLayoutVars>
          <dgm:bulletEnabled val="1"/>
        </dgm:presLayoutVars>
      </dgm:prSet>
      <dgm:spPr/>
    </dgm:pt>
    <dgm:pt modelId="{DBE78226-6E07-4733-BCEB-BF0AB4E147F9}" type="pres">
      <dgm:prSet presAssocID="{5648055A-B218-4D1E-BC5A-10B9B8828829}" presName="aSpace" presStyleCnt="0"/>
      <dgm:spPr/>
    </dgm:pt>
    <dgm:pt modelId="{D2A1D265-779A-4E18-89FD-35C7C003E07A}" type="pres">
      <dgm:prSet presAssocID="{519102CB-DAC8-44A8-973D-23BE617CFE85}" presName="compNode" presStyleCnt="0"/>
      <dgm:spPr/>
    </dgm:pt>
    <dgm:pt modelId="{91F1E907-92CD-4279-8686-2858E32869D1}" type="pres">
      <dgm:prSet presAssocID="{519102CB-DAC8-44A8-973D-23BE617CFE85}" presName="aNode" presStyleLbl="bgShp" presStyleIdx="4" presStyleCnt="7"/>
      <dgm:spPr/>
    </dgm:pt>
    <dgm:pt modelId="{0D3D91D6-F7D0-406C-A4C9-92F6B93AB4D7}" type="pres">
      <dgm:prSet presAssocID="{519102CB-DAC8-44A8-973D-23BE617CFE85}" presName="textNode" presStyleLbl="bgShp" presStyleIdx="4" presStyleCnt="7"/>
      <dgm:spPr/>
    </dgm:pt>
    <dgm:pt modelId="{8E3B311F-7D9F-4D16-82D1-ACE0EA046030}" type="pres">
      <dgm:prSet presAssocID="{519102CB-DAC8-44A8-973D-23BE617CFE85}" presName="compChildNode" presStyleCnt="0"/>
      <dgm:spPr/>
    </dgm:pt>
    <dgm:pt modelId="{8919D8D0-8652-4AE4-A94D-F6DB6BCC01B1}" type="pres">
      <dgm:prSet presAssocID="{519102CB-DAC8-44A8-973D-23BE617CFE85}" presName="theInnerList" presStyleCnt="0"/>
      <dgm:spPr/>
    </dgm:pt>
    <dgm:pt modelId="{20A843A4-C8BD-4F9F-852D-0B798939AF3B}" type="pres">
      <dgm:prSet presAssocID="{76164DC0-7D49-4435-96E9-6A97B348D2DC}" presName="childNode" presStyleLbl="node1" presStyleIdx="11" presStyleCnt="23">
        <dgm:presLayoutVars>
          <dgm:bulletEnabled val="1"/>
        </dgm:presLayoutVars>
      </dgm:prSet>
      <dgm:spPr/>
    </dgm:pt>
    <dgm:pt modelId="{22DC348E-7605-4D48-98B8-DDA34EB0652D}" type="pres">
      <dgm:prSet presAssocID="{76164DC0-7D49-4435-96E9-6A97B348D2DC}" presName="aSpace2" presStyleCnt="0"/>
      <dgm:spPr/>
    </dgm:pt>
    <dgm:pt modelId="{FD35078A-2C7E-4C20-9869-0F132464D122}" type="pres">
      <dgm:prSet presAssocID="{7C700FBE-AABA-4546-8743-2D338C1815E0}" presName="childNode" presStyleLbl="node1" presStyleIdx="12" presStyleCnt="23">
        <dgm:presLayoutVars>
          <dgm:bulletEnabled val="1"/>
        </dgm:presLayoutVars>
      </dgm:prSet>
      <dgm:spPr/>
    </dgm:pt>
    <dgm:pt modelId="{C430700D-773B-41B2-BDEF-D55C782385C7}" type="pres">
      <dgm:prSet presAssocID="{7C700FBE-AABA-4546-8743-2D338C1815E0}" presName="aSpace2" presStyleCnt="0"/>
      <dgm:spPr/>
    </dgm:pt>
    <dgm:pt modelId="{E8940677-AC4D-429A-B33F-BC1625CA34F4}" type="pres">
      <dgm:prSet presAssocID="{FA664911-E0F2-455F-A955-C58559984B4F}" presName="childNode" presStyleLbl="node1" presStyleIdx="13" presStyleCnt="23">
        <dgm:presLayoutVars>
          <dgm:bulletEnabled val="1"/>
        </dgm:presLayoutVars>
      </dgm:prSet>
      <dgm:spPr/>
    </dgm:pt>
    <dgm:pt modelId="{56312F4D-67CA-40EE-80D7-6B705A2DDA87}" type="pres">
      <dgm:prSet presAssocID="{519102CB-DAC8-44A8-973D-23BE617CFE85}" presName="aSpace" presStyleCnt="0"/>
      <dgm:spPr/>
    </dgm:pt>
    <dgm:pt modelId="{B42E5F20-FDDF-4206-8588-7E67087D588A}" type="pres">
      <dgm:prSet presAssocID="{5600D7D0-5B27-444A-AAE0-E5AF296072D1}" presName="compNode" presStyleCnt="0"/>
      <dgm:spPr/>
    </dgm:pt>
    <dgm:pt modelId="{C11A89E6-5B5F-4F32-9A00-51F9B8BC7235}" type="pres">
      <dgm:prSet presAssocID="{5600D7D0-5B27-444A-AAE0-E5AF296072D1}" presName="aNode" presStyleLbl="bgShp" presStyleIdx="5" presStyleCnt="7"/>
      <dgm:spPr/>
    </dgm:pt>
    <dgm:pt modelId="{4A7FA749-F8B0-4E68-9080-2A54E0DDE24D}" type="pres">
      <dgm:prSet presAssocID="{5600D7D0-5B27-444A-AAE0-E5AF296072D1}" presName="textNode" presStyleLbl="bgShp" presStyleIdx="5" presStyleCnt="7"/>
      <dgm:spPr/>
    </dgm:pt>
    <dgm:pt modelId="{5C795E1D-76AF-4DC4-B435-2264D97A402F}" type="pres">
      <dgm:prSet presAssocID="{5600D7D0-5B27-444A-AAE0-E5AF296072D1}" presName="compChildNode" presStyleCnt="0"/>
      <dgm:spPr/>
    </dgm:pt>
    <dgm:pt modelId="{AE1FA652-E267-45E9-A8F1-2936FDAE55BE}" type="pres">
      <dgm:prSet presAssocID="{5600D7D0-5B27-444A-AAE0-E5AF296072D1}" presName="theInnerList" presStyleCnt="0"/>
      <dgm:spPr/>
    </dgm:pt>
    <dgm:pt modelId="{9F058966-7C18-4A6A-AF70-2A285CF6D576}" type="pres">
      <dgm:prSet presAssocID="{16E90A4F-3A9D-471C-88DA-84DB61018272}" presName="childNode" presStyleLbl="node1" presStyleIdx="14" presStyleCnt="23">
        <dgm:presLayoutVars>
          <dgm:bulletEnabled val="1"/>
        </dgm:presLayoutVars>
      </dgm:prSet>
      <dgm:spPr/>
    </dgm:pt>
    <dgm:pt modelId="{B89771E9-6406-4B76-9B7E-98ED05A81DE6}" type="pres">
      <dgm:prSet presAssocID="{16E90A4F-3A9D-471C-88DA-84DB61018272}" presName="aSpace2" presStyleCnt="0"/>
      <dgm:spPr/>
    </dgm:pt>
    <dgm:pt modelId="{7DBC1D46-D2DF-4B00-AF41-63433045C626}" type="pres">
      <dgm:prSet presAssocID="{BFFF8EFC-C069-48ED-B434-6F2159FA4F7A}" presName="childNode" presStyleLbl="node1" presStyleIdx="15" presStyleCnt="23">
        <dgm:presLayoutVars>
          <dgm:bulletEnabled val="1"/>
        </dgm:presLayoutVars>
      </dgm:prSet>
      <dgm:spPr/>
    </dgm:pt>
    <dgm:pt modelId="{49DD280F-74FA-4400-B20E-5A61C23E116E}" type="pres">
      <dgm:prSet presAssocID="{BFFF8EFC-C069-48ED-B434-6F2159FA4F7A}" presName="aSpace2" presStyleCnt="0"/>
      <dgm:spPr/>
    </dgm:pt>
    <dgm:pt modelId="{86482681-3B1C-4929-BF81-9B940DEB5E63}" type="pres">
      <dgm:prSet presAssocID="{8F79E44F-4705-41D0-AC97-C3E512F057D9}" presName="childNode" presStyleLbl="node1" presStyleIdx="16" presStyleCnt="23">
        <dgm:presLayoutVars>
          <dgm:bulletEnabled val="1"/>
        </dgm:presLayoutVars>
      </dgm:prSet>
      <dgm:spPr/>
    </dgm:pt>
    <dgm:pt modelId="{C805D1B8-88B4-4540-8517-81D0D2A60DB0}" type="pres">
      <dgm:prSet presAssocID="{8F79E44F-4705-41D0-AC97-C3E512F057D9}" presName="aSpace2" presStyleCnt="0"/>
      <dgm:spPr/>
    </dgm:pt>
    <dgm:pt modelId="{C3B58C6B-84B7-4E2D-B610-E3B124F88968}" type="pres">
      <dgm:prSet presAssocID="{36159542-60AF-40B9-A827-111882480D27}" presName="childNode" presStyleLbl="node1" presStyleIdx="17" presStyleCnt="23">
        <dgm:presLayoutVars>
          <dgm:bulletEnabled val="1"/>
        </dgm:presLayoutVars>
      </dgm:prSet>
      <dgm:spPr/>
    </dgm:pt>
    <dgm:pt modelId="{F2E765B0-2F8A-4C87-B2B3-BAFF1D0BDBCB}" type="pres">
      <dgm:prSet presAssocID="{36159542-60AF-40B9-A827-111882480D27}" presName="aSpace2" presStyleCnt="0"/>
      <dgm:spPr/>
    </dgm:pt>
    <dgm:pt modelId="{944637E5-234F-43B3-B6A4-34193846D83F}" type="pres">
      <dgm:prSet presAssocID="{5EF50E61-1632-4331-87E1-C1D75EB7A2FA}" presName="childNode" presStyleLbl="node1" presStyleIdx="18" presStyleCnt="23">
        <dgm:presLayoutVars>
          <dgm:bulletEnabled val="1"/>
        </dgm:presLayoutVars>
      </dgm:prSet>
      <dgm:spPr/>
    </dgm:pt>
    <dgm:pt modelId="{AD8C07D2-57D7-48D7-9881-48BEFCFE251D}" type="pres">
      <dgm:prSet presAssocID="{5600D7D0-5B27-444A-AAE0-E5AF296072D1}" presName="aSpace" presStyleCnt="0"/>
      <dgm:spPr/>
    </dgm:pt>
    <dgm:pt modelId="{0362F053-E854-4D72-B7B8-F6F2C813F32C}" type="pres">
      <dgm:prSet presAssocID="{4D8F4A65-ED48-4E93-9B1E-56A86B6A8188}" presName="compNode" presStyleCnt="0"/>
      <dgm:spPr/>
    </dgm:pt>
    <dgm:pt modelId="{5E778DEE-DA86-4F72-8E67-D61C901619F7}" type="pres">
      <dgm:prSet presAssocID="{4D8F4A65-ED48-4E93-9B1E-56A86B6A8188}" presName="aNode" presStyleLbl="bgShp" presStyleIdx="6" presStyleCnt="7"/>
      <dgm:spPr/>
    </dgm:pt>
    <dgm:pt modelId="{F1112B93-7222-4728-8B67-3C39CD115D62}" type="pres">
      <dgm:prSet presAssocID="{4D8F4A65-ED48-4E93-9B1E-56A86B6A8188}" presName="textNode" presStyleLbl="bgShp" presStyleIdx="6" presStyleCnt="7"/>
      <dgm:spPr/>
    </dgm:pt>
    <dgm:pt modelId="{D6E5D0C7-C803-4E29-9EAC-D80685275936}" type="pres">
      <dgm:prSet presAssocID="{4D8F4A65-ED48-4E93-9B1E-56A86B6A8188}" presName="compChildNode" presStyleCnt="0"/>
      <dgm:spPr/>
    </dgm:pt>
    <dgm:pt modelId="{614B6218-9F60-4CB4-9407-11B1EAC51564}" type="pres">
      <dgm:prSet presAssocID="{4D8F4A65-ED48-4E93-9B1E-56A86B6A8188}" presName="theInnerList" presStyleCnt="0"/>
      <dgm:spPr/>
    </dgm:pt>
    <dgm:pt modelId="{C9F72C60-5310-4CBB-A095-9B59BB8A13D7}" type="pres">
      <dgm:prSet presAssocID="{F81E6184-2B20-4CE6-8A5C-5C0B351507BE}" presName="childNode" presStyleLbl="node1" presStyleIdx="19" presStyleCnt="23">
        <dgm:presLayoutVars>
          <dgm:bulletEnabled val="1"/>
        </dgm:presLayoutVars>
      </dgm:prSet>
      <dgm:spPr/>
    </dgm:pt>
    <dgm:pt modelId="{8CFCA3A6-BC90-40D2-96B3-962BE884FEA7}" type="pres">
      <dgm:prSet presAssocID="{F81E6184-2B20-4CE6-8A5C-5C0B351507BE}" presName="aSpace2" presStyleCnt="0"/>
      <dgm:spPr/>
    </dgm:pt>
    <dgm:pt modelId="{B5800E0D-4CC3-40F9-A668-750D6CAA2D71}" type="pres">
      <dgm:prSet presAssocID="{2DF06611-C4C6-4956-A310-EFE6629FAA4D}" presName="childNode" presStyleLbl="node1" presStyleIdx="20" presStyleCnt="23">
        <dgm:presLayoutVars>
          <dgm:bulletEnabled val="1"/>
        </dgm:presLayoutVars>
      </dgm:prSet>
      <dgm:spPr/>
    </dgm:pt>
    <dgm:pt modelId="{7EA4C35E-C204-4F1D-A3BB-45EB0E8DFB2E}" type="pres">
      <dgm:prSet presAssocID="{2DF06611-C4C6-4956-A310-EFE6629FAA4D}" presName="aSpace2" presStyleCnt="0"/>
      <dgm:spPr/>
    </dgm:pt>
    <dgm:pt modelId="{207DC11F-06F4-47C0-9EBF-0961F13F36F0}" type="pres">
      <dgm:prSet presAssocID="{2187B99C-23C5-4AE5-A638-489B4A127E92}" presName="childNode" presStyleLbl="node1" presStyleIdx="21" presStyleCnt="23">
        <dgm:presLayoutVars>
          <dgm:bulletEnabled val="1"/>
        </dgm:presLayoutVars>
      </dgm:prSet>
      <dgm:spPr/>
    </dgm:pt>
    <dgm:pt modelId="{11893216-0167-4619-98CB-903CA3D07148}" type="pres">
      <dgm:prSet presAssocID="{2187B99C-23C5-4AE5-A638-489B4A127E92}" presName="aSpace2" presStyleCnt="0"/>
      <dgm:spPr/>
    </dgm:pt>
    <dgm:pt modelId="{F794E0DF-FAE5-4633-92DC-2AC6EC62CA52}" type="pres">
      <dgm:prSet presAssocID="{B6C13868-E82B-4DA9-9D9A-3139219B32FE}" presName="childNode" presStyleLbl="node1" presStyleIdx="22" presStyleCnt="23">
        <dgm:presLayoutVars>
          <dgm:bulletEnabled val="1"/>
        </dgm:presLayoutVars>
      </dgm:prSet>
      <dgm:spPr/>
    </dgm:pt>
  </dgm:ptLst>
  <dgm:cxnLst>
    <dgm:cxn modelId="{45523807-ED82-4F2B-B8AD-95B0A1EC94C4}" type="presOf" srcId="{5648055A-B218-4D1E-BC5A-10B9B8828829}" destId="{6B56C619-93EE-4D2A-B804-D2D71EDB05BB}" srcOrd="1" destOrd="0" presId="urn:microsoft.com/office/officeart/2005/8/layout/lProcess2#1"/>
    <dgm:cxn modelId="{7710410B-CCFE-475C-B6F3-337FAAB2C271}" srcId="{CC83F39E-B4D1-4E8F-BE85-5B367B2856AF}" destId="{4841C919-0C69-4A1A-9D56-F692B52B508D}" srcOrd="0" destOrd="0" parTransId="{66246A52-E9AD-4DD6-B61B-3871752ADDAB}" sibTransId="{7E72331F-753F-42DF-AD2E-3B0C8CFA41C8}"/>
    <dgm:cxn modelId="{17B1F210-40D5-4563-A283-CB479E88DAAB}" type="presOf" srcId="{F81E6184-2B20-4CE6-8A5C-5C0B351507BE}" destId="{C9F72C60-5310-4CBB-A095-9B59BB8A13D7}" srcOrd="0" destOrd="0" presId="urn:microsoft.com/office/officeart/2005/8/layout/lProcess2#1"/>
    <dgm:cxn modelId="{4F646212-6CBA-435F-820D-11B091B88CB0}" srcId="{7B23AD13-CF55-464F-ADC9-07BFD7E4A7E7}" destId="{8D692545-2751-457A-9FFE-3E577195B70C}" srcOrd="2" destOrd="0" parTransId="{9B6222C7-E0A4-4241-B639-5A1B73D6D2A6}" sibTransId="{14D85CBE-699D-4ED8-A944-9CAB84E2BFC0}"/>
    <dgm:cxn modelId="{EE362D13-197A-49AC-9F5A-62FBFD6464D2}" type="presOf" srcId="{8E192D51-9698-4CAE-8C11-EBEBB51BD423}" destId="{59C5C47B-FBBD-4B9C-8928-671E9604483B}" srcOrd="0" destOrd="0" presId="urn:microsoft.com/office/officeart/2005/8/layout/lProcess2#1"/>
    <dgm:cxn modelId="{37EF1415-6B18-41F4-8DA0-6248C99187E1}" type="presOf" srcId="{519102CB-DAC8-44A8-973D-23BE617CFE85}" destId="{91F1E907-92CD-4279-8686-2858E32869D1}" srcOrd="0" destOrd="0" presId="urn:microsoft.com/office/officeart/2005/8/layout/lProcess2#1"/>
    <dgm:cxn modelId="{BB358217-16E9-4055-9559-0DAC672DADF1}" srcId="{53A0AFB3-897E-471D-A11E-0A8D141FF313}" destId="{8E192D51-9698-4CAE-8C11-EBEBB51BD423}" srcOrd="0" destOrd="0" parTransId="{D59DEC11-796B-40CD-AA2E-66C13A2FFB8B}" sibTransId="{F4C85ABE-3693-4A00-8009-24A673D4922F}"/>
    <dgm:cxn modelId="{254C6B18-8846-4D1C-9B40-804A2168D81D}" type="presOf" srcId="{53A0AFB3-897E-471D-A11E-0A8D141FF313}" destId="{A9E907A2-12F9-4733-9A8B-13676CF2B641}" srcOrd="1" destOrd="0" presId="urn:microsoft.com/office/officeart/2005/8/layout/lProcess2#1"/>
    <dgm:cxn modelId="{D8FF7919-CBBF-4656-A560-1D8871C2C6A6}" srcId="{5600D7D0-5B27-444A-AAE0-E5AF296072D1}" destId="{5EF50E61-1632-4331-87E1-C1D75EB7A2FA}" srcOrd="4" destOrd="0" parTransId="{09ADBB82-80CC-4B84-A169-612820FBF38D}" sibTransId="{2161408B-4B57-4D40-AB65-88B04D8CBCCA}"/>
    <dgm:cxn modelId="{0BCC891D-9DBF-4551-AC3D-EB2B4583CB7E}" srcId="{53A0AFB3-897E-471D-A11E-0A8D141FF313}" destId="{41CA0A04-E83B-4115-98BA-357AD0FDC66F}" srcOrd="2" destOrd="0" parTransId="{E1B3BB69-07A2-43FE-BADC-C2FCDEBA9B26}" sibTransId="{CD3D48FC-A1F6-42BD-B686-B800F2AD7EEE}"/>
    <dgm:cxn modelId="{8128C820-0F86-4EB9-BF51-C8B82B987450}" type="presOf" srcId="{8F79E44F-4705-41D0-AC97-C3E512F057D9}" destId="{86482681-3B1C-4929-BF81-9B940DEB5E63}" srcOrd="0" destOrd="0" presId="urn:microsoft.com/office/officeart/2005/8/layout/lProcess2#1"/>
    <dgm:cxn modelId="{D6766C21-80C4-4663-8FDC-4A4AA5D091C8}" type="presOf" srcId="{76164DC0-7D49-4435-96E9-6A97B348D2DC}" destId="{20A843A4-C8BD-4F9F-852D-0B798939AF3B}" srcOrd="0" destOrd="0" presId="urn:microsoft.com/office/officeart/2005/8/layout/lProcess2#1"/>
    <dgm:cxn modelId="{5894EA25-3815-4219-B7C6-FDA043D51B31}" type="presOf" srcId="{BE3E5460-F154-4130-A459-479A10608F77}" destId="{E2E795CD-CA9A-47BD-BD19-82ACF50696BB}" srcOrd="0" destOrd="0" presId="urn:microsoft.com/office/officeart/2005/8/layout/lProcess2#1"/>
    <dgm:cxn modelId="{90ECE52B-B1B4-40A9-8713-1C5F9E2E5000}" srcId="{5600D7D0-5B27-444A-AAE0-E5AF296072D1}" destId="{BFFF8EFC-C069-48ED-B434-6F2159FA4F7A}" srcOrd="1" destOrd="0" parTransId="{B9E4A697-6788-469D-8ACF-17848D5EC48D}" sibTransId="{2503FAAD-9960-4ADC-91D0-24BA3CB1B2A6}"/>
    <dgm:cxn modelId="{6E25422D-14BE-4004-967E-7F7EB1966852}" srcId="{4D8F4A65-ED48-4E93-9B1E-56A86B6A8188}" destId="{2DF06611-C4C6-4956-A310-EFE6629FAA4D}" srcOrd="1" destOrd="0" parTransId="{F792033C-3869-459C-A0F1-22DEB40B8255}" sibTransId="{89C6DC45-1B14-4C1E-B032-0BA7B66DC76D}"/>
    <dgm:cxn modelId="{D8C34036-E486-4B99-B1D9-07DBCA99E388}" srcId="{58ED874F-EA18-4B69-A551-0C20DDD4B74F}" destId="{53A0AFB3-897E-471D-A11E-0A8D141FF313}" srcOrd="1" destOrd="0" parTransId="{B7011607-3D7A-4CBA-A2E7-664374650551}" sibTransId="{5D4AB05C-D643-410C-82A4-08F2F5131EA9}"/>
    <dgm:cxn modelId="{D6C9043E-FF8A-43E2-BFB3-025DFAC3E58F}" type="presOf" srcId="{5648055A-B218-4D1E-BC5A-10B9B8828829}" destId="{6FD2F2BF-CEDF-42A4-9EE7-6897323953BD}" srcOrd="0" destOrd="0" presId="urn:microsoft.com/office/officeart/2005/8/layout/lProcess2#1"/>
    <dgm:cxn modelId="{2A840A3E-7866-44CB-BB28-74B7D61682B3}" type="presOf" srcId="{CC83F39E-B4D1-4E8F-BE85-5B367B2856AF}" destId="{0DCBE51C-5B33-4AB0-8EB6-C762C48F423F}" srcOrd="1" destOrd="0" presId="urn:microsoft.com/office/officeart/2005/8/layout/lProcess2#1"/>
    <dgm:cxn modelId="{4D745F5F-CCE1-447F-AB35-4A281AA987BB}" type="presOf" srcId="{36159542-60AF-40B9-A827-111882480D27}" destId="{C3B58C6B-84B7-4E2D-B610-E3B124F88968}" srcOrd="0" destOrd="0" presId="urn:microsoft.com/office/officeart/2005/8/layout/lProcess2#1"/>
    <dgm:cxn modelId="{92A57061-1F5C-4981-A6AA-8DA2048B8A63}" type="presOf" srcId="{CC83F39E-B4D1-4E8F-BE85-5B367B2856AF}" destId="{D734B41D-695B-47EA-9DA4-6002053F4D1A}" srcOrd="0" destOrd="0" presId="urn:microsoft.com/office/officeart/2005/8/layout/lProcess2#1"/>
    <dgm:cxn modelId="{F37EAA41-B0DD-443A-85EE-423FD82596CD}" type="presOf" srcId="{BFFF8EFC-C069-48ED-B434-6F2159FA4F7A}" destId="{7DBC1D46-D2DF-4B00-AF41-63433045C626}" srcOrd="0" destOrd="0" presId="urn:microsoft.com/office/officeart/2005/8/layout/lProcess2#1"/>
    <dgm:cxn modelId="{3BC7AE45-CD8B-4049-9791-82CE049EE4AB}" srcId="{58ED874F-EA18-4B69-A551-0C20DDD4B74F}" destId="{CC83F39E-B4D1-4E8F-BE85-5B367B2856AF}" srcOrd="2" destOrd="0" parTransId="{697E84F9-C6FB-4DE2-A835-01672CC88E4D}" sibTransId="{F515A1C1-650E-48FA-8224-F01CED8D1E37}"/>
    <dgm:cxn modelId="{1A6AFE45-BB2E-46C6-8CE9-676C59A61F88}" srcId="{58ED874F-EA18-4B69-A551-0C20DDD4B74F}" destId="{7B23AD13-CF55-464F-ADC9-07BFD7E4A7E7}" srcOrd="0" destOrd="0" parTransId="{B544E092-D241-4301-A8C5-491991116BBD}" sibTransId="{3266009A-F8EE-4F3D-B6F7-AC05FDDA6D2D}"/>
    <dgm:cxn modelId="{A3033E68-2525-4199-B3AD-9FAB8E8A0B8F}" srcId="{519102CB-DAC8-44A8-973D-23BE617CFE85}" destId="{FA664911-E0F2-455F-A955-C58559984B4F}" srcOrd="2" destOrd="0" parTransId="{83A83747-8E14-45F3-98AC-BAFE31A2F8C7}" sibTransId="{36993B65-6216-4F3B-AFF6-C1AC8E086990}"/>
    <dgm:cxn modelId="{600FB449-2E2F-4C6F-8E07-223FAB29B252}" type="presOf" srcId="{7C700FBE-AABA-4546-8743-2D338C1815E0}" destId="{FD35078A-2C7E-4C20-9869-0F132464D122}" srcOrd="0" destOrd="0" presId="urn:microsoft.com/office/officeart/2005/8/layout/lProcess2#1"/>
    <dgm:cxn modelId="{E2872B6B-2ADC-4AC6-835D-DAB66AEC759A}" srcId="{58ED874F-EA18-4B69-A551-0C20DDD4B74F}" destId="{519102CB-DAC8-44A8-973D-23BE617CFE85}" srcOrd="4" destOrd="0" parTransId="{97A9C6D9-2194-43C8-AD50-3987A65B52B5}" sibTransId="{61405E93-3777-43BB-9702-92C258262A45}"/>
    <dgm:cxn modelId="{F656E04B-643F-484B-99D9-5575A9D87363}" srcId="{5600D7D0-5B27-444A-AAE0-E5AF296072D1}" destId="{16E90A4F-3A9D-471C-88DA-84DB61018272}" srcOrd="0" destOrd="0" parTransId="{23C8DB71-7695-46D9-9525-8767C590135C}" sibTransId="{C48951D7-688E-4892-A11C-8DF746F542DF}"/>
    <dgm:cxn modelId="{CC77476D-DBF1-457D-BFE7-A92120C1B99C}" type="presOf" srcId="{4841C919-0C69-4A1A-9D56-F692B52B508D}" destId="{3AF115AC-0EA3-47DA-A9BE-FAA86B1FBD07}" srcOrd="0" destOrd="0" presId="urn:microsoft.com/office/officeart/2005/8/layout/lProcess2#1"/>
    <dgm:cxn modelId="{0D43A66E-73D4-4E7B-B9D2-8B8158F57FE6}" type="presOf" srcId="{519102CB-DAC8-44A8-973D-23BE617CFE85}" destId="{0D3D91D6-F7D0-406C-A4C9-92F6B93AB4D7}" srcOrd="1" destOrd="0" presId="urn:microsoft.com/office/officeart/2005/8/layout/lProcess2#1"/>
    <dgm:cxn modelId="{9E4E3370-975E-46F0-B0ED-B5B736C013A2}" type="presOf" srcId="{4ABEA96C-68CF-4DE4-A1BB-A91AD1088415}" destId="{817AEC29-D51E-43F0-A3E4-8759E13F77F3}" srcOrd="0" destOrd="0" presId="urn:microsoft.com/office/officeart/2005/8/layout/lProcess2#1"/>
    <dgm:cxn modelId="{AFA63850-7AE5-450E-8959-BB6247613FAA}" type="presOf" srcId="{814055AD-3764-4FC9-B5C8-4DDAEDBC137C}" destId="{DBEAA8A9-A5AE-4C33-A66E-8B71738A2236}" srcOrd="0" destOrd="0" presId="urn:microsoft.com/office/officeart/2005/8/layout/lProcess2#1"/>
    <dgm:cxn modelId="{8A9C8853-3BA9-4EE0-BC39-47FDFBD85ADE}" type="presOf" srcId="{8D692545-2751-457A-9FFE-3E577195B70C}" destId="{DD680A8E-5823-42D9-A17C-73816429EF1D}" srcOrd="0" destOrd="0" presId="urn:microsoft.com/office/officeart/2005/8/layout/lProcess2#1"/>
    <dgm:cxn modelId="{2A433A74-A438-49F4-AE62-B431E7AE2712}" type="presOf" srcId="{24D2C18A-DC0E-4360-941F-411C33E2CC7B}" destId="{FB63F6C2-CE4E-42D1-B9B4-DEDA5FF5B260}" srcOrd="0" destOrd="0" presId="urn:microsoft.com/office/officeart/2005/8/layout/lProcess2#1"/>
    <dgm:cxn modelId="{13931C75-30A1-48B0-AB78-019D33C65503}" srcId="{4D8F4A65-ED48-4E93-9B1E-56A86B6A8188}" destId="{F81E6184-2B20-4CE6-8A5C-5C0B351507BE}" srcOrd="0" destOrd="0" parTransId="{65218D11-6CC8-43B4-9FB2-348F909F21C9}" sibTransId="{F6F6337D-BB96-4C4F-985B-07069CA6BACA}"/>
    <dgm:cxn modelId="{EC08C758-4EF0-4E1E-9E8E-C4C3E24912AD}" type="presOf" srcId="{64BE6952-1A25-4A7F-8CB1-D9C42CA0FD52}" destId="{72E3896C-3E24-42E4-94DE-74EE7C35FA3E}" srcOrd="0" destOrd="0" presId="urn:microsoft.com/office/officeart/2005/8/layout/lProcess2#1"/>
    <dgm:cxn modelId="{066D3D7A-E1E5-4978-92A4-D7FF00D216CC}" type="presOf" srcId="{FA664911-E0F2-455F-A955-C58559984B4F}" destId="{E8940677-AC4D-429A-B33F-BC1625CA34F4}" srcOrd="0" destOrd="0" presId="urn:microsoft.com/office/officeart/2005/8/layout/lProcess2#1"/>
    <dgm:cxn modelId="{D4A34980-FBAB-4D74-97FB-F9A46C30AAFD}" srcId="{5648055A-B218-4D1E-BC5A-10B9B8828829}" destId="{671510E4-6AE7-4F37-A9CC-6752A359B85D}" srcOrd="1" destOrd="0" parTransId="{D0BB0444-339F-4A8F-8A38-B7DC5B57BAA0}" sibTransId="{62D38518-2296-499D-823E-CAC545FDAD58}"/>
    <dgm:cxn modelId="{2D99FA8D-9AB7-4B94-B693-6ECF622328FC}" type="presOf" srcId="{4D8F4A65-ED48-4E93-9B1E-56A86B6A8188}" destId="{5E778DEE-DA86-4F72-8E67-D61C901619F7}" srcOrd="0" destOrd="0" presId="urn:microsoft.com/office/officeart/2005/8/layout/lProcess2#1"/>
    <dgm:cxn modelId="{539D8C98-D55F-413C-9DF7-999A11622C0D}" srcId="{5600D7D0-5B27-444A-AAE0-E5AF296072D1}" destId="{8F79E44F-4705-41D0-AC97-C3E512F057D9}" srcOrd="2" destOrd="0" parTransId="{31F9C5AC-6AB3-4F36-9277-BEED79FBB51A}" sibTransId="{8EED10A2-34CA-4382-BF40-A326BBB98926}"/>
    <dgm:cxn modelId="{4FAD679B-28F7-4714-8CCF-8EA5889EEE83}" srcId="{58ED874F-EA18-4B69-A551-0C20DDD4B74F}" destId="{4D8F4A65-ED48-4E93-9B1E-56A86B6A8188}" srcOrd="6" destOrd="0" parTransId="{7BADC698-7562-42D5-A4A2-BFABF70ECC45}" sibTransId="{3DCC2053-6778-4B41-81FA-0431EBCB49CA}"/>
    <dgm:cxn modelId="{9A42089E-C3E8-4B1D-A0F9-739B3E129183}" srcId="{58ED874F-EA18-4B69-A551-0C20DDD4B74F}" destId="{5600D7D0-5B27-444A-AAE0-E5AF296072D1}" srcOrd="5" destOrd="0" parTransId="{744D0D7A-9D36-4156-962A-33E97F7D1F1D}" sibTransId="{A635D6B9-3841-46C7-83F0-8EB82FC3FEC9}"/>
    <dgm:cxn modelId="{594EAA9E-6B4F-4A8E-96F4-BE73AFBC6F31}" type="presOf" srcId="{5600D7D0-5B27-444A-AAE0-E5AF296072D1}" destId="{C11A89E6-5B5F-4F32-9A00-51F9B8BC7235}" srcOrd="0" destOrd="0" presId="urn:microsoft.com/office/officeart/2005/8/layout/lProcess2#1"/>
    <dgm:cxn modelId="{2B1BE29F-49EB-4181-AEF1-19FA392760E8}" srcId="{4D8F4A65-ED48-4E93-9B1E-56A86B6A8188}" destId="{2187B99C-23C5-4AE5-A638-489B4A127E92}" srcOrd="2" destOrd="0" parTransId="{ACA0913B-FFB3-4935-8B22-596DE29DFFEE}" sibTransId="{A8CA8FE7-28E7-4B54-9D29-66B45E1BF27D}"/>
    <dgm:cxn modelId="{9756EEA0-7C36-46DC-AC35-51A53CB75F85}" type="presOf" srcId="{2187B99C-23C5-4AE5-A638-489B4A127E92}" destId="{207DC11F-06F4-47C0-9EBF-0961F13F36F0}" srcOrd="0" destOrd="0" presId="urn:microsoft.com/office/officeart/2005/8/layout/lProcess2#1"/>
    <dgm:cxn modelId="{DB5529A1-603B-4BEF-BF43-C12487DC85E1}" srcId="{58ED874F-EA18-4B69-A551-0C20DDD4B74F}" destId="{5648055A-B218-4D1E-BC5A-10B9B8828829}" srcOrd="3" destOrd="0" parTransId="{CECA591A-E49F-4AC2-8F98-36386F936BBF}" sibTransId="{317230D8-1F95-4160-BDEB-6F91E776C19E}"/>
    <dgm:cxn modelId="{D73B3DA2-A279-4C7A-A36F-2A7A1A8096EE}" type="presOf" srcId="{4D8F4A65-ED48-4E93-9B1E-56A86B6A8188}" destId="{F1112B93-7222-4728-8B67-3C39CD115D62}" srcOrd="1" destOrd="0" presId="urn:microsoft.com/office/officeart/2005/8/layout/lProcess2#1"/>
    <dgm:cxn modelId="{A1C7EAAE-1CCD-4BBC-8010-8818C0501193}" srcId="{CC83F39E-B4D1-4E8F-BE85-5B367B2856AF}" destId="{507325EC-C70F-4591-9006-59BD95BEA641}" srcOrd="1" destOrd="0" parTransId="{A4F9F3D4-9EA8-47C9-9805-05ED7950F7E3}" sibTransId="{C6D15F25-5750-422B-AF1C-302A06403117}"/>
    <dgm:cxn modelId="{734F47B9-A9FB-453E-8E59-4DCDDEB31FD9}" type="presOf" srcId="{53A0AFB3-897E-471D-A11E-0A8D141FF313}" destId="{B609A003-EEB4-4840-A178-A90AB5459518}" srcOrd="0" destOrd="0" presId="urn:microsoft.com/office/officeart/2005/8/layout/lProcess2#1"/>
    <dgm:cxn modelId="{400DAEB9-8228-4EFC-8FCF-C507D89F6870}" type="presOf" srcId="{58ED874F-EA18-4B69-A551-0C20DDD4B74F}" destId="{DBDFB9FE-BFDF-43ED-B74F-43638B723A45}" srcOrd="0" destOrd="0" presId="urn:microsoft.com/office/officeart/2005/8/layout/lProcess2#1"/>
    <dgm:cxn modelId="{6F5D6DBC-5725-4ECD-B277-146FDD6532E9}" type="presOf" srcId="{5600D7D0-5B27-444A-AAE0-E5AF296072D1}" destId="{4A7FA749-F8B0-4E68-9080-2A54E0DDE24D}" srcOrd="1" destOrd="0" presId="urn:microsoft.com/office/officeart/2005/8/layout/lProcess2#1"/>
    <dgm:cxn modelId="{F37A58BD-BA07-47CA-9804-2F00637272F4}" type="presOf" srcId="{7B23AD13-CF55-464F-ADC9-07BFD7E4A7E7}" destId="{AB346C7C-6200-41F9-AD07-FC1BBA571EC9}" srcOrd="0" destOrd="0" presId="urn:microsoft.com/office/officeart/2005/8/layout/lProcess2#1"/>
    <dgm:cxn modelId="{DD7FA8C2-3E70-4A8F-B6F3-A2DDF1F2CE1A}" srcId="{5600D7D0-5B27-444A-AAE0-E5AF296072D1}" destId="{36159542-60AF-40B9-A827-111882480D27}" srcOrd="3" destOrd="0" parTransId="{C32A79AC-0447-421F-B17C-CA8EE707EC1C}" sibTransId="{DEFE790F-1194-4CBB-AE08-4875CCAAF46B}"/>
    <dgm:cxn modelId="{830E6BCE-018D-4360-A799-8884D3E6283C}" type="presOf" srcId="{B6C13868-E82B-4DA9-9D9A-3139219B32FE}" destId="{F794E0DF-FAE5-4633-92DC-2AC6EC62CA52}" srcOrd="0" destOrd="0" presId="urn:microsoft.com/office/officeart/2005/8/layout/lProcess2#1"/>
    <dgm:cxn modelId="{099FFAD2-A50A-4AEF-90F8-F5164BA7E14E}" srcId="{4D8F4A65-ED48-4E93-9B1E-56A86B6A8188}" destId="{B6C13868-E82B-4DA9-9D9A-3139219B32FE}" srcOrd="3" destOrd="0" parTransId="{2A6FB5E5-445B-4814-B464-4BE89C551A9E}" sibTransId="{F0B5E4F1-3931-43D6-BC43-91B3D0EC1BA9}"/>
    <dgm:cxn modelId="{23A7E6D3-5B48-46EF-94AF-E7BC71E2334B}" type="presOf" srcId="{41CA0A04-E83B-4115-98BA-357AD0FDC66F}" destId="{1BAC42F1-7985-4AA2-A9D9-582FFE16256C}" srcOrd="0" destOrd="0" presId="urn:microsoft.com/office/officeart/2005/8/layout/lProcess2#1"/>
    <dgm:cxn modelId="{5E5F81D4-6308-47AA-A89B-1DCF6D6149D3}" srcId="{519102CB-DAC8-44A8-973D-23BE617CFE85}" destId="{76164DC0-7D49-4435-96E9-6A97B348D2DC}" srcOrd="0" destOrd="0" parTransId="{15896EFC-2B32-4C24-AA13-4A0129014392}" sibTransId="{FC429AB0-E462-4816-88B6-E22C9445186B}"/>
    <dgm:cxn modelId="{AC08FFD5-7182-467A-8C99-6C8378C9C72F}" type="presOf" srcId="{507325EC-C70F-4591-9006-59BD95BEA641}" destId="{16D009F4-687E-49AC-849E-9265FB521C96}" srcOrd="0" destOrd="0" presId="urn:microsoft.com/office/officeart/2005/8/layout/lProcess2#1"/>
    <dgm:cxn modelId="{2C3EF0D6-2929-4BEB-9863-4F20634C1B79}" srcId="{7B23AD13-CF55-464F-ADC9-07BFD7E4A7E7}" destId="{64BE6952-1A25-4A7F-8CB1-D9C42CA0FD52}" srcOrd="0" destOrd="0" parTransId="{C8B1BFD3-E227-43E1-834C-157242A1C981}" sibTransId="{D114C7EC-8801-4715-B824-B279E4498F87}"/>
    <dgm:cxn modelId="{159FDADD-893E-4E1B-ABCE-CB9D4BA38B8B}" type="presOf" srcId="{7B23AD13-CF55-464F-ADC9-07BFD7E4A7E7}" destId="{42149E12-8403-4CC4-889F-D5455B3A6076}" srcOrd="1" destOrd="0" presId="urn:microsoft.com/office/officeart/2005/8/layout/lProcess2#1"/>
    <dgm:cxn modelId="{27A9AFE7-B9D6-4AA2-AFED-9B2B9FDE011E}" srcId="{53A0AFB3-897E-471D-A11E-0A8D141FF313}" destId="{24D2C18A-DC0E-4360-941F-411C33E2CC7B}" srcOrd="3" destOrd="0" parTransId="{F456EB5F-B526-4B32-949A-8A29DCCF1665}" sibTransId="{BD294506-ECBB-4F40-A855-7308CF0C4FE0}"/>
    <dgm:cxn modelId="{A675D0E8-CD36-459B-9DFE-9D5AF5C8CB3C}" srcId="{5648055A-B218-4D1E-BC5A-10B9B8828829}" destId="{814055AD-3764-4FC9-B5C8-4DDAEDBC137C}" srcOrd="0" destOrd="0" parTransId="{3756E6A9-C623-44AF-BFA4-5496ED3A4F63}" sibTransId="{C4D60017-636B-4022-9B18-AEEE2A2E2806}"/>
    <dgm:cxn modelId="{27198FED-6037-42A9-981E-E4E21BFA5B1C}" type="presOf" srcId="{16E90A4F-3A9D-471C-88DA-84DB61018272}" destId="{9F058966-7C18-4A6A-AF70-2A285CF6D576}" srcOrd="0" destOrd="0" presId="urn:microsoft.com/office/officeart/2005/8/layout/lProcess2#1"/>
    <dgm:cxn modelId="{83CE28F4-7417-44EA-88D1-ACD3E9B4666D}" srcId="{53A0AFB3-897E-471D-A11E-0A8D141FF313}" destId="{BE3E5460-F154-4130-A459-479A10608F77}" srcOrd="1" destOrd="0" parTransId="{91F3BB69-023A-435D-8D0C-BB6F70CDE7D8}" sibTransId="{DABA88ED-5928-481F-ADD3-68991DD2EEC6}"/>
    <dgm:cxn modelId="{A194B0F5-4BCB-491E-A7D2-006A8D00248C}" srcId="{7B23AD13-CF55-464F-ADC9-07BFD7E4A7E7}" destId="{4ABEA96C-68CF-4DE4-A1BB-A91AD1088415}" srcOrd="1" destOrd="0" parTransId="{76E6987B-DC74-4BC0-ABAF-B1C57092840F}" sibTransId="{03827391-64E5-4942-84B6-D825565E2942}"/>
    <dgm:cxn modelId="{5A4B53F7-9E17-4625-BAB3-A384B9D14DC8}" type="presOf" srcId="{2DF06611-C4C6-4956-A310-EFE6629FAA4D}" destId="{B5800E0D-4CC3-40F9-A668-750D6CAA2D71}" srcOrd="0" destOrd="0" presId="urn:microsoft.com/office/officeart/2005/8/layout/lProcess2#1"/>
    <dgm:cxn modelId="{5E33F9F7-1E05-495D-A570-87B5ED6DF56B}" type="presOf" srcId="{671510E4-6AE7-4F37-A9CC-6752A359B85D}" destId="{D15A0C4C-EC4E-42A7-88FC-7F064A8CB4BF}" srcOrd="0" destOrd="0" presId="urn:microsoft.com/office/officeart/2005/8/layout/lProcess2#1"/>
    <dgm:cxn modelId="{30E424FB-EED5-4207-9631-807D0E3AB7E1}" type="presOf" srcId="{5EF50E61-1632-4331-87E1-C1D75EB7A2FA}" destId="{944637E5-234F-43B3-B6A4-34193846D83F}" srcOrd="0" destOrd="0" presId="urn:microsoft.com/office/officeart/2005/8/layout/lProcess2#1"/>
    <dgm:cxn modelId="{B156B8FC-40B8-4AC3-8EB9-3379252BCD4D}" srcId="{519102CB-DAC8-44A8-973D-23BE617CFE85}" destId="{7C700FBE-AABA-4546-8743-2D338C1815E0}" srcOrd="1" destOrd="0" parTransId="{36193387-0CD5-4410-A13B-48E907BAFE20}" sibTransId="{DEE750B3-8B93-4E8D-8C85-27681CB399DF}"/>
    <dgm:cxn modelId="{5D95C0BF-0D43-47F2-8DA6-73199C6785BD}" type="presParOf" srcId="{DBDFB9FE-BFDF-43ED-B74F-43638B723A45}" destId="{4F55CACF-9935-4379-9732-92EF8C1D7392}" srcOrd="0" destOrd="0" presId="urn:microsoft.com/office/officeart/2005/8/layout/lProcess2#1"/>
    <dgm:cxn modelId="{C5F7B31E-1E8B-4B1A-985E-50C9545529EC}" type="presParOf" srcId="{4F55CACF-9935-4379-9732-92EF8C1D7392}" destId="{AB346C7C-6200-41F9-AD07-FC1BBA571EC9}" srcOrd="0" destOrd="0" presId="urn:microsoft.com/office/officeart/2005/8/layout/lProcess2#1"/>
    <dgm:cxn modelId="{B9898001-15B3-4EDB-B052-C462ABFB4C02}" type="presParOf" srcId="{4F55CACF-9935-4379-9732-92EF8C1D7392}" destId="{42149E12-8403-4CC4-889F-D5455B3A6076}" srcOrd="1" destOrd="0" presId="urn:microsoft.com/office/officeart/2005/8/layout/lProcess2#1"/>
    <dgm:cxn modelId="{1C566E7E-278D-4E74-85A0-D670B7DBBA9C}" type="presParOf" srcId="{4F55CACF-9935-4379-9732-92EF8C1D7392}" destId="{BC451C00-9D96-40FA-AA06-A328AB8DEFFE}" srcOrd="2" destOrd="0" presId="urn:microsoft.com/office/officeart/2005/8/layout/lProcess2#1"/>
    <dgm:cxn modelId="{B511F6A1-4A94-4E88-ABF4-E1425A57E833}" type="presParOf" srcId="{BC451C00-9D96-40FA-AA06-A328AB8DEFFE}" destId="{7680270A-46BD-4649-B494-82B2800BF09B}" srcOrd="0" destOrd="0" presId="urn:microsoft.com/office/officeart/2005/8/layout/lProcess2#1"/>
    <dgm:cxn modelId="{03220E68-075E-4F86-BC82-AE2F639DD327}" type="presParOf" srcId="{7680270A-46BD-4649-B494-82B2800BF09B}" destId="{72E3896C-3E24-42E4-94DE-74EE7C35FA3E}" srcOrd="0" destOrd="0" presId="urn:microsoft.com/office/officeart/2005/8/layout/lProcess2#1"/>
    <dgm:cxn modelId="{8E596E27-4F0A-46E5-A44A-BC2687037DC2}" type="presParOf" srcId="{7680270A-46BD-4649-B494-82B2800BF09B}" destId="{8754382E-087B-4B13-A773-81258E432C31}" srcOrd="1" destOrd="0" presId="urn:microsoft.com/office/officeart/2005/8/layout/lProcess2#1"/>
    <dgm:cxn modelId="{3B0E01A5-5B7E-457F-AABB-4A4D2B95AF79}" type="presParOf" srcId="{7680270A-46BD-4649-B494-82B2800BF09B}" destId="{817AEC29-D51E-43F0-A3E4-8759E13F77F3}" srcOrd="2" destOrd="0" presId="urn:microsoft.com/office/officeart/2005/8/layout/lProcess2#1"/>
    <dgm:cxn modelId="{091174CF-260E-4338-B21E-5EBAEEFC84FF}" type="presParOf" srcId="{7680270A-46BD-4649-B494-82B2800BF09B}" destId="{5ED878D5-FDAF-4855-A88D-0DBD9D8EA588}" srcOrd="3" destOrd="0" presId="urn:microsoft.com/office/officeart/2005/8/layout/lProcess2#1"/>
    <dgm:cxn modelId="{9C1A48EA-D36F-4238-8D8D-C49164EE8D63}" type="presParOf" srcId="{7680270A-46BD-4649-B494-82B2800BF09B}" destId="{DD680A8E-5823-42D9-A17C-73816429EF1D}" srcOrd="4" destOrd="0" presId="urn:microsoft.com/office/officeart/2005/8/layout/lProcess2#1"/>
    <dgm:cxn modelId="{D71D3407-AD11-4EEA-AAFB-C8B56DCBA721}" type="presParOf" srcId="{DBDFB9FE-BFDF-43ED-B74F-43638B723A45}" destId="{5352B3BD-D061-48D6-A2AD-4C027462B51E}" srcOrd="1" destOrd="0" presId="urn:microsoft.com/office/officeart/2005/8/layout/lProcess2#1"/>
    <dgm:cxn modelId="{4EF68343-CCF6-4677-8C8C-9B636D4469E6}" type="presParOf" srcId="{DBDFB9FE-BFDF-43ED-B74F-43638B723A45}" destId="{C095F4FF-C960-4282-B9C2-82F9BD2056BE}" srcOrd="2" destOrd="0" presId="urn:microsoft.com/office/officeart/2005/8/layout/lProcess2#1"/>
    <dgm:cxn modelId="{550C2240-5E72-4EEF-A67D-DDB1ABEEEAB6}" type="presParOf" srcId="{C095F4FF-C960-4282-B9C2-82F9BD2056BE}" destId="{B609A003-EEB4-4840-A178-A90AB5459518}" srcOrd="0" destOrd="0" presId="urn:microsoft.com/office/officeart/2005/8/layout/lProcess2#1"/>
    <dgm:cxn modelId="{DF7C6C5F-6C72-468D-B46A-85257B54CDC7}" type="presParOf" srcId="{C095F4FF-C960-4282-B9C2-82F9BD2056BE}" destId="{A9E907A2-12F9-4733-9A8B-13676CF2B641}" srcOrd="1" destOrd="0" presId="urn:microsoft.com/office/officeart/2005/8/layout/lProcess2#1"/>
    <dgm:cxn modelId="{28C7D135-6246-4533-8F9D-4C6FCFE0A670}" type="presParOf" srcId="{C095F4FF-C960-4282-B9C2-82F9BD2056BE}" destId="{BCC3EA6E-DCE0-4718-9183-32A5676115C9}" srcOrd="2" destOrd="0" presId="urn:microsoft.com/office/officeart/2005/8/layout/lProcess2#1"/>
    <dgm:cxn modelId="{462994B0-2DB2-47CB-B492-36C764B2254C}" type="presParOf" srcId="{BCC3EA6E-DCE0-4718-9183-32A5676115C9}" destId="{F50A767C-27A0-416A-875F-1A81D7D7C826}" srcOrd="0" destOrd="0" presId="urn:microsoft.com/office/officeart/2005/8/layout/lProcess2#1"/>
    <dgm:cxn modelId="{2BE495E1-065B-47F6-9C70-E18DA7D9696B}" type="presParOf" srcId="{F50A767C-27A0-416A-875F-1A81D7D7C826}" destId="{59C5C47B-FBBD-4B9C-8928-671E9604483B}" srcOrd="0" destOrd="0" presId="urn:microsoft.com/office/officeart/2005/8/layout/lProcess2#1"/>
    <dgm:cxn modelId="{17063E32-D986-4E43-B7C1-C2043696D8EC}" type="presParOf" srcId="{F50A767C-27A0-416A-875F-1A81D7D7C826}" destId="{26D9807B-9291-4B9F-BDA4-345E6BE49592}" srcOrd="1" destOrd="0" presId="urn:microsoft.com/office/officeart/2005/8/layout/lProcess2#1"/>
    <dgm:cxn modelId="{1162684C-D7C8-44F0-B256-1AA35146545D}" type="presParOf" srcId="{F50A767C-27A0-416A-875F-1A81D7D7C826}" destId="{E2E795CD-CA9A-47BD-BD19-82ACF50696BB}" srcOrd="2" destOrd="0" presId="urn:microsoft.com/office/officeart/2005/8/layout/lProcess2#1"/>
    <dgm:cxn modelId="{54DF5F88-C5C3-4FEF-A68F-027C86ACDE9B}" type="presParOf" srcId="{F50A767C-27A0-416A-875F-1A81D7D7C826}" destId="{3BD99B06-3C5D-43B6-A0F8-6435A7839824}" srcOrd="3" destOrd="0" presId="urn:microsoft.com/office/officeart/2005/8/layout/lProcess2#1"/>
    <dgm:cxn modelId="{21FBCF72-6AFF-4A8B-8067-7E962BCECDCF}" type="presParOf" srcId="{F50A767C-27A0-416A-875F-1A81D7D7C826}" destId="{1BAC42F1-7985-4AA2-A9D9-582FFE16256C}" srcOrd="4" destOrd="0" presId="urn:microsoft.com/office/officeart/2005/8/layout/lProcess2#1"/>
    <dgm:cxn modelId="{2732AC67-EED9-418B-9BA6-1604491926B7}" type="presParOf" srcId="{F50A767C-27A0-416A-875F-1A81D7D7C826}" destId="{97149425-485A-4152-9E0A-8573863553A0}" srcOrd="5" destOrd="0" presId="urn:microsoft.com/office/officeart/2005/8/layout/lProcess2#1"/>
    <dgm:cxn modelId="{62AC87EA-05A8-4CF0-A54C-4370F5511CF8}" type="presParOf" srcId="{F50A767C-27A0-416A-875F-1A81D7D7C826}" destId="{FB63F6C2-CE4E-42D1-B9B4-DEDA5FF5B260}" srcOrd="6" destOrd="0" presId="urn:microsoft.com/office/officeart/2005/8/layout/lProcess2#1"/>
    <dgm:cxn modelId="{1BB63FF9-1D38-41C1-AB35-C9669384C054}" type="presParOf" srcId="{DBDFB9FE-BFDF-43ED-B74F-43638B723A45}" destId="{6A637EAE-92B2-4C61-8B9F-E1DD55E4705D}" srcOrd="3" destOrd="0" presId="urn:microsoft.com/office/officeart/2005/8/layout/lProcess2#1"/>
    <dgm:cxn modelId="{793C30AE-DDAC-46A3-A510-33014920FDF0}" type="presParOf" srcId="{DBDFB9FE-BFDF-43ED-B74F-43638B723A45}" destId="{ECB0F2E3-47EC-4FA5-BAF7-BB2D493CA79A}" srcOrd="4" destOrd="0" presId="urn:microsoft.com/office/officeart/2005/8/layout/lProcess2#1"/>
    <dgm:cxn modelId="{1173299E-9B67-4249-B729-AA7F8B95962E}" type="presParOf" srcId="{ECB0F2E3-47EC-4FA5-BAF7-BB2D493CA79A}" destId="{D734B41D-695B-47EA-9DA4-6002053F4D1A}" srcOrd="0" destOrd="0" presId="urn:microsoft.com/office/officeart/2005/8/layout/lProcess2#1"/>
    <dgm:cxn modelId="{4B64BB8E-B019-43F0-A3B6-C333D0C16BB1}" type="presParOf" srcId="{ECB0F2E3-47EC-4FA5-BAF7-BB2D493CA79A}" destId="{0DCBE51C-5B33-4AB0-8EB6-C762C48F423F}" srcOrd="1" destOrd="0" presId="urn:microsoft.com/office/officeart/2005/8/layout/lProcess2#1"/>
    <dgm:cxn modelId="{033B6A56-EDC7-42C5-8519-323FCE5BE898}" type="presParOf" srcId="{ECB0F2E3-47EC-4FA5-BAF7-BB2D493CA79A}" destId="{85E80261-342E-495C-AC05-23B061EDA8D4}" srcOrd="2" destOrd="0" presId="urn:microsoft.com/office/officeart/2005/8/layout/lProcess2#1"/>
    <dgm:cxn modelId="{ED43D316-A64D-499C-9A73-BDBBE03521D5}" type="presParOf" srcId="{85E80261-342E-495C-AC05-23B061EDA8D4}" destId="{90CDAE38-114A-4AAF-9441-16E2016E83C4}" srcOrd="0" destOrd="0" presId="urn:microsoft.com/office/officeart/2005/8/layout/lProcess2#1"/>
    <dgm:cxn modelId="{F932DCAE-9F6E-4CF6-80D6-707295354278}" type="presParOf" srcId="{90CDAE38-114A-4AAF-9441-16E2016E83C4}" destId="{3AF115AC-0EA3-47DA-A9BE-FAA86B1FBD07}" srcOrd="0" destOrd="0" presId="urn:microsoft.com/office/officeart/2005/8/layout/lProcess2#1"/>
    <dgm:cxn modelId="{B77DCC39-B7CA-4AE1-85B7-9532BEFAD232}" type="presParOf" srcId="{90CDAE38-114A-4AAF-9441-16E2016E83C4}" destId="{B83D20FB-302D-4C70-B68A-8EFFB1AC1E67}" srcOrd="1" destOrd="0" presId="urn:microsoft.com/office/officeart/2005/8/layout/lProcess2#1"/>
    <dgm:cxn modelId="{52FAC3F9-05F6-480A-B41B-091852D5F103}" type="presParOf" srcId="{90CDAE38-114A-4AAF-9441-16E2016E83C4}" destId="{16D009F4-687E-49AC-849E-9265FB521C96}" srcOrd="2" destOrd="0" presId="urn:microsoft.com/office/officeart/2005/8/layout/lProcess2#1"/>
    <dgm:cxn modelId="{1451E14E-95C8-42EE-A3A3-9139D1F0CB5F}" type="presParOf" srcId="{DBDFB9FE-BFDF-43ED-B74F-43638B723A45}" destId="{8952246D-EB50-4716-9709-A9EE88DE0940}" srcOrd="5" destOrd="0" presId="urn:microsoft.com/office/officeart/2005/8/layout/lProcess2#1"/>
    <dgm:cxn modelId="{ACA2EB80-70A5-4E11-A0EA-5CD6C0F90CA6}" type="presParOf" srcId="{DBDFB9FE-BFDF-43ED-B74F-43638B723A45}" destId="{0DB8ABCA-42D8-4834-80E2-841775DA0DE4}" srcOrd="6" destOrd="0" presId="urn:microsoft.com/office/officeart/2005/8/layout/lProcess2#1"/>
    <dgm:cxn modelId="{B0EDEE02-92AD-456D-9AE7-87988E3F568C}" type="presParOf" srcId="{0DB8ABCA-42D8-4834-80E2-841775DA0DE4}" destId="{6FD2F2BF-CEDF-42A4-9EE7-6897323953BD}" srcOrd="0" destOrd="0" presId="urn:microsoft.com/office/officeart/2005/8/layout/lProcess2#1"/>
    <dgm:cxn modelId="{54E6A673-DDB3-4785-9AE6-FF861D028139}" type="presParOf" srcId="{0DB8ABCA-42D8-4834-80E2-841775DA0DE4}" destId="{6B56C619-93EE-4D2A-B804-D2D71EDB05BB}" srcOrd="1" destOrd="0" presId="urn:microsoft.com/office/officeart/2005/8/layout/lProcess2#1"/>
    <dgm:cxn modelId="{6FC1F7D3-2640-4B42-B856-D1881AD5B154}" type="presParOf" srcId="{0DB8ABCA-42D8-4834-80E2-841775DA0DE4}" destId="{9715E1C7-5F6F-4810-8B7C-BD602B7F10F3}" srcOrd="2" destOrd="0" presId="urn:microsoft.com/office/officeart/2005/8/layout/lProcess2#1"/>
    <dgm:cxn modelId="{D2E934C4-5473-472C-AE52-CBEAF2820F30}" type="presParOf" srcId="{9715E1C7-5F6F-4810-8B7C-BD602B7F10F3}" destId="{9DADAC29-019E-4DA4-A570-BD8B3FC817BB}" srcOrd="0" destOrd="0" presId="urn:microsoft.com/office/officeart/2005/8/layout/lProcess2#1"/>
    <dgm:cxn modelId="{58789424-5A13-4DED-A815-5590490D03EB}" type="presParOf" srcId="{9DADAC29-019E-4DA4-A570-BD8B3FC817BB}" destId="{DBEAA8A9-A5AE-4C33-A66E-8B71738A2236}" srcOrd="0" destOrd="0" presId="urn:microsoft.com/office/officeart/2005/8/layout/lProcess2#1"/>
    <dgm:cxn modelId="{05576DC4-6D55-4231-A9E9-3E8F52A8D3D2}" type="presParOf" srcId="{9DADAC29-019E-4DA4-A570-BD8B3FC817BB}" destId="{3F4103B4-B435-49F4-8045-3E34171E5F47}" srcOrd="1" destOrd="0" presId="urn:microsoft.com/office/officeart/2005/8/layout/lProcess2#1"/>
    <dgm:cxn modelId="{74A5BCC9-207F-40B6-94E7-611ED7418004}" type="presParOf" srcId="{9DADAC29-019E-4DA4-A570-BD8B3FC817BB}" destId="{D15A0C4C-EC4E-42A7-88FC-7F064A8CB4BF}" srcOrd="2" destOrd="0" presId="urn:microsoft.com/office/officeart/2005/8/layout/lProcess2#1"/>
    <dgm:cxn modelId="{73EBA158-FC00-41C7-8C26-7AEC1D1713BD}" type="presParOf" srcId="{DBDFB9FE-BFDF-43ED-B74F-43638B723A45}" destId="{DBE78226-6E07-4733-BCEB-BF0AB4E147F9}" srcOrd="7" destOrd="0" presId="urn:microsoft.com/office/officeart/2005/8/layout/lProcess2#1"/>
    <dgm:cxn modelId="{A160CF3A-CAAD-41A2-8431-B43495EA46EB}" type="presParOf" srcId="{DBDFB9FE-BFDF-43ED-B74F-43638B723A45}" destId="{D2A1D265-779A-4E18-89FD-35C7C003E07A}" srcOrd="8" destOrd="0" presId="urn:microsoft.com/office/officeart/2005/8/layout/lProcess2#1"/>
    <dgm:cxn modelId="{CE8BF877-E10D-4909-AE59-64A482C049DC}" type="presParOf" srcId="{D2A1D265-779A-4E18-89FD-35C7C003E07A}" destId="{91F1E907-92CD-4279-8686-2858E32869D1}" srcOrd="0" destOrd="0" presId="urn:microsoft.com/office/officeart/2005/8/layout/lProcess2#1"/>
    <dgm:cxn modelId="{D6A4DD6E-8ADD-437B-A06B-B05E5AD4F43F}" type="presParOf" srcId="{D2A1D265-779A-4E18-89FD-35C7C003E07A}" destId="{0D3D91D6-F7D0-406C-A4C9-92F6B93AB4D7}" srcOrd="1" destOrd="0" presId="urn:microsoft.com/office/officeart/2005/8/layout/lProcess2#1"/>
    <dgm:cxn modelId="{8CD836B2-E525-48C9-AE60-3FABE9C2AB5D}" type="presParOf" srcId="{D2A1D265-779A-4E18-89FD-35C7C003E07A}" destId="{8E3B311F-7D9F-4D16-82D1-ACE0EA046030}" srcOrd="2" destOrd="0" presId="urn:microsoft.com/office/officeart/2005/8/layout/lProcess2#1"/>
    <dgm:cxn modelId="{EFAD2AF5-14E2-439C-80AD-2803A7CBF9EC}" type="presParOf" srcId="{8E3B311F-7D9F-4D16-82D1-ACE0EA046030}" destId="{8919D8D0-8652-4AE4-A94D-F6DB6BCC01B1}" srcOrd="0" destOrd="0" presId="urn:microsoft.com/office/officeart/2005/8/layout/lProcess2#1"/>
    <dgm:cxn modelId="{FA80D40C-3B25-4410-97E4-3ACA7CC30F0E}" type="presParOf" srcId="{8919D8D0-8652-4AE4-A94D-F6DB6BCC01B1}" destId="{20A843A4-C8BD-4F9F-852D-0B798939AF3B}" srcOrd="0" destOrd="0" presId="urn:microsoft.com/office/officeart/2005/8/layout/lProcess2#1"/>
    <dgm:cxn modelId="{B42A15A8-494A-4141-954A-91027ED9BC0F}" type="presParOf" srcId="{8919D8D0-8652-4AE4-A94D-F6DB6BCC01B1}" destId="{22DC348E-7605-4D48-98B8-DDA34EB0652D}" srcOrd="1" destOrd="0" presId="urn:microsoft.com/office/officeart/2005/8/layout/lProcess2#1"/>
    <dgm:cxn modelId="{AF1A0089-6E33-4BB8-94E5-A6237FA48E36}" type="presParOf" srcId="{8919D8D0-8652-4AE4-A94D-F6DB6BCC01B1}" destId="{FD35078A-2C7E-4C20-9869-0F132464D122}" srcOrd="2" destOrd="0" presId="urn:microsoft.com/office/officeart/2005/8/layout/lProcess2#1"/>
    <dgm:cxn modelId="{10DB4C7A-61FB-4679-96AC-53357A5CF6AC}" type="presParOf" srcId="{8919D8D0-8652-4AE4-A94D-F6DB6BCC01B1}" destId="{C430700D-773B-41B2-BDEF-D55C782385C7}" srcOrd="3" destOrd="0" presId="urn:microsoft.com/office/officeart/2005/8/layout/lProcess2#1"/>
    <dgm:cxn modelId="{63E3E8EB-2068-45F8-B520-7BF327262E1C}" type="presParOf" srcId="{8919D8D0-8652-4AE4-A94D-F6DB6BCC01B1}" destId="{E8940677-AC4D-429A-B33F-BC1625CA34F4}" srcOrd="4" destOrd="0" presId="urn:microsoft.com/office/officeart/2005/8/layout/lProcess2#1"/>
    <dgm:cxn modelId="{0AF3434F-4293-4807-9C8A-842C4EDBBFB1}" type="presParOf" srcId="{DBDFB9FE-BFDF-43ED-B74F-43638B723A45}" destId="{56312F4D-67CA-40EE-80D7-6B705A2DDA87}" srcOrd="9" destOrd="0" presId="urn:microsoft.com/office/officeart/2005/8/layout/lProcess2#1"/>
    <dgm:cxn modelId="{90B0C550-6409-4882-9B32-97995F98E133}" type="presParOf" srcId="{DBDFB9FE-BFDF-43ED-B74F-43638B723A45}" destId="{B42E5F20-FDDF-4206-8588-7E67087D588A}" srcOrd="10" destOrd="0" presId="urn:microsoft.com/office/officeart/2005/8/layout/lProcess2#1"/>
    <dgm:cxn modelId="{54CAF23F-CD41-41FF-A8F1-29B48264AC84}" type="presParOf" srcId="{B42E5F20-FDDF-4206-8588-7E67087D588A}" destId="{C11A89E6-5B5F-4F32-9A00-51F9B8BC7235}" srcOrd="0" destOrd="0" presId="urn:microsoft.com/office/officeart/2005/8/layout/lProcess2#1"/>
    <dgm:cxn modelId="{9B7B6F09-A73D-48DC-B5CB-EDF5921DA298}" type="presParOf" srcId="{B42E5F20-FDDF-4206-8588-7E67087D588A}" destId="{4A7FA749-F8B0-4E68-9080-2A54E0DDE24D}" srcOrd="1" destOrd="0" presId="urn:microsoft.com/office/officeart/2005/8/layout/lProcess2#1"/>
    <dgm:cxn modelId="{0BFBB084-0255-4941-AF9D-92FA01AB2DE0}" type="presParOf" srcId="{B42E5F20-FDDF-4206-8588-7E67087D588A}" destId="{5C795E1D-76AF-4DC4-B435-2264D97A402F}" srcOrd="2" destOrd="0" presId="urn:microsoft.com/office/officeart/2005/8/layout/lProcess2#1"/>
    <dgm:cxn modelId="{872825C5-CD4B-4DAD-9D5E-05434C8B5940}" type="presParOf" srcId="{5C795E1D-76AF-4DC4-B435-2264D97A402F}" destId="{AE1FA652-E267-45E9-A8F1-2936FDAE55BE}" srcOrd="0" destOrd="0" presId="urn:microsoft.com/office/officeart/2005/8/layout/lProcess2#1"/>
    <dgm:cxn modelId="{DE51EE15-1BC5-4F03-8374-6724538FD831}" type="presParOf" srcId="{AE1FA652-E267-45E9-A8F1-2936FDAE55BE}" destId="{9F058966-7C18-4A6A-AF70-2A285CF6D576}" srcOrd="0" destOrd="0" presId="urn:microsoft.com/office/officeart/2005/8/layout/lProcess2#1"/>
    <dgm:cxn modelId="{3F38F80C-02D8-4B75-B6CA-0CD90FEF1FD1}" type="presParOf" srcId="{AE1FA652-E267-45E9-A8F1-2936FDAE55BE}" destId="{B89771E9-6406-4B76-9B7E-98ED05A81DE6}" srcOrd="1" destOrd="0" presId="urn:microsoft.com/office/officeart/2005/8/layout/lProcess2#1"/>
    <dgm:cxn modelId="{0EBC4145-F3CC-4E61-A0C7-757A4AD123B1}" type="presParOf" srcId="{AE1FA652-E267-45E9-A8F1-2936FDAE55BE}" destId="{7DBC1D46-D2DF-4B00-AF41-63433045C626}" srcOrd="2" destOrd="0" presId="urn:microsoft.com/office/officeart/2005/8/layout/lProcess2#1"/>
    <dgm:cxn modelId="{9483079E-ECF2-41D2-8D98-0638ECCC4A68}" type="presParOf" srcId="{AE1FA652-E267-45E9-A8F1-2936FDAE55BE}" destId="{49DD280F-74FA-4400-B20E-5A61C23E116E}" srcOrd="3" destOrd="0" presId="urn:microsoft.com/office/officeart/2005/8/layout/lProcess2#1"/>
    <dgm:cxn modelId="{A939EA34-321F-4541-90C4-278FD6566DDF}" type="presParOf" srcId="{AE1FA652-E267-45E9-A8F1-2936FDAE55BE}" destId="{86482681-3B1C-4929-BF81-9B940DEB5E63}" srcOrd="4" destOrd="0" presId="urn:microsoft.com/office/officeart/2005/8/layout/lProcess2#1"/>
    <dgm:cxn modelId="{F5DFB227-963A-45FA-B6EA-1B04E3BDA580}" type="presParOf" srcId="{AE1FA652-E267-45E9-A8F1-2936FDAE55BE}" destId="{C805D1B8-88B4-4540-8517-81D0D2A60DB0}" srcOrd="5" destOrd="0" presId="urn:microsoft.com/office/officeart/2005/8/layout/lProcess2#1"/>
    <dgm:cxn modelId="{ED252778-FE24-4B5B-9A5A-E7F5C89F70A5}" type="presParOf" srcId="{AE1FA652-E267-45E9-A8F1-2936FDAE55BE}" destId="{C3B58C6B-84B7-4E2D-B610-E3B124F88968}" srcOrd="6" destOrd="0" presId="urn:microsoft.com/office/officeart/2005/8/layout/lProcess2#1"/>
    <dgm:cxn modelId="{CE5987FA-1176-4BA6-8297-AEFD3856DF85}" type="presParOf" srcId="{AE1FA652-E267-45E9-A8F1-2936FDAE55BE}" destId="{F2E765B0-2F8A-4C87-B2B3-BAFF1D0BDBCB}" srcOrd="7" destOrd="0" presId="urn:microsoft.com/office/officeart/2005/8/layout/lProcess2#1"/>
    <dgm:cxn modelId="{C558344B-AC6A-43F3-B242-35CFE22B956D}" type="presParOf" srcId="{AE1FA652-E267-45E9-A8F1-2936FDAE55BE}" destId="{944637E5-234F-43B3-B6A4-34193846D83F}" srcOrd="8" destOrd="0" presId="urn:microsoft.com/office/officeart/2005/8/layout/lProcess2#1"/>
    <dgm:cxn modelId="{F02BB99D-7C1A-4AC1-AEC6-21CECF44BF06}" type="presParOf" srcId="{DBDFB9FE-BFDF-43ED-B74F-43638B723A45}" destId="{AD8C07D2-57D7-48D7-9881-48BEFCFE251D}" srcOrd="11" destOrd="0" presId="urn:microsoft.com/office/officeart/2005/8/layout/lProcess2#1"/>
    <dgm:cxn modelId="{94926B84-AA80-4436-9032-F28B121C0F87}" type="presParOf" srcId="{DBDFB9FE-BFDF-43ED-B74F-43638B723A45}" destId="{0362F053-E854-4D72-B7B8-F6F2C813F32C}" srcOrd="12" destOrd="0" presId="urn:microsoft.com/office/officeart/2005/8/layout/lProcess2#1"/>
    <dgm:cxn modelId="{1EB7CC17-C831-4080-83FB-F9906989611C}" type="presParOf" srcId="{0362F053-E854-4D72-B7B8-F6F2C813F32C}" destId="{5E778DEE-DA86-4F72-8E67-D61C901619F7}" srcOrd="0" destOrd="0" presId="urn:microsoft.com/office/officeart/2005/8/layout/lProcess2#1"/>
    <dgm:cxn modelId="{FBB73F2D-DAF6-43F5-8B6C-811BE7787E05}" type="presParOf" srcId="{0362F053-E854-4D72-B7B8-F6F2C813F32C}" destId="{F1112B93-7222-4728-8B67-3C39CD115D62}" srcOrd="1" destOrd="0" presId="urn:microsoft.com/office/officeart/2005/8/layout/lProcess2#1"/>
    <dgm:cxn modelId="{0243A8C2-3F01-407A-9CA8-1CD26A52E0CB}" type="presParOf" srcId="{0362F053-E854-4D72-B7B8-F6F2C813F32C}" destId="{D6E5D0C7-C803-4E29-9EAC-D80685275936}" srcOrd="2" destOrd="0" presId="urn:microsoft.com/office/officeart/2005/8/layout/lProcess2#1"/>
    <dgm:cxn modelId="{D66BFBF1-7F5F-4598-B2F0-2E9585261FCF}" type="presParOf" srcId="{D6E5D0C7-C803-4E29-9EAC-D80685275936}" destId="{614B6218-9F60-4CB4-9407-11B1EAC51564}" srcOrd="0" destOrd="0" presId="urn:microsoft.com/office/officeart/2005/8/layout/lProcess2#1"/>
    <dgm:cxn modelId="{DADEBFED-507C-4D1B-895B-B4005B77B36B}" type="presParOf" srcId="{614B6218-9F60-4CB4-9407-11B1EAC51564}" destId="{C9F72C60-5310-4CBB-A095-9B59BB8A13D7}" srcOrd="0" destOrd="0" presId="urn:microsoft.com/office/officeart/2005/8/layout/lProcess2#1"/>
    <dgm:cxn modelId="{B67179A5-5591-4D54-B011-350879FEFD84}" type="presParOf" srcId="{614B6218-9F60-4CB4-9407-11B1EAC51564}" destId="{8CFCA3A6-BC90-40D2-96B3-962BE884FEA7}" srcOrd="1" destOrd="0" presId="urn:microsoft.com/office/officeart/2005/8/layout/lProcess2#1"/>
    <dgm:cxn modelId="{DE719268-855C-4F42-B6F0-9641BB3E31B8}" type="presParOf" srcId="{614B6218-9F60-4CB4-9407-11B1EAC51564}" destId="{B5800E0D-4CC3-40F9-A668-750D6CAA2D71}" srcOrd="2" destOrd="0" presId="urn:microsoft.com/office/officeart/2005/8/layout/lProcess2#1"/>
    <dgm:cxn modelId="{75D5608B-A5E4-475F-97DD-977EE2F27518}" type="presParOf" srcId="{614B6218-9F60-4CB4-9407-11B1EAC51564}" destId="{7EA4C35E-C204-4F1D-A3BB-45EB0E8DFB2E}" srcOrd="3" destOrd="0" presId="urn:microsoft.com/office/officeart/2005/8/layout/lProcess2#1"/>
    <dgm:cxn modelId="{624C2B9A-274B-4B46-8770-76C93DEE53CA}" type="presParOf" srcId="{614B6218-9F60-4CB4-9407-11B1EAC51564}" destId="{207DC11F-06F4-47C0-9EBF-0961F13F36F0}" srcOrd="4" destOrd="0" presId="urn:microsoft.com/office/officeart/2005/8/layout/lProcess2#1"/>
    <dgm:cxn modelId="{B83EC67F-94C3-4205-B36D-49840B0378F6}" type="presParOf" srcId="{614B6218-9F60-4CB4-9407-11B1EAC51564}" destId="{11893216-0167-4619-98CB-903CA3D07148}" srcOrd="5" destOrd="0" presId="urn:microsoft.com/office/officeart/2005/8/layout/lProcess2#1"/>
    <dgm:cxn modelId="{9A1705FB-44C9-4DAB-A8E4-FDFBAB8FBEDC}" type="presParOf" srcId="{614B6218-9F60-4CB4-9407-11B1EAC51564}" destId="{F794E0DF-FAE5-4633-92DC-2AC6EC62CA52}" srcOrd="6" destOrd="0" presId="urn:microsoft.com/office/officeart/2005/8/layout/lProcess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E417DA-1B4D-49B2-8420-C7CF7544EDD5}" type="doc">
      <dgm:prSet loTypeId="urn:microsoft.com/office/officeart/2005/8/layout/rings+Icon#1" loCatId="relationship" qsTypeId="urn:microsoft.com/office/officeart/2005/8/quickstyle/simple1" qsCatId="simple" csTypeId="urn:microsoft.com/office/officeart/2005/8/colors/colorful5" csCatId="colorful"/>
      <dgm:spPr/>
      <dgm:t>
        <a:bodyPr numCol="1"/>
        <a:lstStyle/>
        <a:p>
          <a:endParaRPr lang="en-US"/>
        </a:p>
      </dgm:t>
    </dgm:pt>
    <dgm:pt modelId="{E521F2BE-38A6-4F05-AF58-14DA0DA595BC}">
      <dgm:prSet/>
      <dgm:spPr/>
      <dgm:t>
        <a:bodyPr numCol="1"/>
        <a:lstStyle/>
        <a:p>
          <a:pPr rtl="0"/>
          <a:r>
            <a:rPr lang="en-US" dirty="0"/>
            <a:t>Theft and fraud</a:t>
          </a:r>
          <a:endParaRPr lang="en-GB" altLang="en-GB" dirty="0"/>
        </a:p>
      </dgm:t>
    </dgm:pt>
    <dgm:pt modelId="{0FCD8B00-C94B-4183-B31E-4A956A2BF46E}" type="parTrans" cxnId="{92897FBD-B949-4926-AC50-69A6630EAEE6}">
      <dgm:prSet/>
      <dgm:spPr/>
      <dgm:t>
        <a:bodyPr numCol="1"/>
        <a:lstStyle/>
        <a:p>
          <a:endParaRPr lang="en-US"/>
        </a:p>
      </dgm:t>
    </dgm:pt>
    <dgm:pt modelId="{72DEFF17-11D6-473B-8726-EC1E221E71D6}" type="sibTrans" cxnId="{92897FBD-B949-4926-AC50-69A6630EAEE6}">
      <dgm:prSet/>
      <dgm:spPr/>
      <dgm:t>
        <a:bodyPr numCol="1"/>
        <a:lstStyle/>
        <a:p>
          <a:endParaRPr lang="en-US"/>
        </a:p>
      </dgm:t>
    </dgm:pt>
    <dgm:pt modelId="{04CA20C3-B2ED-48EE-AC42-7D7C168A8BA8}">
      <dgm:prSet/>
      <dgm:spPr/>
      <dgm:t>
        <a:bodyPr numCol="1"/>
        <a:lstStyle/>
        <a:p>
          <a:pPr rtl="0"/>
          <a:r>
            <a:rPr lang="en-US" dirty="0"/>
            <a:t>Loss of confidentiality</a:t>
          </a:r>
          <a:endParaRPr lang="en-GB" altLang="en-GB" dirty="0"/>
        </a:p>
      </dgm:t>
    </dgm:pt>
    <dgm:pt modelId="{D4EE414A-6D53-49EB-936F-8035772B8568}" type="parTrans" cxnId="{8C92702D-2BFF-4DF4-AED3-2350C15A3EFD}">
      <dgm:prSet/>
      <dgm:spPr/>
      <dgm:t>
        <a:bodyPr numCol="1"/>
        <a:lstStyle/>
        <a:p>
          <a:endParaRPr lang="en-US"/>
        </a:p>
      </dgm:t>
    </dgm:pt>
    <dgm:pt modelId="{3C730DCD-341C-4FF1-AB3D-E1FD7C35F9B5}" type="sibTrans" cxnId="{8C92702D-2BFF-4DF4-AED3-2350C15A3EFD}">
      <dgm:prSet/>
      <dgm:spPr/>
      <dgm:t>
        <a:bodyPr numCol="1"/>
        <a:lstStyle/>
        <a:p>
          <a:endParaRPr lang="en-US"/>
        </a:p>
      </dgm:t>
    </dgm:pt>
    <dgm:pt modelId="{4E467276-531D-4B62-A4E2-DAC8B26C57D1}">
      <dgm:prSet/>
      <dgm:spPr/>
      <dgm:t>
        <a:bodyPr numCol="1"/>
        <a:lstStyle/>
        <a:p>
          <a:pPr rtl="0"/>
          <a:r>
            <a:rPr lang="en-US"/>
            <a:t>Loss of privacy</a:t>
          </a:r>
          <a:endParaRPr lang="en-GB" altLang="en-GB"/>
        </a:p>
      </dgm:t>
    </dgm:pt>
    <dgm:pt modelId="{B883F0C1-6711-445F-9E50-DC118B4D7697}" type="parTrans" cxnId="{E8B12BB1-8DF2-4F1E-BACC-971D5005DF60}">
      <dgm:prSet/>
      <dgm:spPr/>
      <dgm:t>
        <a:bodyPr numCol="1"/>
        <a:lstStyle/>
        <a:p>
          <a:endParaRPr lang="en-US"/>
        </a:p>
      </dgm:t>
    </dgm:pt>
    <dgm:pt modelId="{186C3DF9-1C6C-4B6B-AA8F-B4360F050F7F}" type="sibTrans" cxnId="{E8B12BB1-8DF2-4F1E-BACC-971D5005DF60}">
      <dgm:prSet/>
      <dgm:spPr/>
      <dgm:t>
        <a:bodyPr numCol="1"/>
        <a:lstStyle/>
        <a:p>
          <a:endParaRPr lang="en-US"/>
        </a:p>
      </dgm:t>
    </dgm:pt>
    <dgm:pt modelId="{C40E4D97-F9AD-4647-8FE2-6B1987625CAD}">
      <dgm:prSet/>
      <dgm:spPr/>
      <dgm:t>
        <a:bodyPr numCol="1"/>
        <a:lstStyle/>
        <a:p>
          <a:pPr rtl="0"/>
          <a:r>
            <a:rPr lang="en-US" dirty="0"/>
            <a:t>Loss of integrity</a:t>
          </a:r>
          <a:endParaRPr lang="en-GB" altLang="en-GB" dirty="0"/>
        </a:p>
      </dgm:t>
    </dgm:pt>
    <dgm:pt modelId="{C3872852-A862-43CC-8FE1-5FA3CFB8BD0D}" type="parTrans" cxnId="{0ED85291-D8D3-4461-9B8D-4C70E41ECB64}">
      <dgm:prSet/>
      <dgm:spPr/>
      <dgm:t>
        <a:bodyPr numCol="1"/>
        <a:lstStyle/>
        <a:p>
          <a:endParaRPr lang="en-US"/>
        </a:p>
      </dgm:t>
    </dgm:pt>
    <dgm:pt modelId="{AB8E2B01-7356-4D00-AEAC-5DA975EB64C3}" type="sibTrans" cxnId="{0ED85291-D8D3-4461-9B8D-4C70E41ECB64}">
      <dgm:prSet/>
      <dgm:spPr/>
      <dgm:t>
        <a:bodyPr numCol="1"/>
        <a:lstStyle/>
        <a:p>
          <a:endParaRPr lang="en-US"/>
        </a:p>
      </dgm:t>
    </dgm:pt>
    <dgm:pt modelId="{732EDAF9-9968-444C-AA90-76718C0DA3FA}">
      <dgm:prSet/>
      <dgm:spPr/>
      <dgm:t>
        <a:bodyPr numCol="1"/>
        <a:lstStyle/>
        <a:p>
          <a:pPr rtl="0"/>
          <a:r>
            <a:rPr lang="en-US" dirty="0"/>
            <a:t>Loss of availability</a:t>
          </a:r>
          <a:endParaRPr lang="en-GB" altLang="en-GB" dirty="0"/>
        </a:p>
      </dgm:t>
    </dgm:pt>
    <dgm:pt modelId="{D159299B-9ADF-40E1-8F15-431EAC3027E6}" type="parTrans" cxnId="{2432B7F8-E99C-4747-A929-047A98F556B1}">
      <dgm:prSet/>
      <dgm:spPr/>
      <dgm:t>
        <a:bodyPr numCol="1"/>
        <a:lstStyle/>
        <a:p>
          <a:endParaRPr lang="en-US"/>
        </a:p>
      </dgm:t>
    </dgm:pt>
    <dgm:pt modelId="{E3C6670F-FB72-44C4-BDFE-5E979DF7CDE1}" type="sibTrans" cxnId="{2432B7F8-E99C-4747-A929-047A98F556B1}">
      <dgm:prSet/>
      <dgm:spPr/>
      <dgm:t>
        <a:bodyPr numCol="1"/>
        <a:lstStyle/>
        <a:p>
          <a:endParaRPr lang="en-US"/>
        </a:p>
      </dgm:t>
    </dgm:pt>
    <dgm:pt modelId="{D4D98944-8AD5-4173-9B66-E592137FB3D4}" type="pres">
      <dgm:prSet presAssocID="{25E417DA-1B4D-49B2-8420-C7CF7544EDD5}" presName="Name0" presStyleCnt="0">
        <dgm:presLayoutVars>
          <dgm:chMax val="7"/>
          <dgm:dir/>
          <dgm:resizeHandles val="exact"/>
        </dgm:presLayoutVars>
      </dgm:prSet>
      <dgm:spPr/>
    </dgm:pt>
    <dgm:pt modelId="{945EB5C5-39C4-4E92-8FD3-A08A5A491012}" type="pres">
      <dgm:prSet presAssocID="{25E417DA-1B4D-49B2-8420-C7CF7544EDD5}" presName="ellipse1" presStyleLbl="vennNode1" presStyleIdx="0" presStyleCnt="5">
        <dgm:presLayoutVars>
          <dgm:bulletEnabled val="1"/>
        </dgm:presLayoutVars>
      </dgm:prSet>
      <dgm:spPr/>
    </dgm:pt>
    <dgm:pt modelId="{38C9B275-7C1A-499C-8DA6-C209102D6E8C}" type="pres">
      <dgm:prSet presAssocID="{25E417DA-1B4D-49B2-8420-C7CF7544EDD5}" presName="ellipse2" presStyleLbl="vennNode1" presStyleIdx="1" presStyleCnt="5">
        <dgm:presLayoutVars>
          <dgm:bulletEnabled val="1"/>
        </dgm:presLayoutVars>
      </dgm:prSet>
      <dgm:spPr/>
    </dgm:pt>
    <dgm:pt modelId="{C8BA6A5B-461A-4AFE-B5BA-44C91E190E66}" type="pres">
      <dgm:prSet presAssocID="{25E417DA-1B4D-49B2-8420-C7CF7544EDD5}" presName="ellipse3" presStyleLbl="vennNode1" presStyleIdx="2" presStyleCnt="5">
        <dgm:presLayoutVars>
          <dgm:bulletEnabled val="1"/>
        </dgm:presLayoutVars>
      </dgm:prSet>
      <dgm:spPr/>
    </dgm:pt>
    <dgm:pt modelId="{E85DBDFE-9578-44E0-9FE9-040D607A1513}" type="pres">
      <dgm:prSet presAssocID="{25E417DA-1B4D-49B2-8420-C7CF7544EDD5}" presName="ellipse4" presStyleLbl="vennNode1" presStyleIdx="3" presStyleCnt="5">
        <dgm:presLayoutVars>
          <dgm:bulletEnabled val="1"/>
        </dgm:presLayoutVars>
      </dgm:prSet>
      <dgm:spPr/>
    </dgm:pt>
    <dgm:pt modelId="{7BB564ED-D11E-4D5E-B963-CC50A60CA6EE}" type="pres">
      <dgm:prSet presAssocID="{25E417DA-1B4D-49B2-8420-C7CF7544EDD5}" presName="ellipse5" presStyleLbl="vennNode1" presStyleIdx="4" presStyleCnt="5">
        <dgm:presLayoutVars>
          <dgm:bulletEnabled val="1"/>
        </dgm:presLayoutVars>
      </dgm:prSet>
      <dgm:spPr/>
    </dgm:pt>
  </dgm:ptLst>
  <dgm:cxnLst>
    <dgm:cxn modelId="{CE927100-F609-4B03-8768-42BA4EE97B9E}" type="presOf" srcId="{C40E4D97-F9AD-4647-8FE2-6B1987625CAD}" destId="{E85DBDFE-9578-44E0-9FE9-040D607A1513}" srcOrd="0" destOrd="0" presId="urn:microsoft.com/office/officeart/2005/8/layout/rings+Icon#1"/>
    <dgm:cxn modelId="{6BDEAA23-539F-4C43-BAB0-917B0A73AA14}" type="presOf" srcId="{25E417DA-1B4D-49B2-8420-C7CF7544EDD5}" destId="{D4D98944-8AD5-4173-9B66-E592137FB3D4}" srcOrd="0" destOrd="0" presId="urn:microsoft.com/office/officeart/2005/8/layout/rings+Icon#1"/>
    <dgm:cxn modelId="{8C92702D-2BFF-4DF4-AED3-2350C15A3EFD}" srcId="{25E417DA-1B4D-49B2-8420-C7CF7544EDD5}" destId="{04CA20C3-B2ED-48EE-AC42-7D7C168A8BA8}" srcOrd="1" destOrd="0" parTransId="{D4EE414A-6D53-49EB-936F-8035772B8568}" sibTransId="{3C730DCD-341C-4FF1-AB3D-E1FD7C35F9B5}"/>
    <dgm:cxn modelId="{37313D74-B887-4569-A7E1-FDE91AFF978A}" type="presOf" srcId="{04CA20C3-B2ED-48EE-AC42-7D7C168A8BA8}" destId="{38C9B275-7C1A-499C-8DA6-C209102D6E8C}" srcOrd="0" destOrd="0" presId="urn:microsoft.com/office/officeart/2005/8/layout/rings+Icon#1"/>
    <dgm:cxn modelId="{D1633D84-EBCD-4B48-A2DA-70B0EF28DC14}" type="presOf" srcId="{732EDAF9-9968-444C-AA90-76718C0DA3FA}" destId="{7BB564ED-D11E-4D5E-B963-CC50A60CA6EE}" srcOrd="0" destOrd="0" presId="urn:microsoft.com/office/officeart/2005/8/layout/rings+Icon#1"/>
    <dgm:cxn modelId="{0ED85291-D8D3-4461-9B8D-4C70E41ECB64}" srcId="{25E417DA-1B4D-49B2-8420-C7CF7544EDD5}" destId="{C40E4D97-F9AD-4647-8FE2-6B1987625CAD}" srcOrd="3" destOrd="0" parTransId="{C3872852-A862-43CC-8FE1-5FA3CFB8BD0D}" sibTransId="{AB8E2B01-7356-4D00-AEAC-5DA975EB64C3}"/>
    <dgm:cxn modelId="{E8B12BB1-8DF2-4F1E-BACC-971D5005DF60}" srcId="{25E417DA-1B4D-49B2-8420-C7CF7544EDD5}" destId="{4E467276-531D-4B62-A4E2-DAC8B26C57D1}" srcOrd="2" destOrd="0" parTransId="{B883F0C1-6711-445F-9E50-DC118B4D7697}" sibTransId="{186C3DF9-1C6C-4B6B-AA8F-B4360F050F7F}"/>
    <dgm:cxn modelId="{92897FBD-B949-4926-AC50-69A6630EAEE6}" srcId="{25E417DA-1B4D-49B2-8420-C7CF7544EDD5}" destId="{E521F2BE-38A6-4F05-AF58-14DA0DA595BC}" srcOrd="0" destOrd="0" parTransId="{0FCD8B00-C94B-4183-B31E-4A956A2BF46E}" sibTransId="{72DEFF17-11D6-473B-8726-EC1E221E71D6}"/>
    <dgm:cxn modelId="{2AF043C2-1EA5-4C56-88D4-CD18241168B2}" type="presOf" srcId="{E521F2BE-38A6-4F05-AF58-14DA0DA595BC}" destId="{945EB5C5-39C4-4E92-8FD3-A08A5A491012}" srcOrd="0" destOrd="0" presId="urn:microsoft.com/office/officeart/2005/8/layout/rings+Icon#1"/>
    <dgm:cxn modelId="{D3B8C4F3-4FE4-4B08-A945-2A90B58A1DA9}" type="presOf" srcId="{4E467276-531D-4B62-A4E2-DAC8B26C57D1}" destId="{C8BA6A5B-461A-4AFE-B5BA-44C91E190E66}" srcOrd="0" destOrd="0" presId="urn:microsoft.com/office/officeart/2005/8/layout/rings+Icon#1"/>
    <dgm:cxn modelId="{2432B7F8-E99C-4747-A929-047A98F556B1}" srcId="{25E417DA-1B4D-49B2-8420-C7CF7544EDD5}" destId="{732EDAF9-9968-444C-AA90-76718C0DA3FA}" srcOrd="4" destOrd="0" parTransId="{D159299B-9ADF-40E1-8F15-431EAC3027E6}" sibTransId="{E3C6670F-FB72-44C4-BDFE-5E979DF7CDE1}"/>
    <dgm:cxn modelId="{A83C7EBE-EDCA-425C-B0B6-557FA06B8EF8}" type="presParOf" srcId="{D4D98944-8AD5-4173-9B66-E592137FB3D4}" destId="{945EB5C5-39C4-4E92-8FD3-A08A5A491012}" srcOrd="0" destOrd="0" presId="urn:microsoft.com/office/officeart/2005/8/layout/rings+Icon#1"/>
    <dgm:cxn modelId="{C23140D3-17FC-443D-B012-F0CE3A86D252}" type="presParOf" srcId="{D4D98944-8AD5-4173-9B66-E592137FB3D4}" destId="{38C9B275-7C1A-499C-8DA6-C209102D6E8C}" srcOrd="1" destOrd="0" presId="urn:microsoft.com/office/officeart/2005/8/layout/rings+Icon#1"/>
    <dgm:cxn modelId="{063B82B7-7918-4686-B2B0-C927F43BCE39}" type="presParOf" srcId="{D4D98944-8AD5-4173-9B66-E592137FB3D4}" destId="{C8BA6A5B-461A-4AFE-B5BA-44C91E190E66}" srcOrd="2" destOrd="0" presId="urn:microsoft.com/office/officeart/2005/8/layout/rings+Icon#1"/>
    <dgm:cxn modelId="{B489F98C-E179-4D65-AA74-9920165D25A8}" type="presParOf" srcId="{D4D98944-8AD5-4173-9B66-E592137FB3D4}" destId="{E85DBDFE-9578-44E0-9FE9-040D607A1513}" srcOrd="3" destOrd="0" presId="urn:microsoft.com/office/officeart/2005/8/layout/rings+Icon#1"/>
    <dgm:cxn modelId="{2B87C878-69A1-4CC6-9E1D-048F84438E25}" type="presParOf" srcId="{D4D98944-8AD5-4173-9B66-E592137FB3D4}" destId="{7BB564ED-D11E-4D5E-B963-CC50A60CA6EE}" srcOrd="4" destOrd="0" presId="urn:microsoft.com/office/officeart/2005/8/layout/rings+Ic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0BE2CCA-7D54-475E-A09E-FB69BF5BA266}" type="doc">
      <dgm:prSet loTypeId="urn:microsoft.com/office/officeart/2005/8/layout/default#1" loCatId="list" qsTypeId="urn:microsoft.com/office/officeart/2005/8/quickstyle/simple1" qsCatId="simple" csTypeId="urn:microsoft.com/office/officeart/2005/8/colors/colorful3" csCatId="colorful"/>
      <dgm:spPr/>
      <dgm:t>
        <a:bodyPr numCol="1"/>
        <a:lstStyle/>
        <a:p>
          <a:endParaRPr lang="en-US"/>
        </a:p>
      </dgm:t>
    </dgm:pt>
    <dgm:pt modelId="{906D0E57-7DCC-4CB6-A9B8-5468CEA47154}">
      <dgm:prSet/>
      <dgm:spPr/>
      <dgm:t>
        <a:bodyPr numCol="1"/>
        <a:lstStyle/>
        <a:p>
          <a:pPr rtl="0"/>
          <a:r>
            <a:rPr lang="en-US" b="1"/>
            <a:t>Authorization</a:t>
          </a:r>
          <a:endParaRPr lang="en-GB" altLang="en-GB"/>
        </a:p>
      </dgm:t>
    </dgm:pt>
    <dgm:pt modelId="{A38940C9-D631-4CA4-8583-FD99ABC90924}" type="parTrans" cxnId="{F6E61315-0A15-4E09-82B1-31BF5AB66522}">
      <dgm:prSet/>
      <dgm:spPr/>
      <dgm:t>
        <a:bodyPr numCol="1"/>
        <a:lstStyle/>
        <a:p>
          <a:endParaRPr lang="en-US"/>
        </a:p>
      </dgm:t>
    </dgm:pt>
    <dgm:pt modelId="{13D12F97-83AA-4A31-B4EF-BD9C3F838F37}" type="sibTrans" cxnId="{F6E61315-0A15-4E09-82B1-31BF5AB66522}">
      <dgm:prSet/>
      <dgm:spPr/>
      <dgm:t>
        <a:bodyPr numCol="1"/>
        <a:lstStyle/>
        <a:p>
          <a:endParaRPr lang="en-US"/>
        </a:p>
      </dgm:t>
    </dgm:pt>
    <dgm:pt modelId="{297B0F69-76B4-48D2-80D9-182C0E2804A5}">
      <dgm:prSet/>
      <dgm:spPr/>
      <dgm:t>
        <a:bodyPr numCol="1"/>
        <a:lstStyle/>
        <a:p>
          <a:pPr rtl="0"/>
          <a:r>
            <a:rPr lang="en-US" b="1"/>
            <a:t>Integrity</a:t>
          </a:r>
          <a:endParaRPr lang="en-GB" altLang="en-GB"/>
        </a:p>
      </dgm:t>
    </dgm:pt>
    <dgm:pt modelId="{4FBBDE4C-8427-4651-A4A9-2DFB1AC63DE5}" type="parTrans" cxnId="{0F561A5C-4EBA-4259-8CFB-46EFF75B9441}">
      <dgm:prSet/>
      <dgm:spPr/>
      <dgm:t>
        <a:bodyPr numCol="1"/>
        <a:lstStyle/>
        <a:p>
          <a:endParaRPr lang="en-US"/>
        </a:p>
      </dgm:t>
    </dgm:pt>
    <dgm:pt modelId="{0394E769-3B0F-4DD9-B6B1-EF459BDFA805}" type="sibTrans" cxnId="{0F561A5C-4EBA-4259-8CFB-46EFF75B9441}">
      <dgm:prSet/>
      <dgm:spPr/>
      <dgm:t>
        <a:bodyPr numCol="1"/>
        <a:lstStyle/>
        <a:p>
          <a:endParaRPr lang="en-US"/>
        </a:p>
      </dgm:t>
    </dgm:pt>
    <dgm:pt modelId="{2DDDFD3B-EE3A-4D4D-B396-87325E6E545D}">
      <dgm:prSet/>
      <dgm:spPr/>
      <dgm:t>
        <a:bodyPr numCol="1"/>
        <a:lstStyle/>
        <a:p>
          <a:pPr rtl="0"/>
          <a:r>
            <a:rPr lang="en-US"/>
            <a:t>Views</a:t>
          </a:r>
          <a:endParaRPr lang="en-GB" altLang="en-GB"/>
        </a:p>
      </dgm:t>
    </dgm:pt>
    <dgm:pt modelId="{FB0BB7AA-AF1D-4131-8C9D-DCAD3EC81BEA}" type="parTrans" cxnId="{7FCBBBDC-35FA-4B71-8C7D-B456364CD0D7}">
      <dgm:prSet/>
      <dgm:spPr/>
      <dgm:t>
        <a:bodyPr numCol="1"/>
        <a:lstStyle/>
        <a:p>
          <a:endParaRPr lang="en-US"/>
        </a:p>
      </dgm:t>
    </dgm:pt>
    <dgm:pt modelId="{E14BC2D6-29CB-4376-8CA4-10722666A066}" type="sibTrans" cxnId="{7FCBBBDC-35FA-4B71-8C7D-B456364CD0D7}">
      <dgm:prSet/>
      <dgm:spPr/>
      <dgm:t>
        <a:bodyPr numCol="1"/>
        <a:lstStyle/>
        <a:p>
          <a:endParaRPr lang="en-US"/>
        </a:p>
      </dgm:t>
    </dgm:pt>
    <dgm:pt modelId="{75CDEB05-8132-46C7-A069-0CF219FB6083}">
      <dgm:prSet/>
      <dgm:spPr/>
      <dgm:t>
        <a:bodyPr numCol="1"/>
        <a:lstStyle/>
        <a:p>
          <a:pPr rtl="0"/>
          <a:r>
            <a:rPr lang="en-US" dirty="0"/>
            <a:t>Backup and Recovery</a:t>
          </a:r>
          <a:endParaRPr lang="en-GB" altLang="en-GB" dirty="0"/>
        </a:p>
      </dgm:t>
    </dgm:pt>
    <dgm:pt modelId="{18ED3F00-9BE1-4BFE-8687-5A54395329A0}" type="parTrans" cxnId="{C18E52B8-499D-4C2F-B69F-35474E5F366F}">
      <dgm:prSet/>
      <dgm:spPr/>
      <dgm:t>
        <a:bodyPr numCol="1"/>
        <a:lstStyle/>
        <a:p>
          <a:endParaRPr lang="en-US"/>
        </a:p>
      </dgm:t>
    </dgm:pt>
    <dgm:pt modelId="{08AFD45F-A45B-43CF-9FAC-BC213159ECC6}" type="sibTrans" cxnId="{C18E52B8-499D-4C2F-B69F-35474E5F366F}">
      <dgm:prSet/>
      <dgm:spPr/>
      <dgm:t>
        <a:bodyPr numCol="1"/>
        <a:lstStyle/>
        <a:p>
          <a:endParaRPr lang="en-US"/>
        </a:p>
      </dgm:t>
    </dgm:pt>
    <dgm:pt modelId="{8F6CBE12-F3BE-402F-A4FE-B0FF13B11698}">
      <dgm:prSet/>
      <dgm:spPr/>
      <dgm:t>
        <a:bodyPr numCol="1"/>
        <a:lstStyle/>
        <a:p>
          <a:pPr rtl="0"/>
          <a:r>
            <a:rPr lang="en-US" dirty="0"/>
            <a:t>Encryption</a:t>
          </a:r>
          <a:endParaRPr lang="en-GB" altLang="en-GB" dirty="0"/>
        </a:p>
      </dgm:t>
    </dgm:pt>
    <dgm:pt modelId="{C970BD57-691F-4A9B-818D-18FD5D1F0911}" type="parTrans" cxnId="{86744AA4-7BD5-45CD-B125-E55F459F89EE}">
      <dgm:prSet/>
      <dgm:spPr/>
      <dgm:t>
        <a:bodyPr numCol="1"/>
        <a:lstStyle/>
        <a:p>
          <a:endParaRPr lang="en-US"/>
        </a:p>
      </dgm:t>
    </dgm:pt>
    <dgm:pt modelId="{3566845E-6950-4652-9DA5-61750767D297}" type="sibTrans" cxnId="{86744AA4-7BD5-45CD-B125-E55F459F89EE}">
      <dgm:prSet/>
      <dgm:spPr/>
      <dgm:t>
        <a:bodyPr numCol="1"/>
        <a:lstStyle/>
        <a:p>
          <a:endParaRPr lang="en-US"/>
        </a:p>
      </dgm:t>
    </dgm:pt>
    <dgm:pt modelId="{737DA117-7A99-4BC8-A071-AAE934123AB1}">
      <dgm:prSet/>
      <dgm:spPr/>
      <dgm:t>
        <a:bodyPr numCol="1"/>
        <a:lstStyle/>
        <a:p>
          <a:pPr rtl="0"/>
          <a:r>
            <a:rPr lang="en-US" dirty="0"/>
            <a:t>RAID</a:t>
          </a:r>
          <a:endParaRPr lang="en-GB" altLang="en-GB" dirty="0"/>
        </a:p>
      </dgm:t>
    </dgm:pt>
    <dgm:pt modelId="{B91A92CA-91BA-4CC5-80E4-B9D342F15EF7}" type="parTrans" cxnId="{411D1084-B4E1-4E69-A76D-843976D4E655}">
      <dgm:prSet/>
      <dgm:spPr/>
      <dgm:t>
        <a:bodyPr numCol="1"/>
        <a:lstStyle/>
        <a:p>
          <a:endParaRPr lang="en-US"/>
        </a:p>
      </dgm:t>
    </dgm:pt>
    <dgm:pt modelId="{ADE40589-CFB1-4CDD-861E-91E498AA73AB}" type="sibTrans" cxnId="{411D1084-B4E1-4E69-A76D-843976D4E655}">
      <dgm:prSet/>
      <dgm:spPr/>
      <dgm:t>
        <a:bodyPr numCol="1"/>
        <a:lstStyle/>
        <a:p>
          <a:endParaRPr lang="en-US"/>
        </a:p>
      </dgm:t>
    </dgm:pt>
    <dgm:pt modelId="{9F513AD9-9F74-4F1E-8E77-097EEDC86F0E}" type="pres">
      <dgm:prSet presAssocID="{30BE2CCA-7D54-475E-A09E-FB69BF5BA266}" presName="diagram" presStyleCnt="0">
        <dgm:presLayoutVars>
          <dgm:dir/>
          <dgm:resizeHandles val="exact"/>
        </dgm:presLayoutVars>
      </dgm:prSet>
      <dgm:spPr/>
    </dgm:pt>
    <dgm:pt modelId="{517133A6-8575-4D46-A814-97F6D9C637A1}" type="pres">
      <dgm:prSet presAssocID="{906D0E57-7DCC-4CB6-A9B8-5468CEA47154}" presName="node" presStyleLbl="node1" presStyleIdx="0" presStyleCnt="6">
        <dgm:presLayoutVars>
          <dgm:bulletEnabled val="1"/>
        </dgm:presLayoutVars>
      </dgm:prSet>
      <dgm:spPr/>
    </dgm:pt>
    <dgm:pt modelId="{4A533B61-FB36-4029-B102-45C490744ADD}" type="pres">
      <dgm:prSet presAssocID="{13D12F97-83AA-4A31-B4EF-BD9C3F838F37}" presName="sibTrans" presStyleCnt="0"/>
      <dgm:spPr/>
    </dgm:pt>
    <dgm:pt modelId="{BE3B028C-6C8D-4593-A668-4E89B6024C7A}" type="pres">
      <dgm:prSet presAssocID="{297B0F69-76B4-48D2-80D9-182C0E2804A5}" presName="node" presStyleLbl="node1" presStyleIdx="1" presStyleCnt="6">
        <dgm:presLayoutVars>
          <dgm:bulletEnabled val="1"/>
        </dgm:presLayoutVars>
      </dgm:prSet>
      <dgm:spPr/>
    </dgm:pt>
    <dgm:pt modelId="{9B80C4E5-B470-4326-BCD3-802FA36DAE06}" type="pres">
      <dgm:prSet presAssocID="{0394E769-3B0F-4DD9-B6B1-EF459BDFA805}" presName="sibTrans" presStyleCnt="0"/>
      <dgm:spPr/>
    </dgm:pt>
    <dgm:pt modelId="{6195FFC0-A837-44BD-8DC4-16219405D932}" type="pres">
      <dgm:prSet presAssocID="{2DDDFD3B-EE3A-4D4D-B396-87325E6E545D}" presName="node" presStyleLbl="node1" presStyleIdx="2" presStyleCnt="6">
        <dgm:presLayoutVars>
          <dgm:bulletEnabled val="1"/>
        </dgm:presLayoutVars>
      </dgm:prSet>
      <dgm:spPr/>
    </dgm:pt>
    <dgm:pt modelId="{6C111CFD-29AB-4AB0-B77B-604ED76866A6}" type="pres">
      <dgm:prSet presAssocID="{E14BC2D6-29CB-4376-8CA4-10722666A066}" presName="sibTrans" presStyleCnt="0"/>
      <dgm:spPr/>
    </dgm:pt>
    <dgm:pt modelId="{2FB7E612-B464-43AB-874D-B93AA9DD408E}" type="pres">
      <dgm:prSet presAssocID="{75CDEB05-8132-46C7-A069-0CF219FB6083}" presName="node" presStyleLbl="node1" presStyleIdx="3" presStyleCnt="6">
        <dgm:presLayoutVars>
          <dgm:bulletEnabled val="1"/>
        </dgm:presLayoutVars>
      </dgm:prSet>
      <dgm:spPr/>
    </dgm:pt>
    <dgm:pt modelId="{D6E2BCB2-64F0-4A27-A612-224BC631C21A}" type="pres">
      <dgm:prSet presAssocID="{08AFD45F-A45B-43CF-9FAC-BC213159ECC6}" presName="sibTrans" presStyleCnt="0"/>
      <dgm:spPr/>
    </dgm:pt>
    <dgm:pt modelId="{1B256BCF-09BC-4627-B212-BE71DEDCCBB5}" type="pres">
      <dgm:prSet presAssocID="{8F6CBE12-F3BE-402F-A4FE-B0FF13B11698}" presName="node" presStyleLbl="node1" presStyleIdx="4" presStyleCnt="6">
        <dgm:presLayoutVars>
          <dgm:bulletEnabled val="1"/>
        </dgm:presLayoutVars>
      </dgm:prSet>
      <dgm:spPr/>
    </dgm:pt>
    <dgm:pt modelId="{C1EF4646-7606-47B3-9FCC-89E3FB1BC373}" type="pres">
      <dgm:prSet presAssocID="{3566845E-6950-4652-9DA5-61750767D297}" presName="sibTrans" presStyleCnt="0"/>
      <dgm:spPr/>
    </dgm:pt>
    <dgm:pt modelId="{1B980F78-0406-4AFD-98DC-AAF238861C66}" type="pres">
      <dgm:prSet presAssocID="{737DA117-7A99-4BC8-A071-AAE934123AB1}" presName="node" presStyleLbl="node1" presStyleIdx="5" presStyleCnt="6">
        <dgm:presLayoutVars>
          <dgm:bulletEnabled val="1"/>
        </dgm:presLayoutVars>
      </dgm:prSet>
      <dgm:spPr/>
    </dgm:pt>
  </dgm:ptLst>
  <dgm:cxnLst>
    <dgm:cxn modelId="{F6E61315-0A15-4E09-82B1-31BF5AB66522}" srcId="{30BE2CCA-7D54-475E-A09E-FB69BF5BA266}" destId="{906D0E57-7DCC-4CB6-A9B8-5468CEA47154}" srcOrd="0" destOrd="0" parTransId="{A38940C9-D631-4CA4-8583-FD99ABC90924}" sibTransId="{13D12F97-83AA-4A31-B4EF-BD9C3F838F37}"/>
    <dgm:cxn modelId="{208C7918-AD11-4541-ADC2-4B9EE175E0EE}" type="presOf" srcId="{8F6CBE12-F3BE-402F-A4FE-B0FF13B11698}" destId="{1B256BCF-09BC-4627-B212-BE71DEDCCBB5}" srcOrd="0" destOrd="0" presId="urn:microsoft.com/office/officeart/2005/8/layout/default#1"/>
    <dgm:cxn modelId="{6A3AFC34-75FC-4117-ACE6-5C9190177061}" type="presOf" srcId="{297B0F69-76B4-48D2-80D9-182C0E2804A5}" destId="{BE3B028C-6C8D-4593-A668-4E89B6024C7A}" srcOrd="0" destOrd="0" presId="urn:microsoft.com/office/officeart/2005/8/layout/default#1"/>
    <dgm:cxn modelId="{3468523E-A384-4EA6-9C69-20B68A162063}" type="presOf" srcId="{2DDDFD3B-EE3A-4D4D-B396-87325E6E545D}" destId="{6195FFC0-A837-44BD-8DC4-16219405D932}" srcOrd="0" destOrd="0" presId="urn:microsoft.com/office/officeart/2005/8/layout/default#1"/>
    <dgm:cxn modelId="{0F561A5C-4EBA-4259-8CFB-46EFF75B9441}" srcId="{30BE2CCA-7D54-475E-A09E-FB69BF5BA266}" destId="{297B0F69-76B4-48D2-80D9-182C0E2804A5}" srcOrd="1" destOrd="0" parTransId="{4FBBDE4C-8427-4651-A4A9-2DFB1AC63DE5}" sibTransId="{0394E769-3B0F-4DD9-B6B1-EF459BDFA805}"/>
    <dgm:cxn modelId="{E7556E76-46F7-45EE-99D3-886924D35D7F}" type="presOf" srcId="{737DA117-7A99-4BC8-A071-AAE934123AB1}" destId="{1B980F78-0406-4AFD-98DC-AAF238861C66}" srcOrd="0" destOrd="0" presId="urn:microsoft.com/office/officeart/2005/8/layout/default#1"/>
    <dgm:cxn modelId="{411D1084-B4E1-4E69-A76D-843976D4E655}" srcId="{30BE2CCA-7D54-475E-A09E-FB69BF5BA266}" destId="{737DA117-7A99-4BC8-A071-AAE934123AB1}" srcOrd="5" destOrd="0" parTransId="{B91A92CA-91BA-4CC5-80E4-B9D342F15EF7}" sibTransId="{ADE40589-CFB1-4CDD-861E-91E498AA73AB}"/>
    <dgm:cxn modelId="{2E13CF9B-46E9-4876-ABE6-80C790A10CE0}" type="presOf" srcId="{75CDEB05-8132-46C7-A069-0CF219FB6083}" destId="{2FB7E612-B464-43AB-874D-B93AA9DD408E}" srcOrd="0" destOrd="0" presId="urn:microsoft.com/office/officeart/2005/8/layout/default#1"/>
    <dgm:cxn modelId="{86744AA4-7BD5-45CD-B125-E55F459F89EE}" srcId="{30BE2CCA-7D54-475E-A09E-FB69BF5BA266}" destId="{8F6CBE12-F3BE-402F-A4FE-B0FF13B11698}" srcOrd="4" destOrd="0" parTransId="{C970BD57-691F-4A9B-818D-18FD5D1F0911}" sibTransId="{3566845E-6950-4652-9DA5-61750767D297}"/>
    <dgm:cxn modelId="{C18E52B8-499D-4C2F-B69F-35474E5F366F}" srcId="{30BE2CCA-7D54-475E-A09E-FB69BF5BA266}" destId="{75CDEB05-8132-46C7-A069-0CF219FB6083}" srcOrd="3" destOrd="0" parTransId="{18ED3F00-9BE1-4BFE-8687-5A54395329A0}" sibTransId="{08AFD45F-A45B-43CF-9FAC-BC213159ECC6}"/>
    <dgm:cxn modelId="{FD2EEAD3-38AE-4A26-BA61-0CB9C46CCC98}" type="presOf" srcId="{906D0E57-7DCC-4CB6-A9B8-5468CEA47154}" destId="{517133A6-8575-4D46-A814-97F6D9C637A1}" srcOrd="0" destOrd="0" presId="urn:microsoft.com/office/officeart/2005/8/layout/default#1"/>
    <dgm:cxn modelId="{83BAE2D4-E012-4622-AA4C-3D25D74E8D02}" type="presOf" srcId="{30BE2CCA-7D54-475E-A09E-FB69BF5BA266}" destId="{9F513AD9-9F74-4F1E-8E77-097EEDC86F0E}" srcOrd="0" destOrd="0" presId="urn:microsoft.com/office/officeart/2005/8/layout/default#1"/>
    <dgm:cxn modelId="{7FCBBBDC-35FA-4B71-8C7D-B456364CD0D7}" srcId="{30BE2CCA-7D54-475E-A09E-FB69BF5BA266}" destId="{2DDDFD3B-EE3A-4D4D-B396-87325E6E545D}" srcOrd="2" destOrd="0" parTransId="{FB0BB7AA-AF1D-4131-8C9D-DCAD3EC81BEA}" sibTransId="{E14BC2D6-29CB-4376-8CA4-10722666A066}"/>
    <dgm:cxn modelId="{39AE799F-188C-4C2E-B832-A5BB7E8129C4}" type="presParOf" srcId="{9F513AD9-9F74-4F1E-8E77-097EEDC86F0E}" destId="{517133A6-8575-4D46-A814-97F6D9C637A1}" srcOrd="0" destOrd="0" presId="urn:microsoft.com/office/officeart/2005/8/layout/default#1"/>
    <dgm:cxn modelId="{84E72A84-9042-433B-85A0-218D9F3E43E8}" type="presParOf" srcId="{9F513AD9-9F74-4F1E-8E77-097EEDC86F0E}" destId="{4A533B61-FB36-4029-B102-45C490744ADD}" srcOrd="1" destOrd="0" presId="urn:microsoft.com/office/officeart/2005/8/layout/default#1"/>
    <dgm:cxn modelId="{E5150A69-EB7C-4FFA-BEBF-F6E5C3B32CFD}" type="presParOf" srcId="{9F513AD9-9F74-4F1E-8E77-097EEDC86F0E}" destId="{BE3B028C-6C8D-4593-A668-4E89B6024C7A}" srcOrd="2" destOrd="0" presId="urn:microsoft.com/office/officeart/2005/8/layout/default#1"/>
    <dgm:cxn modelId="{9162D137-7491-44F4-9529-AEB6E55F3E43}" type="presParOf" srcId="{9F513AD9-9F74-4F1E-8E77-097EEDC86F0E}" destId="{9B80C4E5-B470-4326-BCD3-802FA36DAE06}" srcOrd="3" destOrd="0" presId="urn:microsoft.com/office/officeart/2005/8/layout/default#1"/>
    <dgm:cxn modelId="{80637AAA-9929-4EAE-A93F-8740E9A86AA2}" type="presParOf" srcId="{9F513AD9-9F74-4F1E-8E77-097EEDC86F0E}" destId="{6195FFC0-A837-44BD-8DC4-16219405D932}" srcOrd="4" destOrd="0" presId="urn:microsoft.com/office/officeart/2005/8/layout/default#1"/>
    <dgm:cxn modelId="{8D99D76F-E1FB-4452-BFFF-14BEB279D547}" type="presParOf" srcId="{9F513AD9-9F74-4F1E-8E77-097EEDC86F0E}" destId="{6C111CFD-29AB-4AB0-B77B-604ED76866A6}" srcOrd="5" destOrd="0" presId="urn:microsoft.com/office/officeart/2005/8/layout/default#1"/>
    <dgm:cxn modelId="{696383A0-F655-453A-B363-C6CD45762514}" type="presParOf" srcId="{9F513AD9-9F74-4F1E-8E77-097EEDC86F0E}" destId="{2FB7E612-B464-43AB-874D-B93AA9DD408E}" srcOrd="6" destOrd="0" presId="urn:microsoft.com/office/officeart/2005/8/layout/default#1"/>
    <dgm:cxn modelId="{8C85016E-A6EE-4980-A644-6ABEED12E907}" type="presParOf" srcId="{9F513AD9-9F74-4F1E-8E77-097EEDC86F0E}" destId="{D6E2BCB2-64F0-4A27-A612-224BC631C21A}" srcOrd="7" destOrd="0" presId="urn:microsoft.com/office/officeart/2005/8/layout/default#1"/>
    <dgm:cxn modelId="{96448F73-5514-4E14-81BF-047034B0BAE0}" type="presParOf" srcId="{9F513AD9-9F74-4F1E-8E77-097EEDC86F0E}" destId="{1B256BCF-09BC-4627-B212-BE71DEDCCBB5}" srcOrd="8" destOrd="0" presId="urn:microsoft.com/office/officeart/2005/8/layout/default#1"/>
    <dgm:cxn modelId="{80F68E48-D5FE-4F30-AA6C-86AAA5D3908A}" type="presParOf" srcId="{9F513AD9-9F74-4F1E-8E77-097EEDC86F0E}" destId="{C1EF4646-7606-47B3-9FCC-89E3FB1BC373}" srcOrd="9" destOrd="0" presId="urn:microsoft.com/office/officeart/2005/8/layout/default#1"/>
    <dgm:cxn modelId="{016EF5EF-A20D-43A7-A4F3-DCF94208176F}" type="presParOf" srcId="{9F513AD9-9F74-4F1E-8E77-097EEDC86F0E}" destId="{1B980F78-0406-4AFD-98DC-AAF238861C66}" srcOrd="1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460E18-89FE-4024-8A05-3B11304C3D20}" type="doc">
      <dgm:prSet loTypeId="urn:microsoft.com/office/officeart/2008/layout/PictureAccentList#1" loCatId="list" qsTypeId="urn:microsoft.com/office/officeart/2005/8/quickstyle/simple1" qsCatId="simple" csTypeId="urn:microsoft.com/office/officeart/2005/8/colors/colorful5" csCatId="colorful" phldr="1"/>
      <dgm:spPr/>
      <dgm:t>
        <a:bodyPr numCol="1"/>
        <a:lstStyle/>
        <a:p>
          <a:endParaRPr lang="en-US"/>
        </a:p>
      </dgm:t>
    </dgm:pt>
    <dgm:pt modelId="{2D1ED88A-9C1D-4E1A-A279-9E4555F22ACE}">
      <dgm:prSet custT="1"/>
      <dgm:spPr/>
      <dgm:t>
        <a:bodyPr numCol="1"/>
        <a:lstStyle/>
        <a:p>
          <a:pPr rtl="0"/>
          <a:r>
            <a:rPr lang="en-US" sz="2400" dirty="0"/>
            <a:t>Access controls</a:t>
          </a:r>
          <a:endParaRPr lang="en-GB" altLang="en-GB" sz="2400" dirty="0"/>
        </a:p>
      </dgm:t>
    </dgm:pt>
    <dgm:pt modelId="{48526DDD-76BC-4D43-9423-D4E24C36A143}" type="parTrans" cxnId="{5599F751-F098-4EF8-A9D8-78DC48BF61B7}">
      <dgm:prSet/>
      <dgm:spPr/>
      <dgm:t>
        <a:bodyPr numCol="1"/>
        <a:lstStyle/>
        <a:p>
          <a:endParaRPr lang="en-US"/>
        </a:p>
      </dgm:t>
    </dgm:pt>
    <dgm:pt modelId="{BA77DD83-09D7-44EB-81B3-D40FA2A9D7D7}" type="sibTrans" cxnId="{5599F751-F098-4EF8-A9D8-78DC48BF61B7}">
      <dgm:prSet/>
      <dgm:spPr/>
      <dgm:t>
        <a:bodyPr numCol="1"/>
        <a:lstStyle/>
        <a:p>
          <a:endParaRPr lang="en-US"/>
        </a:p>
      </dgm:t>
    </dgm:pt>
    <dgm:pt modelId="{55555C5C-EAB5-46A0-8C0B-CDDF89EF7B74}">
      <dgm:prSet custT="1"/>
      <dgm:spPr/>
      <dgm:t>
        <a:bodyPr numCol="1"/>
        <a:lstStyle/>
        <a:p>
          <a:pPr rtl="0"/>
          <a:r>
            <a:rPr lang="en-US" sz="2400" dirty="0"/>
            <a:t>Granting a right or privilege to access a specific system or system object</a:t>
          </a:r>
          <a:endParaRPr lang="en-GB" altLang="en-GB" sz="2400" dirty="0"/>
        </a:p>
      </dgm:t>
    </dgm:pt>
    <dgm:pt modelId="{BA99B926-F316-4EEB-8641-4A8F1AA738FA}" type="parTrans" cxnId="{EF98A23E-F5CA-47E1-A898-70B90DCB3902}">
      <dgm:prSet/>
      <dgm:spPr/>
      <dgm:t>
        <a:bodyPr numCol="1"/>
        <a:lstStyle/>
        <a:p>
          <a:endParaRPr lang="en-US"/>
        </a:p>
      </dgm:t>
    </dgm:pt>
    <dgm:pt modelId="{7E3605B5-9A6D-4F70-974B-0AA0CDE57E7C}" type="sibTrans" cxnId="{EF98A23E-F5CA-47E1-A898-70B90DCB3902}">
      <dgm:prSet/>
      <dgm:spPr/>
      <dgm:t>
        <a:bodyPr numCol="1"/>
        <a:lstStyle/>
        <a:p>
          <a:endParaRPr lang="en-US"/>
        </a:p>
      </dgm:t>
    </dgm:pt>
    <dgm:pt modelId="{9D7EA7B9-8345-4475-AFE6-1EB87AD24B43}">
      <dgm:prSet custT="1"/>
      <dgm:spPr/>
      <dgm:t>
        <a:bodyPr numCol="1"/>
        <a:lstStyle/>
        <a:p>
          <a:pPr rtl="0"/>
          <a:r>
            <a:rPr lang="en-US" sz="2400" dirty="0"/>
            <a:t>User or role based access</a:t>
          </a:r>
          <a:endParaRPr lang="en-GB" altLang="en-GB" sz="2400" dirty="0"/>
        </a:p>
      </dgm:t>
    </dgm:pt>
    <dgm:pt modelId="{54599110-6758-4744-920B-0B0BABDD44C8}" type="parTrans" cxnId="{4BE48138-44CB-4F0F-92B4-3AA6383B1095}">
      <dgm:prSet/>
      <dgm:spPr/>
      <dgm:t>
        <a:bodyPr numCol="1"/>
        <a:lstStyle/>
        <a:p>
          <a:endParaRPr lang="en-US"/>
        </a:p>
      </dgm:t>
    </dgm:pt>
    <dgm:pt modelId="{6565B11D-4E26-4705-A98C-72926E7F5DCB}" type="sibTrans" cxnId="{4BE48138-44CB-4F0F-92B4-3AA6383B1095}">
      <dgm:prSet/>
      <dgm:spPr/>
      <dgm:t>
        <a:bodyPr numCol="1"/>
        <a:lstStyle/>
        <a:p>
          <a:endParaRPr lang="en-US"/>
        </a:p>
      </dgm:t>
    </dgm:pt>
    <dgm:pt modelId="{0E33730E-8796-40D1-BDB7-43F895F65B42}">
      <dgm:prSet custT="1"/>
      <dgm:spPr/>
      <dgm:t>
        <a:bodyPr numCol="1"/>
        <a:lstStyle/>
        <a:p>
          <a:pPr rtl="0"/>
          <a:r>
            <a:rPr lang="en-US" sz="2400" dirty="0"/>
            <a:t>Select, update, insert, delete data</a:t>
          </a:r>
          <a:endParaRPr lang="en-GB" altLang="en-GB" sz="2400" dirty="0"/>
        </a:p>
      </dgm:t>
    </dgm:pt>
    <dgm:pt modelId="{A5DDA37E-36C5-406E-82F1-CD8C56973178}" type="parTrans" cxnId="{9EE11377-FB81-467D-99FC-D4CBDE06A10D}">
      <dgm:prSet/>
      <dgm:spPr/>
      <dgm:t>
        <a:bodyPr numCol="1"/>
        <a:lstStyle/>
        <a:p>
          <a:endParaRPr lang="en-US"/>
        </a:p>
      </dgm:t>
    </dgm:pt>
    <dgm:pt modelId="{CB6A6152-5E8E-41D3-B4B7-FC934A8398D9}" type="sibTrans" cxnId="{9EE11377-FB81-467D-99FC-D4CBDE06A10D}">
      <dgm:prSet/>
      <dgm:spPr/>
      <dgm:t>
        <a:bodyPr numCol="1"/>
        <a:lstStyle/>
        <a:p>
          <a:endParaRPr lang="en-US"/>
        </a:p>
      </dgm:t>
    </dgm:pt>
    <dgm:pt modelId="{24A0F979-9C46-4C6B-9FFD-FF1F851B28AB}" type="pres">
      <dgm:prSet presAssocID="{E7460E18-89FE-4024-8A05-3B11304C3D20}" presName="layout" presStyleCnt="0">
        <dgm:presLayoutVars>
          <dgm:chMax/>
          <dgm:chPref/>
          <dgm:dir/>
          <dgm:animOne val="branch"/>
          <dgm:animLvl val="lvl"/>
          <dgm:resizeHandles/>
        </dgm:presLayoutVars>
      </dgm:prSet>
      <dgm:spPr/>
    </dgm:pt>
    <dgm:pt modelId="{8401C8A4-5B4C-4793-BF6A-098777859C5D}" type="pres">
      <dgm:prSet presAssocID="{2D1ED88A-9C1D-4E1A-A279-9E4555F22ACE}" presName="root" presStyleCnt="0">
        <dgm:presLayoutVars>
          <dgm:chMax/>
          <dgm:chPref val="4"/>
        </dgm:presLayoutVars>
      </dgm:prSet>
      <dgm:spPr/>
    </dgm:pt>
    <dgm:pt modelId="{FE2553D7-32C1-40DE-9B30-813A9ECA9A66}" type="pres">
      <dgm:prSet presAssocID="{2D1ED88A-9C1D-4E1A-A279-9E4555F22ACE}" presName="rootComposite" presStyleCnt="0">
        <dgm:presLayoutVars/>
      </dgm:prSet>
      <dgm:spPr/>
    </dgm:pt>
    <dgm:pt modelId="{55DDDA95-9EBD-4594-881A-5D312FB51C96}" type="pres">
      <dgm:prSet presAssocID="{2D1ED88A-9C1D-4E1A-A279-9E4555F22ACE}" presName="rootText" presStyleLbl="node0" presStyleIdx="0" presStyleCnt="1" custLinFactNeighborY="1630">
        <dgm:presLayoutVars>
          <dgm:chMax/>
          <dgm:chPref val="4"/>
        </dgm:presLayoutVars>
      </dgm:prSet>
      <dgm:spPr/>
    </dgm:pt>
    <dgm:pt modelId="{8E80E7CA-3497-4BE8-BE4D-4AA2578B43B6}" type="pres">
      <dgm:prSet presAssocID="{2D1ED88A-9C1D-4E1A-A279-9E4555F22ACE}" presName="childShape" presStyleCnt="0">
        <dgm:presLayoutVars>
          <dgm:chMax val="0"/>
          <dgm:chPref val="0"/>
        </dgm:presLayoutVars>
      </dgm:prSet>
      <dgm:spPr/>
    </dgm:pt>
    <dgm:pt modelId="{30B73AA6-FA77-4813-99F8-CA45780538EB}" type="pres">
      <dgm:prSet presAssocID="{55555C5C-EAB5-46A0-8C0B-CDDF89EF7B74}" presName="childComposite" presStyleCnt="0">
        <dgm:presLayoutVars>
          <dgm:chMax val="0"/>
          <dgm:chPref val="0"/>
        </dgm:presLayoutVars>
      </dgm:prSet>
      <dgm:spPr/>
    </dgm:pt>
    <dgm:pt modelId="{86546A8F-90DE-44FE-B913-36A707542EEB}" type="pres">
      <dgm:prSet presAssocID="{55555C5C-EAB5-46A0-8C0B-CDDF89EF7B74}" presName="Imag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dgm:spPr>
    </dgm:pt>
    <dgm:pt modelId="{4061A3BB-B9DB-41E6-B2BE-5825161F9E3A}" type="pres">
      <dgm:prSet presAssocID="{55555C5C-EAB5-46A0-8C0B-CDDF89EF7B74}" presName="childText" presStyleLbl="lnNode1" presStyleIdx="0" presStyleCnt="3">
        <dgm:presLayoutVars>
          <dgm:chMax val="0"/>
          <dgm:chPref val="0"/>
          <dgm:bulletEnabled val="1"/>
        </dgm:presLayoutVars>
      </dgm:prSet>
      <dgm:spPr/>
    </dgm:pt>
    <dgm:pt modelId="{44C5E7AF-E2D1-484B-BBEA-39E50EA94039}" type="pres">
      <dgm:prSet presAssocID="{9D7EA7B9-8345-4475-AFE6-1EB87AD24B43}" presName="childComposite" presStyleCnt="0">
        <dgm:presLayoutVars>
          <dgm:chMax val="0"/>
          <dgm:chPref val="0"/>
        </dgm:presLayoutVars>
      </dgm:prSet>
      <dgm:spPr/>
    </dgm:pt>
    <dgm:pt modelId="{EA7E5B9A-2724-4476-9457-C0D9C9521F18}" type="pres">
      <dgm:prSet presAssocID="{9D7EA7B9-8345-4475-AFE6-1EB87AD24B43}" presName="Imag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2000" b="-2000"/>
          </a:stretch>
        </a:blipFill>
      </dgm:spPr>
    </dgm:pt>
    <dgm:pt modelId="{EAB308A2-4905-48E8-92D6-D1EB19ACCEF3}" type="pres">
      <dgm:prSet presAssocID="{9D7EA7B9-8345-4475-AFE6-1EB87AD24B43}" presName="childText" presStyleLbl="lnNode1" presStyleIdx="1" presStyleCnt="3">
        <dgm:presLayoutVars>
          <dgm:chMax val="0"/>
          <dgm:chPref val="0"/>
          <dgm:bulletEnabled val="1"/>
        </dgm:presLayoutVars>
      </dgm:prSet>
      <dgm:spPr/>
    </dgm:pt>
    <dgm:pt modelId="{A8F7BFFF-0B7F-4D27-AD32-78F3C130BABF}" type="pres">
      <dgm:prSet presAssocID="{0E33730E-8796-40D1-BDB7-43F895F65B42}" presName="childComposite" presStyleCnt="0">
        <dgm:presLayoutVars>
          <dgm:chMax val="0"/>
          <dgm:chPref val="0"/>
        </dgm:presLayoutVars>
      </dgm:prSet>
      <dgm:spPr/>
    </dgm:pt>
    <dgm:pt modelId="{D7EBD32B-B49E-4546-95B5-B88200E1C9C8}" type="pres">
      <dgm:prSet presAssocID="{0E33730E-8796-40D1-BDB7-43F895F65B42}" presName="Imag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dgm:spPr>
    </dgm:pt>
    <dgm:pt modelId="{1BE279F9-2D57-4922-B1BA-25E0F09A3A5F}" type="pres">
      <dgm:prSet presAssocID="{0E33730E-8796-40D1-BDB7-43F895F65B42}" presName="childText" presStyleLbl="lnNode1" presStyleIdx="2" presStyleCnt="3">
        <dgm:presLayoutVars>
          <dgm:chMax val="0"/>
          <dgm:chPref val="0"/>
          <dgm:bulletEnabled val="1"/>
        </dgm:presLayoutVars>
      </dgm:prSet>
      <dgm:spPr/>
    </dgm:pt>
  </dgm:ptLst>
  <dgm:cxnLst>
    <dgm:cxn modelId="{9C2EB822-5352-479A-AD70-37F51FB401B7}" type="presOf" srcId="{E7460E18-89FE-4024-8A05-3B11304C3D20}" destId="{24A0F979-9C46-4C6B-9FFD-FF1F851B28AB}" srcOrd="0" destOrd="0" presId="urn:microsoft.com/office/officeart/2008/layout/PictureAccentList#1"/>
    <dgm:cxn modelId="{4BE48138-44CB-4F0F-92B4-3AA6383B1095}" srcId="{2D1ED88A-9C1D-4E1A-A279-9E4555F22ACE}" destId="{9D7EA7B9-8345-4475-AFE6-1EB87AD24B43}" srcOrd="1" destOrd="0" parTransId="{54599110-6758-4744-920B-0B0BABDD44C8}" sibTransId="{6565B11D-4E26-4705-A98C-72926E7F5DCB}"/>
    <dgm:cxn modelId="{EF98A23E-F5CA-47E1-A898-70B90DCB3902}" srcId="{2D1ED88A-9C1D-4E1A-A279-9E4555F22ACE}" destId="{55555C5C-EAB5-46A0-8C0B-CDDF89EF7B74}" srcOrd="0" destOrd="0" parTransId="{BA99B926-F316-4EEB-8641-4A8F1AA738FA}" sibTransId="{7E3605B5-9A6D-4F70-974B-0AA0CDE57E7C}"/>
    <dgm:cxn modelId="{5599F751-F098-4EF8-A9D8-78DC48BF61B7}" srcId="{E7460E18-89FE-4024-8A05-3B11304C3D20}" destId="{2D1ED88A-9C1D-4E1A-A279-9E4555F22ACE}" srcOrd="0" destOrd="0" parTransId="{48526DDD-76BC-4D43-9423-D4E24C36A143}" sibTransId="{BA77DD83-09D7-44EB-81B3-D40FA2A9D7D7}"/>
    <dgm:cxn modelId="{8636E452-768D-461C-956E-95A27E1C6695}" type="presOf" srcId="{55555C5C-EAB5-46A0-8C0B-CDDF89EF7B74}" destId="{4061A3BB-B9DB-41E6-B2BE-5825161F9E3A}" srcOrd="0" destOrd="0" presId="urn:microsoft.com/office/officeart/2008/layout/PictureAccentList#1"/>
    <dgm:cxn modelId="{6B8A3F76-7CA9-4A3C-9B9F-EC490023F58D}" type="presOf" srcId="{9D7EA7B9-8345-4475-AFE6-1EB87AD24B43}" destId="{EAB308A2-4905-48E8-92D6-D1EB19ACCEF3}" srcOrd="0" destOrd="0" presId="urn:microsoft.com/office/officeart/2008/layout/PictureAccentList#1"/>
    <dgm:cxn modelId="{9EE11377-FB81-467D-99FC-D4CBDE06A10D}" srcId="{2D1ED88A-9C1D-4E1A-A279-9E4555F22ACE}" destId="{0E33730E-8796-40D1-BDB7-43F895F65B42}" srcOrd="2" destOrd="0" parTransId="{A5DDA37E-36C5-406E-82F1-CD8C56973178}" sibTransId="{CB6A6152-5E8E-41D3-B4B7-FC934A8398D9}"/>
    <dgm:cxn modelId="{33242189-DFD4-43CA-8ADD-CF0994B268E1}" type="presOf" srcId="{0E33730E-8796-40D1-BDB7-43F895F65B42}" destId="{1BE279F9-2D57-4922-B1BA-25E0F09A3A5F}" srcOrd="0" destOrd="0" presId="urn:microsoft.com/office/officeart/2008/layout/PictureAccentList#1"/>
    <dgm:cxn modelId="{A5490C9E-B02E-41BF-8EEA-9E950DAFC559}" type="presOf" srcId="{2D1ED88A-9C1D-4E1A-A279-9E4555F22ACE}" destId="{55DDDA95-9EBD-4594-881A-5D312FB51C96}" srcOrd="0" destOrd="0" presId="urn:microsoft.com/office/officeart/2008/layout/PictureAccentList#1"/>
    <dgm:cxn modelId="{42030875-07D7-40E8-A370-BC14BCE9A65E}" type="presParOf" srcId="{24A0F979-9C46-4C6B-9FFD-FF1F851B28AB}" destId="{8401C8A4-5B4C-4793-BF6A-098777859C5D}" srcOrd="0" destOrd="0" presId="urn:microsoft.com/office/officeart/2008/layout/PictureAccentList#1"/>
    <dgm:cxn modelId="{66A994AD-6F36-42AF-B038-E76FB5C4FB51}" type="presParOf" srcId="{8401C8A4-5B4C-4793-BF6A-098777859C5D}" destId="{FE2553D7-32C1-40DE-9B30-813A9ECA9A66}" srcOrd="0" destOrd="0" presId="urn:microsoft.com/office/officeart/2008/layout/PictureAccentList#1"/>
    <dgm:cxn modelId="{5BEB27AB-41C6-4DDB-979A-DFFA62461770}" type="presParOf" srcId="{FE2553D7-32C1-40DE-9B30-813A9ECA9A66}" destId="{55DDDA95-9EBD-4594-881A-5D312FB51C96}" srcOrd="0" destOrd="0" presId="urn:microsoft.com/office/officeart/2008/layout/PictureAccentList#1"/>
    <dgm:cxn modelId="{B9F74D41-61AD-439A-96D0-AE15AD80D12B}" type="presParOf" srcId="{8401C8A4-5B4C-4793-BF6A-098777859C5D}" destId="{8E80E7CA-3497-4BE8-BE4D-4AA2578B43B6}" srcOrd="1" destOrd="0" presId="urn:microsoft.com/office/officeart/2008/layout/PictureAccentList#1"/>
    <dgm:cxn modelId="{0C8FCBBE-08D9-479C-B3FB-3BDA0FB086F4}" type="presParOf" srcId="{8E80E7CA-3497-4BE8-BE4D-4AA2578B43B6}" destId="{30B73AA6-FA77-4813-99F8-CA45780538EB}" srcOrd="0" destOrd="0" presId="urn:microsoft.com/office/officeart/2008/layout/PictureAccentList#1"/>
    <dgm:cxn modelId="{29BF176F-E104-47FA-8A0E-0CE22C6350C0}" type="presParOf" srcId="{30B73AA6-FA77-4813-99F8-CA45780538EB}" destId="{86546A8F-90DE-44FE-B913-36A707542EEB}" srcOrd="0" destOrd="0" presId="urn:microsoft.com/office/officeart/2008/layout/PictureAccentList#1"/>
    <dgm:cxn modelId="{9C93B37C-63DA-4A3A-9867-804FA473EDB9}" type="presParOf" srcId="{30B73AA6-FA77-4813-99F8-CA45780538EB}" destId="{4061A3BB-B9DB-41E6-B2BE-5825161F9E3A}" srcOrd="1" destOrd="0" presId="urn:microsoft.com/office/officeart/2008/layout/PictureAccentList#1"/>
    <dgm:cxn modelId="{F34877E4-AFC7-4C36-8BE5-38F4FCA32422}" type="presParOf" srcId="{8E80E7CA-3497-4BE8-BE4D-4AA2578B43B6}" destId="{44C5E7AF-E2D1-484B-BBEA-39E50EA94039}" srcOrd="1" destOrd="0" presId="urn:microsoft.com/office/officeart/2008/layout/PictureAccentList#1"/>
    <dgm:cxn modelId="{7A48E638-7AB2-45F2-9706-C613D29005B7}" type="presParOf" srcId="{44C5E7AF-E2D1-484B-BBEA-39E50EA94039}" destId="{EA7E5B9A-2724-4476-9457-C0D9C9521F18}" srcOrd="0" destOrd="0" presId="urn:microsoft.com/office/officeart/2008/layout/PictureAccentList#1"/>
    <dgm:cxn modelId="{DA35FBA5-1D58-48C4-A16B-E4C8BCC45C2B}" type="presParOf" srcId="{44C5E7AF-E2D1-484B-BBEA-39E50EA94039}" destId="{EAB308A2-4905-48E8-92D6-D1EB19ACCEF3}" srcOrd="1" destOrd="0" presId="urn:microsoft.com/office/officeart/2008/layout/PictureAccentList#1"/>
    <dgm:cxn modelId="{B647111F-3820-4D5E-8B45-A0403B5A7FDE}" type="presParOf" srcId="{8E80E7CA-3497-4BE8-BE4D-4AA2578B43B6}" destId="{A8F7BFFF-0B7F-4D27-AD32-78F3C130BABF}" srcOrd="2" destOrd="0" presId="urn:microsoft.com/office/officeart/2008/layout/PictureAccentList#1"/>
    <dgm:cxn modelId="{FA205F29-62F3-46D4-9DD3-E810F7F3AF29}" type="presParOf" srcId="{A8F7BFFF-0B7F-4D27-AD32-78F3C130BABF}" destId="{D7EBD32B-B49E-4546-95B5-B88200E1C9C8}" srcOrd="0" destOrd="0" presId="urn:microsoft.com/office/officeart/2008/layout/PictureAccentList#1"/>
    <dgm:cxn modelId="{4A5FD99D-4062-4185-B3AF-27FF05BB11C7}" type="presParOf" srcId="{A8F7BFFF-0B7F-4D27-AD32-78F3C130BABF}" destId="{1BE279F9-2D57-4922-B1BA-25E0F09A3A5F}" srcOrd="1" destOrd="0" presId="urn:microsoft.com/office/officeart/2008/layout/PictureAccen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0C7C239-F8E9-43AA-AEEC-94F118DE4653}" type="doc">
      <dgm:prSet loTypeId="urn:microsoft.com/office/officeart/2005/8/layout/hierarchy4#1" loCatId="list" qsTypeId="urn:microsoft.com/office/officeart/2005/8/quickstyle/simple1" qsCatId="simple" csTypeId="urn:microsoft.com/office/officeart/2005/8/colors/colorful5" csCatId="colorful" phldr="1"/>
      <dgm:spPr/>
      <dgm:t>
        <a:bodyPr numCol="1"/>
        <a:lstStyle/>
        <a:p>
          <a:endParaRPr lang="en-US"/>
        </a:p>
      </dgm:t>
    </dgm:pt>
    <dgm:pt modelId="{E9C2EA8F-E13E-4750-865D-671BB671269F}">
      <dgm:prSet/>
      <dgm:spPr/>
      <dgm:t>
        <a:bodyPr numCol="1"/>
        <a:lstStyle/>
        <a:p>
          <a:pPr rtl="0"/>
          <a:r>
            <a:rPr lang="en-US" dirty="0"/>
            <a:t>Constraints imposed at an object level to control the data being inserted</a:t>
          </a:r>
          <a:endParaRPr lang="en-GB" altLang="en-GB" dirty="0"/>
        </a:p>
      </dgm:t>
    </dgm:pt>
    <dgm:pt modelId="{E6595FE8-B04C-4420-A2E2-03E228885401}" type="parTrans" cxnId="{0A3FCB9B-B4B4-4DC0-BC5F-EC48B84609F2}">
      <dgm:prSet/>
      <dgm:spPr/>
      <dgm:t>
        <a:bodyPr numCol="1"/>
        <a:lstStyle/>
        <a:p>
          <a:endParaRPr lang="en-US"/>
        </a:p>
      </dgm:t>
    </dgm:pt>
    <dgm:pt modelId="{D27F29BC-ECCD-4574-BD40-9F14B2E660C3}" type="sibTrans" cxnId="{0A3FCB9B-B4B4-4DC0-BC5F-EC48B84609F2}">
      <dgm:prSet/>
      <dgm:spPr/>
      <dgm:t>
        <a:bodyPr numCol="1"/>
        <a:lstStyle/>
        <a:p>
          <a:endParaRPr lang="en-US"/>
        </a:p>
      </dgm:t>
    </dgm:pt>
    <dgm:pt modelId="{EA345190-78AF-4DFA-8BDA-7BB1ADDFFAF2}">
      <dgm:prSet/>
      <dgm:spPr/>
      <dgm:t>
        <a:bodyPr numCol="1"/>
        <a:lstStyle/>
        <a:p>
          <a:pPr rtl="0"/>
          <a:r>
            <a:rPr lang="en-US" dirty="0"/>
            <a:t>Entity integrity</a:t>
          </a:r>
          <a:endParaRPr lang="en-GB" altLang="en-GB" dirty="0"/>
        </a:p>
      </dgm:t>
    </dgm:pt>
    <dgm:pt modelId="{638661AF-9442-4282-98F5-491A78AA4DB5}" type="parTrans" cxnId="{768C5B36-0CCF-45D6-832E-454A83CC9EE1}">
      <dgm:prSet/>
      <dgm:spPr/>
      <dgm:t>
        <a:bodyPr numCol="1"/>
        <a:lstStyle/>
        <a:p>
          <a:endParaRPr lang="en-US"/>
        </a:p>
      </dgm:t>
    </dgm:pt>
    <dgm:pt modelId="{AB85C757-D8E0-4D17-871A-925FE15BDD98}" type="sibTrans" cxnId="{768C5B36-0CCF-45D6-832E-454A83CC9EE1}">
      <dgm:prSet/>
      <dgm:spPr/>
      <dgm:t>
        <a:bodyPr numCol="1"/>
        <a:lstStyle/>
        <a:p>
          <a:endParaRPr lang="en-US"/>
        </a:p>
      </dgm:t>
    </dgm:pt>
    <dgm:pt modelId="{B86A63B8-B5CC-4A5D-8B89-D68E9AEA03D2}">
      <dgm:prSet/>
      <dgm:spPr/>
      <dgm:t>
        <a:bodyPr numCol="1"/>
        <a:lstStyle/>
        <a:p>
          <a:pPr rtl="0"/>
          <a:r>
            <a:rPr lang="en-US" dirty="0"/>
            <a:t>No attribute of a primary key can be null</a:t>
          </a:r>
          <a:endParaRPr lang="en-GB" altLang="en-GB" dirty="0"/>
        </a:p>
      </dgm:t>
    </dgm:pt>
    <dgm:pt modelId="{01A39AA1-075E-47E3-96EE-B0F47AD5AA48}" type="parTrans" cxnId="{779C734D-AADD-4D98-9763-7FD5D893BD78}">
      <dgm:prSet/>
      <dgm:spPr/>
      <dgm:t>
        <a:bodyPr numCol="1"/>
        <a:lstStyle/>
        <a:p>
          <a:endParaRPr lang="en-US"/>
        </a:p>
      </dgm:t>
    </dgm:pt>
    <dgm:pt modelId="{7C4EFE3E-B329-4AFA-AB62-9E374A5B0624}" type="sibTrans" cxnId="{779C734D-AADD-4D98-9763-7FD5D893BD78}">
      <dgm:prSet/>
      <dgm:spPr/>
      <dgm:t>
        <a:bodyPr numCol="1"/>
        <a:lstStyle/>
        <a:p>
          <a:endParaRPr lang="en-US"/>
        </a:p>
      </dgm:t>
    </dgm:pt>
    <dgm:pt modelId="{F62766AF-99A3-45B4-AC75-4809B7356210}">
      <dgm:prSet/>
      <dgm:spPr/>
      <dgm:t>
        <a:bodyPr numCol="1"/>
        <a:lstStyle/>
        <a:p>
          <a:pPr rtl="0"/>
          <a:r>
            <a:rPr lang="en-US" dirty="0"/>
            <a:t>Referential integrity</a:t>
          </a:r>
          <a:endParaRPr lang="en-GB" altLang="en-GB" dirty="0"/>
        </a:p>
      </dgm:t>
    </dgm:pt>
    <dgm:pt modelId="{D2BD603D-30BA-420B-AF6C-63BBEEDCBDD7}" type="parTrans" cxnId="{ECE58D89-0D6A-4F37-9B53-4D30555F670F}">
      <dgm:prSet/>
      <dgm:spPr/>
      <dgm:t>
        <a:bodyPr numCol="1"/>
        <a:lstStyle/>
        <a:p>
          <a:endParaRPr lang="en-US"/>
        </a:p>
      </dgm:t>
    </dgm:pt>
    <dgm:pt modelId="{2326DFA6-AA33-4054-BE5D-BE131BDAF6A6}" type="sibTrans" cxnId="{ECE58D89-0D6A-4F37-9B53-4D30555F670F}">
      <dgm:prSet/>
      <dgm:spPr/>
      <dgm:t>
        <a:bodyPr numCol="1"/>
        <a:lstStyle/>
        <a:p>
          <a:endParaRPr lang="en-US"/>
        </a:p>
      </dgm:t>
    </dgm:pt>
    <dgm:pt modelId="{AF9D4983-C07F-46CD-93D4-241FD4DFFD35}">
      <dgm:prSet/>
      <dgm:spPr/>
      <dgm:t>
        <a:bodyPr numCol="1"/>
        <a:lstStyle/>
        <a:p>
          <a:pPr rtl="0"/>
          <a:r>
            <a:rPr lang="en-US" dirty="0"/>
            <a:t>A candidate row exists within a related table</a:t>
          </a:r>
          <a:endParaRPr lang="en-GB" altLang="en-GB" dirty="0"/>
        </a:p>
      </dgm:t>
    </dgm:pt>
    <dgm:pt modelId="{255A6D62-66A8-4F0E-A7D1-56B97C6AED4E}" type="parTrans" cxnId="{DA66663A-E89C-44A6-8D4B-FC28E3685014}">
      <dgm:prSet/>
      <dgm:spPr/>
      <dgm:t>
        <a:bodyPr numCol="1"/>
        <a:lstStyle/>
        <a:p>
          <a:endParaRPr lang="en-US"/>
        </a:p>
      </dgm:t>
    </dgm:pt>
    <dgm:pt modelId="{013F5326-C5AA-45CB-8DC6-6FE37C4AE0AC}" type="sibTrans" cxnId="{DA66663A-E89C-44A6-8D4B-FC28E3685014}">
      <dgm:prSet/>
      <dgm:spPr/>
      <dgm:t>
        <a:bodyPr numCol="1"/>
        <a:lstStyle/>
        <a:p>
          <a:endParaRPr lang="en-US"/>
        </a:p>
      </dgm:t>
    </dgm:pt>
    <dgm:pt modelId="{28799528-20EF-461A-9331-17BEFF4FB2A3}">
      <dgm:prSet/>
      <dgm:spPr/>
      <dgm:t>
        <a:bodyPr numCol="1"/>
        <a:lstStyle/>
        <a:p>
          <a:pPr rtl="0"/>
          <a:r>
            <a:rPr lang="en-US" dirty="0"/>
            <a:t>Domain integrity</a:t>
          </a:r>
          <a:endParaRPr lang="en-GB" altLang="en-GB" dirty="0"/>
        </a:p>
      </dgm:t>
    </dgm:pt>
    <dgm:pt modelId="{9FC7A89B-580D-4986-BD90-BDB2AED55C4C}" type="parTrans" cxnId="{AD54CB25-F88A-4A8B-A125-D6CE435A0503}">
      <dgm:prSet/>
      <dgm:spPr/>
      <dgm:t>
        <a:bodyPr numCol="1"/>
        <a:lstStyle/>
        <a:p>
          <a:endParaRPr lang="en-US"/>
        </a:p>
      </dgm:t>
    </dgm:pt>
    <dgm:pt modelId="{F30F5380-BB9B-4A32-A7FA-278B77BBDF80}" type="sibTrans" cxnId="{AD54CB25-F88A-4A8B-A125-D6CE435A0503}">
      <dgm:prSet/>
      <dgm:spPr/>
      <dgm:t>
        <a:bodyPr numCol="1"/>
        <a:lstStyle/>
        <a:p>
          <a:endParaRPr lang="en-US"/>
        </a:p>
      </dgm:t>
    </dgm:pt>
    <dgm:pt modelId="{9705DA7E-2347-4F87-9A11-1F8B01E9B493}">
      <dgm:prSet/>
      <dgm:spPr/>
      <dgm:t>
        <a:bodyPr numCol="1"/>
        <a:lstStyle/>
        <a:p>
          <a:pPr rtl="0"/>
          <a:r>
            <a:rPr lang="en-US" dirty="0"/>
            <a:t>Allowable values for a given attribute</a:t>
          </a:r>
          <a:endParaRPr lang="en-GB" altLang="en-GB" dirty="0"/>
        </a:p>
      </dgm:t>
    </dgm:pt>
    <dgm:pt modelId="{5403C7B5-7AFC-4D54-8538-26129C4111AD}" type="parTrans" cxnId="{0742E1E7-959F-4EB5-B181-133835D75CBF}">
      <dgm:prSet/>
      <dgm:spPr/>
      <dgm:t>
        <a:bodyPr numCol="1"/>
        <a:lstStyle/>
        <a:p>
          <a:endParaRPr lang="en-US"/>
        </a:p>
      </dgm:t>
    </dgm:pt>
    <dgm:pt modelId="{DDA6BB45-7B41-46D2-A676-1CE8836167C5}" type="sibTrans" cxnId="{0742E1E7-959F-4EB5-B181-133835D75CBF}">
      <dgm:prSet/>
      <dgm:spPr/>
      <dgm:t>
        <a:bodyPr numCol="1"/>
        <a:lstStyle/>
        <a:p>
          <a:endParaRPr lang="en-US"/>
        </a:p>
      </dgm:t>
    </dgm:pt>
    <dgm:pt modelId="{85D903B4-583E-47E4-B340-18E43542D97A}">
      <dgm:prSet/>
      <dgm:spPr/>
      <dgm:t>
        <a:bodyPr numCol="1"/>
        <a:lstStyle/>
        <a:p>
          <a:pPr rtl="0"/>
          <a:r>
            <a:rPr lang="en-US" dirty="0"/>
            <a:t>Semantic integrity</a:t>
          </a:r>
          <a:endParaRPr lang="en-GB" altLang="en-GB" dirty="0"/>
        </a:p>
      </dgm:t>
    </dgm:pt>
    <dgm:pt modelId="{4E95AFA2-8642-428F-8821-37893D0082E7}" type="parTrans" cxnId="{63AC2830-A4A8-4821-8CD5-686CC0A713ED}">
      <dgm:prSet/>
      <dgm:spPr/>
      <dgm:t>
        <a:bodyPr numCol="1"/>
        <a:lstStyle/>
        <a:p>
          <a:endParaRPr lang="en-US"/>
        </a:p>
      </dgm:t>
    </dgm:pt>
    <dgm:pt modelId="{40B1FDE1-5A26-49BB-B6AE-2F7F6C621D2C}" type="sibTrans" cxnId="{63AC2830-A4A8-4821-8CD5-686CC0A713ED}">
      <dgm:prSet/>
      <dgm:spPr/>
      <dgm:t>
        <a:bodyPr numCol="1"/>
        <a:lstStyle/>
        <a:p>
          <a:endParaRPr lang="en-US"/>
        </a:p>
      </dgm:t>
    </dgm:pt>
    <dgm:pt modelId="{2611D0D1-4969-4882-9575-EC468BE65041}">
      <dgm:prSet/>
      <dgm:spPr/>
      <dgm:t>
        <a:bodyPr numCol="1"/>
        <a:lstStyle/>
        <a:p>
          <a:pPr rtl="0"/>
          <a:r>
            <a:rPr lang="en-US" dirty="0"/>
            <a:t>Ensuring data adheres to business rules</a:t>
          </a:r>
          <a:endParaRPr lang="en-GB" altLang="en-GB" dirty="0"/>
        </a:p>
      </dgm:t>
    </dgm:pt>
    <dgm:pt modelId="{BE526667-4B7F-43A5-8179-13BAFDA05740}" type="parTrans" cxnId="{0E8EF5F6-841B-4DAB-A049-BF57203F17F3}">
      <dgm:prSet/>
      <dgm:spPr/>
      <dgm:t>
        <a:bodyPr numCol="1"/>
        <a:lstStyle/>
        <a:p>
          <a:endParaRPr lang="en-US"/>
        </a:p>
      </dgm:t>
    </dgm:pt>
    <dgm:pt modelId="{E047D133-FC6B-495D-9D60-4EA3EE5D5702}" type="sibTrans" cxnId="{0E8EF5F6-841B-4DAB-A049-BF57203F17F3}">
      <dgm:prSet/>
      <dgm:spPr/>
      <dgm:t>
        <a:bodyPr numCol="1"/>
        <a:lstStyle/>
        <a:p>
          <a:endParaRPr lang="en-US"/>
        </a:p>
      </dgm:t>
    </dgm:pt>
    <dgm:pt modelId="{8C98E295-8A55-4F82-83C3-9BBA550672EC}" type="pres">
      <dgm:prSet presAssocID="{B0C7C239-F8E9-43AA-AEEC-94F118DE4653}" presName="Name0" presStyleCnt="0">
        <dgm:presLayoutVars>
          <dgm:chPref val="1"/>
          <dgm:dir/>
          <dgm:animOne val="branch"/>
          <dgm:animLvl val="lvl"/>
          <dgm:resizeHandles/>
        </dgm:presLayoutVars>
      </dgm:prSet>
      <dgm:spPr/>
    </dgm:pt>
    <dgm:pt modelId="{D78836C6-0293-4824-AFBB-DD085FE8E8CF}" type="pres">
      <dgm:prSet presAssocID="{E9C2EA8F-E13E-4750-865D-671BB671269F}" presName="vertOne" presStyleCnt="0"/>
      <dgm:spPr/>
    </dgm:pt>
    <dgm:pt modelId="{33BAE4D2-19E9-416A-9376-686107953F44}" type="pres">
      <dgm:prSet presAssocID="{E9C2EA8F-E13E-4750-865D-671BB671269F}" presName="txOne" presStyleLbl="node0" presStyleIdx="0" presStyleCnt="1">
        <dgm:presLayoutVars>
          <dgm:chPref val="3"/>
        </dgm:presLayoutVars>
      </dgm:prSet>
      <dgm:spPr/>
    </dgm:pt>
    <dgm:pt modelId="{880B531A-0A58-4CAC-9983-14A2273E0CD1}" type="pres">
      <dgm:prSet presAssocID="{E9C2EA8F-E13E-4750-865D-671BB671269F}" presName="parTransOne" presStyleCnt="0"/>
      <dgm:spPr/>
    </dgm:pt>
    <dgm:pt modelId="{97D07C05-BDB1-4D73-AFEB-69876D3C9E3F}" type="pres">
      <dgm:prSet presAssocID="{E9C2EA8F-E13E-4750-865D-671BB671269F}" presName="horzOne" presStyleCnt="0"/>
      <dgm:spPr/>
    </dgm:pt>
    <dgm:pt modelId="{A5CD8DFE-2596-4D01-8B3F-ADC5AED541E3}" type="pres">
      <dgm:prSet presAssocID="{EA345190-78AF-4DFA-8BDA-7BB1ADDFFAF2}" presName="vertTwo" presStyleCnt="0"/>
      <dgm:spPr/>
    </dgm:pt>
    <dgm:pt modelId="{FDC68AD3-F438-4F9D-8185-53B872DCD2AF}" type="pres">
      <dgm:prSet presAssocID="{EA345190-78AF-4DFA-8BDA-7BB1ADDFFAF2}" presName="txTwo" presStyleLbl="node2" presStyleIdx="0" presStyleCnt="4">
        <dgm:presLayoutVars>
          <dgm:chPref val="3"/>
        </dgm:presLayoutVars>
      </dgm:prSet>
      <dgm:spPr/>
    </dgm:pt>
    <dgm:pt modelId="{C1027320-D818-4663-B509-559E63702D8F}" type="pres">
      <dgm:prSet presAssocID="{EA345190-78AF-4DFA-8BDA-7BB1ADDFFAF2}" presName="parTransTwo" presStyleCnt="0"/>
      <dgm:spPr/>
    </dgm:pt>
    <dgm:pt modelId="{5E18B53C-15F7-4F63-BBD4-9C6FE4C66795}" type="pres">
      <dgm:prSet presAssocID="{EA345190-78AF-4DFA-8BDA-7BB1ADDFFAF2}" presName="horzTwo" presStyleCnt="0"/>
      <dgm:spPr/>
    </dgm:pt>
    <dgm:pt modelId="{CFBF2DE6-4127-4FB9-B5AF-84AF3AF57A38}" type="pres">
      <dgm:prSet presAssocID="{B86A63B8-B5CC-4A5D-8B89-D68E9AEA03D2}" presName="vertThree" presStyleCnt="0"/>
      <dgm:spPr/>
    </dgm:pt>
    <dgm:pt modelId="{86C76332-A7E8-4712-97A6-E9B5D2EEB005}" type="pres">
      <dgm:prSet presAssocID="{B86A63B8-B5CC-4A5D-8B89-D68E9AEA03D2}" presName="txThree" presStyleLbl="node3" presStyleIdx="0" presStyleCnt="4">
        <dgm:presLayoutVars>
          <dgm:chPref val="3"/>
        </dgm:presLayoutVars>
      </dgm:prSet>
      <dgm:spPr/>
    </dgm:pt>
    <dgm:pt modelId="{F86EC958-61CD-4868-A1C3-03EEF4C8A8F5}" type="pres">
      <dgm:prSet presAssocID="{B86A63B8-B5CC-4A5D-8B89-D68E9AEA03D2}" presName="horzThree" presStyleCnt="0"/>
      <dgm:spPr/>
    </dgm:pt>
    <dgm:pt modelId="{A6267022-436E-4234-A48E-76283E14D03E}" type="pres">
      <dgm:prSet presAssocID="{AB85C757-D8E0-4D17-871A-925FE15BDD98}" presName="sibSpaceTwo" presStyleCnt="0"/>
      <dgm:spPr/>
    </dgm:pt>
    <dgm:pt modelId="{6E0E95A2-AFF1-475B-97AA-5AC56544B2CD}" type="pres">
      <dgm:prSet presAssocID="{F62766AF-99A3-45B4-AC75-4809B7356210}" presName="vertTwo" presStyleCnt="0"/>
      <dgm:spPr/>
    </dgm:pt>
    <dgm:pt modelId="{867E0AC3-1B76-48AB-9BBA-9157F349C3B1}" type="pres">
      <dgm:prSet presAssocID="{F62766AF-99A3-45B4-AC75-4809B7356210}" presName="txTwo" presStyleLbl="node2" presStyleIdx="1" presStyleCnt="4">
        <dgm:presLayoutVars>
          <dgm:chPref val="3"/>
        </dgm:presLayoutVars>
      </dgm:prSet>
      <dgm:spPr/>
    </dgm:pt>
    <dgm:pt modelId="{1366BCB4-5908-4BA9-98E6-6BE96F6BE216}" type="pres">
      <dgm:prSet presAssocID="{F62766AF-99A3-45B4-AC75-4809B7356210}" presName="parTransTwo" presStyleCnt="0"/>
      <dgm:spPr/>
    </dgm:pt>
    <dgm:pt modelId="{225B67B8-D249-4E8C-BDD1-7358A8896BB9}" type="pres">
      <dgm:prSet presAssocID="{F62766AF-99A3-45B4-AC75-4809B7356210}" presName="horzTwo" presStyleCnt="0"/>
      <dgm:spPr/>
    </dgm:pt>
    <dgm:pt modelId="{5C51669B-4A1C-4988-B51A-4D7DE16064BA}" type="pres">
      <dgm:prSet presAssocID="{AF9D4983-C07F-46CD-93D4-241FD4DFFD35}" presName="vertThree" presStyleCnt="0"/>
      <dgm:spPr/>
    </dgm:pt>
    <dgm:pt modelId="{763B9095-ECF2-44BA-BE1C-4787480C255F}" type="pres">
      <dgm:prSet presAssocID="{AF9D4983-C07F-46CD-93D4-241FD4DFFD35}" presName="txThree" presStyleLbl="node3" presStyleIdx="1" presStyleCnt="4">
        <dgm:presLayoutVars>
          <dgm:chPref val="3"/>
        </dgm:presLayoutVars>
      </dgm:prSet>
      <dgm:spPr/>
    </dgm:pt>
    <dgm:pt modelId="{C549D1C3-D1BB-47EF-8B8A-78AADA63ED8E}" type="pres">
      <dgm:prSet presAssocID="{AF9D4983-C07F-46CD-93D4-241FD4DFFD35}" presName="horzThree" presStyleCnt="0"/>
      <dgm:spPr/>
    </dgm:pt>
    <dgm:pt modelId="{BC7501D9-B7B6-4F2F-BE6B-81511E36379E}" type="pres">
      <dgm:prSet presAssocID="{2326DFA6-AA33-4054-BE5D-BE131BDAF6A6}" presName="sibSpaceTwo" presStyleCnt="0"/>
      <dgm:spPr/>
    </dgm:pt>
    <dgm:pt modelId="{984A2982-34B8-4C37-9EC7-352EA5E1721F}" type="pres">
      <dgm:prSet presAssocID="{28799528-20EF-461A-9331-17BEFF4FB2A3}" presName="vertTwo" presStyleCnt="0"/>
      <dgm:spPr/>
    </dgm:pt>
    <dgm:pt modelId="{CB057CDF-720A-4E36-B46C-9548EF993F3C}" type="pres">
      <dgm:prSet presAssocID="{28799528-20EF-461A-9331-17BEFF4FB2A3}" presName="txTwo" presStyleLbl="node2" presStyleIdx="2" presStyleCnt="4">
        <dgm:presLayoutVars>
          <dgm:chPref val="3"/>
        </dgm:presLayoutVars>
      </dgm:prSet>
      <dgm:spPr/>
    </dgm:pt>
    <dgm:pt modelId="{054A26A3-283B-49C9-B723-B9188E67CC04}" type="pres">
      <dgm:prSet presAssocID="{28799528-20EF-461A-9331-17BEFF4FB2A3}" presName="parTransTwo" presStyleCnt="0"/>
      <dgm:spPr/>
    </dgm:pt>
    <dgm:pt modelId="{F146ABB7-53EF-4026-A301-2C5396A50989}" type="pres">
      <dgm:prSet presAssocID="{28799528-20EF-461A-9331-17BEFF4FB2A3}" presName="horzTwo" presStyleCnt="0"/>
      <dgm:spPr/>
    </dgm:pt>
    <dgm:pt modelId="{7FAD3B89-E8C4-4D0D-ADE6-C68F9FCF00B4}" type="pres">
      <dgm:prSet presAssocID="{9705DA7E-2347-4F87-9A11-1F8B01E9B493}" presName="vertThree" presStyleCnt="0"/>
      <dgm:spPr/>
    </dgm:pt>
    <dgm:pt modelId="{7C339BE5-F69A-40DE-8FAE-7286B1A24580}" type="pres">
      <dgm:prSet presAssocID="{9705DA7E-2347-4F87-9A11-1F8B01E9B493}" presName="txThree" presStyleLbl="node3" presStyleIdx="2" presStyleCnt="4">
        <dgm:presLayoutVars>
          <dgm:chPref val="3"/>
        </dgm:presLayoutVars>
      </dgm:prSet>
      <dgm:spPr/>
    </dgm:pt>
    <dgm:pt modelId="{76BFD360-E613-439F-BE2D-35C43B10D7B4}" type="pres">
      <dgm:prSet presAssocID="{9705DA7E-2347-4F87-9A11-1F8B01E9B493}" presName="horzThree" presStyleCnt="0"/>
      <dgm:spPr/>
    </dgm:pt>
    <dgm:pt modelId="{DEA0E472-E2BD-4538-8870-C685162AF2A0}" type="pres">
      <dgm:prSet presAssocID="{F30F5380-BB9B-4A32-A7FA-278B77BBDF80}" presName="sibSpaceTwo" presStyleCnt="0"/>
      <dgm:spPr/>
    </dgm:pt>
    <dgm:pt modelId="{1244D6EF-59E1-4276-80EA-340ED2037A62}" type="pres">
      <dgm:prSet presAssocID="{85D903B4-583E-47E4-B340-18E43542D97A}" presName="vertTwo" presStyleCnt="0"/>
      <dgm:spPr/>
    </dgm:pt>
    <dgm:pt modelId="{269C3302-4DFA-430B-91CC-6562929CA7E7}" type="pres">
      <dgm:prSet presAssocID="{85D903B4-583E-47E4-B340-18E43542D97A}" presName="txTwo" presStyleLbl="node2" presStyleIdx="3" presStyleCnt="4">
        <dgm:presLayoutVars>
          <dgm:chPref val="3"/>
        </dgm:presLayoutVars>
      </dgm:prSet>
      <dgm:spPr/>
    </dgm:pt>
    <dgm:pt modelId="{EB3E13FE-ADB7-40C4-AA2F-A18C1279DA84}" type="pres">
      <dgm:prSet presAssocID="{85D903B4-583E-47E4-B340-18E43542D97A}" presName="parTransTwo" presStyleCnt="0"/>
      <dgm:spPr/>
    </dgm:pt>
    <dgm:pt modelId="{B78EAE5D-F19D-49A9-A658-A15B7134BCE9}" type="pres">
      <dgm:prSet presAssocID="{85D903B4-583E-47E4-B340-18E43542D97A}" presName="horzTwo" presStyleCnt="0"/>
      <dgm:spPr/>
    </dgm:pt>
    <dgm:pt modelId="{5AC5CA9A-3022-4343-9D4C-9857A6B1CC44}" type="pres">
      <dgm:prSet presAssocID="{2611D0D1-4969-4882-9575-EC468BE65041}" presName="vertThree" presStyleCnt="0"/>
      <dgm:spPr/>
    </dgm:pt>
    <dgm:pt modelId="{9EB6D0B4-8E1E-49E8-AC6E-DBDE5856E6AC}" type="pres">
      <dgm:prSet presAssocID="{2611D0D1-4969-4882-9575-EC468BE65041}" presName="txThree" presStyleLbl="node3" presStyleIdx="3" presStyleCnt="4">
        <dgm:presLayoutVars>
          <dgm:chPref val="3"/>
        </dgm:presLayoutVars>
      </dgm:prSet>
      <dgm:spPr/>
    </dgm:pt>
    <dgm:pt modelId="{6B6FDA82-4F20-45F4-A268-08CCFE502D01}" type="pres">
      <dgm:prSet presAssocID="{2611D0D1-4969-4882-9575-EC468BE65041}" presName="horzThree" presStyleCnt="0"/>
      <dgm:spPr/>
    </dgm:pt>
  </dgm:ptLst>
  <dgm:cxnLst>
    <dgm:cxn modelId="{AD54CB25-F88A-4A8B-A125-D6CE435A0503}" srcId="{E9C2EA8F-E13E-4750-865D-671BB671269F}" destId="{28799528-20EF-461A-9331-17BEFF4FB2A3}" srcOrd="2" destOrd="0" parTransId="{9FC7A89B-580D-4986-BD90-BDB2AED55C4C}" sibTransId="{F30F5380-BB9B-4A32-A7FA-278B77BBDF80}"/>
    <dgm:cxn modelId="{FA26DB2F-9571-4687-96B6-C75A7046FE0F}" type="presOf" srcId="{2611D0D1-4969-4882-9575-EC468BE65041}" destId="{9EB6D0B4-8E1E-49E8-AC6E-DBDE5856E6AC}" srcOrd="0" destOrd="0" presId="urn:microsoft.com/office/officeart/2005/8/layout/hierarchy4#1"/>
    <dgm:cxn modelId="{63AC2830-A4A8-4821-8CD5-686CC0A713ED}" srcId="{E9C2EA8F-E13E-4750-865D-671BB671269F}" destId="{85D903B4-583E-47E4-B340-18E43542D97A}" srcOrd="3" destOrd="0" parTransId="{4E95AFA2-8642-428F-8821-37893D0082E7}" sibTransId="{40B1FDE1-5A26-49BB-B6AE-2F7F6C621D2C}"/>
    <dgm:cxn modelId="{768C5B36-0CCF-45D6-832E-454A83CC9EE1}" srcId="{E9C2EA8F-E13E-4750-865D-671BB671269F}" destId="{EA345190-78AF-4DFA-8BDA-7BB1ADDFFAF2}" srcOrd="0" destOrd="0" parTransId="{638661AF-9442-4282-98F5-491A78AA4DB5}" sibTransId="{AB85C757-D8E0-4D17-871A-925FE15BDD98}"/>
    <dgm:cxn modelId="{DA66663A-E89C-44A6-8D4B-FC28E3685014}" srcId="{F62766AF-99A3-45B4-AC75-4809B7356210}" destId="{AF9D4983-C07F-46CD-93D4-241FD4DFFD35}" srcOrd="0" destOrd="0" parTransId="{255A6D62-66A8-4F0E-A7D1-56B97C6AED4E}" sibTransId="{013F5326-C5AA-45CB-8DC6-6FE37C4AE0AC}"/>
    <dgm:cxn modelId="{2E785F41-DFE4-45BF-B851-7DF1CA8CA5A6}" type="presOf" srcId="{F62766AF-99A3-45B4-AC75-4809B7356210}" destId="{867E0AC3-1B76-48AB-9BBA-9157F349C3B1}" srcOrd="0" destOrd="0" presId="urn:microsoft.com/office/officeart/2005/8/layout/hierarchy4#1"/>
    <dgm:cxn modelId="{89203F49-1B86-43A7-A2C9-56162218D630}" type="presOf" srcId="{AF9D4983-C07F-46CD-93D4-241FD4DFFD35}" destId="{763B9095-ECF2-44BA-BE1C-4787480C255F}" srcOrd="0" destOrd="0" presId="urn:microsoft.com/office/officeart/2005/8/layout/hierarchy4#1"/>
    <dgm:cxn modelId="{779C734D-AADD-4D98-9763-7FD5D893BD78}" srcId="{EA345190-78AF-4DFA-8BDA-7BB1ADDFFAF2}" destId="{B86A63B8-B5CC-4A5D-8B89-D68E9AEA03D2}" srcOrd="0" destOrd="0" parTransId="{01A39AA1-075E-47E3-96EE-B0F47AD5AA48}" sibTransId="{7C4EFE3E-B329-4AFA-AB62-9E374A5B0624}"/>
    <dgm:cxn modelId="{D5FE9E83-21B3-4B3B-8E15-EEAADEE9D6A7}" type="presOf" srcId="{B0C7C239-F8E9-43AA-AEEC-94F118DE4653}" destId="{8C98E295-8A55-4F82-83C3-9BBA550672EC}" srcOrd="0" destOrd="0" presId="urn:microsoft.com/office/officeart/2005/8/layout/hierarchy4#1"/>
    <dgm:cxn modelId="{ECE58D89-0D6A-4F37-9B53-4D30555F670F}" srcId="{E9C2EA8F-E13E-4750-865D-671BB671269F}" destId="{F62766AF-99A3-45B4-AC75-4809B7356210}" srcOrd="1" destOrd="0" parTransId="{D2BD603D-30BA-420B-AF6C-63BBEEDCBDD7}" sibTransId="{2326DFA6-AA33-4054-BE5D-BE131BDAF6A6}"/>
    <dgm:cxn modelId="{0A3FCB9B-B4B4-4DC0-BC5F-EC48B84609F2}" srcId="{B0C7C239-F8E9-43AA-AEEC-94F118DE4653}" destId="{E9C2EA8F-E13E-4750-865D-671BB671269F}" srcOrd="0" destOrd="0" parTransId="{E6595FE8-B04C-4420-A2E2-03E228885401}" sibTransId="{D27F29BC-ECCD-4574-BD40-9F14B2E660C3}"/>
    <dgm:cxn modelId="{5A5595A5-C64C-4AD9-B6FA-68C1F1D10ED9}" type="presOf" srcId="{B86A63B8-B5CC-4A5D-8B89-D68E9AEA03D2}" destId="{86C76332-A7E8-4712-97A6-E9B5D2EEB005}" srcOrd="0" destOrd="0" presId="urn:microsoft.com/office/officeart/2005/8/layout/hierarchy4#1"/>
    <dgm:cxn modelId="{E1A62DA8-CE9E-4B20-8708-ED64A86ADD60}" type="presOf" srcId="{28799528-20EF-461A-9331-17BEFF4FB2A3}" destId="{CB057CDF-720A-4E36-B46C-9548EF993F3C}" srcOrd="0" destOrd="0" presId="urn:microsoft.com/office/officeart/2005/8/layout/hierarchy4#1"/>
    <dgm:cxn modelId="{4DCAFCA8-E8AF-44D7-8C91-58DBB54BA84F}" type="presOf" srcId="{85D903B4-583E-47E4-B340-18E43542D97A}" destId="{269C3302-4DFA-430B-91CC-6562929CA7E7}" srcOrd="0" destOrd="0" presId="urn:microsoft.com/office/officeart/2005/8/layout/hierarchy4#1"/>
    <dgm:cxn modelId="{4A4603D2-B6D5-41B4-80A2-6A6EB58AFD01}" type="presOf" srcId="{9705DA7E-2347-4F87-9A11-1F8B01E9B493}" destId="{7C339BE5-F69A-40DE-8FAE-7286B1A24580}" srcOrd="0" destOrd="0" presId="urn:microsoft.com/office/officeart/2005/8/layout/hierarchy4#1"/>
    <dgm:cxn modelId="{D750EFE4-3CDB-4115-A3D1-707772EE2067}" type="presOf" srcId="{EA345190-78AF-4DFA-8BDA-7BB1ADDFFAF2}" destId="{FDC68AD3-F438-4F9D-8185-53B872DCD2AF}" srcOrd="0" destOrd="0" presId="urn:microsoft.com/office/officeart/2005/8/layout/hierarchy4#1"/>
    <dgm:cxn modelId="{0742E1E7-959F-4EB5-B181-133835D75CBF}" srcId="{28799528-20EF-461A-9331-17BEFF4FB2A3}" destId="{9705DA7E-2347-4F87-9A11-1F8B01E9B493}" srcOrd="0" destOrd="0" parTransId="{5403C7B5-7AFC-4D54-8538-26129C4111AD}" sibTransId="{DDA6BB45-7B41-46D2-A676-1CE8836167C5}"/>
    <dgm:cxn modelId="{E707C5F4-01EB-4247-B88F-FA74755A9B97}" type="presOf" srcId="{E9C2EA8F-E13E-4750-865D-671BB671269F}" destId="{33BAE4D2-19E9-416A-9376-686107953F44}" srcOrd="0" destOrd="0" presId="urn:microsoft.com/office/officeart/2005/8/layout/hierarchy4#1"/>
    <dgm:cxn modelId="{0E8EF5F6-841B-4DAB-A049-BF57203F17F3}" srcId="{85D903B4-583E-47E4-B340-18E43542D97A}" destId="{2611D0D1-4969-4882-9575-EC468BE65041}" srcOrd="0" destOrd="0" parTransId="{BE526667-4B7F-43A5-8179-13BAFDA05740}" sibTransId="{E047D133-FC6B-495D-9D60-4EA3EE5D5702}"/>
    <dgm:cxn modelId="{837F9252-FAB2-4A7E-B560-6C66528AA7AE}" type="presParOf" srcId="{8C98E295-8A55-4F82-83C3-9BBA550672EC}" destId="{D78836C6-0293-4824-AFBB-DD085FE8E8CF}" srcOrd="0" destOrd="0" presId="urn:microsoft.com/office/officeart/2005/8/layout/hierarchy4#1"/>
    <dgm:cxn modelId="{B0D00772-5E7F-484E-86D8-AFDE7DC93D8D}" type="presParOf" srcId="{D78836C6-0293-4824-AFBB-DD085FE8E8CF}" destId="{33BAE4D2-19E9-416A-9376-686107953F44}" srcOrd="0" destOrd="0" presId="urn:microsoft.com/office/officeart/2005/8/layout/hierarchy4#1"/>
    <dgm:cxn modelId="{7D117DB7-6B57-40F1-AE64-CAC195CE8C8F}" type="presParOf" srcId="{D78836C6-0293-4824-AFBB-DD085FE8E8CF}" destId="{880B531A-0A58-4CAC-9983-14A2273E0CD1}" srcOrd="1" destOrd="0" presId="urn:microsoft.com/office/officeart/2005/8/layout/hierarchy4#1"/>
    <dgm:cxn modelId="{D4F145FB-57CD-4FBD-8195-EDC5ED012052}" type="presParOf" srcId="{D78836C6-0293-4824-AFBB-DD085FE8E8CF}" destId="{97D07C05-BDB1-4D73-AFEB-69876D3C9E3F}" srcOrd="2" destOrd="0" presId="urn:microsoft.com/office/officeart/2005/8/layout/hierarchy4#1"/>
    <dgm:cxn modelId="{4159E480-C307-49C9-AA08-11B9A5CB25A4}" type="presParOf" srcId="{97D07C05-BDB1-4D73-AFEB-69876D3C9E3F}" destId="{A5CD8DFE-2596-4D01-8B3F-ADC5AED541E3}" srcOrd="0" destOrd="0" presId="urn:microsoft.com/office/officeart/2005/8/layout/hierarchy4#1"/>
    <dgm:cxn modelId="{89FFBE2D-9517-498D-BC64-618FB67DADBF}" type="presParOf" srcId="{A5CD8DFE-2596-4D01-8B3F-ADC5AED541E3}" destId="{FDC68AD3-F438-4F9D-8185-53B872DCD2AF}" srcOrd="0" destOrd="0" presId="urn:microsoft.com/office/officeart/2005/8/layout/hierarchy4#1"/>
    <dgm:cxn modelId="{A6501D05-251E-4E49-86B8-64255E1130D4}" type="presParOf" srcId="{A5CD8DFE-2596-4D01-8B3F-ADC5AED541E3}" destId="{C1027320-D818-4663-B509-559E63702D8F}" srcOrd="1" destOrd="0" presId="urn:microsoft.com/office/officeart/2005/8/layout/hierarchy4#1"/>
    <dgm:cxn modelId="{1BF2D199-BAFC-4ABC-B71D-353398D36F09}" type="presParOf" srcId="{A5CD8DFE-2596-4D01-8B3F-ADC5AED541E3}" destId="{5E18B53C-15F7-4F63-BBD4-9C6FE4C66795}" srcOrd="2" destOrd="0" presId="urn:microsoft.com/office/officeart/2005/8/layout/hierarchy4#1"/>
    <dgm:cxn modelId="{36879F9F-120D-4A74-AA52-5C65329AB4CB}" type="presParOf" srcId="{5E18B53C-15F7-4F63-BBD4-9C6FE4C66795}" destId="{CFBF2DE6-4127-4FB9-B5AF-84AF3AF57A38}" srcOrd="0" destOrd="0" presId="urn:microsoft.com/office/officeart/2005/8/layout/hierarchy4#1"/>
    <dgm:cxn modelId="{AA857152-E580-4FB4-9DFB-9E95D5A6A98F}" type="presParOf" srcId="{CFBF2DE6-4127-4FB9-B5AF-84AF3AF57A38}" destId="{86C76332-A7E8-4712-97A6-E9B5D2EEB005}" srcOrd="0" destOrd="0" presId="urn:microsoft.com/office/officeart/2005/8/layout/hierarchy4#1"/>
    <dgm:cxn modelId="{3FBEFFFE-A668-4712-8FB7-20683714ECC3}" type="presParOf" srcId="{CFBF2DE6-4127-4FB9-B5AF-84AF3AF57A38}" destId="{F86EC958-61CD-4868-A1C3-03EEF4C8A8F5}" srcOrd="1" destOrd="0" presId="urn:microsoft.com/office/officeart/2005/8/layout/hierarchy4#1"/>
    <dgm:cxn modelId="{4541C45C-0A12-4074-BC63-87DD8A0A7E38}" type="presParOf" srcId="{97D07C05-BDB1-4D73-AFEB-69876D3C9E3F}" destId="{A6267022-436E-4234-A48E-76283E14D03E}" srcOrd="1" destOrd="0" presId="urn:microsoft.com/office/officeart/2005/8/layout/hierarchy4#1"/>
    <dgm:cxn modelId="{CD511FB2-25BE-453D-BE7B-4EF0494A1EE0}" type="presParOf" srcId="{97D07C05-BDB1-4D73-AFEB-69876D3C9E3F}" destId="{6E0E95A2-AFF1-475B-97AA-5AC56544B2CD}" srcOrd="2" destOrd="0" presId="urn:microsoft.com/office/officeart/2005/8/layout/hierarchy4#1"/>
    <dgm:cxn modelId="{1201216B-8372-4FD9-8148-40D54DB7B42D}" type="presParOf" srcId="{6E0E95A2-AFF1-475B-97AA-5AC56544B2CD}" destId="{867E0AC3-1B76-48AB-9BBA-9157F349C3B1}" srcOrd="0" destOrd="0" presId="urn:microsoft.com/office/officeart/2005/8/layout/hierarchy4#1"/>
    <dgm:cxn modelId="{CD193948-4D43-431B-817C-F1ECBD874FB7}" type="presParOf" srcId="{6E0E95A2-AFF1-475B-97AA-5AC56544B2CD}" destId="{1366BCB4-5908-4BA9-98E6-6BE96F6BE216}" srcOrd="1" destOrd="0" presId="urn:microsoft.com/office/officeart/2005/8/layout/hierarchy4#1"/>
    <dgm:cxn modelId="{E3A792AD-4B99-4519-9702-05D8EA100AC0}" type="presParOf" srcId="{6E0E95A2-AFF1-475B-97AA-5AC56544B2CD}" destId="{225B67B8-D249-4E8C-BDD1-7358A8896BB9}" srcOrd="2" destOrd="0" presId="urn:microsoft.com/office/officeart/2005/8/layout/hierarchy4#1"/>
    <dgm:cxn modelId="{F61AF60D-045D-48DF-A4EC-62E6468CDA37}" type="presParOf" srcId="{225B67B8-D249-4E8C-BDD1-7358A8896BB9}" destId="{5C51669B-4A1C-4988-B51A-4D7DE16064BA}" srcOrd="0" destOrd="0" presId="urn:microsoft.com/office/officeart/2005/8/layout/hierarchy4#1"/>
    <dgm:cxn modelId="{714BEFAF-422C-499E-8C03-9AB26AA0B414}" type="presParOf" srcId="{5C51669B-4A1C-4988-B51A-4D7DE16064BA}" destId="{763B9095-ECF2-44BA-BE1C-4787480C255F}" srcOrd="0" destOrd="0" presId="urn:microsoft.com/office/officeart/2005/8/layout/hierarchy4#1"/>
    <dgm:cxn modelId="{BA505A05-98B4-4F73-B484-6169325E79C4}" type="presParOf" srcId="{5C51669B-4A1C-4988-B51A-4D7DE16064BA}" destId="{C549D1C3-D1BB-47EF-8B8A-78AADA63ED8E}" srcOrd="1" destOrd="0" presId="urn:microsoft.com/office/officeart/2005/8/layout/hierarchy4#1"/>
    <dgm:cxn modelId="{51207FE8-8EC9-4E7F-9253-3CCACB78080E}" type="presParOf" srcId="{97D07C05-BDB1-4D73-AFEB-69876D3C9E3F}" destId="{BC7501D9-B7B6-4F2F-BE6B-81511E36379E}" srcOrd="3" destOrd="0" presId="urn:microsoft.com/office/officeart/2005/8/layout/hierarchy4#1"/>
    <dgm:cxn modelId="{2058EB8E-F70E-43F8-A28F-0E1D712DBD32}" type="presParOf" srcId="{97D07C05-BDB1-4D73-AFEB-69876D3C9E3F}" destId="{984A2982-34B8-4C37-9EC7-352EA5E1721F}" srcOrd="4" destOrd="0" presId="urn:microsoft.com/office/officeart/2005/8/layout/hierarchy4#1"/>
    <dgm:cxn modelId="{FF134384-C986-411A-BD10-89405E547A4D}" type="presParOf" srcId="{984A2982-34B8-4C37-9EC7-352EA5E1721F}" destId="{CB057CDF-720A-4E36-B46C-9548EF993F3C}" srcOrd="0" destOrd="0" presId="urn:microsoft.com/office/officeart/2005/8/layout/hierarchy4#1"/>
    <dgm:cxn modelId="{63378FB8-4A1B-446F-BFB7-323CE979807F}" type="presParOf" srcId="{984A2982-34B8-4C37-9EC7-352EA5E1721F}" destId="{054A26A3-283B-49C9-B723-B9188E67CC04}" srcOrd="1" destOrd="0" presId="urn:microsoft.com/office/officeart/2005/8/layout/hierarchy4#1"/>
    <dgm:cxn modelId="{4C122AF7-5361-4127-AB93-C2E7DF26E388}" type="presParOf" srcId="{984A2982-34B8-4C37-9EC7-352EA5E1721F}" destId="{F146ABB7-53EF-4026-A301-2C5396A50989}" srcOrd="2" destOrd="0" presId="urn:microsoft.com/office/officeart/2005/8/layout/hierarchy4#1"/>
    <dgm:cxn modelId="{E1AD4262-D53A-46E4-82B2-1622CB0DB2E1}" type="presParOf" srcId="{F146ABB7-53EF-4026-A301-2C5396A50989}" destId="{7FAD3B89-E8C4-4D0D-ADE6-C68F9FCF00B4}" srcOrd="0" destOrd="0" presId="urn:microsoft.com/office/officeart/2005/8/layout/hierarchy4#1"/>
    <dgm:cxn modelId="{A1D773B6-CB5F-4EA5-BC76-AD283A0EB7A6}" type="presParOf" srcId="{7FAD3B89-E8C4-4D0D-ADE6-C68F9FCF00B4}" destId="{7C339BE5-F69A-40DE-8FAE-7286B1A24580}" srcOrd="0" destOrd="0" presId="urn:microsoft.com/office/officeart/2005/8/layout/hierarchy4#1"/>
    <dgm:cxn modelId="{52D2A428-7AA6-4EDA-8AA9-BA64DD7A4D71}" type="presParOf" srcId="{7FAD3B89-E8C4-4D0D-ADE6-C68F9FCF00B4}" destId="{76BFD360-E613-439F-BE2D-35C43B10D7B4}" srcOrd="1" destOrd="0" presId="urn:microsoft.com/office/officeart/2005/8/layout/hierarchy4#1"/>
    <dgm:cxn modelId="{ECF6DBAB-2771-4653-953D-40B55E59C5C0}" type="presParOf" srcId="{97D07C05-BDB1-4D73-AFEB-69876D3C9E3F}" destId="{DEA0E472-E2BD-4538-8870-C685162AF2A0}" srcOrd="5" destOrd="0" presId="urn:microsoft.com/office/officeart/2005/8/layout/hierarchy4#1"/>
    <dgm:cxn modelId="{29C3B70D-36C5-457B-8427-EC4376F7607F}" type="presParOf" srcId="{97D07C05-BDB1-4D73-AFEB-69876D3C9E3F}" destId="{1244D6EF-59E1-4276-80EA-340ED2037A62}" srcOrd="6" destOrd="0" presId="urn:microsoft.com/office/officeart/2005/8/layout/hierarchy4#1"/>
    <dgm:cxn modelId="{B538A778-8749-4810-96A2-640BDE87F63A}" type="presParOf" srcId="{1244D6EF-59E1-4276-80EA-340ED2037A62}" destId="{269C3302-4DFA-430B-91CC-6562929CA7E7}" srcOrd="0" destOrd="0" presId="urn:microsoft.com/office/officeart/2005/8/layout/hierarchy4#1"/>
    <dgm:cxn modelId="{A8B6841E-58FF-4AAE-884C-5CCD98A2856C}" type="presParOf" srcId="{1244D6EF-59E1-4276-80EA-340ED2037A62}" destId="{EB3E13FE-ADB7-40C4-AA2F-A18C1279DA84}" srcOrd="1" destOrd="0" presId="urn:microsoft.com/office/officeart/2005/8/layout/hierarchy4#1"/>
    <dgm:cxn modelId="{215DF2C4-B500-4975-BB6C-31428E9FB981}" type="presParOf" srcId="{1244D6EF-59E1-4276-80EA-340ED2037A62}" destId="{B78EAE5D-F19D-49A9-A658-A15B7134BCE9}" srcOrd="2" destOrd="0" presId="urn:microsoft.com/office/officeart/2005/8/layout/hierarchy4#1"/>
    <dgm:cxn modelId="{274FFBC5-A7A5-4714-84E7-3ADD919EF596}" type="presParOf" srcId="{B78EAE5D-F19D-49A9-A658-A15B7134BCE9}" destId="{5AC5CA9A-3022-4343-9D4C-9857A6B1CC44}" srcOrd="0" destOrd="0" presId="urn:microsoft.com/office/officeart/2005/8/layout/hierarchy4#1"/>
    <dgm:cxn modelId="{EEF11754-9C42-4F25-A9F4-6837B92ADCD1}" type="presParOf" srcId="{5AC5CA9A-3022-4343-9D4C-9857A6B1CC44}" destId="{9EB6D0B4-8E1E-49E8-AC6E-DBDE5856E6AC}" srcOrd="0" destOrd="0" presId="urn:microsoft.com/office/officeart/2005/8/layout/hierarchy4#1"/>
    <dgm:cxn modelId="{D1A02C80-786A-4ADD-8265-6F1BAA5B510F}" type="presParOf" srcId="{5AC5CA9A-3022-4343-9D4C-9857A6B1CC44}" destId="{6B6FDA82-4F20-45F4-A268-08CCFE502D01}" srcOrd="1" destOrd="0" presId="urn:microsoft.com/office/officeart/2005/8/layout/hierarchy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CDBEC4B-0385-4DCA-89A4-86ADF469AD6F}" type="doc">
      <dgm:prSet loTypeId="urn:microsoft.com/office/officeart/2005/8/layout/venn3#1" loCatId="relationship" qsTypeId="urn:microsoft.com/office/officeart/2005/8/quickstyle/simple1" qsCatId="simple" csTypeId="urn:microsoft.com/office/officeart/2005/8/colors/colorful5" csCatId="colorful" phldr="1"/>
      <dgm:spPr/>
      <dgm:t>
        <a:bodyPr numCol="1"/>
        <a:lstStyle/>
        <a:p>
          <a:endParaRPr lang="en-US"/>
        </a:p>
      </dgm:t>
    </dgm:pt>
    <dgm:pt modelId="{5934AB69-DC84-4E57-8193-8739E44F15B9}">
      <dgm:prSet/>
      <dgm:spPr/>
      <dgm:t>
        <a:bodyPr numCol="1"/>
        <a:lstStyle/>
        <a:p>
          <a:pPr rtl="0"/>
          <a:r>
            <a:rPr lang="en-US" dirty="0"/>
            <a:t>A means of restricting user access to certain data</a:t>
          </a:r>
          <a:endParaRPr lang="en-GB" altLang="en-GB" dirty="0"/>
        </a:p>
      </dgm:t>
    </dgm:pt>
    <dgm:pt modelId="{E4F67E6F-8F21-42FB-9DCD-D21AB2D8AFE6}" type="parTrans" cxnId="{7E42030F-4DE2-4ED4-AE11-9A876CF034DE}">
      <dgm:prSet/>
      <dgm:spPr/>
      <dgm:t>
        <a:bodyPr numCol="1"/>
        <a:lstStyle/>
        <a:p>
          <a:endParaRPr lang="en-US"/>
        </a:p>
      </dgm:t>
    </dgm:pt>
    <dgm:pt modelId="{00BA2B35-EF05-4320-9A8F-1FA316D7A9E0}" type="sibTrans" cxnId="{7E42030F-4DE2-4ED4-AE11-9A876CF034DE}">
      <dgm:prSet/>
      <dgm:spPr/>
      <dgm:t>
        <a:bodyPr numCol="1"/>
        <a:lstStyle/>
        <a:p>
          <a:endParaRPr lang="en-US"/>
        </a:p>
      </dgm:t>
    </dgm:pt>
    <dgm:pt modelId="{54F79DDA-1676-4E17-863D-622459292B15}">
      <dgm:prSet/>
      <dgm:spPr/>
      <dgm:t>
        <a:bodyPr numCol="1"/>
        <a:lstStyle/>
        <a:p>
          <a:pPr rtl="0"/>
          <a:r>
            <a:rPr lang="en-US" dirty="0"/>
            <a:t>Can restrict to specific attributes within a table</a:t>
          </a:r>
          <a:endParaRPr lang="en-GB" altLang="en-GB" dirty="0"/>
        </a:p>
      </dgm:t>
    </dgm:pt>
    <dgm:pt modelId="{F0D710E4-BBCF-4BC0-B5B5-0FCC0DED1A0F}" type="parTrans" cxnId="{5093DFEF-8CAD-4D92-8B5D-082DBA1DD1B2}">
      <dgm:prSet/>
      <dgm:spPr/>
      <dgm:t>
        <a:bodyPr numCol="1"/>
        <a:lstStyle/>
        <a:p>
          <a:endParaRPr lang="en-US"/>
        </a:p>
      </dgm:t>
    </dgm:pt>
    <dgm:pt modelId="{9920C529-AF61-411F-9D3B-CF0FD9EB90EB}" type="sibTrans" cxnId="{5093DFEF-8CAD-4D92-8B5D-082DBA1DD1B2}">
      <dgm:prSet/>
      <dgm:spPr/>
      <dgm:t>
        <a:bodyPr numCol="1"/>
        <a:lstStyle/>
        <a:p>
          <a:endParaRPr lang="en-US"/>
        </a:p>
      </dgm:t>
    </dgm:pt>
    <dgm:pt modelId="{D1FB52A1-9732-44C6-B18B-0AC8FC127B07}">
      <dgm:prSet/>
      <dgm:spPr/>
      <dgm:t>
        <a:bodyPr numCol="1"/>
        <a:lstStyle/>
        <a:p>
          <a:pPr rtl="0"/>
          <a:r>
            <a:rPr lang="en-US" dirty="0"/>
            <a:t>More restrictive way of maintaining access control at a sub-table level</a:t>
          </a:r>
          <a:endParaRPr lang="en-GB" altLang="en-GB" dirty="0"/>
        </a:p>
      </dgm:t>
    </dgm:pt>
    <dgm:pt modelId="{07D36A9D-753D-456F-A528-73D9839E4FC3}" type="parTrans" cxnId="{AA0979C4-B932-43BB-9E76-B9441AEB13CC}">
      <dgm:prSet/>
      <dgm:spPr/>
      <dgm:t>
        <a:bodyPr numCol="1"/>
        <a:lstStyle/>
        <a:p>
          <a:endParaRPr lang="en-US"/>
        </a:p>
      </dgm:t>
    </dgm:pt>
    <dgm:pt modelId="{E21777D2-B8CA-4B2A-A58F-8E324A738044}" type="sibTrans" cxnId="{AA0979C4-B932-43BB-9E76-B9441AEB13CC}">
      <dgm:prSet/>
      <dgm:spPr/>
      <dgm:t>
        <a:bodyPr numCol="1"/>
        <a:lstStyle/>
        <a:p>
          <a:endParaRPr lang="en-US"/>
        </a:p>
      </dgm:t>
    </dgm:pt>
    <dgm:pt modelId="{B0D27C54-5C92-40FF-AC21-3365C0A17AA2}" type="pres">
      <dgm:prSet presAssocID="{5CDBEC4B-0385-4DCA-89A4-86ADF469AD6F}" presName="Name0" presStyleCnt="0">
        <dgm:presLayoutVars>
          <dgm:dir/>
          <dgm:resizeHandles val="exact"/>
        </dgm:presLayoutVars>
      </dgm:prSet>
      <dgm:spPr/>
    </dgm:pt>
    <dgm:pt modelId="{0DEE705E-76AC-4ED5-BA12-5799257DA4D3}" type="pres">
      <dgm:prSet presAssocID="{5934AB69-DC84-4E57-8193-8739E44F15B9}" presName="Name5" presStyleLbl="vennNode1" presStyleIdx="0" presStyleCnt="3">
        <dgm:presLayoutVars>
          <dgm:bulletEnabled val="1"/>
        </dgm:presLayoutVars>
      </dgm:prSet>
      <dgm:spPr/>
    </dgm:pt>
    <dgm:pt modelId="{F8268E34-4498-486F-B835-5D554A2BDB9E}" type="pres">
      <dgm:prSet presAssocID="{00BA2B35-EF05-4320-9A8F-1FA316D7A9E0}" presName="space" presStyleCnt="0"/>
      <dgm:spPr/>
    </dgm:pt>
    <dgm:pt modelId="{18EA5A91-8CB2-4714-ACFC-FD4CFB98B1D9}" type="pres">
      <dgm:prSet presAssocID="{54F79DDA-1676-4E17-863D-622459292B15}" presName="Name5" presStyleLbl="vennNode1" presStyleIdx="1" presStyleCnt="3">
        <dgm:presLayoutVars>
          <dgm:bulletEnabled val="1"/>
        </dgm:presLayoutVars>
      </dgm:prSet>
      <dgm:spPr/>
    </dgm:pt>
    <dgm:pt modelId="{789274F8-EAA2-49ED-8034-4F3567B0B195}" type="pres">
      <dgm:prSet presAssocID="{9920C529-AF61-411F-9D3B-CF0FD9EB90EB}" presName="space" presStyleCnt="0"/>
      <dgm:spPr/>
    </dgm:pt>
    <dgm:pt modelId="{DD57786D-7583-4DC7-8DA4-25611D943B5C}" type="pres">
      <dgm:prSet presAssocID="{D1FB52A1-9732-44C6-B18B-0AC8FC127B07}" presName="Name5" presStyleLbl="vennNode1" presStyleIdx="2" presStyleCnt="3">
        <dgm:presLayoutVars>
          <dgm:bulletEnabled val="1"/>
        </dgm:presLayoutVars>
      </dgm:prSet>
      <dgm:spPr/>
    </dgm:pt>
  </dgm:ptLst>
  <dgm:cxnLst>
    <dgm:cxn modelId="{7E42030F-4DE2-4ED4-AE11-9A876CF034DE}" srcId="{5CDBEC4B-0385-4DCA-89A4-86ADF469AD6F}" destId="{5934AB69-DC84-4E57-8193-8739E44F15B9}" srcOrd="0" destOrd="0" parTransId="{E4F67E6F-8F21-42FB-9DCD-D21AB2D8AFE6}" sibTransId="{00BA2B35-EF05-4320-9A8F-1FA316D7A9E0}"/>
    <dgm:cxn modelId="{D208F7BC-D0A4-4B65-AB97-E19D8B8868DC}" type="presOf" srcId="{54F79DDA-1676-4E17-863D-622459292B15}" destId="{18EA5A91-8CB2-4714-ACFC-FD4CFB98B1D9}" srcOrd="0" destOrd="0" presId="urn:microsoft.com/office/officeart/2005/8/layout/venn3#1"/>
    <dgm:cxn modelId="{AA0979C4-B932-43BB-9E76-B9441AEB13CC}" srcId="{5CDBEC4B-0385-4DCA-89A4-86ADF469AD6F}" destId="{D1FB52A1-9732-44C6-B18B-0AC8FC127B07}" srcOrd="2" destOrd="0" parTransId="{07D36A9D-753D-456F-A528-73D9839E4FC3}" sibTransId="{E21777D2-B8CA-4B2A-A58F-8E324A738044}"/>
    <dgm:cxn modelId="{3C903CCB-FCCE-4A80-9D83-76CC473B9E1F}" type="presOf" srcId="{5934AB69-DC84-4E57-8193-8739E44F15B9}" destId="{0DEE705E-76AC-4ED5-BA12-5799257DA4D3}" srcOrd="0" destOrd="0" presId="urn:microsoft.com/office/officeart/2005/8/layout/venn3#1"/>
    <dgm:cxn modelId="{BAE12EE2-8724-4BB5-9485-56E44F2CD28F}" type="presOf" srcId="{5CDBEC4B-0385-4DCA-89A4-86ADF469AD6F}" destId="{B0D27C54-5C92-40FF-AC21-3365C0A17AA2}" srcOrd="0" destOrd="0" presId="urn:microsoft.com/office/officeart/2005/8/layout/venn3#1"/>
    <dgm:cxn modelId="{5093DFEF-8CAD-4D92-8B5D-082DBA1DD1B2}" srcId="{5CDBEC4B-0385-4DCA-89A4-86ADF469AD6F}" destId="{54F79DDA-1676-4E17-863D-622459292B15}" srcOrd="1" destOrd="0" parTransId="{F0D710E4-BBCF-4BC0-B5B5-0FCC0DED1A0F}" sibTransId="{9920C529-AF61-411F-9D3B-CF0FD9EB90EB}"/>
    <dgm:cxn modelId="{E67B7EF5-933B-45E9-9F5B-88413D51A290}" type="presOf" srcId="{D1FB52A1-9732-44C6-B18B-0AC8FC127B07}" destId="{DD57786D-7583-4DC7-8DA4-25611D943B5C}" srcOrd="0" destOrd="0" presId="urn:microsoft.com/office/officeart/2005/8/layout/venn3#1"/>
    <dgm:cxn modelId="{D9B41F29-8BF0-4EA2-9128-C7552A3113BC}" type="presParOf" srcId="{B0D27C54-5C92-40FF-AC21-3365C0A17AA2}" destId="{0DEE705E-76AC-4ED5-BA12-5799257DA4D3}" srcOrd="0" destOrd="0" presId="urn:microsoft.com/office/officeart/2005/8/layout/venn3#1"/>
    <dgm:cxn modelId="{788EC3EF-CFA2-4C25-85EF-D30DA60504E4}" type="presParOf" srcId="{B0D27C54-5C92-40FF-AC21-3365C0A17AA2}" destId="{F8268E34-4498-486F-B835-5D554A2BDB9E}" srcOrd="1" destOrd="0" presId="urn:microsoft.com/office/officeart/2005/8/layout/venn3#1"/>
    <dgm:cxn modelId="{BA6878DD-8203-4007-AE02-7AD5FF2AACA3}" type="presParOf" srcId="{B0D27C54-5C92-40FF-AC21-3365C0A17AA2}" destId="{18EA5A91-8CB2-4714-ACFC-FD4CFB98B1D9}" srcOrd="2" destOrd="0" presId="urn:microsoft.com/office/officeart/2005/8/layout/venn3#1"/>
    <dgm:cxn modelId="{4F3220DA-E9CB-4A1A-AC12-7867BC9E6DF4}" type="presParOf" srcId="{B0D27C54-5C92-40FF-AC21-3365C0A17AA2}" destId="{789274F8-EAA2-49ED-8034-4F3567B0B195}" srcOrd="3" destOrd="0" presId="urn:microsoft.com/office/officeart/2005/8/layout/venn3#1"/>
    <dgm:cxn modelId="{719F3A85-488C-4B2E-9F38-4A89B77B8C5A}" type="presParOf" srcId="{B0D27C54-5C92-40FF-AC21-3365C0A17AA2}" destId="{DD57786D-7583-4DC7-8DA4-25611D943B5C}" srcOrd="4" destOrd="0" presId="urn:microsoft.com/office/officeart/2005/8/layout/venn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867E2F8-52A5-4FF5-85EF-29A678726D86}" type="doc">
      <dgm:prSet loTypeId="urn:microsoft.com/office/officeart/2005/8/layout/vList2#1" loCatId="list" qsTypeId="urn:microsoft.com/office/officeart/2005/8/quickstyle/simple1" qsCatId="simple" csTypeId="urn:microsoft.com/office/officeart/2005/8/colors/colorful5" csCatId="colorful" phldr="1"/>
      <dgm:spPr/>
      <dgm:t>
        <a:bodyPr numCol="1"/>
        <a:lstStyle/>
        <a:p>
          <a:endParaRPr lang="en-US"/>
        </a:p>
      </dgm:t>
    </dgm:pt>
    <dgm:pt modelId="{08F8064F-C86E-45D0-816B-5A3D4BEFE62B}">
      <dgm:prSet custT="1"/>
      <dgm:spPr/>
      <dgm:t>
        <a:bodyPr numCol="1"/>
        <a:lstStyle/>
        <a:p>
          <a:pPr rtl="0"/>
          <a:r>
            <a:rPr lang="en-US" sz="1800" dirty="0"/>
            <a:t>Encoding of data by algorithm,  data will be unreadable without decoding</a:t>
          </a:r>
          <a:endParaRPr lang="en-GB" altLang="en-GB" sz="1800" dirty="0"/>
        </a:p>
      </dgm:t>
    </dgm:pt>
    <dgm:pt modelId="{24A6A96C-6FCD-4655-843C-9FEB4DAD4D11}" type="parTrans" cxnId="{260953D4-9F4F-4214-949A-001D4D880198}">
      <dgm:prSet/>
      <dgm:spPr/>
      <dgm:t>
        <a:bodyPr numCol="1"/>
        <a:lstStyle/>
        <a:p>
          <a:endParaRPr lang="en-US"/>
        </a:p>
      </dgm:t>
    </dgm:pt>
    <dgm:pt modelId="{C943C36F-91AE-4C07-8E57-BC14784D6218}" type="sibTrans" cxnId="{260953D4-9F4F-4214-949A-001D4D880198}">
      <dgm:prSet/>
      <dgm:spPr/>
      <dgm:t>
        <a:bodyPr numCol="1"/>
        <a:lstStyle/>
        <a:p>
          <a:endParaRPr lang="en-US"/>
        </a:p>
      </dgm:t>
    </dgm:pt>
    <dgm:pt modelId="{D8E589DE-473D-454F-9E0A-A9587EFB6E20}">
      <dgm:prSet custT="1"/>
      <dgm:spPr/>
      <dgm:t>
        <a:bodyPr numCol="1"/>
        <a:lstStyle/>
        <a:p>
          <a:pPr rtl="0"/>
          <a:r>
            <a:rPr lang="en-US" sz="1800" dirty="0"/>
            <a:t>Symmetric key encryption</a:t>
          </a:r>
          <a:endParaRPr lang="en-GB" altLang="en-GB" sz="1800" dirty="0"/>
        </a:p>
      </dgm:t>
    </dgm:pt>
    <dgm:pt modelId="{5121152A-8E62-41F3-A619-CDA02C14C170}" type="parTrans" cxnId="{C6307B7E-8079-4E4D-8639-F3C088C6D91A}">
      <dgm:prSet/>
      <dgm:spPr/>
      <dgm:t>
        <a:bodyPr numCol="1"/>
        <a:lstStyle/>
        <a:p>
          <a:endParaRPr lang="en-US"/>
        </a:p>
      </dgm:t>
    </dgm:pt>
    <dgm:pt modelId="{9FB88B79-C7CA-4B67-AFB9-6735A27DC607}" type="sibTrans" cxnId="{C6307B7E-8079-4E4D-8639-F3C088C6D91A}">
      <dgm:prSet/>
      <dgm:spPr/>
      <dgm:t>
        <a:bodyPr numCol="1"/>
        <a:lstStyle/>
        <a:p>
          <a:endParaRPr lang="en-US"/>
        </a:p>
      </dgm:t>
    </dgm:pt>
    <dgm:pt modelId="{7C320DCA-6953-452D-9CAB-0E08BCD96742}">
      <dgm:prSet custT="1"/>
      <dgm:spPr/>
      <dgm:t>
        <a:bodyPr numCol="1"/>
        <a:lstStyle/>
        <a:p>
          <a:pPr rtl="0"/>
          <a:r>
            <a:rPr lang="en-US" sz="1400" dirty="0"/>
            <a:t>e.g. DES (Data Encryption Standard)</a:t>
          </a:r>
          <a:endParaRPr lang="en-GB" altLang="en-GB" sz="1400" dirty="0"/>
        </a:p>
      </dgm:t>
    </dgm:pt>
    <dgm:pt modelId="{2C311F6D-B8B8-480D-AAD2-F50E3C4E930C}" type="parTrans" cxnId="{FB74E5DD-68C0-4147-A383-3F26F3489719}">
      <dgm:prSet/>
      <dgm:spPr/>
      <dgm:t>
        <a:bodyPr numCol="1"/>
        <a:lstStyle/>
        <a:p>
          <a:endParaRPr lang="en-US"/>
        </a:p>
      </dgm:t>
    </dgm:pt>
    <dgm:pt modelId="{565C740A-0DBA-4E75-A55A-CAC7DB179A83}" type="sibTrans" cxnId="{FB74E5DD-68C0-4147-A383-3F26F3489719}">
      <dgm:prSet/>
      <dgm:spPr/>
      <dgm:t>
        <a:bodyPr numCol="1"/>
        <a:lstStyle/>
        <a:p>
          <a:endParaRPr lang="en-US"/>
        </a:p>
      </dgm:t>
    </dgm:pt>
    <dgm:pt modelId="{C2ADFCB7-2CF5-4F83-BE05-D32024E08A1A}">
      <dgm:prSet custT="1"/>
      <dgm:spPr/>
      <dgm:t>
        <a:bodyPr numCol="1"/>
        <a:lstStyle/>
        <a:p>
          <a:pPr rtl="0"/>
          <a:r>
            <a:rPr lang="en-US" sz="1800" dirty="0"/>
            <a:t>Asymmetric key encryption</a:t>
          </a:r>
          <a:endParaRPr lang="en-GB" altLang="en-GB" sz="1800" dirty="0"/>
        </a:p>
      </dgm:t>
    </dgm:pt>
    <dgm:pt modelId="{4CD3765F-9DB6-4180-B11C-AC6626AB800A}" type="parTrans" cxnId="{2140B63F-2F53-4356-B834-9DD87C88BAA9}">
      <dgm:prSet/>
      <dgm:spPr/>
      <dgm:t>
        <a:bodyPr numCol="1"/>
        <a:lstStyle/>
        <a:p>
          <a:endParaRPr lang="en-US"/>
        </a:p>
      </dgm:t>
    </dgm:pt>
    <dgm:pt modelId="{BD3C0AF3-7E70-4531-91B9-A16D4D0092B6}" type="sibTrans" cxnId="{2140B63F-2F53-4356-B834-9DD87C88BAA9}">
      <dgm:prSet/>
      <dgm:spPr/>
      <dgm:t>
        <a:bodyPr numCol="1"/>
        <a:lstStyle/>
        <a:p>
          <a:endParaRPr lang="en-US"/>
        </a:p>
      </dgm:t>
    </dgm:pt>
    <dgm:pt modelId="{24453DB0-2F7C-49B2-AA36-DA84216ABC46}">
      <dgm:prSet custT="1"/>
      <dgm:spPr/>
      <dgm:t>
        <a:bodyPr numCol="1"/>
        <a:lstStyle/>
        <a:p>
          <a:pPr rtl="0"/>
          <a:r>
            <a:rPr lang="en-US" sz="1400" dirty="0"/>
            <a:t>e.g. RSA</a:t>
          </a:r>
          <a:endParaRPr lang="en-GB" altLang="en-GB" sz="1400" dirty="0"/>
        </a:p>
      </dgm:t>
    </dgm:pt>
    <dgm:pt modelId="{DB9EE562-FC09-4FBC-9BB1-14D7171E6B28}" type="parTrans" cxnId="{C308EE5D-D3AF-4630-B025-B3D5F2043A9E}">
      <dgm:prSet/>
      <dgm:spPr/>
      <dgm:t>
        <a:bodyPr numCol="1"/>
        <a:lstStyle/>
        <a:p>
          <a:endParaRPr lang="en-US"/>
        </a:p>
      </dgm:t>
    </dgm:pt>
    <dgm:pt modelId="{B495DA96-8D2A-48EB-83F6-7D086D972174}" type="sibTrans" cxnId="{C308EE5D-D3AF-4630-B025-B3D5F2043A9E}">
      <dgm:prSet/>
      <dgm:spPr/>
      <dgm:t>
        <a:bodyPr numCol="1"/>
        <a:lstStyle/>
        <a:p>
          <a:endParaRPr lang="en-US"/>
        </a:p>
      </dgm:t>
    </dgm:pt>
    <dgm:pt modelId="{131B2248-CCE9-4EB9-8157-B520D7233F22}">
      <dgm:prSet custT="1"/>
      <dgm:spPr/>
      <dgm:t>
        <a:bodyPr numCol="1"/>
        <a:lstStyle/>
        <a:p>
          <a:pPr rtl="0"/>
          <a:r>
            <a:rPr lang="en-US" sz="1800" dirty="0"/>
            <a:t>Sometimes can be used in together</a:t>
          </a:r>
          <a:endParaRPr lang="en-GB" altLang="en-GB" sz="1800" dirty="0"/>
        </a:p>
      </dgm:t>
    </dgm:pt>
    <dgm:pt modelId="{B3B275A6-8D27-4842-AEC1-42BE58C355D8}" type="parTrans" cxnId="{0B29CE01-1CCA-44D9-BAFA-1FF82E1B071B}">
      <dgm:prSet/>
      <dgm:spPr/>
      <dgm:t>
        <a:bodyPr numCol="1"/>
        <a:lstStyle/>
        <a:p>
          <a:endParaRPr lang="en-US"/>
        </a:p>
      </dgm:t>
    </dgm:pt>
    <dgm:pt modelId="{6DB92044-B5BC-4492-9092-33A56D722F95}" type="sibTrans" cxnId="{0B29CE01-1CCA-44D9-BAFA-1FF82E1B071B}">
      <dgm:prSet/>
      <dgm:spPr/>
      <dgm:t>
        <a:bodyPr numCol="1"/>
        <a:lstStyle/>
        <a:p>
          <a:endParaRPr lang="en-US"/>
        </a:p>
      </dgm:t>
    </dgm:pt>
    <dgm:pt modelId="{74ECF43B-767D-44CA-BE11-2E8A87BFD413}" type="pres">
      <dgm:prSet presAssocID="{D867E2F8-52A5-4FF5-85EF-29A678726D86}" presName="linear" presStyleCnt="0">
        <dgm:presLayoutVars>
          <dgm:animLvl val="lvl"/>
          <dgm:resizeHandles val="exact"/>
        </dgm:presLayoutVars>
      </dgm:prSet>
      <dgm:spPr/>
    </dgm:pt>
    <dgm:pt modelId="{9BA17998-7E02-41AF-9167-3951F0859939}" type="pres">
      <dgm:prSet presAssocID="{08F8064F-C86E-45D0-816B-5A3D4BEFE62B}" presName="parentText" presStyleLbl="node1" presStyleIdx="0" presStyleCnt="4">
        <dgm:presLayoutVars>
          <dgm:chMax val="0"/>
          <dgm:bulletEnabled val="1"/>
        </dgm:presLayoutVars>
      </dgm:prSet>
      <dgm:spPr/>
    </dgm:pt>
    <dgm:pt modelId="{BDAC540F-0806-4201-A186-C7E1C353960C}" type="pres">
      <dgm:prSet presAssocID="{C943C36F-91AE-4C07-8E57-BC14784D6218}" presName="spacer" presStyleCnt="0"/>
      <dgm:spPr/>
    </dgm:pt>
    <dgm:pt modelId="{A4EFB7AC-AE3B-4D6A-9802-AF67D4A65872}" type="pres">
      <dgm:prSet presAssocID="{D8E589DE-473D-454F-9E0A-A9587EFB6E20}" presName="parentText" presStyleLbl="node1" presStyleIdx="1" presStyleCnt="4">
        <dgm:presLayoutVars>
          <dgm:chMax val="0"/>
          <dgm:bulletEnabled val="1"/>
        </dgm:presLayoutVars>
      </dgm:prSet>
      <dgm:spPr/>
    </dgm:pt>
    <dgm:pt modelId="{776FD2BC-532C-4337-8583-A7B71595B280}" type="pres">
      <dgm:prSet presAssocID="{D8E589DE-473D-454F-9E0A-A9587EFB6E20}" presName="childText" presStyleLbl="revTx" presStyleIdx="0" presStyleCnt="2">
        <dgm:presLayoutVars>
          <dgm:bulletEnabled val="1"/>
        </dgm:presLayoutVars>
      </dgm:prSet>
      <dgm:spPr/>
    </dgm:pt>
    <dgm:pt modelId="{39EF0F44-7FC9-49FD-AFD9-72C8078C4045}" type="pres">
      <dgm:prSet presAssocID="{C2ADFCB7-2CF5-4F83-BE05-D32024E08A1A}" presName="parentText" presStyleLbl="node1" presStyleIdx="2" presStyleCnt="4">
        <dgm:presLayoutVars>
          <dgm:chMax val="0"/>
          <dgm:bulletEnabled val="1"/>
        </dgm:presLayoutVars>
      </dgm:prSet>
      <dgm:spPr/>
    </dgm:pt>
    <dgm:pt modelId="{5851755F-FD8E-414B-9C2F-BBC1487E146C}" type="pres">
      <dgm:prSet presAssocID="{C2ADFCB7-2CF5-4F83-BE05-D32024E08A1A}" presName="childText" presStyleLbl="revTx" presStyleIdx="1" presStyleCnt="2">
        <dgm:presLayoutVars>
          <dgm:bulletEnabled val="1"/>
        </dgm:presLayoutVars>
      </dgm:prSet>
      <dgm:spPr/>
    </dgm:pt>
    <dgm:pt modelId="{792B34EE-C2D6-403E-AA05-F5D0751DA662}" type="pres">
      <dgm:prSet presAssocID="{131B2248-CCE9-4EB9-8157-B520D7233F22}" presName="parentText" presStyleLbl="node1" presStyleIdx="3" presStyleCnt="4">
        <dgm:presLayoutVars>
          <dgm:chMax val="0"/>
          <dgm:bulletEnabled val="1"/>
        </dgm:presLayoutVars>
      </dgm:prSet>
      <dgm:spPr/>
    </dgm:pt>
  </dgm:ptLst>
  <dgm:cxnLst>
    <dgm:cxn modelId="{0B29CE01-1CCA-44D9-BAFA-1FF82E1B071B}" srcId="{D867E2F8-52A5-4FF5-85EF-29A678726D86}" destId="{131B2248-CCE9-4EB9-8157-B520D7233F22}" srcOrd="3" destOrd="0" parTransId="{B3B275A6-8D27-4842-AEC1-42BE58C355D8}" sibTransId="{6DB92044-B5BC-4492-9092-33A56D722F95}"/>
    <dgm:cxn modelId="{0CF1AF03-529D-4093-AC34-F21F660BE44B}" type="presOf" srcId="{131B2248-CCE9-4EB9-8157-B520D7233F22}" destId="{792B34EE-C2D6-403E-AA05-F5D0751DA662}" srcOrd="0" destOrd="0" presId="urn:microsoft.com/office/officeart/2005/8/layout/vList2#1"/>
    <dgm:cxn modelId="{FD808209-2A25-43BF-9E26-AAAD1CF915EE}" type="presOf" srcId="{D8E589DE-473D-454F-9E0A-A9587EFB6E20}" destId="{A4EFB7AC-AE3B-4D6A-9802-AF67D4A65872}" srcOrd="0" destOrd="0" presId="urn:microsoft.com/office/officeart/2005/8/layout/vList2#1"/>
    <dgm:cxn modelId="{7EB06C0A-FB03-47DD-A0C8-8AF89786E5F3}" type="presOf" srcId="{08F8064F-C86E-45D0-816B-5A3D4BEFE62B}" destId="{9BA17998-7E02-41AF-9167-3951F0859939}" srcOrd="0" destOrd="0" presId="urn:microsoft.com/office/officeart/2005/8/layout/vList2#1"/>
    <dgm:cxn modelId="{A4D44021-385F-4FB4-B20D-7832273B49D8}" type="presOf" srcId="{D867E2F8-52A5-4FF5-85EF-29A678726D86}" destId="{74ECF43B-767D-44CA-BE11-2E8A87BFD413}" srcOrd="0" destOrd="0" presId="urn:microsoft.com/office/officeart/2005/8/layout/vList2#1"/>
    <dgm:cxn modelId="{2140B63F-2F53-4356-B834-9DD87C88BAA9}" srcId="{D867E2F8-52A5-4FF5-85EF-29A678726D86}" destId="{C2ADFCB7-2CF5-4F83-BE05-D32024E08A1A}" srcOrd="2" destOrd="0" parTransId="{4CD3765F-9DB6-4180-B11C-AC6626AB800A}" sibTransId="{BD3C0AF3-7E70-4531-91B9-A16D4D0092B6}"/>
    <dgm:cxn modelId="{C308EE5D-D3AF-4630-B025-B3D5F2043A9E}" srcId="{C2ADFCB7-2CF5-4F83-BE05-D32024E08A1A}" destId="{24453DB0-2F7C-49B2-AA36-DA84216ABC46}" srcOrd="0" destOrd="0" parTransId="{DB9EE562-FC09-4FBC-9BB1-14D7171E6B28}" sibTransId="{B495DA96-8D2A-48EB-83F6-7D086D972174}"/>
    <dgm:cxn modelId="{C6307B7E-8079-4E4D-8639-F3C088C6D91A}" srcId="{D867E2F8-52A5-4FF5-85EF-29A678726D86}" destId="{D8E589DE-473D-454F-9E0A-A9587EFB6E20}" srcOrd="1" destOrd="0" parTransId="{5121152A-8E62-41F3-A619-CDA02C14C170}" sibTransId="{9FB88B79-C7CA-4B67-AFB9-6735A27DC607}"/>
    <dgm:cxn modelId="{AEBCF088-3F45-4718-B9F8-3DD06B50878E}" type="presOf" srcId="{7C320DCA-6953-452D-9CAB-0E08BCD96742}" destId="{776FD2BC-532C-4337-8583-A7B71595B280}" srcOrd="0" destOrd="0" presId="urn:microsoft.com/office/officeart/2005/8/layout/vList2#1"/>
    <dgm:cxn modelId="{448D6BBA-1E14-4B76-9A32-0E3C5552F285}" type="presOf" srcId="{24453DB0-2F7C-49B2-AA36-DA84216ABC46}" destId="{5851755F-FD8E-414B-9C2F-BBC1487E146C}" srcOrd="0" destOrd="0" presId="urn:microsoft.com/office/officeart/2005/8/layout/vList2#1"/>
    <dgm:cxn modelId="{260953D4-9F4F-4214-949A-001D4D880198}" srcId="{D867E2F8-52A5-4FF5-85EF-29A678726D86}" destId="{08F8064F-C86E-45D0-816B-5A3D4BEFE62B}" srcOrd="0" destOrd="0" parTransId="{24A6A96C-6FCD-4655-843C-9FEB4DAD4D11}" sibTransId="{C943C36F-91AE-4C07-8E57-BC14784D6218}"/>
    <dgm:cxn modelId="{FB74E5DD-68C0-4147-A383-3F26F3489719}" srcId="{D8E589DE-473D-454F-9E0A-A9587EFB6E20}" destId="{7C320DCA-6953-452D-9CAB-0E08BCD96742}" srcOrd="0" destOrd="0" parTransId="{2C311F6D-B8B8-480D-AAD2-F50E3C4E930C}" sibTransId="{565C740A-0DBA-4E75-A55A-CAC7DB179A83}"/>
    <dgm:cxn modelId="{DB0042FE-148E-4F06-ACDC-1E944AD60DDD}" type="presOf" srcId="{C2ADFCB7-2CF5-4F83-BE05-D32024E08A1A}" destId="{39EF0F44-7FC9-49FD-AFD9-72C8078C4045}" srcOrd="0" destOrd="0" presId="urn:microsoft.com/office/officeart/2005/8/layout/vList2#1"/>
    <dgm:cxn modelId="{9528AEE0-5707-4B51-A67F-DAF9ADC22F13}" type="presParOf" srcId="{74ECF43B-767D-44CA-BE11-2E8A87BFD413}" destId="{9BA17998-7E02-41AF-9167-3951F0859939}" srcOrd="0" destOrd="0" presId="urn:microsoft.com/office/officeart/2005/8/layout/vList2#1"/>
    <dgm:cxn modelId="{B46F1CFE-17A7-4C78-91DF-7203D30A33C5}" type="presParOf" srcId="{74ECF43B-767D-44CA-BE11-2E8A87BFD413}" destId="{BDAC540F-0806-4201-A186-C7E1C353960C}" srcOrd="1" destOrd="0" presId="urn:microsoft.com/office/officeart/2005/8/layout/vList2#1"/>
    <dgm:cxn modelId="{DEA94C26-3C0C-4E8C-8723-128B1627C789}" type="presParOf" srcId="{74ECF43B-767D-44CA-BE11-2E8A87BFD413}" destId="{A4EFB7AC-AE3B-4D6A-9802-AF67D4A65872}" srcOrd="2" destOrd="0" presId="urn:microsoft.com/office/officeart/2005/8/layout/vList2#1"/>
    <dgm:cxn modelId="{A1B6EA75-0FF2-4E6D-85D0-89CADE5C5F42}" type="presParOf" srcId="{74ECF43B-767D-44CA-BE11-2E8A87BFD413}" destId="{776FD2BC-532C-4337-8583-A7B71595B280}" srcOrd="3" destOrd="0" presId="urn:microsoft.com/office/officeart/2005/8/layout/vList2#1"/>
    <dgm:cxn modelId="{3F5ACEC5-0FBD-4BE1-A754-E9A09C12553B}" type="presParOf" srcId="{74ECF43B-767D-44CA-BE11-2E8A87BFD413}" destId="{39EF0F44-7FC9-49FD-AFD9-72C8078C4045}" srcOrd="4" destOrd="0" presId="urn:microsoft.com/office/officeart/2005/8/layout/vList2#1"/>
    <dgm:cxn modelId="{EC51C9D4-21F5-43EA-A08C-7F7DBEC4947B}" type="presParOf" srcId="{74ECF43B-767D-44CA-BE11-2E8A87BFD413}" destId="{5851755F-FD8E-414B-9C2F-BBC1487E146C}" srcOrd="5" destOrd="0" presId="urn:microsoft.com/office/officeart/2005/8/layout/vList2#1"/>
    <dgm:cxn modelId="{CA070E69-F100-4637-B35A-3378F2B7BB86}" type="presParOf" srcId="{74ECF43B-767D-44CA-BE11-2E8A87BFD413}" destId="{792B34EE-C2D6-403E-AA05-F5D0751DA662}" srcOrd="6" destOrd="0" presId="urn:microsoft.com/office/officeart/2005/8/layout/vList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C8CA02E-5AD0-4A35-A8A4-FE6DD479AC72}" type="doc">
      <dgm:prSet loTypeId="urn:microsoft.com/office/officeart/2005/8/layout/hierarchy4#2" loCatId="relationship" qsTypeId="urn:microsoft.com/office/officeart/2005/8/quickstyle/simple1" qsCatId="simple" csTypeId="urn:microsoft.com/office/officeart/2005/8/colors/colorful4" csCatId="colorful" phldr="1"/>
      <dgm:spPr/>
      <dgm:t>
        <a:bodyPr numCol="1"/>
        <a:lstStyle/>
        <a:p>
          <a:endParaRPr lang="en-US"/>
        </a:p>
      </dgm:t>
    </dgm:pt>
    <dgm:pt modelId="{23D75EA9-3342-4D9F-A554-447DC0629BF2}">
      <dgm:prSet/>
      <dgm:spPr/>
      <dgm:t>
        <a:bodyPr numCol="1"/>
        <a:lstStyle/>
        <a:p>
          <a:pPr rtl="0"/>
          <a:r>
            <a:rPr lang="en-US"/>
            <a:t>Addresses threats such as hardware errors</a:t>
          </a:r>
          <a:endParaRPr lang="en-GB" altLang="en-GB"/>
        </a:p>
      </dgm:t>
    </dgm:pt>
    <dgm:pt modelId="{A969DFBD-A579-4DD6-BE6F-81C6D5591674}" type="parTrans" cxnId="{B05E070C-0B02-4ADC-9FCD-4799838E9CC0}">
      <dgm:prSet/>
      <dgm:spPr/>
      <dgm:t>
        <a:bodyPr numCol="1"/>
        <a:lstStyle/>
        <a:p>
          <a:endParaRPr lang="en-US"/>
        </a:p>
      </dgm:t>
    </dgm:pt>
    <dgm:pt modelId="{CEFEC2EA-BFD4-4FA5-A230-96DFB229300A}" type="sibTrans" cxnId="{B05E070C-0B02-4ADC-9FCD-4799838E9CC0}">
      <dgm:prSet/>
      <dgm:spPr/>
      <dgm:t>
        <a:bodyPr numCol="1"/>
        <a:lstStyle/>
        <a:p>
          <a:endParaRPr lang="en-US"/>
        </a:p>
      </dgm:t>
    </dgm:pt>
    <dgm:pt modelId="{3FF41BCD-9571-455B-81BC-BA699A78BDC2}">
      <dgm:prSet/>
      <dgm:spPr/>
      <dgm:t>
        <a:bodyPr numCol="1"/>
        <a:lstStyle/>
        <a:p>
          <a:pPr rtl="0"/>
          <a:r>
            <a:rPr lang="en-US" dirty="0"/>
            <a:t>Logging tracks the changes to the database</a:t>
          </a:r>
          <a:endParaRPr lang="en-GB" altLang="en-GB" dirty="0"/>
        </a:p>
      </dgm:t>
    </dgm:pt>
    <dgm:pt modelId="{A711F99B-CD74-45E8-9AA9-A0363ADE8083}" type="parTrans" cxnId="{962BCBB9-1EA9-4AB6-B9AB-74E91940A4E0}">
      <dgm:prSet/>
      <dgm:spPr/>
      <dgm:t>
        <a:bodyPr numCol="1"/>
        <a:lstStyle/>
        <a:p>
          <a:endParaRPr lang="en-US"/>
        </a:p>
      </dgm:t>
    </dgm:pt>
    <dgm:pt modelId="{9E7C9E86-E6F2-49C8-B547-0109D0B816A1}" type="sibTrans" cxnId="{962BCBB9-1EA9-4AB6-B9AB-74E91940A4E0}">
      <dgm:prSet/>
      <dgm:spPr/>
      <dgm:t>
        <a:bodyPr numCol="1"/>
        <a:lstStyle/>
        <a:p>
          <a:endParaRPr lang="en-US"/>
        </a:p>
      </dgm:t>
    </dgm:pt>
    <dgm:pt modelId="{D554295C-E844-4038-AF62-D17561068BBC}">
      <dgm:prSet/>
      <dgm:spPr/>
      <dgm:t>
        <a:bodyPr numCol="1"/>
        <a:lstStyle/>
        <a:p>
          <a:pPr rtl="0"/>
          <a:r>
            <a:rPr lang="en-US" dirty="0"/>
            <a:t>Most of the data is generated through transactions</a:t>
          </a:r>
          <a:endParaRPr lang="en-GB" altLang="en-GB" dirty="0"/>
        </a:p>
      </dgm:t>
    </dgm:pt>
    <dgm:pt modelId="{B36D5595-1844-4E36-B1CF-984603661E64}" type="parTrans" cxnId="{D04C2986-DA79-4D77-80F5-3D96B2397242}">
      <dgm:prSet/>
      <dgm:spPr/>
      <dgm:t>
        <a:bodyPr numCol="1"/>
        <a:lstStyle/>
        <a:p>
          <a:endParaRPr lang="en-US"/>
        </a:p>
      </dgm:t>
    </dgm:pt>
    <dgm:pt modelId="{26B1953E-2E24-42D7-887A-3684AB4F77CA}" type="sibTrans" cxnId="{D04C2986-DA79-4D77-80F5-3D96B2397242}">
      <dgm:prSet/>
      <dgm:spPr/>
      <dgm:t>
        <a:bodyPr numCol="1"/>
        <a:lstStyle/>
        <a:p>
          <a:endParaRPr lang="en-US"/>
        </a:p>
      </dgm:t>
    </dgm:pt>
    <dgm:pt modelId="{B510AC3F-8588-4C50-BCB6-412D8B8B54A1}">
      <dgm:prSet/>
      <dgm:spPr/>
      <dgm:t>
        <a:bodyPr numCol="1"/>
        <a:lstStyle/>
        <a:p>
          <a:pPr rtl="0"/>
          <a:r>
            <a:rPr lang="en-US" dirty="0"/>
            <a:t>Support smooth data recovery after a hardware/storage failure</a:t>
          </a:r>
          <a:endParaRPr lang="en-GB" altLang="en-GB" dirty="0"/>
        </a:p>
      </dgm:t>
    </dgm:pt>
    <dgm:pt modelId="{4DB70232-9810-4AF2-9A3D-6CAB7ADBB322}" type="parTrans" cxnId="{13F6B5F7-109B-449F-A147-035BAD0AB20F}">
      <dgm:prSet/>
      <dgm:spPr/>
      <dgm:t>
        <a:bodyPr numCol="1"/>
        <a:lstStyle/>
        <a:p>
          <a:endParaRPr lang="en-US"/>
        </a:p>
      </dgm:t>
    </dgm:pt>
    <dgm:pt modelId="{0910820A-ADEA-460A-98F4-B375165FD097}" type="sibTrans" cxnId="{13F6B5F7-109B-449F-A147-035BAD0AB20F}">
      <dgm:prSet/>
      <dgm:spPr/>
      <dgm:t>
        <a:bodyPr numCol="1"/>
        <a:lstStyle/>
        <a:p>
          <a:endParaRPr lang="en-US"/>
        </a:p>
      </dgm:t>
    </dgm:pt>
    <dgm:pt modelId="{A21438E9-E1BB-476A-9891-60157F4DB2A9}">
      <dgm:prSet/>
      <dgm:spPr/>
      <dgm:t>
        <a:bodyPr numCol="1"/>
        <a:lstStyle/>
        <a:p>
          <a:pPr rtl="0"/>
          <a:r>
            <a:rPr lang="en-US"/>
            <a:t>Making sure that there are reliable Backup routines in place is very important for the data recovery</a:t>
          </a:r>
          <a:endParaRPr lang="en-GB" altLang="en-GB" dirty="0"/>
        </a:p>
      </dgm:t>
    </dgm:pt>
    <dgm:pt modelId="{5B3BA167-F1AD-413D-9BCF-87E74D00611F}" type="parTrans" cxnId="{E5B5E14D-9130-43B0-9ED8-7377668DAA98}">
      <dgm:prSet/>
      <dgm:spPr/>
    </dgm:pt>
    <dgm:pt modelId="{557293C0-FE3C-4A3B-845B-AE5576242FC0}" type="sibTrans" cxnId="{E5B5E14D-9130-43B0-9ED8-7377668DAA98}">
      <dgm:prSet/>
      <dgm:spPr/>
    </dgm:pt>
    <dgm:pt modelId="{D0BC0394-4EC3-4038-91F5-83914AE1BC4A}" type="pres">
      <dgm:prSet presAssocID="{CC8CA02E-5AD0-4A35-A8A4-FE6DD479AC72}" presName="Name0" presStyleCnt="0">
        <dgm:presLayoutVars>
          <dgm:chPref val="1"/>
          <dgm:dir/>
          <dgm:animOne val="branch"/>
          <dgm:animLvl val="lvl"/>
          <dgm:resizeHandles/>
        </dgm:presLayoutVars>
      </dgm:prSet>
      <dgm:spPr/>
    </dgm:pt>
    <dgm:pt modelId="{289C062D-DFFD-404F-872C-1D9EF2E4AE57}" type="pres">
      <dgm:prSet presAssocID="{23D75EA9-3342-4D9F-A554-447DC0629BF2}" presName="vertOne" presStyleCnt="0"/>
      <dgm:spPr/>
    </dgm:pt>
    <dgm:pt modelId="{699D26AB-3024-4F3C-BFA0-38BB941CE1EE}" type="pres">
      <dgm:prSet presAssocID="{23D75EA9-3342-4D9F-A554-447DC0629BF2}" presName="txOne" presStyleLbl="node0" presStyleIdx="0" presStyleCnt="3">
        <dgm:presLayoutVars>
          <dgm:chPref val="3"/>
        </dgm:presLayoutVars>
      </dgm:prSet>
      <dgm:spPr/>
    </dgm:pt>
    <dgm:pt modelId="{78EC4757-4FF2-45D8-859B-FB100CFC0892}" type="pres">
      <dgm:prSet presAssocID="{23D75EA9-3342-4D9F-A554-447DC0629BF2}" presName="horzOne" presStyleCnt="0"/>
      <dgm:spPr/>
    </dgm:pt>
    <dgm:pt modelId="{1E2EFDE4-7778-41FC-B095-C5AD0B40244B}" type="pres">
      <dgm:prSet presAssocID="{CEFEC2EA-BFD4-4FA5-A230-96DFB229300A}" presName="sibSpaceOne" presStyleCnt="0"/>
      <dgm:spPr/>
    </dgm:pt>
    <dgm:pt modelId="{CA8A3639-61B9-4EB0-B783-9950B15F1391}" type="pres">
      <dgm:prSet presAssocID="{3FF41BCD-9571-455B-81BC-BA699A78BDC2}" presName="vertOne" presStyleCnt="0"/>
      <dgm:spPr/>
    </dgm:pt>
    <dgm:pt modelId="{DF241428-2EED-450A-A4CA-DFB23BC26E6C}" type="pres">
      <dgm:prSet presAssocID="{3FF41BCD-9571-455B-81BC-BA699A78BDC2}" presName="txOne" presStyleLbl="node0" presStyleIdx="1" presStyleCnt="3">
        <dgm:presLayoutVars>
          <dgm:chPref val="3"/>
        </dgm:presLayoutVars>
      </dgm:prSet>
      <dgm:spPr/>
    </dgm:pt>
    <dgm:pt modelId="{77A59FF8-B271-4E94-ADA2-FF97BC451FAB}" type="pres">
      <dgm:prSet presAssocID="{3FF41BCD-9571-455B-81BC-BA699A78BDC2}" presName="horzOne" presStyleCnt="0"/>
      <dgm:spPr/>
    </dgm:pt>
    <dgm:pt modelId="{7A9EB207-C553-45B7-BFAE-4FA995865FA6}" type="pres">
      <dgm:prSet presAssocID="{9E7C9E86-E6F2-49C8-B547-0109D0B816A1}" presName="sibSpaceOne" presStyleCnt="0"/>
      <dgm:spPr/>
    </dgm:pt>
    <dgm:pt modelId="{B43477DB-9757-4174-889B-4EEE91E00AF4}" type="pres">
      <dgm:prSet presAssocID="{A21438E9-E1BB-476A-9891-60157F4DB2A9}" presName="vertOne" presStyleCnt="0"/>
      <dgm:spPr/>
    </dgm:pt>
    <dgm:pt modelId="{C0F6CD65-2704-42F2-B1FA-6DC426B730B8}" type="pres">
      <dgm:prSet presAssocID="{A21438E9-E1BB-476A-9891-60157F4DB2A9}" presName="txOne" presStyleLbl="node0" presStyleIdx="2" presStyleCnt="3">
        <dgm:presLayoutVars>
          <dgm:chPref val="3"/>
        </dgm:presLayoutVars>
      </dgm:prSet>
      <dgm:spPr/>
    </dgm:pt>
    <dgm:pt modelId="{2DC8AB81-B5EF-4D07-8F59-F952D25022A1}" type="pres">
      <dgm:prSet presAssocID="{A21438E9-E1BB-476A-9891-60157F4DB2A9}" presName="parTransOne" presStyleCnt="0"/>
      <dgm:spPr/>
    </dgm:pt>
    <dgm:pt modelId="{5E932CC0-E4D1-4500-B3CD-F76B5C9B02FE}" type="pres">
      <dgm:prSet presAssocID="{A21438E9-E1BB-476A-9891-60157F4DB2A9}" presName="horzOne" presStyleCnt="0"/>
      <dgm:spPr/>
    </dgm:pt>
    <dgm:pt modelId="{A9FA4123-3C25-4B86-9180-8595FBFA3C50}" type="pres">
      <dgm:prSet presAssocID="{D554295C-E844-4038-AF62-D17561068BBC}" presName="vertTwo" presStyleCnt="0"/>
      <dgm:spPr/>
    </dgm:pt>
    <dgm:pt modelId="{67A732BC-3908-4BBF-96CF-92324C2DF96C}" type="pres">
      <dgm:prSet presAssocID="{D554295C-E844-4038-AF62-D17561068BBC}" presName="txTwo" presStyleLbl="node2" presStyleIdx="0" presStyleCnt="2">
        <dgm:presLayoutVars>
          <dgm:chPref val="3"/>
        </dgm:presLayoutVars>
      </dgm:prSet>
      <dgm:spPr/>
    </dgm:pt>
    <dgm:pt modelId="{E8B9740F-67C7-42AA-9C5B-5B7A878C4B51}" type="pres">
      <dgm:prSet presAssocID="{D554295C-E844-4038-AF62-D17561068BBC}" presName="horzTwo" presStyleCnt="0"/>
      <dgm:spPr/>
    </dgm:pt>
    <dgm:pt modelId="{D1A06261-7F3F-460A-B860-681C7A6BC028}" type="pres">
      <dgm:prSet presAssocID="{26B1953E-2E24-42D7-887A-3684AB4F77CA}" presName="sibSpaceTwo" presStyleCnt="0"/>
      <dgm:spPr/>
    </dgm:pt>
    <dgm:pt modelId="{58E89615-253F-4D5E-8969-AFB67B05DC8D}" type="pres">
      <dgm:prSet presAssocID="{B510AC3F-8588-4C50-BCB6-412D8B8B54A1}" presName="vertTwo" presStyleCnt="0"/>
      <dgm:spPr/>
    </dgm:pt>
    <dgm:pt modelId="{3A6A3153-A720-4C0F-A226-8A56775B9534}" type="pres">
      <dgm:prSet presAssocID="{B510AC3F-8588-4C50-BCB6-412D8B8B54A1}" presName="txTwo" presStyleLbl="node2" presStyleIdx="1" presStyleCnt="2">
        <dgm:presLayoutVars>
          <dgm:chPref val="3"/>
        </dgm:presLayoutVars>
      </dgm:prSet>
      <dgm:spPr/>
    </dgm:pt>
    <dgm:pt modelId="{ED566BE6-FCA7-4AA7-B254-A99AF92C2D13}" type="pres">
      <dgm:prSet presAssocID="{B510AC3F-8588-4C50-BCB6-412D8B8B54A1}" presName="horzTwo" presStyleCnt="0"/>
      <dgm:spPr/>
    </dgm:pt>
  </dgm:ptLst>
  <dgm:cxnLst>
    <dgm:cxn modelId="{B05E070C-0B02-4ADC-9FCD-4799838E9CC0}" srcId="{CC8CA02E-5AD0-4A35-A8A4-FE6DD479AC72}" destId="{23D75EA9-3342-4D9F-A554-447DC0629BF2}" srcOrd="0" destOrd="0" parTransId="{A969DFBD-A579-4DD6-BE6F-81C6D5591674}" sibTransId="{CEFEC2EA-BFD4-4FA5-A230-96DFB229300A}"/>
    <dgm:cxn modelId="{2428E70F-42D1-45F9-84EB-65B37FB1AD3E}" type="presOf" srcId="{B510AC3F-8588-4C50-BCB6-412D8B8B54A1}" destId="{3A6A3153-A720-4C0F-A226-8A56775B9534}" srcOrd="0" destOrd="0" presId="urn:microsoft.com/office/officeart/2005/8/layout/hierarchy4#2"/>
    <dgm:cxn modelId="{F2B1F514-CA65-4800-9040-20E3D79CE790}" type="presOf" srcId="{D554295C-E844-4038-AF62-D17561068BBC}" destId="{67A732BC-3908-4BBF-96CF-92324C2DF96C}" srcOrd="0" destOrd="0" presId="urn:microsoft.com/office/officeart/2005/8/layout/hierarchy4#2"/>
    <dgm:cxn modelId="{B2807048-FE66-45B2-969D-416E9F2DA4FE}" type="presOf" srcId="{CC8CA02E-5AD0-4A35-A8A4-FE6DD479AC72}" destId="{D0BC0394-4EC3-4038-91F5-83914AE1BC4A}" srcOrd="0" destOrd="0" presId="urn:microsoft.com/office/officeart/2005/8/layout/hierarchy4#2"/>
    <dgm:cxn modelId="{FB534E6B-BB0D-410D-BCC9-0E48816BE876}" type="presOf" srcId="{23D75EA9-3342-4D9F-A554-447DC0629BF2}" destId="{699D26AB-3024-4F3C-BFA0-38BB941CE1EE}" srcOrd="0" destOrd="0" presId="urn:microsoft.com/office/officeart/2005/8/layout/hierarchy4#2"/>
    <dgm:cxn modelId="{E5B5E14D-9130-43B0-9ED8-7377668DAA98}" srcId="{CC8CA02E-5AD0-4A35-A8A4-FE6DD479AC72}" destId="{A21438E9-E1BB-476A-9891-60157F4DB2A9}" srcOrd="2" destOrd="0" parTransId="{5B3BA167-F1AD-413D-9BCF-87E74D00611F}" sibTransId="{557293C0-FE3C-4A3B-845B-AE5576242FC0}"/>
    <dgm:cxn modelId="{D04C2986-DA79-4D77-80F5-3D96B2397242}" srcId="{A21438E9-E1BB-476A-9891-60157F4DB2A9}" destId="{D554295C-E844-4038-AF62-D17561068BBC}" srcOrd="0" destOrd="0" parTransId="{B36D5595-1844-4E36-B1CF-984603661E64}" sibTransId="{26B1953E-2E24-42D7-887A-3684AB4F77CA}"/>
    <dgm:cxn modelId="{4ECE1E98-8A09-401B-96ED-FA718D6DC29C}" type="presOf" srcId="{A21438E9-E1BB-476A-9891-60157F4DB2A9}" destId="{C0F6CD65-2704-42F2-B1FA-6DC426B730B8}" srcOrd="0" destOrd="0" presId="urn:microsoft.com/office/officeart/2005/8/layout/hierarchy4#2"/>
    <dgm:cxn modelId="{D31DA69C-A2C0-4F27-90AF-B2EC6C3FC985}" type="presOf" srcId="{3FF41BCD-9571-455B-81BC-BA699A78BDC2}" destId="{DF241428-2EED-450A-A4CA-DFB23BC26E6C}" srcOrd="0" destOrd="0" presId="urn:microsoft.com/office/officeart/2005/8/layout/hierarchy4#2"/>
    <dgm:cxn modelId="{962BCBB9-1EA9-4AB6-B9AB-74E91940A4E0}" srcId="{CC8CA02E-5AD0-4A35-A8A4-FE6DD479AC72}" destId="{3FF41BCD-9571-455B-81BC-BA699A78BDC2}" srcOrd="1" destOrd="0" parTransId="{A711F99B-CD74-45E8-9AA9-A0363ADE8083}" sibTransId="{9E7C9E86-E6F2-49C8-B547-0109D0B816A1}"/>
    <dgm:cxn modelId="{13F6B5F7-109B-449F-A147-035BAD0AB20F}" srcId="{A21438E9-E1BB-476A-9891-60157F4DB2A9}" destId="{B510AC3F-8588-4C50-BCB6-412D8B8B54A1}" srcOrd="1" destOrd="0" parTransId="{4DB70232-9810-4AF2-9A3D-6CAB7ADBB322}" sibTransId="{0910820A-ADEA-460A-98F4-B375165FD097}"/>
    <dgm:cxn modelId="{025C3412-65D5-444D-9C57-B30337877A1C}" type="presParOf" srcId="{D0BC0394-4EC3-4038-91F5-83914AE1BC4A}" destId="{289C062D-DFFD-404F-872C-1D9EF2E4AE57}" srcOrd="0" destOrd="0" presId="urn:microsoft.com/office/officeart/2005/8/layout/hierarchy4#2"/>
    <dgm:cxn modelId="{0963E242-146F-4BDC-9DCA-AC8A0537B1ED}" type="presParOf" srcId="{289C062D-DFFD-404F-872C-1D9EF2E4AE57}" destId="{699D26AB-3024-4F3C-BFA0-38BB941CE1EE}" srcOrd="0" destOrd="0" presId="urn:microsoft.com/office/officeart/2005/8/layout/hierarchy4#2"/>
    <dgm:cxn modelId="{066B18CA-BBC2-4D32-8DE2-5A58D66CE063}" type="presParOf" srcId="{289C062D-DFFD-404F-872C-1D9EF2E4AE57}" destId="{78EC4757-4FF2-45D8-859B-FB100CFC0892}" srcOrd="1" destOrd="0" presId="urn:microsoft.com/office/officeart/2005/8/layout/hierarchy4#2"/>
    <dgm:cxn modelId="{FF30C1B3-F428-401B-97CE-763D0375EA68}" type="presParOf" srcId="{D0BC0394-4EC3-4038-91F5-83914AE1BC4A}" destId="{1E2EFDE4-7778-41FC-B095-C5AD0B40244B}" srcOrd="1" destOrd="0" presId="urn:microsoft.com/office/officeart/2005/8/layout/hierarchy4#2"/>
    <dgm:cxn modelId="{003C2439-EB80-47DD-8F85-C3E7A77EEEF6}" type="presParOf" srcId="{D0BC0394-4EC3-4038-91F5-83914AE1BC4A}" destId="{CA8A3639-61B9-4EB0-B783-9950B15F1391}" srcOrd="2" destOrd="0" presId="urn:microsoft.com/office/officeart/2005/8/layout/hierarchy4#2"/>
    <dgm:cxn modelId="{2AB438A5-589C-4B5C-9D69-FF38C2C44877}" type="presParOf" srcId="{CA8A3639-61B9-4EB0-B783-9950B15F1391}" destId="{DF241428-2EED-450A-A4CA-DFB23BC26E6C}" srcOrd="0" destOrd="0" presId="urn:microsoft.com/office/officeart/2005/8/layout/hierarchy4#2"/>
    <dgm:cxn modelId="{34332B2D-7DA6-4747-8B3C-F4892649A9E4}" type="presParOf" srcId="{CA8A3639-61B9-4EB0-B783-9950B15F1391}" destId="{77A59FF8-B271-4E94-ADA2-FF97BC451FAB}" srcOrd="1" destOrd="0" presId="urn:microsoft.com/office/officeart/2005/8/layout/hierarchy4#2"/>
    <dgm:cxn modelId="{14D22959-D95B-4938-A2DF-27E82BCFCEFB}" type="presParOf" srcId="{D0BC0394-4EC3-4038-91F5-83914AE1BC4A}" destId="{7A9EB207-C553-45B7-BFAE-4FA995865FA6}" srcOrd="3" destOrd="0" presId="urn:microsoft.com/office/officeart/2005/8/layout/hierarchy4#2"/>
    <dgm:cxn modelId="{B586B2F2-79A4-4E25-A963-BE8698481A18}" type="presParOf" srcId="{D0BC0394-4EC3-4038-91F5-83914AE1BC4A}" destId="{B43477DB-9757-4174-889B-4EEE91E00AF4}" srcOrd="4" destOrd="0" presId="urn:microsoft.com/office/officeart/2005/8/layout/hierarchy4#2"/>
    <dgm:cxn modelId="{85A0AC19-CCDB-4E66-9652-ABD2D957A863}" type="presParOf" srcId="{B43477DB-9757-4174-889B-4EEE91E00AF4}" destId="{C0F6CD65-2704-42F2-B1FA-6DC426B730B8}" srcOrd="0" destOrd="0" presId="urn:microsoft.com/office/officeart/2005/8/layout/hierarchy4#2"/>
    <dgm:cxn modelId="{686F8032-C603-4BAD-AE37-A57FCEF894CC}" type="presParOf" srcId="{B43477DB-9757-4174-889B-4EEE91E00AF4}" destId="{2DC8AB81-B5EF-4D07-8F59-F952D25022A1}" srcOrd="1" destOrd="0" presId="urn:microsoft.com/office/officeart/2005/8/layout/hierarchy4#2"/>
    <dgm:cxn modelId="{80243E54-8BAD-409D-9106-C61243BCE342}" type="presParOf" srcId="{B43477DB-9757-4174-889B-4EEE91E00AF4}" destId="{5E932CC0-E4D1-4500-B3CD-F76B5C9B02FE}" srcOrd="2" destOrd="0" presId="urn:microsoft.com/office/officeart/2005/8/layout/hierarchy4#2"/>
    <dgm:cxn modelId="{BB94D020-CE23-4FEF-B6DF-8693B0847F44}" type="presParOf" srcId="{5E932CC0-E4D1-4500-B3CD-F76B5C9B02FE}" destId="{A9FA4123-3C25-4B86-9180-8595FBFA3C50}" srcOrd="0" destOrd="0" presId="urn:microsoft.com/office/officeart/2005/8/layout/hierarchy4#2"/>
    <dgm:cxn modelId="{8C1B4DC5-7644-4145-BBB0-0BB4616CE252}" type="presParOf" srcId="{A9FA4123-3C25-4B86-9180-8595FBFA3C50}" destId="{67A732BC-3908-4BBF-96CF-92324C2DF96C}" srcOrd="0" destOrd="0" presId="urn:microsoft.com/office/officeart/2005/8/layout/hierarchy4#2"/>
    <dgm:cxn modelId="{A239D2D3-240F-4129-9CBA-B089B397CF79}" type="presParOf" srcId="{A9FA4123-3C25-4B86-9180-8595FBFA3C50}" destId="{E8B9740F-67C7-42AA-9C5B-5B7A878C4B51}" srcOrd="1" destOrd="0" presId="urn:microsoft.com/office/officeart/2005/8/layout/hierarchy4#2"/>
    <dgm:cxn modelId="{77BCE015-825A-4BC3-867E-61CE427D191C}" type="presParOf" srcId="{5E932CC0-E4D1-4500-B3CD-F76B5C9B02FE}" destId="{D1A06261-7F3F-460A-B860-681C7A6BC028}" srcOrd="1" destOrd="0" presId="urn:microsoft.com/office/officeart/2005/8/layout/hierarchy4#2"/>
    <dgm:cxn modelId="{3EEB96E8-EF41-4F5F-A825-3986D8E839CD}" type="presParOf" srcId="{5E932CC0-E4D1-4500-B3CD-F76B5C9B02FE}" destId="{58E89615-253F-4D5E-8969-AFB67B05DC8D}" srcOrd="2" destOrd="0" presId="urn:microsoft.com/office/officeart/2005/8/layout/hierarchy4#2"/>
    <dgm:cxn modelId="{428E8705-56D5-4730-8D0A-AFC20E56F880}" type="presParOf" srcId="{58E89615-253F-4D5E-8969-AFB67B05DC8D}" destId="{3A6A3153-A720-4C0F-A226-8A56775B9534}" srcOrd="0" destOrd="0" presId="urn:microsoft.com/office/officeart/2005/8/layout/hierarchy4#2"/>
    <dgm:cxn modelId="{3E985CB0-34FC-45F9-9315-CC9425A353F9}" type="presParOf" srcId="{58E89615-253F-4D5E-8969-AFB67B05DC8D}" destId="{ED566BE6-FCA7-4AA7-B254-A99AF92C2D13}" srcOrd="1" destOrd="0" presId="urn:microsoft.com/office/officeart/2005/8/layout/hierarchy4#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343BE25-363A-4850-8D22-2BA57F13401D}" type="doc">
      <dgm:prSet loTypeId="urn:microsoft.com/office/officeart/2008/layout/VerticalCurvedList#1" loCatId="list" qsTypeId="urn:microsoft.com/office/officeart/2005/8/quickstyle/simple1" qsCatId="simple" csTypeId="urn:microsoft.com/office/officeart/2005/8/colors/colorful3" csCatId="colorful" phldr="1"/>
      <dgm:spPr/>
      <dgm:t>
        <a:bodyPr numCol="1"/>
        <a:lstStyle/>
        <a:p>
          <a:endParaRPr lang="en-US"/>
        </a:p>
      </dgm:t>
    </dgm:pt>
    <dgm:pt modelId="{970A401B-2D88-43BD-BDA3-EFE717CEA6D3}">
      <dgm:prSet custT="1"/>
      <dgm:spPr/>
      <dgm:t>
        <a:bodyPr numCol="1"/>
        <a:lstStyle/>
        <a:p>
          <a:pPr rtl="0"/>
          <a:r>
            <a:rPr lang="en-US" sz="1400" dirty="0"/>
            <a:t>Redundant Array of Independent Disks</a:t>
          </a:r>
          <a:endParaRPr lang="en-GB" altLang="en-GB" sz="1400" dirty="0"/>
        </a:p>
      </dgm:t>
    </dgm:pt>
    <dgm:pt modelId="{90C9BBF9-F162-48C5-B446-D239567E4883}" type="parTrans" cxnId="{94420BDD-BD52-48FB-A656-07061CBFAA3F}">
      <dgm:prSet/>
      <dgm:spPr/>
      <dgm:t>
        <a:bodyPr numCol="1"/>
        <a:lstStyle/>
        <a:p>
          <a:endParaRPr lang="en-US"/>
        </a:p>
      </dgm:t>
    </dgm:pt>
    <dgm:pt modelId="{CBC605A6-EF80-4422-B27D-620C3656ABA3}" type="sibTrans" cxnId="{94420BDD-BD52-48FB-A656-07061CBFAA3F}">
      <dgm:prSet/>
      <dgm:spPr/>
      <dgm:t>
        <a:bodyPr numCol="1"/>
        <a:lstStyle/>
        <a:p>
          <a:endParaRPr lang="en-US" sz="1800"/>
        </a:p>
      </dgm:t>
    </dgm:pt>
    <dgm:pt modelId="{FA762B5B-FEB0-425E-A4A7-60BFE1F9BDB9}">
      <dgm:prSet custT="1"/>
      <dgm:spPr/>
      <dgm:t>
        <a:bodyPr numCol="1"/>
        <a:lstStyle/>
        <a:p>
          <a:pPr rtl="0"/>
          <a:r>
            <a:rPr lang="en-US" sz="1400" dirty="0"/>
            <a:t>Copies data across a bank of disks</a:t>
          </a:r>
          <a:endParaRPr lang="en-GB" altLang="en-GB" sz="1400" dirty="0"/>
        </a:p>
      </dgm:t>
    </dgm:pt>
    <dgm:pt modelId="{3E0C2C1A-3F0D-4888-AB9D-9F1C6D658834}" type="parTrans" cxnId="{8C1DAB1C-3299-488F-8FB7-E7042484D82C}">
      <dgm:prSet/>
      <dgm:spPr/>
      <dgm:t>
        <a:bodyPr numCol="1"/>
        <a:lstStyle/>
        <a:p>
          <a:endParaRPr lang="en-US"/>
        </a:p>
      </dgm:t>
    </dgm:pt>
    <dgm:pt modelId="{3C766D0A-40B5-4401-B999-E9504818A015}" type="sibTrans" cxnId="{8C1DAB1C-3299-488F-8FB7-E7042484D82C}">
      <dgm:prSet/>
      <dgm:spPr/>
      <dgm:t>
        <a:bodyPr numCol="1"/>
        <a:lstStyle/>
        <a:p>
          <a:endParaRPr lang="en-US"/>
        </a:p>
      </dgm:t>
    </dgm:pt>
    <dgm:pt modelId="{41873D40-6F46-4FF1-8203-2933A45FE2FD}">
      <dgm:prSet custT="1"/>
      <dgm:spPr/>
      <dgm:t>
        <a:bodyPr numCol="1"/>
        <a:lstStyle/>
        <a:p>
          <a:pPr rtl="0"/>
          <a:r>
            <a:rPr lang="en-US" sz="1400" dirty="0"/>
            <a:t>Different RAID levels can be used addressing redundancy (mirroring), striping and parity</a:t>
          </a:r>
          <a:endParaRPr lang="en-GB" altLang="en-GB" sz="1400" dirty="0"/>
        </a:p>
      </dgm:t>
    </dgm:pt>
    <dgm:pt modelId="{DED019A5-27B6-40FB-8F2F-7F80F2352F2E}" type="parTrans" cxnId="{B3431FD6-6A0F-4F19-84A1-F0CF0586B177}">
      <dgm:prSet/>
      <dgm:spPr/>
      <dgm:t>
        <a:bodyPr numCol="1"/>
        <a:lstStyle/>
        <a:p>
          <a:endParaRPr lang="en-US"/>
        </a:p>
      </dgm:t>
    </dgm:pt>
    <dgm:pt modelId="{C2F53DED-952B-4768-96F1-517301BB8FF5}" type="sibTrans" cxnId="{B3431FD6-6A0F-4F19-84A1-F0CF0586B177}">
      <dgm:prSet/>
      <dgm:spPr/>
      <dgm:t>
        <a:bodyPr numCol="1"/>
        <a:lstStyle/>
        <a:p>
          <a:endParaRPr lang="en-US"/>
        </a:p>
      </dgm:t>
    </dgm:pt>
    <dgm:pt modelId="{4626153B-3EAE-455D-A7E1-4A0812C65F65}">
      <dgm:prSet custT="1"/>
      <dgm:spPr/>
      <dgm:t>
        <a:bodyPr numCol="1"/>
        <a:lstStyle/>
        <a:p>
          <a:pPr rtl="0"/>
          <a:r>
            <a:rPr lang="en-US" sz="1400" dirty="0"/>
            <a:t>Creates a more fault tolerant system than using a single disk</a:t>
          </a:r>
          <a:endParaRPr lang="en-GB" altLang="en-GB" sz="1400" dirty="0"/>
        </a:p>
      </dgm:t>
    </dgm:pt>
    <dgm:pt modelId="{A92D0F79-DD50-4514-AF6B-33A1C76F061B}" type="parTrans" cxnId="{37E53545-2E3D-4514-AAAF-34F151787462}">
      <dgm:prSet/>
      <dgm:spPr/>
      <dgm:t>
        <a:bodyPr numCol="1"/>
        <a:lstStyle/>
        <a:p>
          <a:endParaRPr lang="en-US"/>
        </a:p>
      </dgm:t>
    </dgm:pt>
    <dgm:pt modelId="{666CF914-733D-41D7-B35F-1B8929A3562E}" type="sibTrans" cxnId="{37E53545-2E3D-4514-AAAF-34F151787462}">
      <dgm:prSet/>
      <dgm:spPr/>
      <dgm:t>
        <a:bodyPr numCol="1"/>
        <a:lstStyle/>
        <a:p>
          <a:endParaRPr lang="en-US"/>
        </a:p>
      </dgm:t>
    </dgm:pt>
    <dgm:pt modelId="{7A178089-F05C-42FE-99A9-8B0F90D94B65}">
      <dgm:prSet custT="1"/>
      <dgm:spPr/>
      <dgm:t>
        <a:bodyPr numCol="1"/>
        <a:lstStyle/>
        <a:p>
          <a:pPr rtl="0"/>
          <a:r>
            <a:rPr lang="en-US" sz="1400" dirty="0"/>
            <a:t>Addresses similar issues to backup and recovery</a:t>
          </a:r>
          <a:endParaRPr lang="en-GB" altLang="en-GB" sz="1400" dirty="0"/>
        </a:p>
      </dgm:t>
    </dgm:pt>
    <dgm:pt modelId="{E1B757EE-82B1-45F4-AF20-1866C939F5C7}" type="parTrans" cxnId="{9297057B-F7DC-4E2A-83BF-90FC8C467B02}">
      <dgm:prSet/>
      <dgm:spPr/>
      <dgm:t>
        <a:bodyPr numCol="1"/>
        <a:lstStyle/>
        <a:p>
          <a:endParaRPr lang="en-US"/>
        </a:p>
      </dgm:t>
    </dgm:pt>
    <dgm:pt modelId="{D2C04B54-11B2-413C-B8F9-7ABA17116860}" type="sibTrans" cxnId="{9297057B-F7DC-4E2A-83BF-90FC8C467B02}">
      <dgm:prSet/>
      <dgm:spPr/>
      <dgm:t>
        <a:bodyPr numCol="1"/>
        <a:lstStyle/>
        <a:p>
          <a:endParaRPr lang="en-US"/>
        </a:p>
      </dgm:t>
    </dgm:pt>
    <dgm:pt modelId="{C39D8646-23AF-4E83-AE4F-6B21D2E4A122}" type="pres">
      <dgm:prSet presAssocID="{4343BE25-363A-4850-8D22-2BA57F13401D}" presName="Name0" presStyleCnt="0">
        <dgm:presLayoutVars>
          <dgm:chMax val="7"/>
          <dgm:chPref val="7"/>
          <dgm:dir/>
        </dgm:presLayoutVars>
      </dgm:prSet>
      <dgm:spPr/>
    </dgm:pt>
    <dgm:pt modelId="{24B28704-0FFB-4B14-B749-7E24B7DDCF73}" type="pres">
      <dgm:prSet presAssocID="{4343BE25-363A-4850-8D22-2BA57F13401D}" presName="Name1" presStyleCnt="0"/>
      <dgm:spPr/>
    </dgm:pt>
    <dgm:pt modelId="{6E3A86EB-4D9E-4E5F-BE41-24862DE552B4}" type="pres">
      <dgm:prSet presAssocID="{4343BE25-363A-4850-8D22-2BA57F13401D}" presName="cycle" presStyleCnt="0"/>
      <dgm:spPr/>
    </dgm:pt>
    <dgm:pt modelId="{344F4EDF-7A15-4A26-B4C9-DFF0A8239F15}" type="pres">
      <dgm:prSet presAssocID="{4343BE25-363A-4850-8D22-2BA57F13401D}" presName="srcNode" presStyleLbl="node1" presStyleIdx="0" presStyleCnt="5"/>
      <dgm:spPr/>
    </dgm:pt>
    <dgm:pt modelId="{243F2293-E574-42AF-93B4-E8FB0BB57E5F}" type="pres">
      <dgm:prSet presAssocID="{4343BE25-363A-4850-8D22-2BA57F13401D}" presName="conn" presStyleLbl="parChTrans1D2" presStyleIdx="0" presStyleCnt="1"/>
      <dgm:spPr/>
    </dgm:pt>
    <dgm:pt modelId="{120184CE-4509-4D1A-B87E-B9AC76CBB952}" type="pres">
      <dgm:prSet presAssocID="{4343BE25-363A-4850-8D22-2BA57F13401D}" presName="extraNode" presStyleLbl="node1" presStyleIdx="0" presStyleCnt="5"/>
      <dgm:spPr/>
    </dgm:pt>
    <dgm:pt modelId="{CC1E4FDF-CE8B-402A-9705-E621250645CA}" type="pres">
      <dgm:prSet presAssocID="{4343BE25-363A-4850-8D22-2BA57F13401D}" presName="dstNode" presStyleLbl="node1" presStyleIdx="0" presStyleCnt="5"/>
      <dgm:spPr/>
    </dgm:pt>
    <dgm:pt modelId="{FB71536B-483B-4E08-B4CB-358FCBC3F9F5}" type="pres">
      <dgm:prSet presAssocID="{4626153B-3EAE-455D-A7E1-4A0812C65F65}" presName="text_1" presStyleLbl="node1" presStyleIdx="0" presStyleCnt="5">
        <dgm:presLayoutVars>
          <dgm:bulletEnabled val="1"/>
        </dgm:presLayoutVars>
      </dgm:prSet>
      <dgm:spPr/>
    </dgm:pt>
    <dgm:pt modelId="{38644C96-E30F-4CAA-B9C0-C6AAEA585425}" type="pres">
      <dgm:prSet presAssocID="{4626153B-3EAE-455D-A7E1-4A0812C65F65}" presName="accent_1" presStyleCnt="0"/>
      <dgm:spPr/>
    </dgm:pt>
    <dgm:pt modelId="{4BFA0498-A778-4B31-832A-C97F2B235E06}" type="pres">
      <dgm:prSet presAssocID="{4626153B-3EAE-455D-A7E1-4A0812C65F65}" presName="accentRepeatNode" presStyleLbl="solidFgAcc1" presStyleIdx="0" presStyleCnt="5"/>
      <dgm:spPr/>
    </dgm:pt>
    <dgm:pt modelId="{38F340E3-251C-40C9-83F1-CA0D6EE4CA46}" type="pres">
      <dgm:prSet presAssocID="{970A401B-2D88-43BD-BDA3-EFE717CEA6D3}" presName="text_2" presStyleLbl="node1" presStyleIdx="1" presStyleCnt="5">
        <dgm:presLayoutVars>
          <dgm:bulletEnabled val="1"/>
        </dgm:presLayoutVars>
      </dgm:prSet>
      <dgm:spPr/>
    </dgm:pt>
    <dgm:pt modelId="{F6BEB98E-2287-4563-8456-D65319895E66}" type="pres">
      <dgm:prSet presAssocID="{970A401B-2D88-43BD-BDA3-EFE717CEA6D3}" presName="accent_2" presStyleCnt="0"/>
      <dgm:spPr/>
    </dgm:pt>
    <dgm:pt modelId="{D2872619-3426-447B-87B2-AE4E5F517059}" type="pres">
      <dgm:prSet presAssocID="{970A401B-2D88-43BD-BDA3-EFE717CEA6D3}" presName="accentRepeatNode" presStyleLbl="solidFgAcc1" presStyleIdx="1" presStyleCnt="5"/>
      <dgm:spPr/>
    </dgm:pt>
    <dgm:pt modelId="{D9E94843-BFC3-45F1-9365-50C35EFF5F1C}" type="pres">
      <dgm:prSet presAssocID="{FA762B5B-FEB0-425E-A4A7-60BFE1F9BDB9}" presName="text_3" presStyleLbl="node1" presStyleIdx="2" presStyleCnt="5">
        <dgm:presLayoutVars>
          <dgm:bulletEnabled val="1"/>
        </dgm:presLayoutVars>
      </dgm:prSet>
      <dgm:spPr/>
    </dgm:pt>
    <dgm:pt modelId="{C161C42E-40CE-46F3-802A-BC19C1BD6872}" type="pres">
      <dgm:prSet presAssocID="{FA762B5B-FEB0-425E-A4A7-60BFE1F9BDB9}" presName="accent_3" presStyleCnt="0"/>
      <dgm:spPr/>
    </dgm:pt>
    <dgm:pt modelId="{A8410D88-E6BD-4BA2-BCED-BE8843780562}" type="pres">
      <dgm:prSet presAssocID="{FA762B5B-FEB0-425E-A4A7-60BFE1F9BDB9}" presName="accentRepeatNode" presStyleLbl="solidFgAcc1" presStyleIdx="2" presStyleCnt="5"/>
      <dgm:spPr/>
    </dgm:pt>
    <dgm:pt modelId="{A1581429-C017-423B-AA8A-7AFD2F52656A}" type="pres">
      <dgm:prSet presAssocID="{41873D40-6F46-4FF1-8203-2933A45FE2FD}" presName="text_4" presStyleLbl="node1" presStyleIdx="3" presStyleCnt="5">
        <dgm:presLayoutVars>
          <dgm:bulletEnabled val="1"/>
        </dgm:presLayoutVars>
      </dgm:prSet>
      <dgm:spPr/>
    </dgm:pt>
    <dgm:pt modelId="{C9032DF6-0E38-43B1-81EA-2C1FC7EA0994}" type="pres">
      <dgm:prSet presAssocID="{41873D40-6F46-4FF1-8203-2933A45FE2FD}" presName="accent_4" presStyleCnt="0"/>
      <dgm:spPr/>
    </dgm:pt>
    <dgm:pt modelId="{6AFB867A-8019-4B04-91E2-5972F0BF9738}" type="pres">
      <dgm:prSet presAssocID="{41873D40-6F46-4FF1-8203-2933A45FE2FD}" presName="accentRepeatNode" presStyleLbl="solidFgAcc1" presStyleIdx="3" presStyleCnt="5"/>
      <dgm:spPr/>
    </dgm:pt>
    <dgm:pt modelId="{B23AF83B-D3AB-44BA-8D4C-2984EC8776C6}" type="pres">
      <dgm:prSet presAssocID="{7A178089-F05C-42FE-99A9-8B0F90D94B65}" presName="text_5" presStyleLbl="node1" presStyleIdx="4" presStyleCnt="5">
        <dgm:presLayoutVars>
          <dgm:bulletEnabled val="1"/>
        </dgm:presLayoutVars>
      </dgm:prSet>
      <dgm:spPr/>
    </dgm:pt>
    <dgm:pt modelId="{4EADE737-3274-49FF-AE48-41203AD01D6E}" type="pres">
      <dgm:prSet presAssocID="{7A178089-F05C-42FE-99A9-8B0F90D94B65}" presName="accent_5" presStyleCnt="0"/>
      <dgm:spPr/>
    </dgm:pt>
    <dgm:pt modelId="{F126C214-0F56-4F78-80F2-733012B03965}" type="pres">
      <dgm:prSet presAssocID="{7A178089-F05C-42FE-99A9-8B0F90D94B65}" presName="accentRepeatNode" presStyleLbl="solidFgAcc1" presStyleIdx="4" presStyleCnt="5"/>
      <dgm:spPr/>
    </dgm:pt>
  </dgm:ptLst>
  <dgm:cxnLst>
    <dgm:cxn modelId="{BE385103-C3BE-482A-9066-83177D31CF9F}" type="presOf" srcId="{7A178089-F05C-42FE-99A9-8B0F90D94B65}" destId="{B23AF83B-D3AB-44BA-8D4C-2984EC8776C6}" srcOrd="0" destOrd="0" presId="urn:microsoft.com/office/officeart/2008/layout/VerticalCurvedList#1"/>
    <dgm:cxn modelId="{57AA600E-60EA-403A-B88B-437EC1525174}" type="presOf" srcId="{FA762B5B-FEB0-425E-A4A7-60BFE1F9BDB9}" destId="{D9E94843-BFC3-45F1-9365-50C35EFF5F1C}" srcOrd="0" destOrd="0" presId="urn:microsoft.com/office/officeart/2008/layout/VerticalCurvedList#1"/>
    <dgm:cxn modelId="{8C1DAB1C-3299-488F-8FB7-E7042484D82C}" srcId="{4343BE25-363A-4850-8D22-2BA57F13401D}" destId="{FA762B5B-FEB0-425E-A4A7-60BFE1F9BDB9}" srcOrd="2" destOrd="0" parTransId="{3E0C2C1A-3F0D-4888-AB9D-9F1C6D658834}" sibTransId="{3C766D0A-40B5-4401-B999-E9504818A015}"/>
    <dgm:cxn modelId="{CF5C2A3C-9826-4B2E-8035-379D84E71681}" type="presOf" srcId="{666CF914-733D-41D7-B35F-1B8929A3562E}" destId="{243F2293-E574-42AF-93B4-E8FB0BB57E5F}" srcOrd="0" destOrd="0" presId="urn:microsoft.com/office/officeart/2008/layout/VerticalCurvedList#1"/>
    <dgm:cxn modelId="{92B5575B-C61B-4497-8AD2-72EA71A2602A}" type="presOf" srcId="{41873D40-6F46-4FF1-8203-2933A45FE2FD}" destId="{A1581429-C017-423B-AA8A-7AFD2F52656A}" srcOrd="0" destOrd="0" presId="urn:microsoft.com/office/officeart/2008/layout/VerticalCurvedList#1"/>
    <dgm:cxn modelId="{37E53545-2E3D-4514-AAAF-34F151787462}" srcId="{4343BE25-363A-4850-8D22-2BA57F13401D}" destId="{4626153B-3EAE-455D-A7E1-4A0812C65F65}" srcOrd="0" destOrd="0" parTransId="{A92D0F79-DD50-4514-AF6B-33A1C76F061B}" sibTransId="{666CF914-733D-41D7-B35F-1B8929A3562E}"/>
    <dgm:cxn modelId="{7EA1EA6F-5681-49CE-8CD3-C454C9C3DDED}" type="presOf" srcId="{4343BE25-363A-4850-8D22-2BA57F13401D}" destId="{C39D8646-23AF-4E83-AE4F-6B21D2E4A122}" srcOrd="0" destOrd="0" presId="urn:microsoft.com/office/officeart/2008/layout/VerticalCurvedList#1"/>
    <dgm:cxn modelId="{9297057B-F7DC-4E2A-83BF-90FC8C467B02}" srcId="{4343BE25-363A-4850-8D22-2BA57F13401D}" destId="{7A178089-F05C-42FE-99A9-8B0F90D94B65}" srcOrd="4" destOrd="0" parTransId="{E1B757EE-82B1-45F4-AF20-1866C939F5C7}" sibTransId="{D2C04B54-11B2-413C-B8F9-7ABA17116860}"/>
    <dgm:cxn modelId="{7C942893-4179-444F-B883-0397A82F95F5}" type="presOf" srcId="{970A401B-2D88-43BD-BDA3-EFE717CEA6D3}" destId="{38F340E3-251C-40C9-83F1-CA0D6EE4CA46}" srcOrd="0" destOrd="0" presId="urn:microsoft.com/office/officeart/2008/layout/VerticalCurvedList#1"/>
    <dgm:cxn modelId="{1913D796-F830-4F71-8356-23D3073BEE7D}" type="presOf" srcId="{4626153B-3EAE-455D-A7E1-4A0812C65F65}" destId="{FB71536B-483B-4E08-B4CB-358FCBC3F9F5}" srcOrd="0" destOrd="0" presId="urn:microsoft.com/office/officeart/2008/layout/VerticalCurvedList#1"/>
    <dgm:cxn modelId="{B3431FD6-6A0F-4F19-84A1-F0CF0586B177}" srcId="{4343BE25-363A-4850-8D22-2BA57F13401D}" destId="{41873D40-6F46-4FF1-8203-2933A45FE2FD}" srcOrd="3" destOrd="0" parTransId="{DED019A5-27B6-40FB-8F2F-7F80F2352F2E}" sibTransId="{C2F53DED-952B-4768-96F1-517301BB8FF5}"/>
    <dgm:cxn modelId="{94420BDD-BD52-48FB-A656-07061CBFAA3F}" srcId="{4343BE25-363A-4850-8D22-2BA57F13401D}" destId="{970A401B-2D88-43BD-BDA3-EFE717CEA6D3}" srcOrd="1" destOrd="0" parTransId="{90C9BBF9-F162-48C5-B446-D239567E4883}" sibTransId="{CBC605A6-EF80-4422-B27D-620C3656ABA3}"/>
    <dgm:cxn modelId="{4EA5A1DD-8EC3-43D1-8759-75324253296E}" type="presParOf" srcId="{C39D8646-23AF-4E83-AE4F-6B21D2E4A122}" destId="{24B28704-0FFB-4B14-B749-7E24B7DDCF73}" srcOrd="0" destOrd="0" presId="urn:microsoft.com/office/officeart/2008/layout/VerticalCurvedList#1"/>
    <dgm:cxn modelId="{7734B7F2-73F7-4F14-A5B3-19B3BF4524BE}" type="presParOf" srcId="{24B28704-0FFB-4B14-B749-7E24B7DDCF73}" destId="{6E3A86EB-4D9E-4E5F-BE41-24862DE552B4}" srcOrd="0" destOrd="0" presId="urn:microsoft.com/office/officeart/2008/layout/VerticalCurvedList#1"/>
    <dgm:cxn modelId="{D80FBD34-29B7-4075-A44C-68499B3BBBBC}" type="presParOf" srcId="{6E3A86EB-4D9E-4E5F-BE41-24862DE552B4}" destId="{344F4EDF-7A15-4A26-B4C9-DFF0A8239F15}" srcOrd="0" destOrd="0" presId="urn:microsoft.com/office/officeart/2008/layout/VerticalCurvedList#1"/>
    <dgm:cxn modelId="{B0D5AF7F-16BD-4327-B844-F591927B9033}" type="presParOf" srcId="{6E3A86EB-4D9E-4E5F-BE41-24862DE552B4}" destId="{243F2293-E574-42AF-93B4-E8FB0BB57E5F}" srcOrd="1" destOrd="0" presId="urn:microsoft.com/office/officeart/2008/layout/VerticalCurvedList#1"/>
    <dgm:cxn modelId="{0CD5DB86-C407-446C-B201-55EDCBA7B1BE}" type="presParOf" srcId="{6E3A86EB-4D9E-4E5F-BE41-24862DE552B4}" destId="{120184CE-4509-4D1A-B87E-B9AC76CBB952}" srcOrd="2" destOrd="0" presId="urn:microsoft.com/office/officeart/2008/layout/VerticalCurvedList#1"/>
    <dgm:cxn modelId="{1A4A5373-2E46-49DD-A820-A65E62B513B0}" type="presParOf" srcId="{6E3A86EB-4D9E-4E5F-BE41-24862DE552B4}" destId="{CC1E4FDF-CE8B-402A-9705-E621250645CA}" srcOrd="3" destOrd="0" presId="urn:microsoft.com/office/officeart/2008/layout/VerticalCurvedList#1"/>
    <dgm:cxn modelId="{61E518B5-70BC-42FE-BC22-F826D3C6B609}" type="presParOf" srcId="{24B28704-0FFB-4B14-B749-7E24B7DDCF73}" destId="{FB71536B-483B-4E08-B4CB-358FCBC3F9F5}" srcOrd="1" destOrd="0" presId="urn:microsoft.com/office/officeart/2008/layout/VerticalCurvedList#1"/>
    <dgm:cxn modelId="{DDA1B94C-FDBC-4E15-8EBF-82BF1522DA30}" type="presParOf" srcId="{24B28704-0FFB-4B14-B749-7E24B7DDCF73}" destId="{38644C96-E30F-4CAA-B9C0-C6AAEA585425}" srcOrd="2" destOrd="0" presId="urn:microsoft.com/office/officeart/2008/layout/VerticalCurvedList#1"/>
    <dgm:cxn modelId="{630E763E-90EF-408E-8C83-8238BC11A959}" type="presParOf" srcId="{38644C96-E30F-4CAA-B9C0-C6AAEA585425}" destId="{4BFA0498-A778-4B31-832A-C97F2B235E06}" srcOrd="0" destOrd="0" presId="urn:microsoft.com/office/officeart/2008/layout/VerticalCurvedList#1"/>
    <dgm:cxn modelId="{15617509-C940-4524-A43A-EADD1685510F}" type="presParOf" srcId="{24B28704-0FFB-4B14-B749-7E24B7DDCF73}" destId="{38F340E3-251C-40C9-83F1-CA0D6EE4CA46}" srcOrd="3" destOrd="0" presId="urn:microsoft.com/office/officeart/2008/layout/VerticalCurvedList#1"/>
    <dgm:cxn modelId="{C51E56C5-6CF8-45D7-8D58-31B8A359A8F9}" type="presParOf" srcId="{24B28704-0FFB-4B14-B749-7E24B7DDCF73}" destId="{F6BEB98E-2287-4563-8456-D65319895E66}" srcOrd="4" destOrd="0" presId="urn:microsoft.com/office/officeart/2008/layout/VerticalCurvedList#1"/>
    <dgm:cxn modelId="{D17FF913-4BCB-46FE-A4E7-F2B9D6C57995}" type="presParOf" srcId="{F6BEB98E-2287-4563-8456-D65319895E66}" destId="{D2872619-3426-447B-87B2-AE4E5F517059}" srcOrd="0" destOrd="0" presId="urn:microsoft.com/office/officeart/2008/layout/VerticalCurvedList#1"/>
    <dgm:cxn modelId="{3A06BF15-1232-4E10-8C63-C2749D9F6B00}" type="presParOf" srcId="{24B28704-0FFB-4B14-B749-7E24B7DDCF73}" destId="{D9E94843-BFC3-45F1-9365-50C35EFF5F1C}" srcOrd="5" destOrd="0" presId="urn:microsoft.com/office/officeart/2008/layout/VerticalCurvedList#1"/>
    <dgm:cxn modelId="{A968E6B0-5DEA-44CD-B996-C4D3601D49B2}" type="presParOf" srcId="{24B28704-0FFB-4B14-B749-7E24B7DDCF73}" destId="{C161C42E-40CE-46F3-802A-BC19C1BD6872}" srcOrd="6" destOrd="0" presId="urn:microsoft.com/office/officeart/2008/layout/VerticalCurvedList#1"/>
    <dgm:cxn modelId="{E1F04D73-31DE-4A19-A5E2-B65136037812}" type="presParOf" srcId="{C161C42E-40CE-46F3-802A-BC19C1BD6872}" destId="{A8410D88-E6BD-4BA2-BCED-BE8843780562}" srcOrd="0" destOrd="0" presId="urn:microsoft.com/office/officeart/2008/layout/VerticalCurvedList#1"/>
    <dgm:cxn modelId="{8CDBD2F5-4125-4F12-BEEC-396FE0F9AB67}" type="presParOf" srcId="{24B28704-0FFB-4B14-B749-7E24B7DDCF73}" destId="{A1581429-C017-423B-AA8A-7AFD2F52656A}" srcOrd="7" destOrd="0" presId="urn:microsoft.com/office/officeart/2008/layout/VerticalCurvedList#1"/>
    <dgm:cxn modelId="{8A41E5B9-9785-4C76-BDFE-5174C780FE54}" type="presParOf" srcId="{24B28704-0FFB-4B14-B749-7E24B7DDCF73}" destId="{C9032DF6-0E38-43B1-81EA-2C1FC7EA0994}" srcOrd="8" destOrd="0" presId="urn:microsoft.com/office/officeart/2008/layout/VerticalCurvedList#1"/>
    <dgm:cxn modelId="{0417993F-1CB9-4C37-AA4D-E9F578A55452}" type="presParOf" srcId="{C9032DF6-0E38-43B1-81EA-2C1FC7EA0994}" destId="{6AFB867A-8019-4B04-91E2-5972F0BF9738}" srcOrd="0" destOrd="0" presId="urn:microsoft.com/office/officeart/2008/layout/VerticalCurvedList#1"/>
    <dgm:cxn modelId="{B2FF1438-DD26-40A5-BAE7-1F241C8AC03F}" type="presParOf" srcId="{24B28704-0FFB-4B14-B749-7E24B7DDCF73}" destId="{B23AF83B-D3AB-44BA-8D4C-2984EC8776C6}" srcOrd="9" destOrd="0" presId="urn:microsoft.com/office/officeart/2008/layout/VerticalCurvedList#1"/>
    <dgm:cxn modelId="{5DEC2376-5B32-44A8-8F6E-09B2A3D35F72}" type="presParOf" srcId="{24B28704-0FFB-4B14-B749-7E24B7DDCF73}" destId="{4EADE737-3274-49FF-AE48-41203AD01D6E}" srcOrd="10" destOrd="0" presId="urn:microsoft.com/office/officeart/2008/layout/VerticalCurvedList#1"/>
    <dgm:cxn modelId="{652BE039-65ED-4673-A4E8-C52ED6656CAC}" type="presParOf" srcId="{4EADE737-3274-49FF-AE48-41203AD01D6E}" destId="{F126C214-0F56-4F78-80F2-733012B03965}" srcOrd="0" destOrd="0" presId="urn:microsoft.com/office/officeart/2008/layout/VerticalCurved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7C5D351-1D30-4E05-852A-19B4C7E6D204}" type="doc">
      <dgm:prSet loTypeId="urn:microsoft.com/office/officeart/2008/layout/VerticalAccentList#1" loCatId="list" qsTypeId="urn:microsoft.com/office/officeart/2005/8/quickstyle/simple1" qsCatId="simple" csTypeId="urn:microsoft.com/office/officeart/2005/8/colors/colorful5" csCatId="colorful" phldr="1"/>
      <dgm:spPr/>
      <dgm:t>
        <a:bodyPr numCol="1"/>
        <a:lstStyle/>
        <a:p>
          <a:endParaRPr lang="en-US"/>
        </a:p>
      </dgm:t>
    </dgm:pt>
    <dgm:pt modelId="{1DF32B81-8F1C-4272-B97D-348374512640}">
      <dgm:prSet/>
      <dgm:spPr/>
      <dgm:t>
        <a:bodyPr numCol="1"/>
        <a:lstStyle/>
        <a:p>
          <a:pPr rtl="0"/>
          <a:r>
            <a:rPr lang="en-GB" altLang="en-GB" dirty="0"/>
            <a:t>Database security measures</a:t>
          </a:r>
        </a:p>
      </dgm:t>
    </dgm:pt>
    <dgm:pt modelId="{50B172AB-4A40-4218-98C6-887697C7F3B1}" type="parTrans" cxnId="{BEC2438F-2052-4708-A324-FA84D95CC0A8}">
      <dgm:prSet/>
      <dgm:spPr/>
      <dgm:t>
        <a:bodyPr numCol="1"/>
        <a:lstStyle/>
        <a:p>
          <a:endParaRPr lang="en-US"/>
        </a:p>
      </dgm:t>
    </dgm:pt>
    <dgm:pt modelId="{6DCDDBF6-94D1-42ED-A66B-D8BADC5F09A9}" type="sibTrans" cxnId="{BEC2438F-2052-4708-A324-FA84D95CC0A8}">
      <dgm:prSet/>
      <dgm:spPr/>
      <dgm:t>
        <a:bodyPr numCol="1"/>
        <a:lstStyle/>
        <a:p>
          <a:endParaRPr lang="en-US"/>
        </a:p>
      </dgm:t>
    </dgm:pt>
    <dgm:pt modelId="{EB0A4CDD-ABDE-46A2-A6F7-88425119A752}">
      <dgm:prSet/>
      <dgm:spPr/>
      <dgm:t>
        <a:bodyPr numCol="1"/>
        <a:lstStyle/>
        <a:p>
          <a:pPr rtl="0"/>
          <a:r>
            <a:rPr lang="en-GB" altLang="en-GB" dirty="0"/>
            <a:t>DBMS provides various security measures to protect the database systems and the data </a:t>
          </a:r>
        </a:p>
      </dgm:t>
    </dgm:pt>
    <dgm:pt modelId="{1A1D5542-1156-4CC1-816C-47A889F23686}" type="parTrans" cxnId="{712D77D1-B1D7-4982-B6FC-85FBEEE9FA1A}">
      <dgm:prSet/>
      <dgm:spPr/>
      <dgm:t>
        <a:bodyPr numCol="1"/>
        <a:lstStyle/>
        <a:p>
          <a:endParaRPr lang="en-US"/>
        </a:p>
      </dgm:t>
    </dgm:pt>
    <dgm:pt modelId="{8DD3D795-CA68-4AB9-828E-5C20548D2A55}" type="sibTrans" cxnId="{712D77D1-B1D7-4982-B6FC-85FBEEE9FA1A}">
      <dgm:prSet/>
      <dgm:spPr/>
      <dgm:t>
        <a:bodyPr numCol="1"/>
        <a:lstStyle/>
        <a:p>
          <a:endParaRPr lang="en-US"/>
        </a:p>
      </dgm:t>
    </dgm:pt>
    <dgm:pt modelId="{72CA204F-F931-40CA-BCF2-1234CC3DE5EC}" type="pres">
      <dgm:prSet presAssocID="{87C5D351-1D30-4E05-852A-19B4C7E6D204}" presName="Name0" presStyleCnt="0">
        <dgm:presLayoutVars>
          <dgm:chMax/>
          <dgm:chPref/>
          <dgm:dir/>
        </dgm:presLayoutVars>
      </dgm:prSet>
      <dgm:spPr/>
    </dgm:pt>
    <dgm:pt modelId="{5C6765A0-7C27-4FAC-ADE8-C89D00936895}" type="pres">
      <dgm:prSet presAssocID="{1DF32B81-8F1C-4272-B97D-348374512640}" presName="parenttextcomposite" presStyleCnt="0"/>
      <dgm:spPr/>
    </dgm:pt>
    <dgm:pt modelId="{E3B5DF17-5B05-454D-9978-01C1A71B8A18}" type="pres">
      <dgm:prSet presAssocID="{1DF32B81-8F1C-4272-B97D-348374512640}" presName="parenttext" presStyleLbl="revTx" presStyleIdx="0" presStyleCnt="1">
        <dgm:presLayoutVars>
          <dgm:chMax/>
          <dgm:chPref val="2"/>
          <dgm:bulletEnabled val="1"/>
        </dgm:presLayoutVars>
      </dgm:prSet>
      <dgm:spPr/>
    </dgm:pt>
    <dgm:pt modelId="{5B3ED1F2-4454-4A2D-BBC5-2D566AEEDBE6}" type="pres">
      <dgm:prSet presAssocID="{1DF32B81-8F1C-4272-B97D-348374512640}" presName="composite" presStyleCnt="0"/>
      <dgm:spPr/>
    </dgm:pt>
    <dgm:pt modelId="{9CE492A0-CB75-4C0B-8A19-A9749DE9BF67}" type="pres">
      <dgm:prSet presAssocID="{1DF32B81-8F1C-4272-B97D-348374512640}" presName="chevron1" presStyleLbl="alignNode1" presStyleIdx="0" presStyleCnt="7"/>
      <dgm:spPr/>
    </dgm:pt>
    <dgm:pt modelId="{DEAA24F4-064B-4E4F-A37E-6E0969271C8C}" type="pres">
      <dgm:prSet presAssocID="{1DF32B81-8F1C-4272-B97D-348374512640}" presName="chevron2" presStyleLbl="alignNode1" presStyleIdx="1" presStyleCnt="7"/>
      <dgm:spPr/>
    </dgm:pt>
    <dgm:pt modelId="{8874D2C0-121D-459E-AF34-3B93116911E8}" type="pres">
      <dgm:prSet presAssocID="{1DF32B81-8F1C-4272-B97D-348374512640}" presName="chevron3" presStyleLbl="alignNode1" presStyleIdx="2" presStyleCnt="7"/>
      <dgm:spPr/>
    </dgm:pt>
    <dgm:pt modelId="{8B9A983E-960B-479B-8431-C1BE07C0CDC9}" type="pres">
      <dgm:prSet presAssocID="{1DF32B81-8F1C-4272-B97D-348374512640}" presName="chevron4" presStyleLbl="alignNode1" presStyleIdx="3" presStyleCnt="7"/>
      <dgm:spPr/>
    </dgm:pt>
    <dgm:pt modelId="{96321C9A-26D4-4BA0-8DBA-871014CED1EE}" type="pres">
      <dgm:prSet presAssocID="{1DF32B81-8F1C-4272-B97D-348374512640}" presName="chevron5" presStyleLbl="alignNode1" presStyleIdx="4" presStyleCnt="7"/>
      <dgm:spPr/>
    </dgm:pt>
    <dgm:pt modelId="{37935F24-2A7D-4799-B14F-FCD11036F466}" type="pres">
      <dgm:prSet presAssocID="{1DF32B81-8F1C-4272-B97D-348374512640}" presName="chevron6" presStyleLbl="alignNode1" presStyleIdx="5" presStyleCnt="7"/>
      <dgm:spPr/>
    </dgm:pt>
    <dgm:pt modelId="{C4BAD120-9B6D-4BDF-81D8-29CA6610ED64}" type="pres">
      <dgm:prSet presAssocID="{1DF32B81-8F1C-4272-B97D-348374512640}" presName="chevron7" presStyleLbl="alignNode1" presStyleIdx="6" presStyleCnt="7"/>
      <dgm:spPr/>
    </dgm:pt>
    <dgm:pt modelId="{50B79B46-BCA1-45FE-8FC6-7E27B411EBDB}" type="pres">
      <dgm:prSet presAssocID="{1DF32B81-8F1C-4272-B97D-348374512640}" presName="childtext" presStyleLbl="solidFgAcc1" presStyleIdx="0" presStyleCnt="1" custLinFactNeighborX="-553" custLinFactNeighborY="-2661">
        <dgm:presLayoutVars>
          <dgm:chMax/>
          <dgm:chPref val="0"/>
          <dgm:bulletEnabled val="1"/>
        </dgm:presLayoutVars>
      </dgm:prSet>
      <dgm:spPr/>
    </dgm:pt>
  </dgm:ptLst>
  <dgm:cxnLst>
    <dgm:cxn modelId="{6BBA5D6C-C272-46A6-91CA-0485B88CFE00}" type="presOf" srcId="{87C5D351-1D30-4E05-852A-19B4C7E6D204}" destId="{72CA204F-F931-40CA-BCF2-1234CC3DE5EC}" srcOrd="0" destOrd="0" presId="urn:microsoft.com/office/officeart/2008/layout/VerticalAccentList#1"/>
    <dgm:cxn modelId="{1DC5DA8A-5377-48A7-954D-92CFA3F949CC}" type="presOf" srcId="{EB0A4CDD-ABDE-46A2-A6F7-88425119A752}" destId="{50B79B46-BCA1-45FE-8FC6-7E27B411EBDB}" srcOrd="0" destOrd="0" presId="urn:microsoft.com/office/officeart/2008/layout/VerticalAccentList#1"/>
    <dgm:cxn modelId="{BEC2438F-2052-4708-A324-FA84D95CC0A8}" srcId="{87C5D351-1D30-4E05-852A-19B4C7E6D204}" destId="{1DF32B81-8F1C-4272-B97D-348374512640}" srcOrd="0" destOrd="0" parTransId="{50B172AB-4A40-4218-98C6-887697C7F3B1}" sibTransId="{6DCDDBF6-94D1-42ED-A66B-D8BADC5F09A9}"/>
    <dgm:cxn modelId="{606FADA9-8796-46EE-88C3-CF1614ED36C5}" type="presOf" srcId="{1DF32B81-8F1C-4272-B97D-348374512640}" destId="{E3B5DF17-5B05-454D-9978-01C1A71B8A18}" srcOrd="0" destOrd="0" presId="urn:microsoft.com/office/officeart/2008/layout/VerticalAccentList#1"/>
    <dgm:cxn modelId="{712D77D1-B1D7-4982-B6FC-85FBEEE9FA1A}" srcId="{1DF32B81-8F1C-4272-B97D-348374512640}" destId="{EB0A4CDD-ABDE-46A2-A6F7-88425119A752}" srcOrd="0" destOrd="0" parTransId="{1A1D5542-1156-4CC1-816C-47A889F23686}" sibTransId="{8DD3D795-CA68-4AB9-828E-5C20548D2A55}"/>
    <dgm:cxn modelId="{EBC9BFCA-4BD0-4823-85E1-35BE84EDE216}" type="presParOf" srcId="{72CA204F-F931-40CA-BCF2-1234CC3DE5EC}" destId="{5C6765A0-7C27-4FAC-ADE8-C89D00936895}" srcOrd="0" destOrd="0" presId="urn:microsoft.com/office/officeart/2008/layout/VerticalAccentList#1"/>
    <dgm:cxn modelId="{1670EF52-AAA9-4A85-8FE1-94ED13D3A323}" type="presParOf" srcId="{5C6765A0-7C27-4FAC-ADE8-C89D00936895}" destId="{E3B5DF17-5B05-454D-9978-01C1A71B8A18}" srcOrd="0" destOrd="0" presId="urn:microsoft.com/office/officeart/2008/layout/VerticalAccentList#1"/>
    <dgm:cxn modelId="{DD60BEFA-7651-4D36-93D7-7B1E905C8F8D}" type="presParOf" srcId="{72CA204F-F931-40CA-BCF2-1234CC3DE5EC}" destId="{5B3ED1F2-4454-4A2D-BBC5-2D566AEEDBE6}" srcOrd="1" destOrd="0" presId="urn:microsoft.com/office/officeart/2008/layout/VerticalAccentList#1"/>
    <dgm:cxn modelId="{01D7E837-E052-4049-87E1-C8B1DEF3EFC7}" type="presParOf" srcId="{5B3ED1F2-4454-4A2D-BBC5-2D566AEEDBE6}" destId="{9CE492A0-CB75-4C0B-8A19-A9749DE9BF67}" srcOrd="0" destOrd="0" presId="urn:microsoft.com/office/officeart/2008/layout/VerticalAccentList#1"/>
    <dgm:cxn modelId="{985E6DB9-ADFB-4C03-BCCB-BC3A79E7B9F9}" type="presParOf" srcId="{5B3ED1F2-4454-4A2D-BBC5-2D566AEEDBE6}" destId="{DEAA24F4-064B-4E4F-A37E-6E0969271C8C}" srcOrd="1" destOrd="0" presId="urn:microsoft.com/office/officeart/2008/layout/VerticalAccentList#1"/>
    <dgm:cxn modelId="{CF12024D-C759-4F86-A1DF-3CF4BA2AB59A}" type="presParOf" srcId="{5B3ED1F2-4454-4A2D-BBC5-2D566AEEDBE6}" destId="{8874D2C0-121D-459E-AF34-3B93116911E8}" srcOrd="2" destOrd="0" presId="urn:microsoft.com/office/officeart/2008/layout/VerticalAccentList#1"/>
    <dgm:cxn modelId="{851937AC-758D-4243-BC70-69986D2DFC8F}" type="presParOf" srcId="{5B3ED1F2-4454-4A2D-BBC5-2D566AEEDBE6}" destId="{8B9A983E-960B-479B-8431-C1BE07C0CDC9}" srcOrd="3" destOrd="0" presId="urn:microsoft.com/office/officeart/2008/layout/VerticalAccentList#1"/>
    <dgm:cxn modelId="{A9305609-CE3A-40B3-B782-577EDEAA0DE9}" type="presParOf" srcId="{5B3ED1F2-4454-4A2D-BBC5-2D566AEEDBE6}" destId="{96321C9A-26D4-4BA0-8DBA-871014CED1EE}" srcOrd="4" destOrd="0" presId="urn:microsoft.com/office/officeart/2008/layout/VerticalAccentList#1"/>
    <dgm:cxn modelId="{332C639E-6061-4626-85F2-143303389614}" type="presParOf" srcId="{5B3ED1F2-4454-4A2D-BBC5-2D566AEEDBE6}" destId="{37935F24-2A7D-4799-B14F-FCD11036F466}" srcOrd="5" destOrd="0" presId="urn:microsoft.com/office/officeart/2008/layout/VerticalAccentList#1"/>
    <dgm:cxn modelId="{87DCF341-4039-43EF-A9A5-2ABC32C68F5C}" type="presParOf" srcId="{5B3ED1F2-4454-4A2D-BBC5-2D566AEEDBE6}" destId="{C4BAD120-9B6D-4BDF-81D8-29CA6610ED64}" srcOrd="6" destOrd="0" presId="urn:microsoft.com/office/officeart/2008/layout/VerticalAccentList#1"/>
    <dgm:cxn modelId="{6CAEE130-71A8-4081-9F8C-D7812D7BDAF8}" type="presParOf" srcId="{5B3ED1F2-4454-4A2D-BBC5-2D566AEEDBE6}" destId="{50B79B46-BCA1-45FE-8FC6-7E27B411EBDB}" srcOrd="7" destOrd="0" presId="urn:microsoft.com/office/officeart/2008/layout/VerticalAccen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F85C2C-0344-4684-B82C-5E187C6B945D}">
      <dsp:nvSpPr>
        <dsp:cNvPr id="0" name=""/>
        <dsp:cNvSpPr/>
      </dsp:nvSpPr>
      <dsp:spPr>
        <a:xfrm>
          <a:off x="1115470" y="9534"/>
          <a:ext cx="3486131" cy="3486131"/>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rtl="0">
            <a:lnSpc>
              <a:spcPct val="90000"/>
            </a:lnSpc>
            <a:spcBef>
              <a:spcPct val="0"/>
            </a:spcBef>
            <a:spcAft>
              <a:spcPct val="35000"/>
            </a:spcAft>
            <a:buNone/>
          </a:pPr>
          <a:r>
            <a:rPr lang="en-US" sz="2200" kern="1200" dirty="0"/>
            <a:t>“</a:t>
          </a:r>
          <a:r>
            <a:rPr lang="en-US" sz="2200" i="1" kern="1200" dirty="0"/>
            <a:t>The protection of the database against </a:t>
          </a:r>
          <a:r>
            <a:rPr lang="en-US" sz="2200" i="1" kern="1200" dirty="0" err="1"/>
            <a:t>unauthorised</a:t>
          </a:r>
          <a:r>
            <a:rPr lang="en-US" sz="2200" i="1" kern="1200" dirty="0"/>
            <a:t> access, either intentional or accidental</a:t>
          </a:r>
          <a:r>
            <a:rPr lang="en-US" sz="2200" kern="1200" dirty="0"/>
            <a:t>”</a:t>
          </a:r>
          <a:endParaRPr lang="en-GB" altLang="en-GB" sz="2200" kern="1200" dirty="0"/>
        </a:p>
      </dsp:txBody>
      <dsp:txXfrm>
        <a:off x="1602272" y="420624"/>
        <a:ext cx="2010021" cy="2663952"/>
      </dsp:txXfrm>
    </dsp:sp>
    <dsp:sp modelId="{3C0EFA43-3B83-4E3A-97A9-7FF521AF530A}">
      <dsp:nvSpPr>
        <dsp:cNvPr id="0" name=""/>
        <dsp:cNvSpPr/>
      </dsp:nvSpPr>
      <dsp:spPr>
        <a:xfrm>
          <a:off x="3627997" y="9534"/>
          <a:ext cx="3486131" cy="3486131"/>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rtl="0">
            <a:lnSpc>
              <a:spcPct val="90000"/>
            </a:lnSpc>
            <a:spcBef>
              <a:spcPct val="0"/>
            </a:spcBef>
            <a:spcAft>
              <a:spcPct val="35000"/>
            </a:spcAft>
            <a:buNone/>
          </a:pPr>
          <a:r>
            <a:rPr lang="en-US" sz="2200" kern="1200" dirty="0"/>
            <a:t>Security countermeasures should combat threats and the consequences of such threats</a:t>
          </a:r>
          <a:endParaRPr lang="en-GB" altLang="en-GB" sz="2200" kern="1200" dirty="0"/>
        </a:p>
      </dsp:txBody>
      <dsp:txXfrm>
        <a:off x="4617305" y="420624"/>
        <a:ext cx="2010021" cy="26639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346C7C-6200-41F9-AD07-FC1BBA571EC9}">
      <dsp:nvSpPr>
        <dsp:cNvPr id="0" name=""/>
        <dsp:cNvSpPr/>
      </dsp:nvSpPr>
      <dsp:spPr>
        <a:xfrm>
          <a:off x="6380" y="0"/>
          <a:ext cx="1177478"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Hardware</a:t>
          </a:r>
          <a:endParaRPr lang="en-GB" altLang="en-GB" sz="1400" kern="1200" dirty="0"/>
        </a:p>
      </dsp:txBody>
      <dsp:txXfrm>
        <a:off x="6380" y="0"/>
        <a:ext cx="1177478" cy="1144927"/>
      </dsp:txXfrm>
    </dsp:sp>
    <dsp:sp modelId="{72E3896C-3E24-42E4-94DE-74EE7C35FA3E}">
      <dsp:nvSpPr>
        <dsp:cNvPr id="0" name=""/>
        <dsp:cNvSpPr/>
      </dsp:nvSpPr>
      <dsp:spPr>
        <a:xfrm>
          <a:off x="124128" y="1145253"/>
          <a:ext cx="941982" cy="74977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Fire/flood/bombs</a:t>
          </a:r>
          <a:endParaRPr lang="en-GB" altLang="en-GB" sz="1000" kern="1200"/>
        </a:p>
      </dsp:txBody>
      <dsp:txXfrm>
        <a:off x="146088" y="1167213"/>
        <a:ext cx="898062" cy="705854"/>
      </dsp:txXfrm>
    </dsp:sp>
    <dsp:sp modelId="{817AEC29-D51E-43F0-A3E4-8759E13F77F3}">
      <dsp:nvSpPr>
        <dsp:cNvPr id="0" name=""/>
        <dsp:cNvSpPr/>
      </dsp:nvSpPr>
      <dsp:spPr>
        <a:xfrm>
          <a:off x="124128" y="2010377"/>
          <a:ext cx="941982" cy="749774"/>
        </a:xfrm>
        <a:prstGeom prst="roundRect">
          <a:avLst>
            <a:gd name="adj" fmla="val 10000"/>
          </a:avLst>
        </a:prstGeom>
        <a:solidFill>
          <a:schemeClr val="accent3">
            <a:hueOff val="511376"/>
            <a:satOff val="-767"/>
            <a:lumOff val="-1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Power loss/surge</a:t>
          </a:r>
          <a:endParaRPr lang="en-GB" altLang="en-GB" sz="1000" kern="1200"/>
        </a:p>
      </dsp:txBody>
      <dsp:txXfrm>
        <a:off x="146088" y="2032337"/>
        <a:ext cx="898062" cy="705854"/>
      </dsp:txXfrm>
    </dsp:sp>
    <dsp:sp modelId="{DD680A8E-5823-42D9-A17C-73816429EF1D}">
      <dsp:nvSpPr>
        <dsp:cNvPr id="0" name=""/>
        <dsp:cNvSpPr/>
      </dsp:nvSpPr>
      <dsp:spPr>
        <a:xfrm>
          <a:off x="124128" y="2875502"/>
          <a:ext cx="941982" cy="749774"/>
        </a:xfrm>
        <a:prstGeom prst="roundRect">
          <a:avLst>
            <a:gd name="adj" fmla="val 10000"/>
          </a:avLst>
        </a:prstGeom>
        <a:solidFill>
          <a:schemeClr val="accent3">
            <a:hueOff val="1022751"/>
            <a:satOff val="-1535"/>
            <a:lumOff val="-25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Theft of equipment</a:t>
          </a:r>
          <a:endParaRPr lang="en-GB" altLang="en-GB" sz="1000" kern="1200"/>
        </a:p>
      </dsp:txBody>
      <dsp:txXfrm>
        <a:off x="146088" y="2897462"/>
        <a:ext cx="898062" cy="705854"/>
      </dsp:txXfrm>
    </dsp:sp>
    <dsp:sp modelId="{B609A003-EEB4-4840-A178-A90AB5459518}">
      <dsp:nvSpPr>
        <dsp:cNvPr id="0" name=""/>
        <dsp:cNvSpPr/>
      </dsp:nvSpPr>
      <dsp:spPr>
        <a:xfrm>
          <a:off x="1272170" y="0"/>
          <a:ext cx="1177478"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Software</a:t>
          </a:r>
          <a:endParaRPr lang="en-GB" altLang="en-GB" sz="1400" kern="1200" dirty="0"/>
        </a:p>
      </dsp:txBody>
      <dsp:txXfrm>
        <a:off x="1272170" y="0"/>
        <a:ext cx="1177478" cy="1144927"/>
      </dsp:txXfrm>
    </dsp:sp>
    <dsp:sp modelId="{59C5C47B-FBBD-4B9C-8928-671E9604483B}">
      <dsp:nvSpPr>
        <dsp:cNvPr id="0" name=""/>
        <dsp:cNvSpPr/>
      </dsp:nvSpPr>
      <dsp:spPr>
        <a:xfrm>
          <a:off x="1389917" y="1145020"/>
          <a:ext cx="941982" cy="555971"/>
        </a:xfrm>
        <a:prstGeom prst="roundRect">
          <a:avLst>
            <a:gd name="adj" fmla="val 10000"/>
          </a:avLst>
        </a:prstGeom>
        <a:solidFill>
          <a:schemeClr val="accent3">
            <a:hueOff val="1534127"/>
            <a:satOff val="-2302"/>
            <a:lumOff val="-37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dirty="0"/>
            <a:t>Program alteration</a:t>
          </a:r>
          <a:endParaRPr lang="en-GB" altLang="en-GB" sz="1000" kern="1200" dirty="0"/>
        </a:p>
      </dsp:txBody>
      <dsp:txXfrm>
        <a:off x="1406201" y="1161304"/>
        <a:ext cx="909414" cy="523403"/>
      </dsp:txXfrm>
    </dsp:sp>
    <dsp:sp modelId="{E2E795CD-CA9A-47BD-BD19-82ACF50696BB}">
      <dsp:nvSpPr>
        <dsp:cNvPr id="0" name=""/>
        <dsp:cNvSpPr/>
      </dsp:nvSpPr>
      <dsp:spPr>
        <a:xfrm>
          <a:off x="1389917" y="1786526"/>
          <a:ext cx="941982" cy="555971"/>
        </a:xfrm>
        <a:prstGeom prst="roundRect">
          <a:avLst>
            <a:gd name="adj" fmla="val 10000"/>
          </a:avLst>
        </a:prstGeom>
        <a:solidFill>
          <a:schemeClr val="accent3">
            <a:hueOff val="2045503"/>
            <a:satOff val="-3069"/>
            <a:lumOff val="-4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dirty="0"/>
            <a:t>Theft of programs	</a:t>
          </a:r>
          <a:endParaRPr lang="en-GB" altLang="en-GB" sz="1000" kern="1200" dirty="0"/>
        </a:p>
      </dsp:txBody>
      <dsp:txXfrm>
        <a:off x="1406201" y="1802810"/>
        <a:ext cx="909414" cy="523403"/>
      </dsp:txXfrm>
    </dsp:sp>
    <dsp:sp modelId="{1BAC42F1-7985-4AA2-A9D9-582FFE16256C}">
      <dsp:nvSpPr>
        <dsp:cNvPr id="0" name=""/>
        <dsp:cNvSpPr/>
      </dsp:nvSpPr>
      <dsp:spPr>
        <a:xfrm>
          <a:off x="1389917" y="2428032"/>
          <a:ext cx="941982" cy="555971"/>
        </a:xfrm>
        <a:prstGeom prst="roundRect">
          <a:avLst>
            <a:gd name="adj" fmla="val 10000"/>
          </a:avLst>
        </a:prstGeom>
        <a:solidFill>
          <a:schemeClr val="accent3">
            <a:hueOff val="2556878"/>
            <a:satOff val="-3836"/>
            <a:lumOff val="-6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GB" altLang="en-GB" sz="1000" kern="1200" dirty="0"/>
            <a:t>SQL Injection</a:t>
          </a:r>
        </a:p>
      </dsp:txBody>
      <dsp:txXfrm>
        <a:off x="1406201" y="2444316"/>
        <a:ext cx="909414" cy="523403"/>
      </dsp:txXfrm>
    </dsp:sp>
    <dsp:sp modelId="{FB63F6C2-CE4E-42D1-B9B4-DEDA5FF5B260}">
      <dsp:nvSpPr>
        <dsp:cNvPr id="0" name=""/>
        <dsp:cNvSpPr/>
      </dsp:nvSpPr>
      <dsp:spPr>
        <a:xfrm>
          <a:off x="1389917" y="3069537"/>
          <a:ext cx="941982" cy="555971"/>
        </a:xfrm>
        <a:prstGeom prst="roundRect">
          <a:avLst>
            <a:gd name="adj" fmla="val 10000"/>
          </a:avLst>
        </a:prstGeom>
        <a:solidFill>
          <a:schemeClr val="accent3">
            <a:hueOff val="3068254"/>
            <a:satOff val="-4604"/>
            <a:lumOff val="-7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GB" altLang="en-GB" sz="1000" kern="1200" dirty="0"/>
            <a:t>Malicious software</a:t>
          </a:r>
        </a:p>
      </dsp:txBody>
      <dsp:txXfrm>
        <a:off x="1406201" y="3085821"/>
        <a:ext cx="909414" cy="523403"/>
      </dsp:txXfrm>
    </dsp:sp>
    <dsp:sp modelId="{D734B41D-695B-47EA-9DA4-6002053F4D1A}">
      <dsp:nvSpPr>
        <dsp:cNvPr id="0" name=""/>
        <dsp:cNvSpPr/>
      </dsp:nvSpPr>
      <dsp:spPr>
        <a:xfrm>
          <a:off x="2537959" y="0"/>
          <a:ext cx="1177478"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Administrators</a:t>
          </a:r>
          <a:endParaRPr lang="en-GB" altLang="en-GB" sz="1400" kern="1200" dirty="0"/>
        </a:p>
      </dsp:txBody>
      <dsp:txXfrm>
        <a:off x="2537959" y="0"/>
        <a:ext cx="1177478" cy="1144927"/>
      </dsp:txXfrm>
    </dsp:sp>
    <dsp:sp modelId="{3AF115AC-0EA3-47DA-A9BE-FAA86B1FBD07}">
      <dsp:nvSpPr>
        <dsp:cNvPr id="0" name=""/>
        <dsp:cNvSpPr/>
      </dsp:nvSpPr>
      <dsp:spPr>
        <a:xfrm>
          <a:off x="2655707" y="1146045"/>
          <a:ext cx="941982" cy="1150704"/>
        </a:xfrm>
        <a:prstGeom prst="roundRect">
          <a:avLst>
            <a:gd name="adj" fmla="val 10000"/>
          </a:avLst>
        </a:prstGeom>
        <a:solidFill>
          <a:schemeClr val="accent3">
            <a:hueOff val="3579629"/>
            <a:satOff val="-5371"/>
            <a:lumOff val="-8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dirty="0"/>
            <a:t>Inadequate security</a:t>
          </a:r>
          <a:endParaRPr lang="en-GB" altLang="en-GB" sz="1000" kern="1200" dirty="0"/>
        </a:p>
      </dsp:txBody>
      <dsp:txXfrm>
        <a:off x="2683297" y="1173635"/>
        <a:ext cx="886802" cy="1095524"/>
      </dsp:txXfrm>
    </dsp:sp>
    <dsp:sp modelId="{16D009F4-687E-49AC-849E-9265FB521C96}">
      <dsp:nvSpPr>
        <dsp:cNvPr id="0" name=""/>
        <dsp:cNvSpPr/>
      </dsp:nvSpPr>
      <dsp:spPr>
        <a:xfrm>
          <a:off x="2655707" y="2473780"/>
          <a:ext cx="941982" cy="1150704"/>
        </a:xfrm>
        <a:prstGeom prst="roundRect">
          <a:avLst>
            <a:gd name="adj" fmla="val 10000"/>
          </a:avLst>
        </a:prstGeom>
        <a:solidFill>
          <a:schemeClr val="accent3">
            <a:hueOff val="4091005"/>
            <a:satOff val="-6138"/>
            <a:lumOff val="-9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GB" altLang="en-GB" sz="1000" kern="1200" dirty="0"/>
            <a:t>Excessive Privilege</a:t>
          </a:r>
        </a:p>
      </dsp:txBody>
      <dsp:txXfrm>
        <a:off x="2683297" y="2501370"/>
        <a:ext cx="886802" cy="1095524"/>
      </dsp:txXfrm>
    </dsp:sp>
    <dsp:sp modelId="{6FD2F2BF-CEDF-42A4-9EE7-6897323953BD}">
      <dsp:nvSpPr>
        <dsp:cNvPr id="0" name=""/>
        <dsp:cNvSpPr/>
      </dsp:nvSpPr>
      <dsp:spPr>
        <a:xfrm>
          <a:off x="3803748" y="0"/>
          <a:ext cx="1177478"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Networks</a:t>
          </a:r>
          <a:endParaRPr lang="en-GB" altLang="en-GB" sz="1400" kern="1200" dirty="0"/>
        </a:p>
      </dsp:txBody>
      <dsp:txXfrm>
        <a:off x="3803748" y="0"/>
        <a:ext cx="1177478" cy="1144927"/>
      </dsp:txXfrm>
    </dsp:sp>
    <dsp:sp modelId="{DBEAA8A9-A5AE-4C33-A66E-8B71738A2236}">
      <dsp:nvSpPr>
        <dsp:cNvPr id="0" name=""/>
        <dsp:cNvSpPr/>
      </dsp:nvSpPr>
      <dsp:spPr>
        <a:xfrm>
          <a:off x="3921496" y="1146045"/>
          <a:ext cx="941982" cy="1150704"/>
        </a:xfrm>
        <a:prstGeom prst="roundRect">
          <a:avLst>
            <a:gd name="adj" fmla="val 10000"/>
          </a:avLst>
        </a:prstGeom>
        <a:solidFill>
          <a:schemeClr val="accent3">
            <a:hueOff val="4602381"/>
            <a:satOff val="-6905"/>
            <a:lumOff val="-11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Wire tapping</a:t>
          </a:r>
          <a:endParaRPr lang="en-GB" altLang="en-GB" sz="1000" kern="1200"/>
        </a:p>
      </dsp:txBody>
      <dsp:txXfrm>
        <a:off x="3949086" y="1173635"/>
        <a:ext cx="886802" cy="1095524"/>
      </dsp:txXfrm>
    </dsp:sp>
    <dsp:sp modelId="{D15A0C4C-EC4E-42A7-88FC-7F064A8CB4BF}">
      <dsp:nvSpPr>
        <dsp:cNvPr id="0" name=""/>
        <dsp:cNvSpPr/>
      </dsp:nvSpPr>
      <dsp:spPr>
        <a:xfrm>
          <a:off x="3921496" y="2473780"/>
          <a:ext cx="941982" cy="1150704"/>
        </a:xfrm>
        <a:prstGeom prst="roundRect">
          <a:avLst>
            <a:gd name="adj" fmla="val 10000"/>
          </a:avLst>
        </a:prstGeom>
        <a:solidFill>
          <a:schemeClr val="accent3">
            <a:hueOff val="5113756"/>
            <a:satOff val="-7673"/>
            <a:lumOff val="-124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Cable breaking	</a:t>
          </a:r>
          <a:endParaRPr lang="en-GB" altLang="en-GB" sz="1000" kern="1200"/>
        </a:p>
      </dsp:txBody>
      <dsp:txXfrm>
        <a:off x="3949086" y="2501370"/>
        <a:ext cx="886802" cy="1095524"/>
      </dsp:txXfrm>
    </dsp:sp>
    <dsp:sp modelId="{91F1E907-92CD-4279-8686-2858E32869D1}">
      <dsp:nvSpPr>
        <dsp:cNvPr id="0" name=""/>
        <dsp:cNvSpPr/>
      </dsp:nvSpPr>
      <dsp:spPr>
        <a:xfrm>
          <a:off x="5069538" y="0"/>
          <a:ext cx="1177478"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a:t>Database</a:t>
          </a:r>
          <a:endParaRPr lang="en-GB" altLang="en-GB" sz="1400" kern="1200"/>
        </a:p>
      </dsp:txBody>
      <dsp:txXfrm>
        <a:off x="5069538" y="0"/>
        <a:ext cx="1177478" cy="1144927"/>
      </dsp:txXfrm>
    </dsp:sp>
    <dsp:sp modelId="{20A843A4-C8BD-4F9F-852D-0B798939AF3B}">
      <dsp:nvSpPr>
        <dsp:cNvPr id="0" name=""/>
        <dsp:cNvSpPr/>
      </dsp:nvSpPr>
      <dsp:spPr>
        <a:xfrm>
          <a:off x="5187285" y="1145253"/>
          <a:ext cx="941982" cy="749774"/>
        </a:xfrm>
        <a:prstGeom prst="roundRect">
          <a:avLst>
            <a:gd name="adj" fmla="val 10000"/>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GB" altLang="en-GB" sz="1000" kern="1200" dirty="0"/>
            <a:t>Unauthorised access</a:t>
          </a:r>
        </a:p>
      </dsp:txBody>
      <dsp:txXfrm>
        <a:off x="5209245" y="1167213"/>
        <a:ext cx="898062" cy="705854"/>
      </dsp:txXfrm>
    </dsp:sp>
    <dsp:sp modelId="{FD35078A-2C7E-4C20-9869-0F132464D122}">
      <dsp:nvSpPr>
        <dsp:cNvPr id="0" name=""/>
        <dsp:cNvSpPr/>
      </dsp:nvSpPr>
      <dsp:spPr>
        <a:xfrm>
          <a:off x="5187285" y="2010377"/>
          <a:ext cx="941982" cy="749774"/>
        </a:xfrm>
        <a:prstGeom prst="roundRect">
          <a:avLst>
            <a:gd name="adj" fmla="val 10000"/>
          </a:avLst>
        </a:prstGeom>
        <a:solidFill>
          <a:schemeClr val="accent3">
            <a:hueOff val="6136507"/>
            <a:satOff val="-9207"/>
            <a:lumOff val="-149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dirty="0"/>
            <a:t>Theft of Data</a:t>
          </a:r>
          <a:endParaRPr lang="en-GB" altLang="en-GB" sz="1000" kern="1200" dirty="0"/>
        </a:p>
      </dsp:txBody>
      <dsp:txXfrm>
        <a:off x="5209245" y="2032337"/>
        <a:ext cx="898062" cy="705854"/>
      </dsp:txXfrm>
    </dsp:sp>
    <dsp:sp modelId="{E8940677-AC4D-429A-B33F-BC1625CA34F4}">
      <dsp:nvSpPr>
        <dsp:cNvPr id="0" name=""/>
        <dsp:cNvSpPr/>
      </dsp:nvSpPr>
      <dsp:spPr>
        <a:xfrm>
          <a:off x="5187285" y="2875502"/>
          <a:ext cx="941982" cy="749774"/>
        </a:xfrm>
        <a:prstGeom prst="roundRect">
          <a:avLst>
            <a:gd name="adj" fmla="val 10000"/>
          </a:avLst>
        </a:prstGeom>
        <a:solidFill>
          <a:schemeClr val="accent3">
            <a:hueOff val="6647883"/>
            <a:satOff val="-9975"/>
            <a:lumOff val="-16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Data corruption	</a:t>
          </a:r>
          <a:endParaRPr lang="en-GB" altLang="en-GB" sz="1000" kern="1200"/>
        </a:p>
      </dsp:txBody>
      <dsp:txXfrm>
        <a:off x="5209245" y="2897462"/>
        <a:ext cx="898062" cy="705854"/>
      </dsp:txXfrm>
    </dsp:sp>
    <dsp:sp modelId="{C11A89E6-5B5F-4F32-9A00-51F9B8BC7235}">
      <dsp:nvSpPr>
        <dsp:cNvPr id="0" name=""/>
        <dsp:cNvSpPr/>
      </dsp:nvSpPr>
      <dsp:spPr>
        <a:xfrm>
          <a:off x="6335327" y="0"/>
          <a:ext cx="1177478"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a:t>Users</a:t>
          </a:r>
          <a:endParaRPr lang="en-GB" altLang="en-GB" sz="1400" kern="1200"/>
        </a:p>
      </dsp:txBody>
      <dsp:txXfrm>
        <a:off x="6335327" y="0"/>
        <a:ext cx="1177478" cy="1144927"/>
      </dsp:txXfrm>
    </dsp:sp>
    <dsp:sp modelId="{9F058966-7C18-4A6A-AF70-2A285CF6D576}">
      <dsp:nvSpPr>
        <dsp:cNvPr id="0" name=""/>
        <dsp:cNvSpPr/>
      </dsp:nvSpPr>
      <dsp:spPr>
        <a:xfrm>
          <a:off x="6453075" y="1145649"/>
          <a:ext cx="941982" cy="441506"/>
        </a:xfrm>
        <a:prstGeom prst="roundRect">
          <a:avLst>
            <a:gd name="adj" fmla="val 10000"/>
          </a:avLst>
        </a:prstGeom>
        <a:solidFill>
          <a:schemeClr val="accent3">
            <a:hueOff val="7159259"/>
            <a:satOff val="-10742"/>
            <a:lumOff val="-17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Using another user’s access</a:t>
          </a:r>
          <a:endParaRPr lang="en-GB" altLang="en-GB" sz="1000" kern="1200"/>
        </a:p>
      </dsp:txBody>
      <dsp:txXfrm>
        <a:off x="6466006" y="1158580"/>
        <a:ext cx="916120" cy="415644"/>
      </dsp:txXfrm>
    </dsp:sp>
    <dsp:sp modelId="{7DBC1D46-D2DF-4B00-AF41-63433045C626}">
      <dsp:nvSpPr>
        <dsp:cNvPr id="0" name=""/>
        <dsp:cNvSpPr/>
      </dsp:nvSpPr>
      <dsp:spPr>
        <a:xfrm>
          <a:off x="6453075" y="1655080"/>
          <a:ext cx="941982" cy="441506"/>
        </a:xfrm>
        <a:prstGeom prst="roundRect">
          <a:avLst>
            <a:gd name="adj" fmla="val 10000"/>
          </a:avLst>
        </a:prstGeom>
        <a:solidFill>
          <a:schemeClr val="accent3">
            <a:hueOff val="7670634"/>
            <a:satOff val="-11509"/>
            <a:lumOff val="-18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Unauthorized access</a:t>
          </a:r>
          <a:endParaRPr lang="en-GB" altLang="en-GB" sz="1000" kern="1200"/>
        </a:p>
      </dsp:txBody>
      <dsp:txXfrm>
        <a:off x="6466006" y="1668011"/>
        <a:ext cx="916120" cy="415644"/>
      </dsp:txXfrm>
    </dsp:sp>
    <dsp:sp modelId="{86482681-3B1C-4929-BF81-9B940DEB5E63}">
      <dsp:nvSpPr>
        <dsp:cNvPr id="0" name=""/>
        <dsp:cNvSpPr/>
      </dsp:nvSpPr>
      <dsp:spPr>
        <a:xfrm>
          <a:off x="6453075" y="2164511"/>
          <a:ext cx="941982" cy="441506"/>
        </a:xfrm>
        <a:prstGeom prst="roundRect">
          <a:avLst>
            <a:gd name="adj" fmla="val 10000"/>
          </a:avLst>
        </a:prstGeom>
        <a:solidFill>
          <a:schemeClr val="accent3">
            <a:hueOff val="8182010"/>
            <a:satOff val="-12276"/>
            <a:lumOff val="-19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Hacking</a:t>
          </a:r>
          <a:endParaRPr lang="en-GB" altLang="en-GB" sz="1000" kern="1200"/>
        </a:p>
      </dsp:txBody>
      <dsp:txXfrm>
        <a:off x="6466006" y="2177442"/>
        <a:ext cx="916120" cy="415644"/>
      </dsp:txXfrm>
    </dsp:sp>
    <dsp:sp modelId="{C3B58C6B-84B7-4E2D-B610-E3B124F88968}">
      <dsp:nvSpPr>
        <dsp:cNvPr id="0" name=""/>
        <dsp:cNvSpPr/>
      </dsp:nvSpPr>
      <dsp:spPr>
        <a:xfrm>
          <a:off x="6453075" y="2673942"/>
          <a:ext cx="941982" cy="441506"/>
        </a:xfrm>
        <a:prstGeom prst="roundRect">
          <a:avLst>
            <a:gd name="adj" fmla="val 10000"/>
          </a:avLst>
        </a:prstGeom>
        <a:solidFill>
          <a:schemeClr val="accent3">
            <a:hueOff val="8693385"/>
            <a:satOff val="-13044"/>
            <a:lumOff val="-212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Blackmail</a:t>
          </a:r>
          <a:endParaRPr lang="en-GB" altLang="en-GB" sz="1000" kern="1200"/>
        </a:p>
      </dsp:txBody>
      <dsp:txXfrm>
        <a:off x="6466006" y="2686873"/>
        <a:ext cx="916120" cy="415644"/>
      </dsp:txXfrm>
    </dsp:sp>
    <dsp:sp modelId="{944637E5-234F-43B3-B6A4-34193846D83F}">
      <dsp:nvSpPr>
        <dsp:cNvPr id="0" name=""/>
        <dsp:cNvSpPr/>
      </dsp:nvSpPr>
      <dsp:spPr>
        <a:xfrm>
          <a:off x="6453075" y="3183373"/>
          <a:ext cx="941982" cy="441506"/>
        </a:xfrm>
        <a:prstGeom prst="roundRect">
          <a:avLst>
            <a:gd name="adj" fmla="val 10000"/>
          </a:avLst>
        </a:prstGeom>
        <a:solidFill>
          <a:schemeClr val="accent3">
            <a:hueOff val="9204761"/>
            <a:satOff val="-13811"/>
            <a:lumOff val="-224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Viruses</a:t>
          </a:r>
          <a:endParaRPr lang="en-GB" altLang="en-GB" sz="1000" kern="1200"/>
        </a:p>
      </dsp:txBody>
      <dsp:txXfrm>
        <a:off x="6466006" y="3196304"/>
        <a:ext cx="916120" cy="415644"/>
      </dsp:txXfrm>
    </dsp:sp>
    <dsp:sp modelId="{5E778DEE-DA86-4F72-8E67-D61C901619F7}">
      <dsp:nvSpPr>
        <dsp:cNvPr id="0" name=""/>
        <dsp:cNvSpPr/>
      </dsp:nvSpPr>
      <dsp:spPr>
        <a:xfrm>
          <a:off x="7601116" y="0"/>
          <a:ext cx="1177478"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a:t>Operators</a:t>
          </a:r>
          <a:endParaRPr lang="en-GB" altLang="en-GB" sz="1400" kern="1200"/>
        </a:p>
      </dsp:txBody>
      <dsp:txXfrm>
        <a:off x="7601116" y="0"/>
        <a:ext cx="1177478" cy="1144927"/>
      </dsp:txXfrm>
    </dsp:sp>
    <dsp:sp modelId="{C9F72C60-5310-4CBB-A095-9B59BB8A13D7}">
      <dsp:nvSpPr>
        <dsp:cNvPr id="0" name=""/>
        <dsp:cNvSpPr/>
      </dsp:nvSpPr>
      <dsp:spPr>
        <a:xfrm>
          <a:off x="7718864" y="1145020"/>
          <a:ext cx="941982" cy="555971"/>
        </a:xfrm>
        <a:prstGeom prst="roundRect">
          <a:avLst>
            <a:gd name="adj" fmla="val 10000"/>
          </a:avLst>
        </a:prstGeom>
        <a:solidFill>
          <a:schemeClr val="accent3">
            <a:hueOff val="9716136"/>
            <a:satOff val="-14578"/>
            <a:lumOff val="-23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Trapdoors</a:t>
          </a:r>
          <a:endParaRPr lang="en-GB" altLang="en-GB" sz="1000" kern="1200"/>
        </a:p>
      </dsp:txBody>
      <dsp:txXfrm>
        <a:off x="7735148" y="1161304"/>
        <a:ext cx="909414" cy="523403"/>
      </dsp:txXfrm>
    </dsp:sp>
    <dsp:sp modelId="{B5800E0D-4CC3-40F9-A668-750D6CAA2D71}">
      <dsp:nvSpPr>
        <dsp:cNvPr id="0" name=""/>
        <dsp:cNvSpPr/>
      </dsp:nvSpPr>
      <dsp:spPr>
        <a:xfrm>
          <a:off x="7718864" y="1786526"/>
          <a:ext cx="941982" cy="555971"/>
        </a:xfrm>
        <a:prstGeom prst="roundRect">
          <a:avLst>
            <a:gd name="adj" fmla="val 10000"/>
          </a:avLst>
        </a:prstGeom>
        <a:solidFill>
          <a:schemeClr val="accent3">
            <a:hueOff val="10227513"/>
            <a:satOff val="-15345"/>
            <a:lumOff val="-24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Alterations</a:t>
          </a:r>
          <a:endParaRPr lang="en-GB" altLang="en-GB" sz="1000" kern="1200"/>
        </a:p>
      </dsp:txBody>
      <dsp:txXfrm>
        <a:off x="7735148" y="1802810"/>
        <a:ext cx="909414" cy="523403"/>
      </dsp:txXfrm>
    </dsp:sp>
    <dsp:sp modelId="{207DC11F-06F4-47C0-9EBF-0961F13F36F0}">
      <dsp:nvSpPr>
        <dsp:cNvPr id="0" name=""/>
        <dsp:cNvSpPr/>
      </dsp:nvSpPr>
      <dsp:spPr>
        <a:xfrm>
          <a:off x="7718864" y="2428032"/>
          <a:ext cx="941982" cy="555971"/>
        </a:xfrm>
        <a:prstGeom prst="roundRect">
          <a:avLst>
            <a:gd name="adj" fmla="val 10000"/>
          </a:avLst>
        </a:prstGeom>
        <a:solidFill>
          <a:schemeClr val="accent3">
            <a:hueOff val="10738888"/>
            <a:satOff val="-16113"/>
            <a:lumOff val="-26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Inadequate training</a:t>
          </a:r>
          <a:endParaRPr lang="en-GB" altLang="en-GB" sz="1000" kern="1200"/>
        </a:p>
      </dsp:txBody>
      <dsp:txXfrm>
        <a:off x="7735148" y="2444316"/>
        <a:ext cx="909414" cy="523403"/>
      </dsp:txXfrm>
    </dsp:sp>
    <dsp:sp modelId="{F794E0DF-FAE5-4633-92DC-2AC6EC62CA52}">
      <dsp:nvSpPr>
        <dsp:cNvPr id="0" name=""/>
        <dsp:cNvSpPr/>
      </dsp:nvSpPr>
      <dsp:spPr>
        <a:xfrm>
          <a:off x="7718864" y="3069537"/>
          <a:ext cx="941982" cy="555971"/>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rtl="0">
            <a:lnSpc>
              <a:spcPct val="90000"/>
            </a:lnSpc>
            <a:spcBef>
              <a:spcPct val="0"/>
            </a:spcBef>
            <a:spcAft>
              <a:spcPct val="35000"/>
            </a:spcAft>
            <a:buNone/>
          </a:pPr>
          <a:r>
            <a:rPr lang="en-US" sz="1000" kern="1200"/>
            <a:t>Inadequate security</a:t>
          </a:r>
          <a:endParaRPr lang="en-GB" altLang="en-GB" sz="1000" kern="1200"/>
        </a:p>
      </dsp:txBody>
      <dsp:txXfrm>
        <a:off x="7735148" y="3085821"/>
        <a:ext cx="909414" cy="5234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5EB5C5-39C4-4E92-8FD3-A08A5A491012}">
      <dsp:nvSpPr>
        <dsp:cNvPr id="0" name=""/>
        <dsp:cNvSpPr/>
      </dsp:nvSpPr>
      <dsp:spPr>
        <a:xfrm>
          <a:off x="900531" y="0"/>
          <a:ext cx="2102774" cy="2102769"/>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Theft and fraud</a:t>
          </a:r>
          <a:endParaRPr lang="en-GB" altLang="en-GB" sz="1800" kern="1200" dirty="0"/>
        </a:p>
      </dsp:txBody>
      <dsp:txXfrm>
        <a:off x="1208475" y="307943"/>
        <a:ext cx="1486886" cy="1486883"/>
      </dsp:txXfrm>
    </dsp:sp>
    <dsp:sp modelId="{38C9B275-7C1A-499C-8DA6-C209102D6E8C}">
      <dsp:nvSpPr>
        <dsp:cNvPr id="0" name=""/>
        <dsp:cNvSpPr/>
      </dsp:nvSpPr>
      <dsp:spPr>
        <a:xfrm>
          <a:off x="1981811" y="1402430"/>
          <a:ext cx="2102774" cy="2102769"/>
        </a:xfrm>
        <a:prstGeom prst="ellipse">
          <a:avLst/>
        </a:prstGeom>
        <a:solidFill>
          <a:schemeClr val="accent5">
            <a:alpha val="50000"/>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Loss of confidentiality</a:t>
          </a:r>
          <a:endParaRPr lang="en-GB" altLang="en-GB" sz="1800" kern="1200" dirty="0"/>
        </a:p>
      </dsp:txBody>
      <dsp:txXfrm>
        <a:off x="2289755" y="1710373"/>
        <a:ext cx="1486886" cy="1486883"/>
      </dsp:txXfrm>
    </dsp:sp>
    <dsp:sp modelId="{C8BA6A5B-461A-4AFE-B5BA-44C91E190E66}">
      <dsp:nvSpPr>
        <dsp:cNvPr id="0" name=""/>
        <dsp:cNvSpPr/>
      </dsp:nvSpPr>
      <dsp:spPr>
        <a:xfrm>
          <a:off x="3063734" y="0"/>
          <a:ext cx="2102774" cy="2102769"/>
        </a:xfrm>
        <a:prstGeom prst="ellipse">
          <a:avLst/>
        </a:prstGeom>
        <a:solidFill>
          <a:schemeClr val="accent5">
            <a:alpha val="50000"/>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a:t>Loss of privacy</a:t>
          </a:r>
          <a:endParaRPr lang="en-GB" altLang="en-GB" sz="1800" kern="1200"/>
        </a:p>
      </dsp:txBody>
      <dsp:txXfrm>
        <a:off x="3371678" y="307943"/>
        <a:ext cx="1486886" cy="1486883"/>
      </dsp:txXfrm>
    </dsp:sp>
    <dsp:sp modelId="{E85DBDFE-9578-44E0-9FE9-040D607A1513}">
      <dsp:nvSpPr>
        <dsp:cNvPr id="0" name=""/>
        <dsp:cNvSpPr/>
      </dsp:nvSpPr>
      <dsp:spPr>
        <a:xfrm>
          <a:off x="4145014" y="1402430"/>
          <a:ext cx="2102774" cy="2102769"/>
        </a:xfrm>
        <a:prstGeom prst="ellipse">
          <a:avLst/>
        </a:prstGeom>
        <a:solidFill>
          <a:schemeClr val="accent5">
            <a:alpha val="50000"/>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Loss of integrity</a:t>
          </a:r>
          <a:endParaRPr lang="en-GB" altLang="en-GB" sz="1800" kern="1200" dirty="0"/>
        </a:p>
      </dsp:txBody>
      <dsp:txXfrm>
        <a:off x="4452958" y="1710373"/>
        <a:ext cx="1486886" cy="1486883"/>
      </dsp:txXfrm>
    </dsp:sp>
    <dsp:sp modelId="{7BB564ED-D11E-4D5E-B963-CC50A60CA6EE}">
      <dsp:nvSpPr>
        <dsp:cNvPr id="0" name=""/>
        <dsp:cNvSpPr/>
      </dsp:nvSpPr>
      <dsp:spPr>
        <a:xfrm>
          <a:off x="5226294" y="0"/>
          <a:ext cx="2102774" cy="2102769"/>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Loss of availability</a:t>
          </a:r>
          <a:endParaRPr lang="en-GB" altLang="en-GB" sz="1800" kern="1200" dirty="0"/>
        </a:p>
      </dsp:txBody>
      <dsp:txXfrm>
        <a:off x="5534238" y="307943"/>
        <a:ext cx="1486886" cy="14868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7133A6-8575-4D46-A814-97F6D9C637A1}">
      <dsp:nvSpPr>
        <dsp:cNvPr id="0" name=""/>
        <dsp:cNvSpPr/>
      </dsp:nvSpPr>
      <dsp:spPr>
        <a:xfrm>
          <a:off x="0" y="80962"/>
          <a:ext cx="2571749" cy="154305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b="1" kern="1200"/>
            <a:t>Authorization</a:t>
          </a:r>
          <a:endParaRPr lang="en-GB" altLang="en-GB" sz="3200" kern="1200"/>
        </a:p>
      </dsp:txBody>
      <dsp:txXfrm>
        <a:off x="0" y="80962"/>
        <a:ext cx="2571749" cy="1543050"/>
      </dsp:txXfrm>
    </dsp:sp>
    <dsp:sp modelId="{BE3B028C-6C8D-4593-A668-4E89B6024C7A}">
      <dsp:nvSpPr>
        <dsp:cNvPr id="0" name=""/>
        <dsp:cNvSpPr/>
      </dsp:nvSpPr>
      <dsp:spPr>
        <a:xfrm>
          <a:off x="2828925" y="80962"/>
          <a:ext cx="2571749" cy="1543050"/>
        </a:xfrm>
        <a:prstGeom prst="rect">
          <a:avLst/>
        </a:prstGeom>
        <a:solidFill>
          <a:schemeClr val="accent3">
            <a:hueOff val="2250053"/>
            <a:satOff val="-337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b="1" kern="1200"/>
            <a:t>Integrity</a:t>
          </a:r>
          <a:endParaRPr lang="en-GB" altLang="en-GB" sz="3200" kern="1200"/>
        </a:p>
      </dsp:txBody>
      <dsp:txXfrm>
        <a:off x="2828925" y="80962"/>
        <a:ext cx="2571749" cy="1543050"/>
      </dsp:txXfrm>
    </dsp:sp>
    <dsp:sp modelId="{6195FFC0-A837-44BD-8DC4-16219405D932}">
      <dsp:nvSpPr>
        <dsp:cNvPr id="0" name=""/>
        <dsp:cNvSpPr/>
      </dsp:nvSpPr>
      <dsp:spPr>
        <a:xfrm>
          <a:off x="5657849" y="80962"/>
          <a:ext cx="2571749" cy="1543050"/>
        </a:xfrm>
        <a:prstGeom prst="rect">
          <a:avLst/>
        </a:prstGeom>
        <a:solidFill>
          <a:schemeClr val="accent3">
            <a:hueOff val="4500106"/>
            <a:satOff val="-6752"/>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a:t>Views</a:t>
          </a:r>
          <a:endParaRPr lang="en-GB" altLang="en-GB" sz="3200" kern="1200"/>
        </a:p>
      </dsp:txBody>
      <dsp:txXfrm>
        <a:off x="5657849" y="80962"/>
        <a:ext cx="2571749" cy="1543050"/>
      </dsp:txXfrm>
    </dsp:sp>
    <dsp:sp modelId="{2FB7E612-B464-43AB-874D-B93AA9DD408E}">
      <dsp:nvSpPr>
        <dsp:cNvPr id="0" name=""/>
        <dsp:cNvSpPr/>
      </dsp:nvSpPr>
      <dsp:spPr>
        <a:xfrm>
          <a:off x="0" y="1881187"/>
          <a:ext cx="2571749" cy="1543050"/>
        </a:xfrm>
        <a:prstGeom prst="rect">
          <a:avLst/>
        </a:prstGeom>
        <a:solidFill>
          <a:schemeClr val="accent3">
            <a:hueOff val="6750158"/>
            <a:satOff val="-10128"/>
            <a:lumOff val="-1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Backup and Recovery</a:t>
          </a:r>
          <a:endParaRPr lang="en-GB" altLang="en-GB" sz="3200" kern="1200" dirty="0"/>
        </a:p>
      </dsp:txBody>
      <dsp:txXfrm>
        <a:off x="0" y="1881187"/>
        <a:ext cx="2571749" cy="1543050"/>
      </dsp:txXfrm>
    </dsp:sp>
    <dsp:sp modelId="{1B256BCF-09BC-4627-B212-BE71DEDCCBB5}">
      <dsp:nvSpPr>
        <dsp:cNvPr id="0" name=""/>
        <dsp:cNvSpPr/>
      </dsp:nvSpPr>
      <dsp:spPr>
        <a:xfrm>
          <a:off x="2828925" y="1881187"/>
          <a:ext cx="2571749" cy="1543050"/>
        </a:xfrm>
        <a:prstGeom prst="rect">
          <a:avLst/>
        </a:prstGeom>
        <a:solidFill>
          <a:schemeClr val="accent3">
            <a:hueOff val="9000211"/>
            <a:satOff val="-13504"/>
            <a:lumOff val="-2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Encryption</a:t>
          </a:r>
          <a:endParaRPr lang="en-GB" altLang="en-GB" sz="3200" kern="1200" dirty="0"/>
        </a:p>
      </dsp:txBody>
      <dsp:txXfrm>
        <a:off x="2828925" y="1881187"/>
        <a:ext cx="2571749" cy="1543050"/>
      </dsp:txXfrm>
    </dsp:sp>
    <dsp:sp modelId="{1B980F78-0406-4AFD-98DC-AAF238861C66}">
      <dsp:nvSpPr>
        <dsp:cNvPr id="0" name=""/>
        <dsp:cNvSpPr/>
      </dsp:nvSpPr>
      <dsp:spPr>
        <a:xfrm>
          <a:off x="5657849" y="1881187"/>
          <a:ext cx="2571749" cy="1543050"/>
        </a:xfrm>
        <a:prstGeom prst="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US" sz="3200" kern="1200" dirty="0"/>
            <a:t>RAID</a:t>
          </a:r>
          <a:endParaRPr lang="en-GB" altLang="en-GB" sz="3200" kern="1200" dirty="0"/>
        </a:p>
      </dsp:txBody>
      <dsp:txXfrm>
        <a:off x="5657849" y="1881187"/>
        <a:ext cx="2571749" cy="15430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DDA95-9EBD-4594-881A-5D312FB51C96}">
      <dsp:nvSpPr>
        <dsp:cNvPr id="0" name=""/>
        <dsp:cNvSpPr/>
      </dsp:nvSpPr>
      <dsp:spPr>
        <a:xfrm>
          <a:off x="393799" y="14234"/>
          <a:ext cx="7442001" cy="79243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Access controls</a:t>
          </a:r>
          <a:endParaRPr lang="en-GB" altLang="en-GB" sz="2400" kern="1200" dirty="0"/>
        </a:p>
      </dsp:txBody>
      <dsp:txXfrm>
        <a:off x="417009" y="37444"/>
        <a:ext cx="7395581" cy="746015"/>
      </dsp:txXfrm>
    </dsp:sp>
    <dsp:sp modelId="{86546A8F-90DE-44FE-B913-36A707542EEB}">
      <dsp:nvSpPr>
        <dsp:cNvPr id="0" name=""/>
        <dsp:cNvSpPr/>
      </dsp:nvSpPr>
      <dsp:spPr>
        <a:xfrm>
          <a:off x="393799" y="936391"/>
          <a:ext cx="792435" cy="792435"/>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61A3BB-B9DB-41E6-B2BE-5825161F9E3A}">
      <dsp:nvSpPr>
        <dsp:cNvPr id="0" name=""/>
        <dsp:cNvSpPr/>
      </dsp:nvSpPr>
      <dsp:spPr>
        <a:xfrm>
          <a:off x="1233780" y="936391"/>
          <a:ext cx="6602020" cy="792435"/>
        </a:xfrm>
        <a:prstGeom prst="roundRect">
          <a:avLst>
            <a:gd name="adj" fmla="val 1667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t>Granting a right or privilege to access a specific system or system object</a:t>
          </a:r>
          <a:endParaRPr lang="en-GB" altLang="en-GB" sz="2400" kern="1200" dirty="0"/>
        </a:p>
      </dsp:txBody>
      <dsp:txXfrm>
        <a:off x="1272470" y="975081"/>
        <a:ext cx="6524640" cy="715055"/>
      </dsp:txXfrm>
    </dsp:sp>
    <dsp:sp modelId="{EA7E5B9A-2724-4476-9457-C0D9C9521F18}">
      <dsp:nvSpPr>
        <dsp:cNvPr id="0" name=""/>
        <dsp:cNvSpPr/>
      </dsp:nvSpPr>
      <dsp:spPr>
        <a:xfrm>
          <a:off x="393799" y="1823919"/>
          <a:ext cx="792435" cy="792435"/>
        </a:xfrm>
        <a:prstGeom prst="roundRect">
          <a:avLst>
            <a:gd name="adj" fmla="val 1667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2000" b="-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B308A2-4905-48E8-92D6-D1EB19ACCEF3}">
      <dsp:nvSpPr>
        <dsp:cNvPr id="0" name=""/>
        <dsp:cNvSpPr/>
      </dsp:nvSpPr>
      <dsp:spPr>
        <a:xfrm>
          <a:off x="1233780" y="1823919"/>
          <a:ext cx="6602020" cy="792435"/>
        </a:xfrm>
        <a:prstGeom prst="roundRect">
          <a:avLst>
            <a:gd name="adj" fmla="val 16670"/>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t>User or role based access</a:t>
          </a:r>
          <a:endParaRPr lang="en-GB" altLang="en-GB" sz="2400" kern="1200" dirty="0"/>
        </a:p>
      </dsp:txBody>
      <dsp:txXfrm>
        <a:off x="1272470" y="1862609"/>
        <a:ext cx="6524640" cy="715055"/>
      </dsp:txXfrm>
    </dsp:sp>
    <dsp:sp modelId="{D7EBD32B-B49E-4546-95B5-B88200E1C9C8}">
      <dsp:nvSpPr>
        <dsp:cNvPr id="0" name=""/>
        <dsp:cNvSpPr/>
      </dsp:nvSpPr>
      <dsp:spPr>
        <a:xfrm>
          <a:off x="393799" y="2711446"/>
          <a:ext cx="792435" cy="792435"/>
        </a:xfrm>
        <a:prstGeom prst="roundRect">
          <a:avLst>
            <a:gd name="adj" fmla="val 1667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E279F9-2D57-4922-B1BA-25E0F09A3A5F}">
      <dsp:nvSpPr>
        <dsp:cNvPr id="0" name=""/>
        <dsp:cNvSpPr/>
      </dsp:nvSpPr>
      <dsp:spPr>
        <a:xfrm>
          <a:off x="1233780" y="2711446"/>
          <a:ext cx="6602020" cy="792435"/>
        </a:xfrm>
        <a:prstGeom prst="roundRect">
          <a:avLst>
            <a:gd name="adj" fmla="val 1667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t>Select, update, insert, delete data</a:t>
          </a:r>
          <a:endParaRPr lang="en-GB" altLang="en-GB" sz="2400" kern="1200" dirty="0"/>
        </a:p>
      </dsp:txBody>
      <dsp:txXfrm>
        <a:off x="1272470" y="2750136"/>
        <a:ext cx="6524640" cy="71505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BAE4D2-19E9-416A-9376-686107953F44}">
      <dsp:nvSpPr>
        <dsp:cNvPr id="0" name=""/>
        <dsp:cNvSpPr/>
      </dsp:nvSpPr>
      <dsp:spPr>
        <a:xfrm>
          <a:off x="1330" y="1819"/>
          <a:ext cx="8226939" cy="107312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Constraints imposed at an object level to control the data being inserted</a:t>
          </a:r>
          <a:endParaRPr lang="en-GB" altLang="en-GB" sz="2800" kern="1200" dirty="0"/>
        </a:p>
      </dsp:txBody>
      <dsp:txXfrm>
        <a:off x="32761" y="33250"/>
        <a:ext cx="8164077" cy="1010263"/>
      </dsp:txXfrm>
    </dsp:sp>
    <dsp:sp modelId="{FDC68AD3-F438-4F9D-8185-53B872DCD2AF}">
      <dsp:nvSpPr>
        <dsp:cNvPr id="0" name=""/>
        <dsp:cNvSpPr/>
      </dsp:nvSpPr>
      <dsp:spPr>
        <a:xfrm>
          <a:off x="1330" y="1216037"/>
          <a:ext cx="1934840" cy="107312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Entity integrity</a:t>
          </a:r>
          <a:endParaRPr lang="en-GB" altLang="en-GB" sz="2800" kern="1200" dirty="0"/>
        </a:p>
      </dsp:txBody>
      <dsp:txXfrm>
        <a:off x="32761" y="1247468"/>
        <a:ext cx="1871978" cy="1010263"/>
      </dsp:txXfrm>
    </dsp:sp>
    <dsp:sp modelId="{86C76332-A7E8-4712-97A6-E9B5D2EEB005}">
      <dsp:nvSpPr>
        <dsp:cNvPr id="0" name=""/>
        <dsp:cNvSpPr/>
      </dsp:nvSpPr>
      <dsp:spPr>
        <a:xfrm>
          <a:off x="1330" y="2430255"/>
          <a:ext cx="1934840" cy="107312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No attribute of a primary key can be null</a:t>
          </a:r>
          <a:endParaRPr lang="en-GB" altLang="en-GB" sz="2000" kern="1200" dirty="0"/>
        </a:p>
      </dsp:txBody>
      <dsp:txXfrm>
        <a:off x="32761" y="2461686"/>
        <a:ext cx="1871978" cy="1010263"/>
      </dsp:txXfrm>
    </dsp:sp>
    <dsp:sp modelId="{867E0AC3-1B76-48AB-9BBA-9157F349C3B1}">
      <dsp:nvSpPr>
        <dsp:cNvPr id="0" name=""/>
        <dsp:cNvSpPr/>
      </dsp:nvSpPr>
      <dsp:spPr>
        <a:xfrm>
          <a:off x="2098696" y="1216037"/>
          <a:ext cx="1934840" cy="107312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Referential integrity</a:t>
          </a:r>
          <a:endParaRPr lang="en-GB" altLang="en-GB" sz="2800" kern="1200" dirty="0"/>
        </a:p>
      </dsp:txBody>
      <dsp:txXfrm>
        <a:off x="2130127" y="1247468"/>
        <a:ext cx="1871978" cy="1010263"/>
      </dsp:txXfrm>
    </dsp:sp>
    <dsp:sp modelId="{763B9095-ECF2-44BA-BE1C-4787480C255F}">
      <dsp:nvSpPr>
        <dsp:cNvPr id="0" name=""/>
        <dsp:cNvSpPr/>
      </dsp:nvSpPr>
      <dsp:spPr>
        <a:xfrm>
          <a:off x="2098696" y="2430255"/>
          <a:ext cx="1934840" cy="107312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A candidate row exists within a related table</a:t>
          </a:r>
          <a:endParaRPr lang="en-GB" altLang="en-GB" sz="2000" kern="1200" dirty="0"/>
        </a:p>
      </dsp:txBody>
      <dsp:txXfrm>
        <a:off x="2130127" y="2461686"/>
        <a:ext cx="1871978" cy="1010263"/>
      </dsp:txXfrm>
    </dsp:sp>
    <dsp:sp modelId="{CB057CDF-720A-4E36-B46C-9548EF993F3C}">
      <dsp:nvSpPr>
        <dsp:cNvPr id="0" name=""/>
        <dsp:cNvSpPr/>
      </dsp:nvSpPr>
      <dsp:spPr>
        <a:xfrm>
          <a:off x="4196063" y="1216037"/>
          <a:ext cx="1934840" cy="107312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Domain integrity</a:t>
          </a:r>
          <a:endParaRPr lang="en-GB" altLang="en-GB" sz="2800" kern="1200" dirty="0"/>
        </a:p>
      </dsp:txBody>
      <dsp:txXfrm>
        <a:off x="4227494" y="1247468"/>
        <a:ext cx="1871978" cy="1010263"/>
      </dsp:txXfrm>
    </dsp:sp>
    <dsp:sp modelId="{7C339BE5-F69A-40DE-8FAE-7286B1A24580}">
      <dsp:nvSpPr>
        <dsp:cNvPr id="0" name=""/>
        <dsp:cNvSpPr/>
      </dsp:nvSpPr>
      <dsp:spPr>
        <a:xfrm>
          <a:off x="4196063" y="2430255"/>
          <a:ext cx="1934840" cy="107312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Allowable values for a given attribute</a:t>
          </a:r>
          <a:endParaRPr lang="en-GB" altLang="en-GB" sz="2000" kern="1200" dirty="0"/>
        </a:p>
      </dsp:txBody>
      <dsp:txXfrm>
        <a:off x="4227494" y="2461686"/>
        <a:ext cx="1871978" cy="1010263"/>
      </dsp:txXfrm>
    </dsp:sp>
    <dsp:sp modelId="{269C3302-4DFA-430B-91CC-6562929CA7E7}">
      <dsp:nvSpPr>
        <dsp:cNvPr id="0" name=""/>
        <dsp:cNvSpPr/>
      </dsp:nvSpPr>
      <dsp:spPr>
        <a:xfrm>
          <a:off x="6293429" y="1216037"/>
          <a:ext cx="1934840" cy="107312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Semantic integrity</a:t>
          </a:r>
          <a:endParaRPr lang="en-GB" altLang="en-GB" sz="2800" kern="1200" dirty="0"/>
        </a:p>
      </dsp:txBody>
      <dsp:txXfrm>
        <a:off x="6324860" y="1247468"/>
        <a:ext cx="1871978" cy="1010263"/>
      </dsp:txXfrm>
    </dsp:sp>
    <dsp:sp modelId="{9EB6D0B4-8E1E-49E8-AC6E-DBDE5856E6AC}">
      <dsp:nvSpPr>
        <dsp:cNvPr id="0" name=""/>
        <dsp:cNvSpPr/>
      </dsp:nvSpPr>
      <dsp:spPr>
        <a:xfrm>
          <a:off x="6293429" y="2430255"/>
          <a:ext cx="1934840" cy="107312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Ensuring data adheres to business rules</a:t>
          </a:r>
          <a:endParaRPr lang="en-GB" altLang="en-GB" sz="2000" kern="1200" dirty="0"/>
        </a:p>
      </dsp:txBody>
      <dsp:txXfrm>
        <a:off x="6324860" y="2461686"/>
        <a:ext cx="1871978" cy="101026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EE705E-76AC-4ED5-BA12-5799257DA4D3}">
      <dsp:nvSpPr>
        <dsp:cNvPr id="0" name=""/>
        <dsp:cNvSpPr/>
      </dsp:nvSpPr>
      <dsp:spPr>
        <a:xfrm>
          <a:off x="3616" y="171375"/>
          <a:ext cx="3162448" cy="3162448"/>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4040" tIns="31750" rIns="174040" bIns="31750" numCol="1" spcCol="1270" anchor="ctr" anchorCtr="0">
          <a:noAutofit/>
        </a:bodyPr>
        <a:lstStyle/>
        <a:p>
          <a:pPr marL="0" lvl="0" indent="0" algn="ctr" defTabSz="1111250" rtl="0">
            <a:lnSpc>
              <a:spcPct val="90000"/>
            </a:lnSpc>
            <a:spcBef>
              <a:spcPct val="0"/>
            </a:spcBef>
            <a:spcAft>
              <a:spcPct val="35000"/>
            </a:spcAft>
            <a:buNone/>
          </a:pPr>
          <a:r>
            <a:rPr lang="en-US" sz="2500" kern="1200" dirty="0"/>
            <a:t>A means of restricting user access to certain data</a:t>
          </a:r>
          <a:endParaRPr lang="en-GB" altLang="en-GB" sz="2500" kern="1200" dirty="0"/>
        </a:p>
      </dsp:txBody>
      <dsp:txXfrm>
        <a:off x="466746" y="634505"/>
        <a:ext cx="2236188" cy="2236188"/>
      </dsp:txXfrm>
    </dsp:sp>
    <dsp:sp modelId="{18EA5A91-8CB2-4714-ACFC-FD4CFB98B1D9}">
      <dsp:nvSpPr>
        <dsp:cNvPr id="0" name=""/>
        <dsp:cNvSpPr/>
      </dsp:nvSpPr>
      <dsp:spPr>
        <a:xfrm>
          <a:off x="2533575" y="171375"/>
          <a:ext cx="3162448" cy="3162448"/>
        </a:xfrm>
        <a:prstGeom prst="ellipse">
          <a:avLst/>
        </a:prstGeom>
        <a:solidFill>
          <a:schemeClr val="accent5">
            <a:alpha val="50000"/>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4040" tIns="31750" rIns="174040" bIns="31750" numCol="1" spcCol="1270" anchor="ctr" anchorCtr="0">
          <a:noAutofit/>
        </a:bodyPr>
        <a:lstStyle/>
        <a:p>
          <a:pPr marL="0" lvl="0" indent="0" algn="ctr" defTabSz="1111250" rtl="0">
            <a:lnSpc>
              <a:spcPct val="90000"/>
            </a:lnSpc>
            <a:spcBef>
              <a:spcPct val="0"/>
            </a:spcBef>
            <a:spcAft>
              <a:spcPct val="35000"/>
            </a:spcAft>
            <a:buNone/>
          </a:pPr>
          <a:r>
            <a:rPr lang="en-US" sz="2500" kern="1200" dirty="0"/>
            <a:t>Can restrict to specific attributes within a table</a:t>
          </a:r>
          <a:endParaRPr lang="en-GB" altLang="en-GB" sz="2500" kern="1200" dirty="0"/>
        </a:p>
      </dsp:txBody>
      <dsp:txXfrm>
        <a:off x="2996705" y="634505"/>
        <a:ext cx="2236188" cy="2236188"/>
      </dsp:txXfrm>
    </dsp:sp>
    <dsp:sp modelId="{DD57786D-7583-4DC7-8DA4-25611D943B5C}">
      <dsp:nvSpPr>
        <dsp:cNvPr id="0" name=""/>
        <dsp:cNvSpPr/>
      </dsp:nvSpPr>
      <dsp:spPr>
        <a:xfrm>
          <a:off x="5063534" y="171375"/>
          <a:ext cx="3162448" cy="3162448"/>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4040" tIns="31750" rIns="174040" bIns="31750" numCol="1" spcCol="1270" anchor="ctr" anchorCtr="0">
          <a:noAutofit/>
        </a:bodyPr>
        <a:lstStyle/>
        <a:p>
          <a:pPr marL="0" lvl="0" indent="0" algn="ctr" defTabSz="1111250" rtl="0">
            <a:lnSpc>
              <a:spcPct val="90000"/>
            </a:lnSpc>
            <a:spcBef>
              <a:spcPct val="0"/>
            </a:spcBef>
            <a:spcAft>
              <a:spcPct val="35000"/>
            </a:spcAft>
            <a:buNone/>
          </a:pPr>
          <a:r>
            <a:rPr lang="en-US" sz="2500" kern="1200" dirty="0"/>
            <a:t>More restrictive way of maintaining access control at a sub-table level</a:t>
          </a:r>
          <a:endParaRPr lang="en-GB" altLang="en-GB" sz="2500" kern="1200" dirty="0"/>
        </a:p>
      </dsp:txBody>
      <dsp:txXfrm>
        <a:off x="5526664" y="634505"/>
        <a:ext cx="2236188" cy="223618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17998-7E02-41AF-9167-3951F0859939}">
      <dsp:nvSpPr>
        <dsp:cNvPr id="0" name=""/>
        <dsp:cNvSpPr/>
      </dsp:nvSpPr>
      <dsp:spPr>
        <a:xfrm>
          <a:off x="0" y="31855"/>
          <a:ext cx="8229600" cy="5241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Encoding of data by algorithm,  data will be unreadable without decoding</a:t>
          </a:r>
          <a:endParaRPr lang="en-GB" altLang="en-GB" sz="1800" kern="1200" dirty="0"/>
        </a:p>
      </dsp:txBody>
      <dsp:txXfrm>
        <a:off x="25587" y="57442"/>
        <a:ext cx="8178426" cy="472986"/>
      </dsp:txXfrm>
    </dsp:sp>
    <dsp:sp modelId="{A4EFB7AC-AE3B-4D6A-9802-AF67D4A65872}">
      <dsp:nvSpPr>
        <dsp:cNvPr id="0" name=""/>
        <dsp:cNvSpPr/>
      </dsp:nvSpPr>
      <dsp:spPr>
        <a:xfrm>
          <a:off x="0" y="636655"/>
          <a:ext cx="8229600" cy="524160"/>
        </a:xfrm>
        <a:prstGeom prst="roundRect">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Symmetric key encryption</a:t>
          </a:r>
          <a:endParaRPr lang="en-GB" altLang="en-GB" sz="1800" kern="1200" dirty="0"/>
        </a:p>
      </dsp:txBody>
      <dsp:txXfrm>
        <a:off x="25587" y="662242"/>
        <a:ext cx="8178426" cy="472986"/>
      </dsp:txXfrm>
    </dsp:sp>
    <dsp:sp modelId="{776FD2BC-532C-4337-8583-A7B71595B280}">
      <dsp:nvSpPr>
        <dsp:cNvPr id="0" name=""/>
        <dsp:cNvSpPr/>
      </dsp:nvSpPr>
      <dsp:spPr>
        <a:xfrm>
          <a:off x="0" y="1160815"/>
          <a:ext cx="8229600"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17780" rIns="99568" bIns="17780" numCol="1" spcCol="1270" anchor="t" anchorCtr="0">
          <a:noAutofit/>
        </a:bodyPr>
        <a:lstStyle/>
        <a:p>
          <a:pPr marL="114300" lvl="1" indent="-114300" algn="l" defTabSz="622300" rtl="0">
            <a:lnSpc>
              <a:spcPct val="90000"/>
            </a:lnSpc>
            <a:spcBef>
              <a:spcPct val="0"/>
            </a:spcBef>
            <a:spcAft>
              <a:spcPct val="20000"/>
            </a:spcAft>
            <a:buChar char="•"/>
          </a:pPr>
          <a:r>
            <a:rPr lang="en-US" sz="1400" kern="1200" dirty="0"/>
            <a:t>e.g. DES (Data Encryption Standard)</a:t>
          </a:r>
          <a:endParaRPr lang="en-GB" altLang="en-GB" sz="1400" kern="1200" dirty="0"/>
        </a:p>
      </dsp:txBody>
      <dsp:txXfrm>
        <a:off x="0" y="1160815"/>
        <a:ext cx="8229600" cy="463680"/>
      </dsp:txXfrm>
    </dsp:sp>
    <dsp:sp modelId="{39EF0F44-7FC9-49FD-AFD9-72C8078C4045}">
      <dsp:nvSpPr>
        <dsp:cNvPr id="0" name=""/>
        <dsp:cNvSpPr/>
      </dsp:nvSpPr>
      <dsp:spPr>
        <a:xfrm>
          <a:off x="0" y="1624495"/>
          <a:ext cx="8229600" cy="524160"/>
        </a:xfrm>
        <a:prstGeom prst="roundRect">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Asymmetric key encryption</a:t>
          </a:r>
          <a:endParaRPr lang="en-GB" altLang="en-GB" sz="1800" kern="1200" dirty="0"/>
        </a:p>
      </dsp:txBody>
      <dsp:txXfrm>
        <a:off x="25587" y="1650082"/>
        <a:ext cx="8178426" cy="472986"/>
      </dsp:txXfrm>
    </dsp:sp>
    <dsp:sp modelId="{5851755F-FD8E-414B-9C2F-BBC1487E146C}">
      <dsp:nvSpPr>
        <dsp:cNvPr id="0" name=""/>
        <dsp:cNvSpPr/>
      </dsp:nvSpPr>
      <dsp:spPr>
        <a:xfrm>
          <a:off x="0" y="2148656"/>
          <a:ext cx="8229600"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17780" rIns="99568" bIns="17780" numCol="1" spcCol="1270" anchor="t" anchorCtr="0">
          <a:noAutofit/>
        </a:bodyPr>
        <a:lstStyle/>
        <a:p>
          <a:pPr marL="114300" lvl="1" indent="-114300" algn="l" defTabSz="622300" rtl="0">
            <a:lnSpc>
              <a:spcPct val="90000"/>
            </a:lnSpc>
            <a:spcBef>
              <a:spcPct val="0"/>
            </a:spcBef>
            <a:spcAft>
              <a:spcPct val="20000"/>
            </a:spcAft>
            <a:buChar char="•"/>
          </a:pPr>
          <a:r>
            <a:rPr lang="en-US" sz="1400" kern="1200" dirty="0"/>
            <a:t>e.g. RSA</a:t>
          </a:r>
          <a:endParaRPr lang="en-GB" altLang="en-GB" sz="1400" kern="1200" dirty="0"/>
        </a:p>
      </dsp:txBody>
      <dsp:txXfrm>
        <a:off x="0" y="2148656"/>
        <a:ext cx="8229600" cy="463680"/>
      </dsp:txXfrm>
    </dsp:sp>
    <dsp:sp modelId="{792B34EE-C2D6-403E-AA05-F5D0751DA662}">
      <dsp:nvSpPr>
        <dsp:cNvPr id="0" name=""/>
        <dsp:cNvSpPr/>
      </dsp:nvSpPr>
      <dsp:spPr>
        <a:xfrm>
          <a:off x="0" y="2612336"/>
          <a:ext cx="8229600" cy="52416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t>Sometimes can be used in together</a:t>
          </a:r>
          <a:endParaRPr lang="en-GB" altLang="en-GB" sz="1800" kern="1200" dirty="0"/>
        </a:p>
      </dsp:txBody>
      <dsp:txXfrm>
        <a:off x="25587" y="2637923"/>
        <a:ext cx="8178426" cy="47298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9D26AB-3024-4F3C-BFA0-38BB941CE1EE}">
      <dsp:nvSpPr>
        <dsp:cNvPr id="0" name=""/>
        <dsp:cNvSpPr/>
      </dsp:nvSpPr>
      <dsp:spPr>
        <a:xfrm>
          <a:off x="3094" y="1524"/>
          <a:ext cx="1860500" cy="164306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a:t>Addresses threats such as hardware errors</a:t>
          </a:r>
          <a:endParaRPr lang="en-GB" altLang="en-GB" sz="2400" kern="1200"/>
        </a:p>
      </dsp:txBody>
      <dsp:txXfrm>
        <a:off x="51218" y="49648"/>
        <a:ext cx="1764252" cy="1546814"/>
      </dsp:txXfrm>
    </dsp:sp>
    <dsp:sp modelId="{DF241428-2EED-450A-A4CA-DFB23BC26E6C}">
      <dsp:nvSpPr>
        <dsp:cNvPr id="0" name=""/>
        <dsp:cNvSpPr/>
      </dsp:nvSpPr>
      <dsp:spPr>
        <a:xfrm>
          <a:off x="2176158" y="1524"/>
          <a:ext cx="1860500" cy="164306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Logging tracks the changes to the database</a:t>
          </a:r>
          <a:endParaRPr lang="en-GB" altLang="en-GB" sz="2300" kern="1200" dirty="0"/>
        </a:p>
      </dsp:txBody>
      <dsp:txXfrm>
        <a:off x="2224282" y="49648"/>
        <a:ext cx="1764252" cy="1546814"/>
      </dsp:txXfrm>
    </dsp:sp>
    <dsp:sp modelId="{C0F6CD65-2704-42F2-B1FA-6DC426B730B8}">
      <dsp:nvSpPr>
        <dsp:cNvPr id="0" name=""/>
        <dsp:cNvSpPr/>
      </dsp:nvSpPr>
      <dsp:spPr>
        <a:xfrm>
          <a:off x="4349223" y="1524"/>
          <a:ext cx="3877282" cy="164306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a:t>Making sure that there are reliable Backup routines in place is very important for the data recovery</a:t>
          </a:r>
          <a:endParaRPr lang="en-GB" altLang="en-GB" sz="2300" kern="1200" dirty="0"/>
        </a:p>
      </dsp:txBody>
      <dsp:txXfrm>
        <a:off x="4397347" y="49648"/>
        <a:ext cx="3781034" cy="1546814"/>
      </dsp:txXfrm>
    </dsp:sp>
    <dsp:sp modelId="{67A732BC-3908-4BBF-96CF-92324C2DF96C}">
      <dsp:nvSpPr>
        <dsp:cNvPr id="0" name=""/>
        <dsp:cNvSpPr/>
      </dsp:nvSpPr>
      <dsp:spPr>
        <a:xfrm>
          <a:off x="4349223" y="1860613"/>
          <a:ext cx="1860500" cy="1643062"/>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t>Most of the data is generated through transactions</a:t>
          </a:r>
          <a:endParaRPr lang="en-GB" altLang="en-GB" sz="1700" kern="1200" dirty="0"/>
        </a:p>
      </dsp:txBody>
      <dsp:txXfrm>
        <a:off x="4397347" y="1908737"/>
        <a:ext cx="1764252" cy="1546814"/>
      </dsp:txXfrm>
    </dsp:sp>
    <dsp:sp modelId="{3A6A3153-A720-4C0F-A226-8A56775B9534}">
      <dsp:nvSpPr>
        <dsp:cNvPr id="0" name=""/>
        <dsp:cNvSpPr/>
      </dsp:nvSpPr>
      <dsp:spPr>
        <a:xfrm>
          <a:off x="6366005" y="1860613"/>
          <a:ext cx="1860500" cy="1643062"/>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t>Support smooth data recovery after a hardware/storage failure</a:t>
          </a:r>
          <a:endParaRPr lang="en-GB" altLang="en-GB" sz="1700" kern="1200" dirty="0"/>
        </a:p>
      </dsp:txBody>
      <dsp:txXfrm>
        <a:off x="6414129" y="1908737"/>
        <a:ext cx="1764252" cy="154681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F2293-E574-42AF-93B4-E8FB0BB57E5F}">
      <dsp:nvSpPr>
        <dsp:cNvPr id="0" name=""/>
        <dsp:cNvSpPr/>
      </dsp:nvSpPr>
      <dsp:spPr>
        <a:xfrm>
          <a:off x="-4477169" y="-686595"/>
          <a:ext cx="5333631" cy="5333631"/>
        </a:xfrm>
        <a:prstGeom prst="blockArc">
          <a:avLst>
            <a:gd name="adj1" fmla="val 18900000"/>
            <a:gd name="adj2" fmla="val 2700000"/>
            <a:gd name="adj3" fmla="val 405"/>
          </a:avLst>
        </a:pr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71536B-483B-4E08-B4CB-358FCBC3F9F5}">
      <dsp:nvSpPr>
        <dsp:cNvPr id="0" name=""/>
        <dsp:cNvSpPr/>
      </dsp:nvSpPr>
      <dsp:spPr>
        <a:xfrm>
          <a:off x="374968" y="247448"/>
          <a:ext cx="7801080" cy="495213"/>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076" tIns="35560" rIns="35560" bIns="35560" numCol="1" spcCol="1270" anchor="ctr" anchorCtr="0">
          <a:noAutofit/>
        </a:bodyPr>
        <a:lstStyle/>
        <a:p>
          <a:pPr marL="0" lvl="0" indent="0" algn="l" defTabSz="622300" rtl="0">
            <a:lnSpc>
              <a:spcPct val="90000"/>
            </a:lnSpc>
            <a:spcBef>
              <a:spcPct val="0"/>
            </a:spcBef>
            <a:spcAft>
              <a:spcPct val="35000"/>
            </a:spcAft>
            <a:buNone/>
          </a:pPr>
          <a:r>
            <a:rPr lang="en-US" sz="1400" kern="1200" dirty="0"/>
            <a:t>Creates a more fault tolerant system than using a single disk</a:t>
          </a:r>
          <a:endParaRPr lang="en-GB" altLang="en-GB" sz="1400" kern="1200" dirty="0"/>
        </a:p>
      </dsp:txBody>
      <dsp:txXfrm>
        <a:off x="374968" y="247448"/>
        <a:ext cx="7801080" cy="495213"/>
      </dsp:txXfrm>
    </dsp:sp>
    <dsp:sp modelId="{4BFA0498-A778-4B31-832A-C97F2B235E06}">
      <dsp:nvSpPr>
        <dsp:cNvPr id="0" name=""/>
        <dsp:cNvSpPr/>
      </dsp:nvSpPr>
      <dsp:spPr>
        <a:xfrm>
          <a:off x="65460" y="185546"/>
          <a:ext cx="619016" cy="619016"/>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8F340E3-251C-40C9-83F1-CA0D6EE4CA46}">
      <dsp:nvSpPr>
        <dsp:cNvPr id="0" name=""/>
        <dsp:cNvSpPr/>
      </dsp:nvSpPr>
      <dsp:spPr>
        <a:xfrm>
          <a:off x="729824" y="990030"/>
          <a:ext cx="7446224" cy="495213"/>
        </a:xfrm>
        <a:prstGeom prst="rect">
          <a:avLst/>
        </a:prstGeom>
        <a:solidFill>
          <a:schemeClr val="accent3">
            <a:hueOff val="2812566"/>
            <a:satOff val="-4220"/>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076" tIns="35560" rIns="35560" bIns="35560" numCol="1" spcCol="1270" anchor="ctr" anchorCtr="0">
          <a:noAutofit/>
        </a:bodyPr>
        <a:lstStyle/>
        <a:p>
          <a:pPr marL="0" lvl="0" indent="0" algn="l" defTabSz="622300" rtl="0">
            <a:lnSpc>
              <a:spcPct val="90000"/>
            </a:lnSpc>
            <a:spcBef>
              <a:spcPct val="0"/>
            </a:spcBef>
            <a:spcAft>
              <a:spcPct val="35000"/>
            </a:spcAft>
            <a:buNone/>
          </a:pPr>
          <a:r>
            <a:rPr lang="en-US" sz="1400" kern="1200" dirty="0"/>
            <a:t>Redundant Array of Independent Disks</a:t>
          </a:r>
          <a:endParaRPr lang="en-GB" altLang="en-GB" sz="1400" kern="1200" dirty="0"/>
        </a:p>
      </dsp:txBody>
      <dsp:txXfrm>
        <a:off x="729824" y="990030"/>
        <a:ext cx="7446224" cy="495213"/>
      </dsp:txXfrm>
    </dsp:sp>
    <dsp:sp modelId="{D2872619-3426-447B-87B2-AE4E5F517059}">
      <dsp:nvSpPr>
        <dsp:cNvPr id="0" name=""/>
        <dsp:cNvSpPr/>
      </dsp:nvSpPr>
      <dsp:spPr>
        <a:xfrm>
          <a:off x="420315" y="928129"/>
          <a:ext cx="619016" cy="619016"/>
        </a:xfrm>
        <a:prstGeom prst="ellipse">
          <a:avLst/>
        </a:prstGeom>
        <a:solidFill>
          <a:schemeClr val="lt1">
            <a:hueOff val="0"/>
            <a:satOff val="0"/>
            <a:lumOff val="0"/>
            <a:alphaOff val="0"/>
          </a:schemeClr>
        </a:solidFill>
        <a:ln w="25400" cap="flat" cmpd="sng" algn="ctr">
          <a:solidFill>
            <a:schemeClr val="accent3">
              <a:hueOff val="2812566"/>
              <a:satOff val="-4220"/>
              <a:lumOff val="-686"/>
              <a:alphaOff val="0"/>
            </a:schemeClr>
          </a:solidFill>
          <a:prstDash val="solid"/>
        </a:ln>
        <a:effectLst/>
      </dsp:spPr>
      <dsp:style>
        <a:lnRef idx="2">
          <a:scrgbClr r="0" g="0" b="0"/>
        </a:lnRef>
        <a:fillRef idx="1">
          <a:scrgbClr r="0" g="0" b="0"/>
        </a:fillRef>
        <a:effectRef idx="0">
          <a:scrgbClr r="0" g="0" b="0"/>
        </a:effectRef>
        <a:fontRef idx="minor"/>
      </dsp:style>
    </dsp:sp>
    <dsp:sp modelId="{D9E94843-BFC3-45F1-9365-50C35EFF5F1C}">
      <dsp:nvSpPr>
        <dsp:cNvPr id="0" name=""/>
        <dsp:cNvSpPr/>
      </dsp:nvSpPr>
      <dsp:spPr>
        <a:xfrm>
          <a:off x="838736" y="1732613"/>
          <a:ext cx="7337312" cy="495213"/>
        </a:xfrm>
        <a:prstGeom prst="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076" tIns="35560" rIns="35560" bIns="35560" numCol="1" spcCol="1270" anchor="ctr" anchorCtr="0">
          <a:noAutofit/>
        </a:bodyPr>
        <a:lstStyle/>
        <a:p>
          <a:pPr marL="0" lvl="0" indent="0" algn="l" defTabSz="622300" rtl="0">
            <a:lnSpc>
              <a:spcPct val="90000"/>
            </a:lnSpc>
            <a:spcBef>
              <a:spcPct val="0"/>
            </a:spcBef>
            <a:spcAft>
              <a:spcPct val="35000"/>
            </a:spcAft>
            <a:buNone/>
          </a:pPr>
          <a:r>
            <a:rPr lang="en-US" sz="1400" kern="1200" dirty="0"/>
            <a:t>Copies data across a bank of disks</a:t>
          </a:r>
          <a:endParaRPr lang="en-GB" altLang="en-GB" sz="1400" kern="1200" dirty="0"/>
        </a:p>
      </dsp:txBody>
      <dsp:txXfrm>
        <a:off x="838736" y="1732613"/>
        <a:ext cx="7337312" cy="495213"/>
      </dsp:txXfrm>
    </dsp:sp>
    <dsp:sp modelId="{A8410D88-E6BD-4BA2-BCED-BE8843780562}">
      <dsp:nvSpPr>
        <dsp:cNvPr id="0" name=""/>
        <dsp:cNvSpPr/>
      </dsp:nvSpPr>
      <dsp:spPr>
        <a:xfrm>
          <a:off x="529227" y="1670711"/>
          <a:ext cx="619016" cy="619016"/>
        </a:xfrm>
        <a:prstGeom prst="ellipse">
          <a:avLst/>
        </a:prstGeom>
        <a:solidFill>
          <a:schemeClr val="lt1">
            <a:hueOff val="0"/>
            <a:satOff val="0"/>
            <a:lumOff val="0"/>
            <a:alphaOff val="0"/>
          </a:schemeClr>
        </a:solidFill>
        <a:ln w="25400" cap="flat" cmpd="sng" algn="ctr">
          <a:solidFill>
            <a:schemeClr val="accent3">
              <a:hueOff val="5625132"/>
              <a:satOff val="-8440"/>
              <a:lumOff val="-1373"/>
              <a:alphaOff val="0"/>
            </a:schemeClr>
          </a:solidFill>
          <a:prstDash val="solid"/>
        </a:ln>
        <a:effectLst/>
      </dsp:spPr>
      <dsp:style>
        <a:lnRef idx="2">
          <a:scrgbClr r="0" g="0" b="0"/>
        </a:lnRef>
        <a:fillRef idx="1">
          <a:scrgbClr r="0" g="0" b="0"/>
        </a:fillRef>
        <a:effectRef idx="0">
          <a:scrgbClr r="0" g="0" b="0"/>
        </a:effectRef>
        <a:fontRef idx="minor"/>
      </dsp:style>
    </dsp:sp>
    <dsp:sp modelId="{A1581429-C017-423B-AA8A-7AFD2F52656A}">
      <dsp:nvSpPr>
        <dsp:cNvPr id="0" name=""/>
        <dsp:cNvSpPr/>
      </dsp:nvSpPr>
      <dsp:spPr>
        <a:xfrm>
          <a:off x="729824" y="2475195"/>
          <a:ext cx="7446224" cy="495213"/>
        </a:xfrm>
        <a:prstGeom prst="rect">
          <a:avLst/>
        </a:prstGeom>
        <a:solidFill>
          <a:schemeClr val="accent3">
            <a:hueOff val="8437698"/>
            <a:satOff val="-12660"/>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076" tIns="35560" rIns="35560" bIns="35560" numCol="1" spcCol="1270" anchor="ctr" anchorCtr="0">
          <a:noAutofit/>
        </a:bodyPr>
        <a:lstStyle/>
        <a:p>
          <a:pPr marL="0" lvl="0" indent="0" algn="l" defTabSz="622300" rtl="0">
            <a:lnSpc>
              <a:spcPct val="90000"/>
            </a:lnSpc>
            <a:spcBef>
              <a:spcPct val="0"/>
            </a:spcBef>
            <a:spcAft>
              <a:spcPct val="35000"/>
            </a:spcAft>
            <a:buNone/>
          </a:pPr>
          <a:r>
            <a:rPr lang="en-US" sz="1400" kern="1200" dirty="0"/>
            <a:t>Different RAID levels can be used addressing redundancy (mirroring), striping and parity</a:t>
          </a:r>
          <a:endParaRPr lang="en-GB" altLang="en-GB" sz="1400" kern="1200" dirty="0"/>
        </a:p>
      </dsp:txBody>
      <dsp:txXfrm>
        <a:off x="729824" y="2475195"/>
        <a:ext cx="7446224" cy="495213"/>
      </dsp:txXfrm>
    </dsp:sp>
    <dsp:sp modelId="{6AFB867A-8019-4B04-91E2-5972F0BF9738}">
      <dsp:nvSpPr>
        <dsp:cNvPr id="0" name=""/>
        <dsp:cNvSpPr/>
      </dsp:nvSpPr>
      <dsp:spPr>
        <a:xfrm>
          <a:off x="420315" y="2413294"/>
          <a:ext cx="619016" cy="619016"/>
        </a:xfrm>
        <a:prstGeom prst="ellipse">
          <a:avLst/>
        </a:prstGeom>
        <a:solidFill>
          <a:schemeClr val="lt1">
            <a:hueOff val="0"/>
            <a:satOff val="0"/>
            <a:lumOff val="0"/>
            <a:alphaOff val="0"/>
          </a:schemeClr>
        </a:solidFill>
        <a:ln w="25400" cap="flat" cmpd="sng" algn="ctr">
          <a:solidFill>
            <a:schemeClr val="accent3">
              <a:hueOff val="8437698"/>
              <a:satOff val="-12660"/>
              <a:lumOff val="-2059"/>
              <a:alphaOff val="0"/>
            </a:schemeClr>
          </a:solidFill>
          <a:prstDash val="solid"/>
        </a:ln>
        <a:effectLst/>
      </dsp:spPr>
      <dsp:style>
        <a:lnRef idx="2">
          <a:scrgbClr r="0" g="0" b="0"/>
        </a:lnRef>
        <a:fillRef idx="1">
          <a:scrgbClr r="0" g="0" b="0"/>
        </a:fillRef>
        <a:effectRef idx="0">
          <a:scrgbClr r="0" g="0" b="0"/>
        </a:effectRef>
        <a:fontRef idx="minor"/>
      </dsp:style>
    </dsp:sp>
    <dsp:sp modelId="{B23AF83B-D3AB-44BA-8D4C-2984EC8776C6}">
      <dsp:nvSpPr>
        <dsp:cNvPr id="0" name=""/>
        <dsp:cNvSpPr/>
      </dsp:nvSpPr>
      <dsp:spPr>
        <a:xfrm>
          <a:off x="374968" y="3217778"/>
          <a:ext cx="7801080" cy="495213"/>
        </a:xfrm>
        <a:prstGeom prst="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076" tIns="35560" rIns="35560" bIns="35560" numCol="1" spcCol="1270" anchor="ctr" anchorCtr="0">
          <a:noAutofit/>
        </a:bodyPr>
        <a:lstStyle/>
        <a:p>
          <a:pPr marL="0" lvl="0" indent="0" algn="l" defTabSz="622300" rtl="0">
            <a:lnSpc>
              <a:spcPct val="90000"/>
            </a:lnSpc>
            <a:spcBef>
              <a:spcPct val="0"/>
            </a:spcBef>
            <a:spcAft>
              <a:spcPct val="35000"/>
            </a:spcAft>
            <a:buNone/>
          </a:pPr>
          <a:r>
            <a:rPr lang="en-US" sz="1400" kern="1200" dirty="0"/>
            <a:t>Addresses similar issues to backup and recovery</a:t>
          </a:r>
          <a:endParaRPr lang="en-GB" altLang="en-GB" sz="1400" kern="1200" dirty="0"/>
        </a:p>
      </dsp:txBody>
      <dsp:txXfrm>
        <a:off x="374968" y="3217778"/>
        <a:ext cx="7801080" cy="495213"/>
      </dsp:txXfrm>
    </dsp:sp>
    <dsp:sp modelId="{F126C214-0F56-4F78-80F2-733012B03965}">
      <dsp:nvSpPr>
        <dsp:cNvPr id="0" name=""/>
        <dsp:cNvSpPr/>
      </dsp:nvSpPr>
      <dsp:spPr>
        <a:xfrm>
          <a:off x="65460" y="3155876"/>
          <a:ext cx="619016" cy="619016"/>
        </a:xfrm>
        <a:prstGeom prst="ellipse">
          <a:avLst/>
        </a:prstGeom>
        <a:solidFill>
          <a:schemeClr val="lt1">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5DF17-5B05-454D-9978-01C1A71B8A18}">
      <dsp:nvSpPr>
        <dsp:cNvPr id="0" name=""/>
        <dsp:cNvSpPr/>
      </dsp:nvSpPr>
      <dsp:spPr>
        <a:xfrm>
          <a:off x="123855" y="730134"/>
          <a:ext cx="7406640" cy="673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b" anchorCtr="0">
          <a:noAutofit/>
        </a:bodyPr>
        <a:lstStyle/>
        <a:p>
          <a:pPr marL="0" lvl="0" indent="0" algn="l" defTabSz="1377950" rtl="0">
            <a:lnSpc>
              <a:spcPct val="90000"/>
            </a:lnSpc>
            <a:spcBef>
              <a:spcPct val="0"/>
            </a:spcBef>
            <a:spcAft>
              <a:spcPct val="35000"/>
            </a:spcAft>
            <a:buNone/>
          </a:pPr>
          <a:r>
            <a:rPr lang="en-GB" altLang="en-GB" sz="3100" kern="1200" dirty="0"/>
            <a:t>Database security measures</a:t>
          </a:r>
        </a:p>
      </dsp:txBody>
      <dsp:txXfrm>
        <a:off x="123855" y="730134"/>
        <a:ext cx="7406640" cy="673330"/>
      </dsp:txXfrm>
    </dsp:sp>
    <dsp:sp modelId="{9CE492A0-CB75-4C0B-8A19-A9749DE9BF67}">
      <dsp:nvSpPr>
        <dsp:cNvPr id="0" name=""/>
        <dsp:cNvSpPr/>
      </dsp:nvSpPr>
      <dsp:spPr>
        <a:xfrm>
          <a:off x="123855" y="1403465"/>
          <a:ext cx="1733153" cy="1371600"/>
        </a:xfrm>
        <a:prstGeom prst="chevron">
          <a:avLst>
            <a:gd name="adj" fmla="val 7061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AA24F4-064B-4E4F-A37E-6E0969271C8C}">
      <dsp:nvSpPr>
        <dsp:cNvPr id="0" name=""/>
        <dsp:cNvSpPr/>
      </dsp:nvSpPr>
      <dsp:spPr>
        <a:xfrm>
          <a:off x="1164899" y="1403465"/>
          <a:ext cx="1733153" cy="1371600"/>
        </a:xfrm>
        <a:prstGeom prst="chevron">
          <a:avLst>
            <a:gd name="adj" fmla="val 70610"/>
          </a:avLst>
        </a:prstGeom>
        <a:solidFill>
          <a:schemeClr val="accent5">
            <a:hueOff val="-1655646"/>
            <a:satOff val="6635"/>
            <a:lumOff val="1438"/>
            <a:alphaOff val="0"/>
          </a:schemeClr>
        </a:solidFill>
        <a:ln w="25400" cap="flat" cmpd="sng" algn="ctr">
          <a:solidFill>
            <a:schemeClr val="accent5">
              <a:hueOff val="-1655646"/>
              <a:satOff val="6635"/>
              <a:lumOff val="14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74D2C0-121D-459E-AF34-3B93116911E8}">
      <dsp:nvSpPr>
        <dsp:cNvPr id="0" name=""/>
        <dsp:cNvSpPr/>
      </dsp:nvSpPr>
      <dsp:spPr>
        <a:xfrm>
          <a:off x="2206767" y="1403465"/>
          <a:ext cx="1733153" cy="1371600"/>
        </a:xfrm>
        <a:prstGeom prst="chevron">
          <a:avLst>
            <a:gd name="adj" fmla="val 70610"/>
          </a:avLst>
        </a:prstGeom>
        <a:solidFill>
          <a:schemeClr val="accent5">
            <a:hueOff val="-3311292"/>
            <a:satOff val="13270"/>
            <a:lumOff val="2876"/>
            <a:alphaOff val="0"/>
          </a:schemeClr>
        </a:solidFill>
        <a:ln w="25400" cap="flat" cmpd="sng" algn="ctr">
          <a:solidFill>
            <a:schemeClr val="accent5">
              <a:hueOff val="-3311292"/>
              <a:satOff val="13270"/>
              <a:lumOff val="28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9A983E-960B-479B-8431-C1BE07C0CDC9}">
      <dsp:nvSpPr>
        <dsp:cNvPr id="0" name=""/>
        <dsp:cNvSpPr/>
      </dsp:nvSpPr>
      <dsp:spPr>
        <a:xfrm>
          <a:off x="3247811" y="1403465"/>
          <a:ext cx="1733153" cy="1371600"/>
        </a:xfrm>
        <a:prstGeom prst="chevron">
          <a:avLst>
            <a:gd name="adj" fmla="val 70610"/>
          </a:avLst>
        </a:prstGeom>
        <a:solidFill>
          <a:schemeClr val="accent5">
            <a:hueOff val="-4966938"/>
            <a:satOff val="19906"/>
            <a:lumOff val="4314"/>
            <a:alphaOff val="0"/>
          </a:schemeClr>
        </a:solidFill>
        <a:ln w="25400" cap="flat" cmpd="sng" algn="ctr">
          <a:solidFill>
            <a:schemeClr val="accent5">
              <a:hueOff val="-4966938"/>
              <a:satOff val="19906"/>
              <a:lumOff val="431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321C9A-26D4-4BA0-8DBA-871014CED1EE}">
      <dsp:nvSpPr>
        <dsp:cNvPr id="0" name=""/>
        <dsp:cNvSpPr/>
      </dsp:nvSpPr>
      <dsp:spPr>
        <a:xfrm>
          <a:off x="4289679" y="1403465"/>
          <a:ext cx="1733153" cy="1371600"/>
        </a:xfrm>
        <a:prstGeom prst="chevron">
          <a:avLst>
            <a:gd name="adj" fmla="val 70610"/>
          </a:avLst>
        </a:prstGeom>
        <a:solidFill>
          <a:schemeClr val="accent5">
            <a:hueOff val="-6622584"/>
            <a:satOff val="26541"/>
            <a:lumOff val="5752"/>
            <a:alphaOff val="0"/>
          </a:schemeClr>
        </a:solidFill>
        <a:ln w="25400" cap="flat" cmpd="sng" algn="ctr">
          <a:solidFill>
            <a:schemeClr val="accent5">
              <a:hueOff val="-6622584"/>
              <a:satOff val="26541"/>
              <a:lumOff val="575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935F24-2A7D-4799-B14F-FCD11036F466}">
      <dsp:nvSpPr>
        <dsp:cNvPr id="0" name=""/>
        <dsp:cNvSpPr/>
      </dsp:nvSpPr>
      <dsp:spPr>
        <a:xfrm>
          <a:off x="5330723" y="1403465"/>
          <a:ext cx="1733153" cy="1371600"/>
        </a:xfrm>
        <a:prstGeom prst="chevron">
          <a:avLst>
            <a:gd name="adj" fmla="val 70610"/>
          </a:avLst>
        </a:prstGeom>
        <a:solidFill>
          <a:schemeClr val="accent5">
            <a:hueOff val="-8278230"/>
            <a:satOff val="33176"/>
            <a:lumOff val="7190"/>
            <a:alphaOff val="0"/>
          </a:schemeClr>
        </a:solidFill>
        <a:ln w="25400" cap="flat" cmpd="sng" algn="ctr">
          <a:solidFill>
            <a:schemeClr val="accent5">
              <a:hueOff val="-8278230"/>
              <a:satOff val="33176"/>
              <a:lumOff val="71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BAD120-9B6D-4BDF-81D8-29CA6610ED64}">
      <dsp:nvSpPr>
        <dsp:cNvPr id="0" name=""/>
        <dsp:cNvSpPr/>
      </dsp:nvSpPr>
      <dsp:spPr>
        <a:xfrm>
          <a:off x="6372590" y="1403465"/>
          <a:ext cx="1733153" cy="1371600"/>
        </a:xfrm>
        <a:prstGeom prst="chevron">
          <a:avLst>
            <a:gd name="adj" fmla="val 70610"/>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B79B46-BCA1-45FE-8FC6-7E27B411EBDB}">
      <dsp:nvSpPr>
        <dsp:cNvPr id="0" name=""/>
        <dsp:cNvSpPr/>
      </dsp:nvSpPr>
      <dsp:spPr>
        <a:xfrm>
          <a:off x="82364" y="1511426"/>
          <a:ext cx="7502926" cy="1097280"/>
        </a:xfrm>
        <a:prstGeom prst="rec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740" tIns="78740" rIns="78740" bIns="78740" numCol="1" spcCol="1270" anchor="ctr" anchorCtr="0">
          <a:noAutofit/>
        </a:bodyPr>
        <a:lstStyle/>
        <a:p>
          <a:pPr marL="0" lvl="0" indent="0" algn="l" defTabSz="1377950" rtl="0">
            <a:lnSpc>
              <a:spcPct val="90000"/>
            </a:lnSpc>
            <a:spcBef>
              <a:spcPct val="0"/>
            </a:spcBef>
            <a:spcAft>
              <a:spcPct val="35000"/>
            </a:spcAft>
            <a:buNone/>
          </a:pPr>
          <a:r>
            <a:rPr lang="en-GB" altLang="en-GB" sz="3100" kern="1200" dirty="0"/>
            <a:t>DBMS provides various security measures to protect the database systems and the data </a:t>
          </a:r>
        </a:p>
      </dsp:txBody>
      <dsp:txXfrm>
        <a:off x="82364" y="1511426"/>
        <a:ext cx="7502926" cy="1097280"/>
      </dsp:txXfrm>
    </dsp:sp>
  </dsp:spTree>
</dsp:drawing>
</file>

<file path=ppt/diagrams/layout1.xml><?xml version="1.0" encoding="utf-8"?>
<dgm:layoutDef xmlns:dgm="http://schemas.openxmlformats.org/drawingml/2006/diagram" xmlns:a="http://schemas.openxmlformats.org/drawingml/2006/main" uniqueId="urn:microsoft.com/office/officeart/2005/8/layout/venn1#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shape xmlns:r="http://schemas.openxmlformats.org/officeDocument/2006/relationships" r:blip="">
      <dgm:adjLst/>
    </dgm: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alg type="tx">
              <dgm:param type="txAnchorHorzCh" val="ctr"/>
              <dgm:param type="txAnchorVertCh" val="mid"/>
            </dgm:alg>
            <dgm:shape xmlns:r="http://schemas.openxmlformats.org/officeDocument/2006/relationships" type="rect" r:blip="" hideGeom="1">
              <dgm:adjLst/>
            </dgm:shape>
            <dgm:varLst>
              <dgm:chMax val="0"/>
              <dgm:chPref val="0"/>
              <dgm:bulletEnabled val="1"/>
            </dgm:varLst>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alg type="tx">
          <dgm:param type="txAnchorHorzCh" val="ctr"/>
          <dgm:param type="txAnchorVertCh" val="mid"/>
        </dgm:alg>
        <dgm:shape xmlns:r="http://schemas.openxmlformats.org/officeDocument/2006/relationships" type="rect" r:blip="" hideGeom="1">
          <dgm:adjLst/>
        </dgm:shape>
        <dgm:varLst>
          <dgm:chMax val="0"/>
          <dgm:chPref val="0"/>
          <dgm:bulletEnabled val="1"/>
        </dgm:varLst>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alg type="tx">
          <dgm:param type="txAnchorHorzCh" val="ctr"/>
          <dgm:param type="txAnchorVertCh" val="mid"/>
        </dgm:alg>
        <dgm:shape xmlns:r="http://schemas.openxmlformats.org/officeDocument/2006/relationships" type="rect" r:blip="" hideGeom="1">
          <dgm:adjLst/>
        </dgm:shape>
        <dgm:varLst>
          <dgm:chMax val="0"/>
          <dgm:chPref val="0"/>
          <dgm:bulletEnabled val="1"/>
        </dgm:varLst>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alg type="tx">
          <dgm:param type="txAnchorHorzCh" val="ctr"/>
          <dgm:param type="txAnchorVertCh" val="mid"/>
        </dgm:alg>
        <dgm:shape xmlns:r="http://schemas.openxmlformats.org/officeDocument/2006/relationships" type="rect" r:blip="" hideGeom="1">
          <dgm:adjLst/>
        </dgm:shape>
        <dgm:varLst>
          <dgm:chMax val="0"/>
          <dgm:chPref val="0"/>
          <dgm:bulletEnabled val="1"/>
        </dgm:varLst>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alg type="tx">
          <dgm:param type="txAnchorHorzCh" val="ctr"/>
          <dgm:param type="txAnchorVertCh" val="mid"/>
        </dgm:alg>
        <dgm:shape xmlns:r="http://schemas.openxmlformats.org/officeDocument/2006/relationships" type="rect" r:blip="" hideGeom="1">
          <dgm:adjLst/>
        </dgm:shape>
        <dgm:varLst>
          <dgm:chMax val="0"/>
          <dgm:chPref val="0"/>
          <dgm:bulletEnabled val="1"/>
        </dgm:varLst>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alg type="tx">
          <dgm:param type="txAnchorHorzCh" val="ctr"/>
          <dgm:param type="txAnchorVertCh" val="mid"/>
        </dgm:alg>
        <dgm:shape xmlns:r="http://schemas.openxmlformats.org/officeDocument/2006/relationships" type="rect" r:blip="" hideGeom="1">
          <dgm:adjLst/>
        </dgm:shape>
        <dgm:varLst>
          <dgm:chMax val="0"/>
          <dgm:chPref val="0"/>
          <dgm:bulletEnabled val="1"/>
        </dgm:varLst>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alg type="tx">
          <dgm:param type="txAnchorHorzCh" val="ctr"/>
          <dgm:param type="txAnchorVertCh" val="mid"/>
        </dgm:alg>
        <dgm:shape xmlns:r="http://schemas.openxmlformats.org/officeDocument/2006/relationships" type="rect" r:blip="" hideGeom="1">
          <dgm:adjLst/>
        </dgm:shape>
        <dgm:varLst>
          <dgm:chMax val="0"/>
          <dgm:chPref val="0"/>
          <dgm:bulletEnabled val="1"/>
        </dgm:varLst>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1">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shape xmlns:r="http://schemas.openxmlformats.org/officeDocument/2006/relationships" r:blip="">
      <dgm:adjLst/>
    </dgm:shape>
    <dgm:varLst>
      <dgm:dir/>
      <dgm:animLvl val="lvl"/>
      <dgm:resizeHandles val="exact"/>
    </dgm:varLst>
    <dgm:choose name="Name0">
      <dgm:if name="Name1" func="var" arg="dir" op="equ" val="norm">
        <dgm:alg type="lin"/>
      </dgm:if>
      <dgm:else name="Name2">
        <dgm:alg type="lin">
          <dgm:param type="linDir" val="fromR"/>
        </dgm:alg>
      </dgm:else>
    </dgm:choos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alg type="tx"/>
                <dgm:shape xmlns:r="http://schemas.openxmlformats.org/officeDocument/2006/relationships" type="roundRect" r:blip="">
                  <dgm:adjLst>
                    <dgm:adj idx="1" val="0.1"/>
                  </dgm:adjLst>
                </dgm:shape>
                <dgm:varLst>
                  <dgm:bulletEnabled val="1"/>
                </dgm:varLst>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presOf/>
          <dgm:constrLst>
            <dgm:constr type="w" for="des" forName="childNode" refType="w"/>
            <dgm:constr type="h" for="des" forName="childNode" refType="h"/>
          </dgm:constrLst>
          <dgm:ruleLst/>
        </dgm:layoutNod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rings+Icon#1">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alg type="tx"/>
          <dgm:shape xmlns:r="http://schemas.openxmlformats.org/officeDocument/2006/relationships" type="ellipse" r:blip="">
            <dgm:adjLst/>
          </dgm:shape>
          <dgm:varLst>
            <dgm:bulletEnabled val="1"/>
          </dgm:varLst>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alg type="tx"/>
          <dgm:varLst>
            <dgm:bulletEnabled val="1"/>
          </dgm:varLst>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alg type="tx"/>
          <dgm:shape xmlns:r="http://schemas.openxmlformats.org/officeDocument/2006/relationships" type="ellipse" r:blip="">
            <dgm:adjLst/>
          </dgm:shape>
          <dgm:varLst>
            <dgm:bulletEnabled val="1"/>
          </dgm:varLst>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alg type="tx"/>
          <dgm:varLst>
            <dgm:bulletEnabled val="1"/>
          </dgm:varLst>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alg type="tx"/>
          <dgm:varLst>
            <dgm:bulletEnabled val="1"/>
          </dgm:varLst>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alg type="tx"/>
          <dgm:varLst>
            <dgm:bulletEnabled val="1"/>
          </dgm:varLst>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alg type="tx"/>
          <dgm:varLst>
            <dgm:bulletEnabled val="1"/>
          </dgm:varLst>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4.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shape xmlns:r="http://schemas.openxmlformats.org/officeDocument/2006/relationships" r:blip="">
      <dgm:adjLst/>
    </dgm:shape>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alg type="tx"/>
        <dgm:shape xmlns:r="http://schemas.openxmlformats.org/officeDocument/2006/relationships" type="rect" r:blip="">
          <dgm:adjLst/>
        </dgm:shape>
        <dgm:varLst>
          <dgm:bulletEnabled val="1"/>
        </dgm:varLst>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PictureAccentList#1">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shape xmlns:r="http://schemas.openxmlformats.org/officeDocument/2006/relationships" r:blip="">
      <dgm:adjLst/>
    </dgm:shape>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alg type="hierRoot"/>
          <dgm:shape xmlns:r="http://schemas.openxmlformats.org/officeDocument/2006/relationships" r:blip="">
            <dgm:adjLst/>
          </dgm:shape>
          <dgm:layoutNode name="rootComposite">
            <dgm:alg type="composite"/>
            <dgm:shape xmlns:r="http://schemas.openxmlformats.org/officeDocument/2006/relationships" r:blip="">
              <dgm:adjLst/>
            </dgm:shape>
            <dgm:layoutNode name="rootText" styleLbl="node0">
              <dgm:alg type="tx"/>
              <dgm:shape xmlns:r="http://schemas.openxmlformats.org/officeDocument/2006/relationships" type="roundRect" r:blip="">
                <dgm:adjLst>
                  <dgm:adj idx="1" val="0.1"/>
                </dgm:adjLst>
              </dgm:shape>
              <dgm:varLst>
                <dgm:chMax/>
                <dgm:chPref val="4"/>
              </dgm:varLst>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varLst/>
            <dgm:presOf axis="self" ptType="node" cnt="1"/>
            <dgm:constrLst>
              <dgm:constr type="l" for="ch" forName="rootText"/>
              <dgm:constr type="t" for="ch" forName="rootText"/>
              <dgm:constr type="w" for="ch" forName="rootText" refType="w"/>
              <dgm:constr type="h" for="ch" forName="rootText" refType="h"/>
            </dgm:constrLst>
            <dgm:ruleLst/>
          </dgm:layoutNode>
          <dgm:layoutNode name="childShape">
            <dgm:alg type="hierChild">
              <dgm:param type="chAlign" val="r"/>
              <dgm:param type="linDir" val="fromT"/>
              <dgm:param type="fallback" val="2D"/>
            </dgm:alg>
            <dgm:shape xmlns:r="http://schemas.openxmlformats.org/officeDocument/2006/relationships" r:blip="">
              <dgm:adjLst/>
            </dgm:shape>
            <dgm:varLst>
              <dgm:chMax val="0"/>
              <dgm:chPref val="0"/>
            </dgm:varLst>
            <dgm:presOf/>
            <dgm:constrLst/>
            <dgm:ruleLst/>
            <dgm:forEach name="Name5" axis="ch">
              <dgm:forEach name="Name6" axis="self" ptType="node">
                <dgm:layoutNode name="childComposite">
                  <dgm:alg type="composite"/>
                  <dgm:shape xmlns:r="http://schemas.openxmlformats.org/officeDocument/2006/relationships" r:blip="">
                    <dgm:adjLst/>
                  </dgm:shape>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alg type="tx"/>
                    <dgm:shape xmlns:r="http://schemas.openxmlformats.org/officeDocument/2006/relationships" type="roundRect" r:blip="">
                      <dgm:adjLst>
                        <dgm:adj idx="1" val="0.1667"/>
                      </dgm:adjLst>
                    </dgm:shape>
                    <dgm:varLst>
                      <dgm:chMax val="0"/>
                      <dgm:chPref val="0"/>
                      <dgm:bulletEnabled val="1"/>
                    </dgm:varLst>
                    <dgm:presOf axis="self desOrSelf" ptType="node node" st="1 1" cnt="1 0"/>
                    <dgm:ruleLst>
                      <dgm:rule type="primFontSz" val="5" fact="NaN" max="NaN"/>
                    </dgm:ruleLst>
                  </dgm:layoutNode>
                  <dgm:varLst>
                    <dgm:chMax val="0"/>
                    <dgm:chPref val="0"/>
                  </dgm:varLst>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dgm:forEach>
            </dgm:forEach>
          </dgm:layoutNode>
          <dgm:varLst>
            <dgm:chMax/>
            <dgm:chPref val="4"/>
          </dgm:varLst>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4#1">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shape xmlns:r="http://schemas.openxmlformats.org/officeDocument/2006/relationships" r:blip="">
      <dgm:adjLst/>
    </dgm:shape>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layoutNode name="txOne" styleLbl="node0">
          <dgm:alg type="tx"/>
          <dgm:shape xmlns:r="http://schemas.openxmlformats.org/officeDocument/2006/relationships" type="roundRect" r:blip="">
            <dgm:adjLst>
              <dgm:adj idx="1" val="0.1"/>
            </dgm:adjLst>
          </dgm:shape>
          <dgm:varLst>
            <dgm:chPref val="3"/>
          </dgm:varLst>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orzOne">
          <dgm:shape xmlns:r="http://schemas.openxmlformats.org/officeDocument/2006/relationships" r:blip="">
            <dgm:adjLst/>
          </dgm:shape>
          <dgm:choose name="Name8">
            <dgm:if name="Name9" func="var" arg="dir" op="equ" val="norm">
              <dgm:alg type="lin">
                <dgm:param type="linDir" val="fromL"/>
                <dgm:param type="nodeVertAlign" val="t"/>
              </dgm:alg>
            </dgm:if>
            <dgm:else name="Name10">
              <dgm:alg type="lin">
                <dgm:param type="linDir" val="fromR"/>
                <dgm:param type="nodeVertAlign" val="t"/>
              </dgm:alg>
            </dgm:else>
          </dgm:choos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layoutNode name="txTwo">
                <dgm:alg type="tx"/>
                <dgm:shape xmlns:r="http://schemas.openxmlformats.org/officeDocument/2006/relationships" type="roundRect" r:blip="">
                  <dgm:adjLst>
                    <dgm:adj idx="1" val="0.1"/>
                  </dgm:adjLst>
                </dgm:shape>
                <dgm:varLst>
                  <dgm:chPref val="3"/>
                </dgm:varLst>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orzTwo">
                <dgm:shape xmlns:r="http://schemas.openxmlformats.org/officeDocument/2006/relationships" r:blip="">
                  <dgm:adjLst/>
                </dgm:shape>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layoutNode name="txThree">
                      <dgm:alg type="tx"/>
                      <dgm:shape xmlns:r="http://schemas.openxmlformats.org/officeDocument/2006/relationships" type="roundRect" r:blip="">
                        <dgm:adjLst>
                          <dgm:adj idx="1" val="0.1"/>
                        </dgm:adjLst>
                      </dgm:shape>
                      <dgm:varLst>
                        <dgm:chPref val="3"/>
                      </dgm:varLst>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orzThree">
                      <dgm:shape xmlns:r="http://schemas.openxmlformats.org/officeDocument/2006/relationships" r:blip="">
                        <dgm:adjLst/>
                      </dgm:shap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presOf/>
                      <dgm:constrLst/>
                      <dgm:ruleLst>
                        <dgm:rule type="w" val="INF" fact="NaN" max="NaN"/>
                      </dgm:ruleLst>
                      <dgm:forEach name="repeat" axis="ch" ptType="node">
                        <dgm:layoutNode name="vertFour">
                          <dgm:alg type="lin">
                            <dgm:param type="linDir" val="fromT"/>
                          </dgm:alg>
                          <dgm:shape xmlns:r="http://schemas.openxmlformats.org/officeDocument/2006/relationships" r:blip="">
                            <dgm:adjLst/>
                          </dgm:shape>
                          <dgm:layoutNode name="txFour">
                            <dgm:alg type="tx"/>
                            <dgm:shape xmlns:r="http://schemas.openxmlformats.org/officeDocument/2006/relationships" type="roundRect" r:blip="">
                              <dgm:adjLst>
                                <dgm:adj idx="1" val="0.1"/>
                              </dgm:adjLst>
                            </dgm:shape>
                            <dgm:varLst>
                              <dgm:chPref val="3"/>
                            </dgm:varLst>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orzFour">
                            <dgm:shape xmlns:r="http://schemas.openxmlformats.org/officeDocument/2006/relationships" r:blip="">
                              <dgm:adjLst/>
                            </dgm:shape>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presOf/>
                            <dgm:constrLst/>
                            <dgm:ruleLst>
                              <dgm:rule type="w" val="INF" fact="NaN" max="NaN"/>
                            </dgm:ruleLst>
                            <dgm:forEach name="Name31" ref="repeat"/>
                          </dgm:layoutNode>
                          <dgm:varLst>
                            <dgm:chPref val="3"/>
                          </dgm:varLst>
                          <dgm:presOf/>
                          <dgm:constrLst>
                            <dgm:constr type="w" for="ch" forName="txFour" refType="w" refFor="ch" refForName="horzFour" op="gte"/>
                          </dgm:constrLst>
                          <dgm:ruleLst/>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presOf/>
                    <dgm:constrLst>
                      <dgm:constr type="w" for="ch" forName="txThree" refType="w" refFor="ch" refForName="horzThree" op="gte"/>
                    </dgm:constrLst>
                    <dgm:ruleLst/>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presOf/>
              <dgm:constrLst>
                <dgm:constr type="w" for="ch" forName="txTwo" refType="w" refFor="ch" refForName="horzTwo" op="gte"/>
              </dgm:constrLst>
              <dgm:ruleLst/>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presOf/>
        <dgm:constrLst>
          <dgm:constr type="w" for="ch" forName="txOne" refType="w" refFor="ch" refForName="horzOne" op="gte"/>
        </dgm:constrLst>
        <dgm:ruleLst/>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enn3#1">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shape xmlns:r="http://schemas.openxmlformats.org/officeDocument/2006/relationships" r:blip="">
      <dgm:adjLst/>
    </dgm:shape>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alg type="tx">
          <dgm:param type="txAnchorVertCh" val="mid"/>
          <dgm:param type="txAnchorHorzCh" val="ctr"/>
        </dgm:alg>
        <dgm:shape xmlns:r="http://schemas.openxmlformats.org/officeDocument/2006/relationships" type="ellipse" r:blip="">
          <dgm:adjLst/>
        </dgm:shape>
        <dgm:varLst>
          <dgm:bulletEnabled val="1"/>
        </dgm:varLst>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alg type="lin">
      <dgm:param type="linDir" val="fromT"/>
      <dgm:param type="vertAlign" val="mid"/>
    </dgm:alg>
    <dgm:shape xmlns:r="http://schemas.openxmlformats.org/officeDocument/2006/relationships" r:blip="">
      <dgm:adjLst/>
    </dgm:shape>
    <dgm:varLst>
      <dgm:animLvl val="lvl"/>
      <dgm:resizeHandles val="exact"/>
    </dgm:varLst>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alg type="tx">
          <dgm:param type="parTxLTRAlign" val="l"/>
          <dgm:param type="parTxRTLAlign" val="r"/>
        </dgm:alg>
        <dgm:shape xmlns:r="http://schemas.openxmlformats.org/officeDocument/2006/relationships" type="roundRect" r:blip="">
          <dgm:adjLst/>
        </dgm:shape>
        <dgm:varLst>
          <dgm:chMax val="0"/>
          <dgm:bulletEnabled val="1"/>
        </dgm:varLst>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alg type="tx">
              <dgm:param type="stBulletLvl" val="1"/>
              <dgm:param type="lnSpAfChP" val="20"/>
            </dgm:alg>
            <dgm:shape xmlns:r="http://schemas.openxmlformats.org/officeDocument/2006/relationships" type="rect" r:blip="">
              <dgm:adjLst/>
            </dgm:shape>
            <dgm:varLst>
              <dgm:bulletEnabled val="1"/>
            </dgm:varLst>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2">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shape xmlns:r="http://schemas.openxmlformats.org/officeDocument/2006/relationships" r:blip="">
      <dgm:adjLst/>
    </dgm:shape>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layoutNode name="txOne" styleLbl="node0">
          <dgm:alg type="tx"/>
          <dgm:shape xmlns:r="http://schemas.openxmlformats.org/officeDocument/2006/relationships" type="roundRect" r:blip="">
            <dgm:adjLst>
              <dgm:adj idx="1" val="0.1"/>
            </dgm:adjLst>
          </dgm:shape>
          <dgm:varLst>
            <dgm:chPref val="3"/>
          </dgm:varLst>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orzOne">
          <dgm:shape xmlns:r="http://schemas.openxmlformats.org/officeDocument/2006/relationships" r:blip="">
            <dgm:adjLst/>
          </dgm:shape>
          <dgm:choose name="Name8">
            <dgm:if name="Name9" func="var" arg="dir" op="equ" val="norm">
              <dgm:alg type="lin">
                <dgm:param type="linDir" val="fromL"/>
                <dgm:param type="nodeVertAlign" val="t"/>
              </dgm:alg>
            </dgm:if>
            <dgm:else name="Name10">
              <dgm:alg type="lin">
                <dgm:param type="linDir" val="fromR"/>
                <dgm:param type="nodeVertAlign" val="t"/>
              </dgm:alg>
            </dgm:else>
          </dgm:choos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layoutNode name="txTwo">
                <dgm:alg type="tx"/>
                <dgm:shape xmlns:r="http://schemas.openxmlformats.org/officeDocument/2006/relationships" type="roundRect" r:blip="">
                  <dgm:adjLst>
                    <dgm:adj idx="1" val="0.1"/>
                  </dgm:adjLst>
                </dgm:shape>
                <dgm:varLst>
                  <dgm:chPref val="3"/>
                </dgm:varLst>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orzTwo">
                <dgm:shape xmlns:r="http://schemas.openxmlformats.org/officeDocument/2006/relationships" r:blip="">
                  <dgm:adjLst/>
                </dgm:shape>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layoutNode name="txThree">
                      <dgm:alg type="tx"/>
                      <dgm:shape xmlns:r="http://schemas.openxmlformats.org/officeDocument/2006/relationships" type="roundRect" r:blip="">
                        <dgm:adjLst>
                          <dgm:adj idx="1" val="0.1"/>
                        </dgm:adjLst>
                      </dgm:shape>
                      <dgm:varLst>
                        <dgm:chPref val="3"/>
                      </dgm:varLst>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orzThree">
                      <dgm:shape xmlns:r="http://schemas.openxmlformats.org/officeDocument/2006/relationships" r:blip="">
                        <dgm:adjLst/>
                      </dgm:shap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presOf/>
                      <dgm:constrLst/>
                      <dgm:ruleLst>
                        <dgm:rule type="w" val="INF" fact="NaN" max="NaN"/>
                      </dgm:ruleLst>
                      <dgm:forEach name="repeat" axis="ch" ptType="node">
                        <dgm:layoutNode name="vertFour">
                          <dgm:alg type="lin">
                            <dgm:param type="linDir" val="fromT"/>
                          </dgm:alg>
                          <dgm:shape xmlns:r="http://schemas.openxmlformats.org/officeDocument/2006/relationships" r:blip="">
                            <dgm:adjLst/>
                          </dgm:shape>
                          <dgm:layoutNode name="txFour">
                            <dgm:alg type="tx"/>
                            <dgm:shape xmlns:r="http://schemas.openxmlformats.org/officeDocument/2006/relationships" type="roundRect" r:blip="">
                              <dgm:adjLst>
                                <dgm:adj idx="1" val="0.1"/>
                              </dgm:adjLst>
                            </dgm:shape>
                            <dgm:varLst>
                              <dgm:chPref val="3"/>
                            </dgm:varLst>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orzFour">
                            <dgm:shape xmlns:r="http://schemas.openxmlformats.org/officeDocument/2006/relationships" r:blip="">
                              <dgm:adjLst/>
                            </dgm:shape>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presOf/>
                            <dgm:constrLst/>
                            <dgm:ruleLst>
                              <dgm:rule type="w" val="INF" fact="NaN" max="NaN"/>
                            </dgm:ruleLst>
                            <dgm:forEach name="Name31" ref="repeat"/>
                          </dgm:layoutNode>
                          <dgm:varLst>
                            <dgm:chPref val="3"/>
                          </dgm:varLst>
                          <dgm:presOf/>
                          <dgm:constrLst>
                            <dgm:constr type="w" for="ch" forName="txFour" refType="w" refFor="ch" refForName="horzFour" op="gte"/>
                          </dgm:constrLst>
                          <dgm:ruleLst/>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presOf/>
                    <dgm:constrLst>
                      <dgm:constr type="w" for="ch" forName="txThree" refType="w" refFor="ch" refForName="horzThree" op="gte"/>
                    </dgm:constrLst>
                    <dgm:ruleLst/>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presOf/>
              <dgm:constrLst>
                <dgm:constr type="w" for="ch" forName="txTwo" refType="w" refFor="ch" refForName="horzTwo" op="gte"/>
              </dgm:constrLst>
              <dgm:ruleLst/>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presOf/>
        <dgm:constrLst>
          <dgm:constr type="w" for="ch" forName="txOne" refType="w" refFor="ch" refForName="horzOne" op="gte"/>
        </dgm:constrLst>
        <dgm:ruleLst/>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08/layout/VerticalCurvedList#1">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alg type="composite"/>
    <dgm:shape xmlns:r="http://schemas.openxmlformats.org/officeDocument/2006/relationships" r:blip="">
      <dgm:adjLst/>
    </dgm:shape>
    <dgm:layoutNode name="Name1">
      <dgm:alg type="composite"/>
      <dgm:shape xmlns:r="http://schemas.openxmlformats.org/officeDocument/2006/relationships" r:blip="">
        <dgm:adjLst/>
      </dgm:shape>
      <dgm:layoutNode name="cycle">
        <dgm:shape xmlns:r="http://schemas.openxmlformats.org/officeDocument/2006/relationships" r:blip="">
          <dgm:adjLst/>
        </dgm:shape>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choose name="Name21">
          <dgm:if name="Name22" func="var" arg="dir" op="equ" val="norm">
            <dgm:alg type="cycle">
              <dgm:param type="stAng" val="45"/>
              <dgm:param type="spanAng" val="90"/>
            </dgm:alg>
          </dgm:if>
          <dgm:else name="Name23">
            <dgm:alg type="cycle">
              <dgm:param type="stAng" val="225"/>
              <dgm:param type="spanAng" val="90"/>
            </dgm:alg>
          </dgm:else>
        </dgm:choose>
        <dgm:presOf/>
        <dgm:constrLst>
          <dgm:constr type="w" for="ch" val="1"/>
          <dgm:constr type="h" for="ch" val="1"/>
          <dgm:constr type="diam" for="ch" forName="conn" refType="diam"/>
        </dgm:constrLst>
      </dgm:layoutNod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shape xmlns:r="http://schemas.openxmlformats.org/officeDocument/2006/relationships" type="rect" r:blip="">
            <dgm:adjLst/>
          </dgm:shape>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shape xmlns:r="http://schemas.openxmlformats.org/officeDocument/2006/relationships" type="rect" r:blip="">
            <dgm:adjLst/>
          </dgm:shape>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shape xmlns:r="http://schemas.openxmlformats.org/officeDocument/2006/relationships" type="rect" r:blip="">
            <dgm:adjLst/>
          </dgm:shape>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shape xmlns:r="http://schemas.openxmlformats.org/officeDocument/2006/relationships" type="rect" r:blip="">
            <dgm:adjLst/>
          </dgm:shape>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shape xmlns:r="http://schemas.openxmlformats.org/officeDocument/2006/relationships" type="rect" r:blip="">
            <dgm:adjLst/>
          </dgm:shape>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shape xmlns:r="http://schemas.openxmlformats.org/officeDocument/2006/relationships" type="rect" r:blip="">
            <dgm:adjLst/>
          </dgm:shape>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shape xmlns:r="http://schemas.openxmlformats.org/officeDocument/2006/relationships" type="rect" r:blip="">
            <dgm:adjLst/>
          </dgm:shape>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varLst>
      <dgm:chMax val="7"/>
      <dgm:chPref val="7"/>
      <dgm:dir/>
    </dgm:varLst>
    <dgm:constrLst>
      <dgm:constr type="w" for="ch" refType="h" refFor="ch" op="gte" fact="0.8"/>
    </dgm:constrLst>
  </dgm:layoutNode>
</dgm:layoutDef>
</file>

<file path=ppt/diagrams/layout11.xml><?xml version="1.0" encoding="utf-8"?>
<dgm:layoutDef xmlns:dgm="http://schemas.openxmlformats.org/drawingml/2006/diagram" xmlns:a="http://schemas.openxmlformats.org/drawingml/2006/main" uniqueId="urn:microsoft.com/office/officeart/2008/layout/VerticalAccentList#1">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shape xmlns:r="http://schemas.openxmlformats.org/officeDocument/2006/relationships" r:blip="">
      <dgm:adjLst/>
    </dgm:shape>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layoutNode name="parenttext" styleLbl="revTx">
          <dgm:shape xmlns:r="http://schemas.openxmlformats.org/officeDocument/2006/relationships" type="rect" r:blip="">
            <dgm:adjLst/>
          </dgm:shape>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onstrLst>
          <dgm:constr type="h" for="ch" forName="parenttext" refType="h"/>
          <dgm:constr type="w" for="ch" forName="parenttext" refType="w"/>
        </dgm:constrLst>
      </dgm:layoutNode>
      <dgm:choose name="Name7">
        <dgm:if name="Name8" axis="ch" ptType="node" func="cnt" op="gte" val="1">
          <dgm:layoutNode name="composite">
            <dgm:alg type="composite">
              <dgm:param type="ar" val="6"/>
            </dgm:alg>
            <dgm:shape xmlns:r="http://schemas.openxmlformats.org/officeDocument/2006/relationships" r:blip="">
              <dgm:adjLst/>
            </dgm:shape>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shape xmlns:r="http://schemas.openxmlformats.org/officeDocument/2006/relationships" type="rect" r:blip="">
                <dgm:adjLst/>
              </dgm:shape>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dgm:if>
        <dgm:else name="Name36">
          <dgm:layoutNode name="parallelogramComposite">
            <dgm:alg type="composite">
              <dgm:param type="ar" val="50"/>
            </dgm:alg>
            <dgm:shape xmlns:r="http://schemas.openxmlformats.org/officeDocument/2006/relationships" r:blip="">
              <dgm:adjLst/>
            </dgm:shape>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numCol="1"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numCol="1" rtlCol="0"/>
          <a:lstStyle>
            <a:lvl1pPr algn="r">
              <a:defRPr sz="1200"/>
            </a:lvl1pPr>
          </a:lstStyle>
          <a:p>
            <a:fld id="{1790941D-EFFB-B745-9350-96412636191F}" type="datetimeFigureOut">
              <a:t>5/3/2026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numCol="1"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numCol="1" rtlCol="0" anchor="b"/>
          <a:lstStyle>
            <a:lvl1pPr algn="r">
              <a:defRPr sz="1200"/>
            </a:lvl1pPr>
          </a:lstStyle>
          <a:p>
            <a:fld id="{3EC1122B-0F2E-B341-B8DA-D29E5DAE9BDC}" type="slidenum">
              <a:t>‹#›</a:t>
            </a:fld>
            <a:endParaRPr lang="en-US"/>
          </a:p>
        </p:txBody>
      </p:sp>
    </p:spTree>
    <p:extLst>
      <p:ext uri="{BB962C8B-B14F-4D97-AF65-F5344CB8AC3E}">
        <p14:creationId xmlns:p14="http://schemas.microsoft.com/office/powerpoint/2010/main" val="3810907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numCol="1"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numCol="1" rtlCol="0"/>
          <a:lstStyle>
            <a:lvl1pPr algn="r">
              <a:defRPr sz="1200"/>
            </a:lvl1pPr>
          </a:lstStyle>
          <a:p>
            <a:fld id="{37899A14-3C82-4D7A-A6BE-4EE9FB2A1AB8}" type="datetimeFigureOut">
              <a:rPr lang="en-US" smtClean="0"/>
              <a:t>5/3/2026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numCol="1"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numCol="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numCol="1"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numCol="1" rtlCol="0" anchor="b"/>
          <a:lstStyle>
            <a:lvl1pPr algn="r">
              <a:defRPr sz="1200"/>
            </a:lvl1pPr>
          </a:lstStyle>
          <a:p>
            <a:fld id="{20599F28-8663-46C7-9050-41009FB8A0A3}" type="slidenum">
              <a:rPr lang="en-US" smtClean="0"/>
              <a:t>‹#›</a:t>
            </a:fld>
            <a:endParaRPr lang="en-US"/>
          </a:p>
        </p:txBody>
      </p:sp>
    </p:spTree>
    <p:extLst>
      <p:ext uri="{BB962C8B-B14F-4D97-AF65-F5344CB8AC3E}">
        <p14:creationId xmlns:p14="http://schemas.microsoft.com/office/powerpoint/2010/main" val="1590987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During the past few weeks, you have learned how to design and implement a database, add, delete and update data,</a:t>
            </a:r>
            <a:r>
              <a:rPr lang="en-GB" altLang="en-GB" sz="1200" kern="1200" baseline="0" dirty="0">
                <a:solidFill>
                  <a:schemeClr val="tx1"/>
                </a:solidFill>
                <a:effectLst/>
                <a:latin typeface="+mn-lt"/>
                <a:ea typeface="+mn-ea"/>
                <a:cs typeface="+mn-cs"/>
              </a:rPr>
              <a:t> </a:t>
            </a:r>
            <a:r>
              <a:rPr lang="en-GB" altLang="en-GB" sz="1200" kern="1200" dirty="0">
                <a:solidFill>
                  <a:schemeClr val="tx1"/>
                </a:solidFill>
                <a:effectLst/>
                <a:latin typeface="+mn-lt"/>
                <a:ea typeface="+mn-ea"/>
                <a:cs typeface="+mn-cs"/>
              </a:rPr>
              <a:t>fulfil various data retrieval requests using SELECT statements with appropriate conditions</a:t>
            </a:r>
            <a:r>
              <a:rPr lang="en-GB" altLang="en-GB" sz="1200" kern="1200" baseline="0" dirty="0">
                <a:solidFill>
                  <a:schemeClr val="tx1"/>
                </a:solidFill>
                <a:effectLst/>
                <a:latin typeface="+mn-lt"/>
                <a:ea typeface="+mn-ea"/>
                <a:cs typeface="+mn-cs"/>
              </a:rPr>
              <a:t>, functions</a:t>
            </a:r>
            <a:r>
              <a:rPr lang="en-GB" altLang="en-GB" sz="1200" kern="1200" dirty="0">
                <a:solidFill>
                  <a:schemeClr val="tx1"/>
                </a:solidFill>
                <a:effectLst/>
                <a:latin typeface="+mn-lt"/>
                <a:ea typeface="+mn-ea"/>
                <a:cs typeface="+mn-cs"/>
              </a:rPr>
              <a:t>, and subqueries etc.</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As you may already know, data is the most valuable resource in the organisation. </a:t>
            </a:r>
          </a:p>
          <a:p>
            <a:r>
              <a:rPr lang="en-GB" altLang="en-GB" sz="1200" kern="1200" dirty="0">
                <a:solidFill>
                  <a:schemeClr val="tx1"/>
                </a:solidFill>
                <a:effectLst/>
                <a:latin typeface="+mn-lt"/>
                <a:ea typeface="+mn-ea"/>
                <a:cs typeface="+mn-cs"/>
              </a:rPr>
              <a:t>This week we will be discussing various security issues that may compromise the safety and availability of the data as well as the countermeasures that are available to protect that data against security threats. </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To begin with, we will have an overview of the various security issues in multiuser database applications.</a:t>
            </a:r>
          </a:p>
        </p:txBody>
      </p:sp>
      <p:sp>
        <p:nvSpPr>
          <p:cNvPr id="4" name="Slide Number Placeholder 3"/>
          <p:cNvSpPr>
            <a:spLocks noGrp="1"/>
          </p:cNvSpPr>
          <p:nvPr>
            <p:ph type="sldNum" sz="quarter" idx="10"/>
          </p:nvPr>
        </p:nvSpPr>
        <p:spPr/>
        <p:txBody>
          <a:bodyPr numCol="1"/>
          <a:lstStyle/>
          <a:p>
            <a:pPr marL="0" marR="0" lvl="0" indent="0" algn="r" defTabSz="457200" rtl="0" eaLnBrk="1" latinLnBrk="0" hangingPunct="1">
              <a:lnSpc>
                <a:spcPct val="100000"/>
              </a:lnSpc>
              <a:spcBef>
                <a:spcPts val="0"/>
              </a:spcBef>
              <a:spcAft>
                <a:spcPts val="0"/>
              </a:spcAft>
              <a:buClrTx/>
              <a:buSzTx/>
              <a:buFontTx/>
              <a:buNone/>
              <a:tabLst/>
              <a:defRPr/>
            </a:pPr>
            <a:fld id="{20599F28-8663-46C7-9050-41009FB8A0A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18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b="1" kern="1200" dirty="0">
                <a:solidFill>
                  <a:schemeClr val="tx1"/>
                </a:solidFill>
                <a:effectLst/>
                <a:latin typeface="+mn-lt"/>
                <a:ea typeface="+mn-ea"/>
                <a:cs typeface="+mn-cs"/>
              </a:rPr>
              <a:t>Database security </a:t>
            </a:r>
            <a:r>
              <a:rPr lang="en-GB" altLang="en-GB" sz="1200" kern="1200" dirty="0">
                <a:solidFill>
                  <a:schemeClr val="tx1"/>
                </a:solidFill>
                <a:effectLst/>
                <a:latin typeface="+mn-lt"/>
                <a:ea typeface="+mn-ea"/>
                <a:cs typeface="+mn-cs"/>
              </a:rPr>
              <a:t>can be defined as </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The protection of the database against </a:t>
            </a:r>
            <a:r>
              <a:rPr lang="en-US" sz="1200" i="1" kern="1200" dirty="0" err="1">
                <a:solidFill>
                  <a:schemeClr val="tx1"/>
                </a:solidFill>
                <a:effectLst/>
                <a:latin typeface="+mn-lt"/>
                <a:ea typeface="+mn-ea"/>
                <a:cs typeface="+mn-cs"/>
              </a:rPr>
              <a:t>unauthorised</a:t>
            </a:r>
            <a:r>
              <a:rPr lang="en-US" sz="1200" i="1" kern="1200" dirty="0">
                <a:solidFill>
                  <a:schemeClr val="tx1"/>
                </a:solidFill>
                <a:effectLst/>
                <a:latin typeface="+mn-lt"/>
                <a:ea typeface="+mn-ea"/>
                <a:cs typeface="+mn-cs"/>
              </a:rPr>
              <a:t> access, whether it is intentional or accidental</a:t>
            </a:r>
            <a:r>
              <a:rPr lang="en-US" sz="1200" kern="1200" dirty="0">
                <a:solidFill>
                  <a:schemeClr val="tx1"/>
                </a:solidFill>
                <a:effectLst/>
                <a:latin typeface="+mn-lt"/>
                <a:ea typeface="+mn-ea"/>
                <a:cs typeface="+mn-cs"/>
              </a:rPr>
              <a:t>”.</a:t>
            </a:r>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Data security also focuses on ensuring data availability and data integrity. </a:t>
            </a:r>
          </a:p>
          <a:p>
            <a:r>
              <a:rPr lang="en-GB" altLang="en-GB" sz="1200" kern="1200" dirty="0">
                <a:solidFill>
                  <a:schemeClr val="tx1"/>
                </a:solidFill>
                <a:effectLst/>
                <a:latin typeface="+mn-lt"/>
                <a:ea typeface="+mn-ea"/>
                <a:cs typeface="+mn-cs"/>
              </a:rPr>
              <a:t>Any malicious activity tampering data must be prevented. </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Security countermeasures </a:t>
            </a:r>
            <a:r>
              <a:rPr lang="en-GB" altLang="en-GB" sz="1200" kern="1200" dirty="0">
                <a:solidFill>
                  <a:schemeClr val="tx1"/>
                </a:solidFill>
                <a:effectLst/>
                <a:latin typeface="+mn-lt"/>
                <a:ea typeface="+mn-ea"/>
                <a:cs typeface="+mn-cs"/>
              </a:rPr>
              <a:t>should combat the threats and should minimise the </a:t>
            </a:r>
            <a:r>
              <a:rPr lang="en-US" sz="1200" kern="1200" dirty="0">
                <a:solidFill>
                  <a:schemeClr val="tx1"/>
                </a:solidFill>
                <a:effectLst/>
                <a:latin typeface="+mn-lt"/>
                <a:ea typeface="+mn-ea"/>
                <a:cs typeface="+mn-cs"/>
              </a:rPr>
              <a:t>consequences</a:t>
            </a:r>
            <a:r>
              <a:rPr lang="en-GB" altLang="en-GB" sz="1200" kern="1200" dirty="0">
                <a:solidFill>
                  <a:schemeClr val="tx1"/>
                </a:solidFill>
                <a:effectLst/>
                <a:latin typeface="+mn-lt"/>
                <a:ea typeface="+mn-ea"/>
                <a:cs typeface="+mn-cs"/>
              </a:rPr>
              <a:t> of such threats. </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Security is the responsibility of the entire organization. </a:t>
            </a:r>
          </a:p>
          <a:p>
            <a:r>
              <a:rPr lang="en-GB" altLang="en-GB" sz="1200" kern="1200" dirty="0">
                <a:solidFill>
                  <a:schemeClr val="tx1"/>
                </a:solidFill>
                <a:effectLst/>
                <a:latin typeface="+mn-lt"/>
                <a:ea typeface="+mn-ea"/>
                <a:cs typeface="+mn-cs"/>
              </a:rPr>
              <a:t>Everyone within the organization must be educated and be aware of ensuring security. Every part of the system must be secured.</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The following slide will list some of the potential threats that may occur in any computerised system highlighting the importance of implementing organizational-wide security countermeasures.</a:t>
            </a:r>
          </a:p>
        </p:txBody>
      </p:sp>
      <p:sp>
        <p:nvSpPr>
          <p:cNvPr id="4" name="Slide Number Placeholder 3"/>
          <p:cNvSpPr>
            <a:spLocks noGrp="1"/>
          </p:cNvSpPr>
          <p:nvPr>
            <p:ph type="sldNum" sz="quarter" idx="10"/>
          </p:nvPr>
        </p:nvSpPr>
        <p:spPr/>
        <p:txBody>
          <a:bodyPr numCol="1"/>
          <a:lstStyle/>
          <a:p>
            <a:fld id="{20599F28-8663-46C7-9050-41009FB8A0A3}" type="slidenum">
              <a:rPr lang="en-US" smtClean="0"/>
              <a:t>2</a:t>
            </a:fld>
            <a:endParaRPr lang="en-US"/>
          </a:p>
        </p:txBody>
      </p:sp>
    </p:spTree>
    <p:extLst>
      <p:ext uri="{BB962C8B-B14F-4D97-AF65-F5344CB8AC3E}">
        <p14:creationId xmlns:p14="http://schemas.microsoft.com/office/powerpoint/2010/main" val="2329534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A security threat is a possible danger that might exploit a vulnerability in the system. </a:t>
            </a:r>
          </a:p>
          <a:p>
            <a:r>
              <a:rPr lang="en-GB" altLang="en-GB" sz="1200" kern="1200" dirty="0">
                <a:solidFill>
                  <a:schemeClr val="tx1"/>
                </a:solidFill>
                <a:effectLst/>
                <a:latin typeface="+mn-lt"/>
                <a:ea typeface="+mn-ea"/>
                <a:cs typeface="+mn-cs"/>
              </a:rPr>
              <a:t>An organization may face various threats, some of them are rare, but some may be very common and frequent. Some threats, even though very rare, may have large consequences.</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This slide highlights </a:t>
            </a:r>
            <a:r>
              <a:rPr lang="en-GB" altLang="en-GB" sz="1200" kern="1200" dirty="0">
                <a:solidFill>
                  <a:schemeClr val="tx1"/>
                </a:solidFill>
                <a:effectLst/>
                <a:latin typeface="+mn-lt"/>
                <a:ea typeface="+mn-ea"/>
                <a:cs typeface="+mn-cs"/>
              </a:rPr>
              <a:t>some of the potential threats, categorized into various components of a system such as hardware, software, administrator, Network, Database, User, Operators </a:t>
            </a:r>
            <a:r>
              <a:rPr lang="en-GB" altLang="en-GB" sz="1200" b="1" kern="1200" dirty="0">
                <a:solidFill>
                  <a:schemeClr val="tx1"/>
                </a:solidFill>
                <a:effectLst/>
                <a:latin typeface="+mn-lt"/>
                <a:ea typeface="+mn-ea"/>
                <a:cs typeface="+mn-cs"/>
              </a:rPr>
              <a:t>etc.</a:t>
            </a:r>
          </a:p>
          <a:p>
            <a:endParaRPr lang="en-GB" altLang="en-GB" sz="1200" b="1"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Pause the video and examine the list. You can see each part of the system is vulnerable and why system security is considered the organisation's responsibility.</a:t>
            </a:r>
          </a:p>
        </p:txBody>
      </p:sp>
      <p:sp>
        <p:nvSpPr>
          <p:cNvPr id="4" name="Slide Number Placeholder 3"/>
          <p:cNvSpPr>
            <a:spLocks noGrp="1"/>
          </p:cNvSpPr>
          <p:nvPr>
            <p:ph type="sldNum" sz="quarter" idx="10"/>
          </p:nvPr>
        </p:nvSpPr>
        <p:spPr/>
        <p:txBody>
          <a:bodyPr numCol="1"/>
          <a:lstStyle/>
          <a:p>
            <a:fld id="{20599F28-8663-46C7-9050-41009FB8A0A3}" type="slidenum">
              <a:rPr lang="en-US" smtClean="0"/>
              <a:t>3</a:t>
            </a:fld>
            <a:endParaRPr lang="en-US"/>
          </a:p>
        </p:txBody>
      </p:sp>
    </p:spTree>
    <p:extLst>
      <p:ext uri="{BB962C8B-B14F-4D97-AF65-F5344CB8AC3E}">
        <p14:creationId xmlns:p14="http://schemas.microsoft.com/office/powerpoint/2010/main" val="847888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As previously stated data is the most valuable resource within an organisation, data must be secured from every unauthorised access, either intentional or accidental.</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In any security breach on the database, the organisation may face some or all of the following:</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Theft</a:t>
            </a:r>
            <a:r>
              <a:rPr lang="en-GB" altLang="en-GB" sz="1200" kern="1200" dirty="0">
                <a:solidFill>
                  <a:schemeClr val="tx1"/>
                </a:solidFill>
                <a:effectLst/>
                <a:latin typeface="+mn-lt"/>
                <a:ea typeface="+mn-ea"/>
                <a:cs typeface="+mn-cs"/>
              </a:rPr>
              <a:t> and fraud</a:t>
            </a:r>
          </a:p>
          <a:p>
            <a:r>
              <a:rPr lang="en-GB" altLang="en-GB" sz="1200" b="1" kern="1200" dirty="0">
                <a:solidFill>
                  <a:schemeClr val="tx1"/>
                </a:solidFill>
                <a:effectLst/>
                <a:latin typeface="+mn-lt"/>
                <a:ea typeface="+mn-ea"/>
                <a:cs typeface="+mn-cs"/>
              </a:rPr>
              <a:t>Loss</a:t>
            </a:r>
            <a:r>
              <a:rPr lang="en-GB" altLang="en-GB" sz="1200" kern="1200" dirty="0">
                <a:solidFill>
                  <a:schemeClr val="tx1"/>
                </a:solidFill>
                <a:effectLst/>
                <a:latin typeface="+mn-lt"/>
                <a:ea typeface="+mn-ea"/>
                <a:cs typeface="+mn-cs"/>
              </a:rPr>
              <a:t> of confidentiality</a:t>
            </a:r>
          </a:p>
          <a:p>
            <a:r>
              <a:rPr lang="en-GB" altLang="en-GB" sz="1200" b="1" kern="1200" dirty="0">
                <a:solidFill>
                  <a:schemeClr val="tx1"/>
                </a:solidFill>
                <a:effectLst/>
                <a:latin typeface="+mn-lt"/>
                <a:ea typeface="+mn-ea"/>
                <a:cs typeface="+mn-cs"/>
              </a:rPr>
              <a:t>Loss</a:t>
            </a:r>
            <a:r>
              <a:rPr lang="en-GB" altLang="en-GB" sz="1200" kern="1200" dirty="0">
                <a:solidFill>
                  <a:schemeClr val="tx1"/>
                </a:solidFill>
                <a:effectLst/>
                <a:latin typeface="+mn-lt"/>
                <a:ea typeface="+mn-ea"/>
                <a:cs typeface="+mn-cs"/>
              </a:rPr>
              <a:t> of privacy</a:t>
            </a:r>
          </a:p>
          <a:p>
            <a:r>
              <a:rPr lang="en-GB" altLang="en-GB" sz="1200" b="1" kern="1200" dirty="0">
                <a:solidFill>
                  <a:schemeClr val="tx1"/>
                </a:solidFill>
                <a:effectLst/>
                <a:latin typeface="+mn-lt"/>
                <a:ea typeface="+mn-ea"/>
                <a:cs typeface="+mn-cs"/>
              </a:rPr>
              <a:t>Loss</a:t>
            </a:r>
            <a:r>
              <a:rPr lang="en-GB" altLang="en-GB" sz="1200" kern="1200" dirty="0">
                <a:solidFill>
                  <a:schemeClr val="tx1"/>
                </a:solidFill>
                <a:effectLst/>
                <a:latin typeface="+mn-lt"/>
                <a:ea typeface="+mn-ea"/>
                <a:cs typeface="+mn-cs"/>
              </a:rPr>
              <a:t> of integrity</a:t>
            </a:r>
          </a:p>
          <a:p>
            <a:r>
              <a:rPr lang="en-GB" altLang="en-GB" sz="1200" b="1" kern="1200" dirty="0">
                <a:solidFill>
                  <a:schemeClr val="tx1"/>
                </a:solidFill>
                <a:effectLst/>
                <a:latin typeface="+mn-lt"/>
                <a:ea typeface="+mn-ea"/>
                <a:cs typeface="+mn-cs"/>
              </a:rPr>
              <a:t>Loss</a:t>
            </a:r>
            <a:r>
              <a:rPr lang="en-GB" altLang="en-GB" sz="1200" kern="1200" dirty="0">
                <a:solidFill>
                  <a:schemeClr val="tx1"/>
                </a:solidFill>
                <a:effectLst/>
                <a:latin typeface="+mn-lt"/>
                <a:ea typeface="+mn-ea"/>
                <a:cs typeface="+mn-cs"/>
              </a:rPr>
              <a:t> of availability</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These categorizations help the organization to plan and implement security countermeasures to prevent each of them happening.</a:t>
            </a:r>
          </a:p>
          <a:p>
            <a:endParaRPr lang="en-GB" altLang="en-GB" dirty="0"/>
          </a:p>
        </p:txBody>
      </p:sp>
      <p:sp>
        <p:nvSpPr>
          <p:cNvPr id="4" name="Slide Number Placeholder 3"/>
          <p:cNvSpPr>
            <a:spLocks noGrp="1"/>
          </p:cNvSpPr>
          <p:nvPr>
            <p:ph type="sldNum" sz="quarter" idx="10"/>
          </p:nvPr>
        </p:nvSpPr>
        <p:spPr/>
        <p:txBody>
          <a:bodyPr numCol="1"/>
          <a:lstStyle/>
          <a:p>
            <a:fld id="{20599F28-8663-46C7-9050-41009FB8A0A3}" type="slidenum">
              <a:rPr lang="en-US" smtClean="0"/>
              <a:t>4</a:t>
            </a:fld>
            <a:endParaRPr lang="en-US"/>
          </a:p>
        </p:txBody>
      </p:sp>
    </p:spTree>
    <p:extLst>
      <p:ext uri="{BB962C8B-B14F-4D97-AF65-F5344CB8AC3E}">
        <p14:creationId xmlns:p14="http://schemas.microsoft.com/office/powerpoint/2010/main" val="1740381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As various threats are affecting the data in different ways there are also several countermeasures. </a:t>
            </a:r>
          </a:p>
          <a:p>
            <a:r>
              <a:rPr lang="en-GB" altLang="en-GB" sz="1200" kern="1200" dirty="0">
                <a:solidFill>
                  <a:schemeClr val="tx1"/>
                </a:solidFill>
                <a:effectLst/>
                <a:latin typeface="+mn-lt"/>
                <a:ea typeface="+mn-ea"/>
                <a:cs typeface="+mn-cs"/>
              </a:rPr>
              <a:t>Most of these are required to ensure the security, integrity and availability efficiently and effectively.</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Authorisation</a:t>
            </a:r>
            <a:r>
              <a:rPr lang="en-GB" altLang="en-GB" sz="1200" kern="1200" dirty="0">
                <a:solidFill>
                  <a:schemeClr val="tx1"/>
                </a:solidFill>
                <a:effectLst/>
                <a:latin typeface="+mn-lt"/>
                <a:ea typeface="+mn-ea"/>
                <a:cs typeface="+mn-cs"/>
              </a:rPr>
              <a:t>: Allow or deny the access to the system, determines the authenticity of the user, verifies whether the user is whom they claim to be.</a:t>
            </a:r>
          </a:p>
          <a:p>
            <a:r>
              <a:rPr lang="en-GB" altLang="en-GB" sz="1200" b="1" kern="1200" dirty="0">
                <a:solidFill>
                  <a:schemeClr val="tx1"/>
                </a:solidFill>
                <a:effectLst/>
                <a:latin typeface="+mn-lt"/>
                <a:ea typeface="+mn-ea"/>
                <a:cs typeface="+mn-cs"/>
              </a:rPr>
              <a:t>Integrity ensures </a:t>
            </a:r>
            <a:r>
              <a:rPr lang="en-GB" altLang="en-GB" sz="1200" kern="1200" dirty="0">
                <a:solidFill>
                  <a:schemeClr val="tx1"/>
                </a:solidFill>
                <a:effectLst/>
                <a:latin typeface="+mn-lt"/>
                <a:ea typeface="+mn-ea"/>
                <a:cs typeface="+mn-cs"/>
              </a:rPr>
              <a:t>the correctness of the data. Integrity constraints defined with the table definition ensures the data is valid, preventing misleading or incorrect data.</a:t>
            </a:r>
          </a:p>
          <a:p>
            <a:r>
              <a:rPr lang="en-GB" altLang="en-GB" sz="1200" b="1" kern="1200" dirty="0">
                <a:solidFill>
                  <a:schemeClr val="tx1"/>
                </a:solidFill>
                <a:effectLst/>
                <a:latin typeface="+mn-lt"/>
                <a:ea typeface="+mn-ea"/>
                <a:cs typeface="+mn-cs"/>
              </a:rPr>
              <a:t>Views are </a:t>
            </a:r>
            <a:r>
              <a:rPr lang="en-GB" altLang="en-GB" sz="1200" kern="1200" dirty="0">
                <a:solidFill>
                  <a:schemeClr val="tx1"/>
                </a:solidFill>
                <a:effectLst/>
                <a:latin typeface="+mn-lt"/>
                <a:ea typeface="+mn-ea"/>
                <a:cs typeface="+mn-cs"/>
              </a:rPr>
              <a:t>Virtual table, that doesn't exist but produced upon request. Views can be created by including the necessary columns and leaving the confidential columns and other unnecessary columns in the base tables.</a:t>
            </a:r>
          </a:p>
          <a:p>
            <a:r>
              <a:rPr lang="en-GB" altLang="en-GB" sz="1200" b="1" kern="1200" dirty="0">
                <a:solidFill>
                  <a:schemeClr val="tx1"/>
                </a:solidFill>
                <a:effectLst/>
                <a:latin typeface="+mn-lt"/>
                <a:ea typeface="+mn-ea"/>
                <a:cs typeface="+mn-cs"/>
              </a:rPr>
              <a:t>Backup and Recovery </a:t>
            </a:r>
            <a:r>
              <a:rPr lang="en-GB" altLang="en-GB" sz="1200" kern="1200" dirty="0">
                <a:solidFill>
                  <a:schemeClr val="tx1"/>
                </a:solidFill>
                <a:effectLst/>
                <a:latin typeface="+mn-lt"/>
                <a:ea typeface="+mn-ea"/>
                <a:cs typeface="+mn-cs"/>
              </a:rPr>
              <a:t>routine details the process of periodically copying the data that can be restored to protect organizations against data loss.</a:t>
            </a:r>
          </a:p>
          <a:p>
            <a:r>
              <a:rPr lang="en-GB" altLang="en-GB" sz="1200" b="1" kern="1200" dirty="0">
                <a:solidFill>
                  <a:schemeClr val="tx1"/>
                </a:solidFill>
                <a:effectLst/>
                <a:latin typeface="+mn-lt"/>
                <a:ea typeface="+mn-ea"/>
                <a:cs typeface="+mn-cs"/>
              </a:rPr>
              <a:t>Encryption conceals </a:t>
            </a:r>
            <a:r>
              <a:rPr lang="en-GB" altLang="en-GB" sz="1200" kern="1200" dirty="0">
                <a:solidFill>
                  <a:schemeClr val="tx1"/>
                </a:solidFill>
                <a:effectLst/>
                <a:latin typeface="+mn-lt"/>
                <a:ea typeface="+mn-ea"/>
                <a:cs typeface="+mn-cs"/>
              </a:rPr>
              <a:t>the appearance of the original data known using special algorithms into unreadable by any program without an appropriate decryption key.</a:t>
            </a:r>
          </a:p>
          <a:p>
            <a:r>
              <a:rPr lang="en-GB" altLang="en-GB" sz="1200" b="1" kern="1200" dirty="0">
                <a:solidFill>
                  <a:schemeClr val="tx1"/>
                </a:solidFill>
                <a:effectLst/>
                <a:latin typeface="+mn-lt"/>
                <a:ea typeface="+mn-ea"/>
                <a:cs typeface="+mn-cs"/>
              </a:rPr>
              <a:t>RAID</a:t>
            </a:r>
            <a:r>
              <a:rPr lang="en-GB" altLang="en-GB" sz="1200" kern="1200" dirty="0">
                <a:solidFill>
                  <a:schemeClr val="tx1"/>
                </a:solidFill>
                <a:effectLst/>
                <a:latin typeface="+mn-lt"/>
                <a:ea typeface="+mn-ea"/>
                <a:cs typeface="+mn-cs"/>
              </a:rPr>
              <a:t>, the redundant array of independent disks, is to ensure the hardware on which the DBMS running is fault-tolerant. </a:t>
            </a:r>
          </a:p>
          <a:p>
            <a:r>
              <a:rPr lang="en-GB" altLang="en-GB" sz="1200" kern="1200" dirty="0">
                <a:solidFill>
                  <a:schemeClr val="tx1"/>
                </a:solidFill>
                <a:effectLst/>
                <a:latin typeface="+mn-lt"/>
                <a:ea typeface="+mn-ea"/>
                <a:cs typeface="+mn-cs"/>
              </a:rPr>
              <a:t>This ensures a smooth running of DBMS, preventing data loss and guaranteeing data availability.</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In general, most of the above countermeasures are applied to ensure security in a multi-user environment. </a:t>
            </a:r>
          </a:p>
          <a:p>
            <a:r>
              <a:rPr lang="en-GB" altLang="en-GB" sz="1200" kern="1200" dirty="0">
                <a:solidFill>
                  <a:schemeClr val="tx1"/>
                </a:solidFill>
                <a:effectLst/>
                <a:latin typeface="+mn-lt"/>
                <a:ea typeface="+mn-ea"/>
                <a:cs typeface="+mn-cs"/>
              </a:rPr>
              <a:t>However, these can be implemented to protect the data in a database in a database-specific way.</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The following slides will give some examples of how these are applied in a database environment.</a:t>
            </a:r>
          </a:p>
          <a:p>
            <a:endParaRPr lang="en-GB" alt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numCol="1"/>
          <a:lstStyle/>
          <a:p>
            <a:fld id="{20599F28-8663-46C7-9050-41009FB8A0A3}" type="slidenum">
              <a:rPr lang="en-US" smtClean="0"/>
              <a:t>5</a:t>
            </a:fld>
            <a:endParaRPr lang="en-US"/>
          </a:p>
        </p:txBody>
      </p:sp>
    </p:spTree>
    <p:extLst>
      <p:ext uri="{BB962C8B-B14F-4D97-AF65-F5344CB8AC3E}">
        <p14:creationId xmlns:p14="http://schemas.microsoft.com/office/powerpoint/2010/main" val="902326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b="1" kern="1200" dirty="0">
                <a:solidFill>
                  <a:schemeClr val="tx1"/>
                </a:solidFill>
                <a:effectLst/>
                <a:latin typeface="+mn-lt"/>
                <a:ea typeface="+mn-ea"/>
                <a:cs typeface="+mn-cs"/>
              </a:rPr>
              <a:t>In Database</a:t>
            </a:r>
            <a:r>
              <a:rPr lang="en-GB" altLang="en-GB" sz="1200" kern="1200" dirty="0">
                <a:solidFill>
                  <a:schemeClr val="tx1"/>
                </a:solidFill>
                <a:effectLst/>
                <a:latin typeface="+mn-lt"/>
                <a:ea typeface="+mn-ea"/>
                <a:cs typeface="+mn-cs"/>
              </a:rPr>
              <a:t>, authorisation is managed by the DBA using access control mechanisms. </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The DBA </a:t>
            </a:r>
            <a:r>
              <a:rPr lang="en-GB" altLang="en-GB" sz="1200" kern="1200" dirty="0">
                <a:solidFill>
                  <a:schemeClr val="tx1"/>
                </a:solidFill>
                <a:effectLst/>
                <a:latin typeface="+mn-lt"/>
                <a:ea typeface="+mn-ea"/>
                <a:cs typeface="+mn-cs"/>
              </a:rPr>
              <a:t>can grant the right or privilege to access a specific system or system object. </a:t>
            </a:r>
          </a:p>
          <a:p>
            <a:r>
              <a:rPr lang="en-GB" altLang="en-GB" sz="1200" kern="1200" dirty="0">
                <a:solidFill>
                  <a:schemeClr val="tx1"/>
                </a:solidFill>
                <a:effectLst/>
                <a:latin typeface="+mn-lt"/>
                <a:ea typeface="+mn-ea"/>
                <a:cs typeface="+mn-cs"/>
              </a:rPr>
              <a:t>For example, a valid user and password can be used to authenticate the user. </a:t>
            </a:r>
          </a:p>
          <a:p>
            <a:r>
              <a:rPr lang="en-GB" altLang="en-GB" sz="1200" kern="1200" dirty="0">
                <a:solidFill>
                  <a:schemeClr val="tx1"/>
                </a:solidFill>
                <a:effectLst/>
                <a:latin typeface="+mn-lt"/>
                <a:ea typeface="+mn-ea"/>
                <a:cs typeface="+mn-cs"/>
              </a:rPr>
              <a:t>Privilege to start a session will ensure the user can log-in and establish a connection to the database.</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DBA can decide </a:t>
            </a:r>
            <a:r>
              <a:rPr lang="en-GB" altLang="en-GB" sz="1200" kern="1200" dirty="0">
                <a:solidFill>
                  <a:schemeClr val="tx1"/>
                </a:solidFill>
                <a:effectLst/>
                <a:latin typeface="+mn-lt"/>
                <a:ea typeface="+mn-ea"/>
                <a:cs typeface="+mn-cs"/>
              </a:rPr>
              <a:t>to manage these as user or role-based access rights. </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There could </a:t>
            </a:r>
            <a:r>
              <a:rPr lang="en-GB" altLang="en-GB" sz="1200" kern="1200" dirty="0">
                <a:solidFill>
                  <a:schemeClr val="tx1"/>
                </a:solidFill>
                <a:effectLst/>
                <a:latin typeface="+mn-lt"/>
                <a:ea typeface="+mn-ea"/>
                <a:cs typeface="+mn-cs"/>
              </a:rPr>
              <a:t>also object-level privileges assigned to the user or user roles, for example, Select, update, insert, delete from tables.</a:t>
            </a:r>
          </a:p>
        </p:txBody>
      </p:sp>
      <p:sp>
        <p:nvSpPr>
          <p:cNvPr id="4" name="Slide Number Placeholder 3"/>
          <p:cNvSpPr>
            <a:spLocks noGrp="1"/>
          </p:cNvSpPr>
          <p:nvPr>
            <p:ph type="sldNum" sz="quarter" idx="10"/>
          </p:nvPr>
        </p:nvSpPr>
        <p:spPr/>
        <p:txBody>
          <a:bodyPr numCol="1"/>
          <a:lstStyle/>
          <a:p>
            <a:fld id="{20599F28-8663-46C7-9050-41009FB8A0A3}" type="slidenum">
              <a:rPr lang="en-US" smtClean="0"/>
              <a:t>6</a:t>
            </a:fld>
            <a:endParaRPr lang="en-US"/>
          </a:p>
        </p:txBody>
      </p:sp>
    </p:spTree>
    <p:extLst>
      <p:ext uri="{BB962C8B-B14F-4D97-AF65-F5344CB8AC3E}">
        <p14:creationId xmlns:p14="http://schemas.microsoft.com/office/powerpoint/2010/main" val="3645164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Data integrity to ensure the correctness of data can be implemented using various integrity constraints that are available in the DBMS. </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Constraints</a:t>
            </a:r>
            <a:r>
              <a:rPr lang="en-GB" altLang="en-GB" sz="1200" kern="1200" dirty="0">
                <a:solidFill>
                  <a:schemeClr val="tx1"/>
                </a:solidFill>
                <a:effectLst/>
                <a:latin typeface="+mn-lt"/>
                <a:ea typeface="+mn-ea"/>
                <a:cs typeface="+mn-cs"/>
              </a:rPr>
              <a:t> imposed at an object level. For example, at the table level, constraints are to control and verify the data being inserted.</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Entity integrity </a:t>
            </a:r>
            <a:r>
              <a:rPr lang="en-GB" altLang="en-GB" sz="1200" kern="1200" dirty="0">
                <a:solidFill>
                  <a:schemeClr val="tx1"/>
                </a:solidFill>
                <a:effectLst/>
                <a:latin typeface="+mn-lt"/>
                <a:ea typeface="+mn-ea"/>
                <a:cs typeface="+mn-cs"/>
              </a:rPr>
              <a:t>ensures that </a:t>
            </a:r>
            <a:r>
              <a:rPr lang="en-GB" altLang="en-GB" sz="1200" b="1" kern="1200" dirty="0">
                <a:solidFill>
                  <a:schemeClr val="tx1"/>
                </a:solidFill>
                <a:effectLst/>
                <a:latin typeface="+mn-lt"/>
                <a:ea typeface="+mn-ea"/>
                <a:cs typeface="+mn-cs"/>
              </a:rPr>
              <a:t>no attribute </a:t>
            </a:r>
            <a:r>
              <a:rPr lang="en-GB" altLang="en-GB" sz="1200" kern="1200" dirty="0">
                <a:solidFill>
                  <a:schemeClr val="tx1"/>
                </a:solidFill>
                <a:effectLst/>
                <a:latin typeface="+mn-lt"/>
                <a:ea typeface="+mn-ea"/>
                <a:cs typeface="+mn-cs"/>
              </a:rPr>
              <a:t>of a primary key column can be null. </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Referential</a:t>
            </a:r>
            <a:r>
              <a:rPr lang="en-GB" altLang="en-GB" sz="1200" kern="1200" dirty="0">
                <a:solidFill>
                  <a:schemeClr val="tx1"/>
                </a:solidFill>
                <a:effectLst/>
                <a:latin typeface="+mn-lt"/>
                <a:ea typeface="+mn-ea"/>
                <a:cs typeface="+mn-cs"/>
              </a:rPr>
              <a:t> integrity ensures a </a:t>
            </a:r>
            <a:r>
              <a:rPr lang="en-GB" altLang="en-GB" sz="1200" b="1" kern="1200" dirty="0">
                <a:solidFill>
                  <a:schemeClr val="tx1"/>
                </a:solidFill>
                <a:effectLst/>
                <a:latin typeface="+mn-lt"/>
                <a:ea typeface="+mn-ea"/>
                <a:cs typeface="+mn-cs"/>
              </a:rPr>
              <a:t>candidate</a:t>
            </a:r>
            <a:r>
              <a:rPr lang="en-GB" altLang="en-GB" sz="1200" kern="1200" dirty="0">
                <a:solidFill>
                  <a:schemeClr val="tx1"/>
                </a:solidFill>
                <a:effectLst/>
                <a:latin typeface="+mn-lt"/>
                <a:ea typeface="+mn-ea"/>
                <a:cs typeface="+mn-cs"/>
              </a:rPr>
              <a:t> row exists within a related table, in other words, there is no foreign key value without a relevant primary key value.</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Domain</a:t>
            </a:r>
            <a:r>
              <a:rPr lang="en-GB" altLang="en-GB" sz="1200" kern="1200" dirty="0">
                <a:solidFill>
                  <a:schemeClr val="tx1"/>
                </a:solidFill>
                <a:effectLst/>
                <a:latin typeface="+mn-lt"/>
                <a:ea typeface="+mn-ea"/>
                <a:cs typeface="+mn-cs"/>
              </a:rPr>
              <a:t> integrity defines the data type of the </a:t>
            </a:r>
            <a:r>
              <a:rPr lang="en-GB" altLang="en-GB" sz="1200" b="1" kern="1200" dirty="0">
                <a:solidFill>
                  <a:schemeClr val="tx1"/>
                </a:solidFill>
                <a:effectLst/>
                <a:latin typeface="+mn-lt"/>
                <a:ea typeface="+mn-ea"/>
                <a:cs typeface="+mn-cs"/>
              </a:rPr>
              <a:t>attributes</a:t>
            </a:r>
            <a:r>
              <a:rPr lang="en-GB" altLang="en-GB" sz="1200" kern="1200" dirty="0">
                <a:solidFill>
                  <a:schemeClr val="tx1"/>
                </a:solidFill>
                <a:effectLst/>
                <a:latin typeface="+mn-lt"/>
                <a:ea typeface="+mn-ea"/>
                <a:cs typeface="+mn-cs"/>
              </a:rPr>
              <a:t>, </a:t>
            </a:r>
            <a:r>
              <a:rPr lang="en-GB" altLang="en-GB" sz="1200" b="0" kern="1200" dirty="0">
                <a:solidFill>
                  <a:schemeClr val="tx1"/>
                </a:solidFill>
                <a:effectLst/>
                <a:latin typeface="+mn-lt"/>
                <a:ea typeface="+mn-ea"/>
                <a:cs typeface="+mn-cs"/>
              </a:rPr>
              <a:t>allowing</a:t>
            </a:r>
            <a:r>
              <a:rPr lang="en-GB" altLang="en-GB" sz="1200" kern="1200" dirty="0">
                <a:solidFill>
                  <a:schemeClr val="tx1"/>
                </a:solidFill>
                <a:effectLst/>
                <a:latin typeface="+mn-lt"/>
                <a:ea typeface="+mn-ea"/>
                <a:cs typeface="+mn-cs"/>
              </a:rPr>
              <a:t> only certain values in a given attribute.  </a:t>
            </a:r>
          </a:p>
          <a:p>
            <a:r>
              <a:rPr lang="en-GB" altLang="en-GB" sz="1200" kern="1200" dirty="0">
                <a:solidFill>
                  <a:schemeClr val="tx1"/>
                </a:solidFill>
                <a:effectLst/>
                <a:latin typeface="+mn-lt"/>
                <a:ea typeface="+mn-ea"/>
                <a:cs typeface="+mn-cs"/>
              </a:rPr>
              <a:t>An attribute defined as a Date data type, you cannot enter 31-NOV-2020. </a:t>
            </a:r>
          </a:p>
          <a:p>
            <a:r>
              <a:rPr lang="en-GB" altLang="en-GB" sz="1200" kern="1200" dirty="0">
                <a:solidFill>
                  <a:schemeClr val="tx1"/>
                </a:solidFill>
                <a:effectLst/>
                <a:latin typeface="+mn-lt"/>
                <a:ea typeface="+mn-ea"/>
                <a:cs typeface="+mn-cs"/>
              </a:rPr>
              <a:t>This will be treated as an invalid date and will throw an error message since November has only 30 days.</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Semantic</a:t>
            </a:r>
            <a:r>
              <a:rPr lang="en-GB" altLang="en-GB" sz="1200" kern="1200" dirty="0">
                <a:solidFill>
                  <a:schemeClr val="tx1"/>
                </a:solidFill>
                <a:effectLst/>
                <a:latin typeface="+mn-lt"/>
                <a:ea typeface="+mn-ea"/>
                <a:cs typeface="+mn-cs"/>
              </a:rPr>
              <a:t> integrity ensures </a:t>
            </a:r>
            <a:r>
              <a:rPr lang="en-GB" altLang="en-GB" sz="1200" b="1" kern="1200" dirty="0">
                <a:solidFill>
                  <a:schemeClr val="tx1"/>
                </a:solidFill>
                <a:effectLst/>
                <a:latin typeface="+mn-lt"/>
                <a:ea typeface="+mn-ea"/>
                <a:cs typeface="+mn-cs"/>
              </a:rPr>
              <a:t>that the </a:t>
            </a:r>
            <a:r>
              <a:rPr lang="en-GB" altLang="en-GB" sz="1200" kern="1200" dirty="0">
                <a:solidFill>
                  <a:schemeClr val="tx1"/>
                </a:solidFill>
                <a:effectLst/>
                <a:latin typeface="+mn-lt"/>
                <a:ea typeface="+mn-ea"/>
                <a:cs typeface="+mn-cs"/>
              </a:rPr>
              <a:t>data adheres to business rules.</a:t>
            </a:r>
          </a:p>
          <a:p>
            <a:r>
              <a:rPr lang="en-GB" altLang="en-GB" sz="1200" kern="1200" dirty="0">
                <a:solidFill>
                  <a:schemeClr val="tx1"/>
                </a:solidFill>
                <a:effectLst/>
                <a:latin typeface="+mn-lt"/>
                <a:ea typeface="+mn-ea"/>
                <a:cs typeface="+mn-cs"/>
              </a:rPr>
              <a:t>Appropriate data type along with validation rules for the attribute ensures semantic integrity.</a:t>
            </a:r>
          </a:p>
          <a:p>
            <a:endParaRPr lang="en-GB" altLang="en-GB" dirty="0"/>
          </a:p>
        </p:txBody>
      </p:sp>
      <p:sp>
        <p:nvSpPr>
          <p:cNvPr id="4" name="Slide Number Placeholder 3"/>
          <p:cNvSpPr>
            <a:spLocks noGrp="1"/>
          </p:cNvSpPr>
          <p:nvPr>
            <p:ph type="sldNum" sz="quarter" idx="10"/>
          </p:nvPr>
        </p:nvSpPr>
        <p:spPr/>
        <p:txBody>
          <a:bodyPr numCol="1"/>
          <a:lstStyle/>
          <a:p>
            <a:fld id="{20599F28-8663-46C7-9050-41009FB8A0A3}" type="slidenum">
              <a:rPr lang="en-US" smtClean="0"/>
              <a:t>7</a:t>
            </a:fld>
            <a:endParaRPr lang="en-US"/>
          </a:p>
        </p:txBody>
      </p:sp>
    </p:spTree>
    <p:extLst>
      <p:ext uri="{BB962C8B-B14F-4D97-AF65-F5344CB8AC3E}">
        <p14:creationId xmlns:p14="http://schemas.microsoft.com/office/powerpoint/2010/main" val="491809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Views are very useful for providing a controlled view to individual users depending on what they are eligible to see, without overloading the database storage. </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Views</a:t>
            </a:r>
            <a:r>
              <a:rPr lang="en-GB" altLang="en-GB" sz="1200" kern="1200" dirty="0">
                <a:solidFill>
                  <a:schemeClr val="tx1"/>
                </a:solidFill>
                <a:effectLst/>
                <a:latin typeface="+mn-lt"/>
                <a:ea typeface="+mn-ea"/>
                <a:cs typeface="+mn-cs"/>
              </a:rPr>
              <a:t> can provide restricted </a:t>
            </a:r>
            <a:r>
              <a:rPr lang="en-GB" altLang="en-GB" sz="1200" b="1" kern="1200" dirty="0">
                <a:solidFill>
                  <a:schemeClr val="tx1"/>
                </a:solidFill>
                <a:effectLst/>
                <a:latin typeface="+mn-lt"/>
                <a:ea typeface="+mn-ea"/>
                <a:cs typeface="+mn-cs"/>
              </a:rPr>
              <a:t>access to specific </a:t>
            </a:r>
            <a:r>
              <a:rPr lang="en-GB" altLang="en-GB" sz="1200" kern="1200" dirty="0">
                <a:solidFill>
                  <a:schemeClr val="tx1"/>
                </a:solidFill>
                <a:effectLst/>
                <a:latin typeface="+mn-lt"/>
                <a:ea typeface="+mn-ea"/>
                <a:cs typeface="+mn-cs"/>
              </a:rPr>
              <a:t>attributes within a table and can also hide table names and attribute names.</a:t>
            </a:r>
          </a:p>
          <a:p>
            <a:r>
              <a:rPr lang="en-GB" altLang="en-GB" sz="1200" b="1" kern="1200" dirty="0">
                <a:solidFill>
                  <a:schemeClr val="tx1"/>
                </a:solidFill>
                <a:effectLst/>
                <a:latin typeface="+mn-lt"/>
                <a:ea typeface="+mn-ea"/>
                <a:cs typeface="+mn-cs"/>
              </a:rPr>
              <a:t>Views</a:t>
            </a:r>
            <a:r>
              <a:rPr lang="en-GB" altLang="en-GB" sz="1200" kern="1200" dirty="0">
                <a:solidFill>
                  <a:schemeClr val="tx1"/>
                </a:solidFill>
                <a:effectLst/>
                <a:latin typeface="+mn-lt"/>
                <a:ea typeface="+mn-ea"/>
                <a:cs typeface="+mn-cs"/>
              </a:rPr>
              <a:t> can be treated as tables. Accessing views can be controlled by assigning appropriate privileges to individual users.  </a:t>
            </a:r>
          </a:p>
          <a:p>
            <a:r>
              <a:rPr lang="en-GB" altLang="en-GB" sz="1200" b="0" kern="1200" dirty="0">
                <a:solidFill>
                  <a:schemeClr val="tx1"/>
                </a:solidFill>
                <a:effectLst/>
                <a:latin typeface="+mn-lt"/>
                <a:ea typeface="+mn-ea"/>
                <a:cs typeface="+mn-cs"/>
              </a:rPr>
              <a:t>Most</a:t>
            </a:r>
            <a:r>
              <a:rPr lang="en-GB" altLang="en-GB" sz="1200" kern="1200" dirty="0">
                <a:solidFill>
                  <a:schemeClr val="tx1"/>
                </a:solidFill>
                <a:effectLst/>
                <a:latin typeface="+mn-lt"/>
                <a:ea typeface="+mn-ea"/>
                <a:cs typeface="+mn-cs"/>
              </a:rPr>
              <a:t> of the time views contain less information than the base tables. This way, views provide a more restrictive way of maintaining access control, providing access control at a sub-table level.</a:t>
            </a:r>
          </a:p>
        </p:txBody>
      </p:sp>
      <p:sp>
        <p:nvSpPr>
          <p:cNvPr id="4" name="Slide Number Placeholder 3"/>
          <p:cNvSpPr>
            <a:spLocks noGrp="1"/>
          </p:cNvSpPr>
          <p:nvPr>
            <p:ph type="sldNum" sz="quarter" idx="10"/>
          </p:nvPr>
        </p:nvSpPr>
        <p:spPr/>
        <p:txBody>
          <a:bodyPr numCol="1"/>
          <a:lstStyle/>
          <a:p>
            <a:fld id="{20599F28-8663-46C7-9050-41009FB8A0A3}" type="slidenum">
              <a:rPr lang="en-US" smtClean="0"/>
              <a:t>8</a:t>
            </a:fld>
            <a:endParaRPr lang="en-US"/>
          </a:p>
        </p:txBody>
      </p:sp>
    </p:spTree>
    <p:extLst>
      <p:ext uri="{BB962C8B-B14F-4D97-AF65-F5344CB8AC3E}">
        <p14:creationId xmlns:p14="http://schemas.microsoft.com/office/powerpoint/2010/main" val="3381477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Encryption is one of the most commonly used data protection mechanism. </a:t>
            </a:r>
          </a:p>
          <a:p>
            <a:r>
              <a:rPr lang="en-US" sz="1200" kern="1200" dirty="0">
                <a:solidFill>
                  <a:schemeClr val="tx1"/>
                </a:solidFill>
                <a:effectLst/>
                <a:latin typeface="+mn-lt"/>
                <a:ea typeface="+mn-ea"/>
                <a:cs typeface="+mn-cs"/>
              </a:rPr>
              <a:t>Encryption encodes the data by algorithm, making the data is unreadable without the means to decode</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In most cases the database holds private information, in some cases, it will be holding private, sensitive and confidential information as well. Security must be paramount if the system is storing data. </a:t>
            </a:r>
          </a:p>
          <a:p>
            <a:endParaRPr lang="en-GB" altLang="en-GB" sz="1200" kern="1200" dirty="0">
              <a:solidFill>
                <a:schemeClr val="tx1"/>
              </a:solidFill>
              <a:effectLst/>
              <a:latin typeface="+mn-lt"/>
              <a:ea typeface="+mn-ea"/>
              <a:cs typeface="+mn-cs"/>
            </a:endParaRPr>
          </a:p>
          <a:p>
            <a:r>
              <a:rPr lang="en-GB" altLang="en-GB" sz="1200" kern="1200" dirty="0">
                <a:solidFill>
                  <a:schemeClr val="tx1"/>
                </a:solidFill>
                <a:effectLst/>
                <a:latin typeface="+mn-lt"/>
                <a:ea typeface="+mn-ea"/>
                <a:cs typeface="+mn-cs"/>
              </a:rPr>
              <a:t>Encryption can be applied using </a:t>
            </a:r>
          </a:p>
          <a:p>
            <a:r>
              <a:rPr lang="en-US" sz="1200" kern="1200" dirty="0">
                <a:solidFill>
                  <a:schemeClr val="tx1"/>
                </a:solidFill>
                <a:effectLst/>
                <a:latin typeface="+mn-lt"/>
                <a:ea typeface="+mn-ea"/>
                <a:cs typeface="+mn-cs"/>
              </a:rPr>
              <a:t>Symmetric key encryption e.g. DES (Data Encryption Standard)</a:t>
            </a:r>
            <a:endParaRPr lang="en-GB" alt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Or Asymmetric key encryption e.g. RSA</a:t>
            </a:r>
            <a:endParaRPr lang="en-GB" alt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Sometimes can be used in together in practice.</a:t>
            </a:r>
            <a:endParaRPr lang="en-GB" alt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numCol="1"/>
          <a:lstStyle/>
          <a:p>
            <a:fld id="{20599F28-8663-46C7-9050-41009FB8A0A3}" type="slidenum">
              <a:rPr lang="en-US" smtClean="0"/>
              <a:t>9</a:t>
            </a:fld>
            <a:endParaRPr lang="en-US"/>
          </a:p>
        </p:txBody>
      </p:sp>
    </p:spTree>
    <p:extLst>
      <p:ext uri="{BB962C8B-B14F-4D97-AF65-F5344CB8AC3E}">
        <p14:creationId xmlns:p14="http://schemas.microsoft.com/office/powerpoint/2010/main" val="1172065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Previous slides discussed various database-specific security countermeasures. </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Even if there </a:t>
            </a:r>
            <a:r>
              <a:rPr lang="en-GB" altLang="en-GB" sz="1200" kern="1200" dirty="0">
                <a:solidFill>
                  <a:schemeClr val="tx1"/>
                </a:solidFill>
                <a:effectLst/>
                <a:latin typeface="+mn-lt"/>
                <a:ea typeface="+mn-ea"/>
                <a:cs typeface="+mn-cs"/>
              </a:rPr>
              <a:t>are no malicious attacks through software, data can still be lost by hardware failures, theft or by natural disasters.</a:t>
            </a:r>
          </a:p>
          <a:p>
            <a:r>
              <a:rPr lang="en-GB" altLang="en-GB" sz="1200" kern="1200" dirty="0">
                <a:solidFill>
                  <a:schemeClr val="tx1"/>
                </a:solidFill>
                <a:effectLst/>
                <a:latin typeface="+mn-lt"/>
                <a:ea typeface="+mn-ea"/>
                <a:cs typeface="+mn-cs"/>
              </a:rPr>
              <a:t>Appropriate backup and recovery strategies must be implemented to counteract the data loss as a result of any hardware failure.</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Database log files </a:t>
            </a:r>
            <a:r>
              <a:rPr lang="en-GB" altLang="en-GB" sz="1200" kern="1200" dirty="0">
                <a:solidFill>
                  <a:schemeClr val="tx1"/>
                </a:solidFill>
                <a:effectLst/>
                <a:latin typeface="+mn-lt"/>
                <a:ea typeface="+mn-ea"/>
                <a:cs typeface="+mn-cs"/>
              </a:rPr>
              <a:t>track the changes to the database, backup of log files are very important so that the recovery can be traced. </a:t>
            </a:r>
          </a:p>
          <a:p>
            <a:r>
              <a:rPr lang="en-GB" altLang="en-GB" sz="1200" kern="1200" dirty="0">
                <a:solidFill>
                  <a:schemeClr val="tx1"/>
                </a:solidFill>
                <a:effectLst/>
                <a:latin typeface="+mn-lt"/>
                <a:ea typeface="+mn-ea"/>
                <a:cs typeface="+mn-cs"/>
              </a:rPr>
              <a:t>The success of a database recovery, after any failure, is dependent on the effectiveness of the backup strategy. </a:t>
            </a:r>
          </a:p>
          <a:p>
            <a:endParaRPr lang="en-GB" altLang="en-GB" sz="1200" kern="1200" dirty="0">
              <a:solidFill>
                <a:schemeClr val="tx1"/>
              </a:solidFill>
              <a:effectLst/>
              <a:latin typeface="+mn-lt"/>
              <a:ea typeface="+mn-ea"/>
              <a:cs typeface="+mn-cs"/>
            </a:endParaRPr>
          </a:p>
          <a:p>
            <a:r>
              <a:rPr lang="en-GB" altLang="en-GB" sz="1200" b="1" kern="1200" dirty="0">
                <a:solidFill>
                  <a:schemeClr val="tx1"/>
                </a:solidFill>
                <a:effectLst/>
                <a:latin typeface="+mn-lt"/>
                <a:ea typeface="+mn-ea"/>
                <a:cs typeface="+mn-cs"/>
              </a:rPr>
              <a:t>Making sure that there </a:t>
            </a:r>
            <a:r>
              <a:rPr lang="en-GB" altLang="en-GB" sz="1200" kern="1200" dirty="0">
                <a:solidFill>
                  <a:schemeClr val="tx1"/>
                </a:solidFill>
                <a:effectLst/>
                <a:latin typeface="+mn-lt"/>
                <a:ea typeface="+mn-ea"/>
                <a:cs typeface="+mn-cs"/>
              </a:rPr>
              <a:t>are reliable Backup routines in place is very important for the data recovery </a:t>
            </a:r>
            <a:r>
              <a:rPr lang="en-GB" altLang="en-GB" sz="1200" b="1" kern="1200" dirty="0">
                <a:solidFill>
                  <a:schemeClr val="tx1"/>
                </a:solidFill>
                <a:effectLst/>
                <a:latin typeface="+mn-lt"/>
                <a:ea typeface="+mn-ea"/>
                <a:cs typeface="+mn-cs"/>
              </a:rPr>
              <a:t>as most of the data </a:t>
            </a:r>
            <a:r>
              <a:rPr lang="en-GB" altLang="en-GB" sz="1200" kern="1200" dirty="0">
                <a:solidFill>
                  <a:schemeClr val="tx1"/>
                </a:solidFill>
                <a:effectLst/>
                <a:latin typeface="+mn-lt"/>
                <a:ea typeface="+mn-ea"/>
                <a:cs typeface="+mn-cs"/>
              </a:rPr>
              <a:t>is generated through transactions. </a:t>
            </a:r>
            <a:r>
              <a:rPr lang="en-GB" altLang="en-GB" sz="1200" b="1" kern="1200" dirty="0">
                <a:solidFill>
                  <a:schemeClr val="tx1"/>
                </a:solidFill>
                <a:effectLst/>
                <a:latin typeface="+mn-lt"/>
                <a:ea typeface="+mn-ea"/>
                <a:cs typeface="+mn-cs"/>
              </a:rPr>
              <a:t>Appropriate Backup </a:t>
            </a:r>
            <a:r>
              <a:rPr lang="en-GB" altLang="en-GB" sz="1200" kern="1200" dirty="0">
                <a:solidFill>
                  <a:schemeClr val="tx1"/>
                </a:solidFill>
                <a:effectLst/>
                <a:latin typeface="+mn-lt"/>
                <a:ea typeface="+mn-ea"/>
                <a:cs typeface="+mn-cs"/>
              </a:rPr>
              <a:t>Recovering strategies support the smooth recovery of data after any hardware/storage failure.</a:t>
            </a:r>
          </a:p>
          <a:p>
            <a:endParaRPr lang="en-GB" alt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numCol="1"/>
          <a:lstStyle/>
          <a:p>
            <a:fld id="{20599F28-8663-46C7-9050-41009FB8A0A3}" type="slidenum">
              <a:rPr lang="en-US" smtClean="0"/>
              <a:t>10</a:t>
            </a:fld>
            <a:endParaRPr lang="en-US"/>
          </a:p>
        </p:txBody>
      </p:sp>
    </p:spTree>
    <p:extLst>
      <p:ext uri="{BB962C8B-B14F-4D97-AF65-F5344CB8AC3E}">
        <p14:creationId xmlns:p14="http://schemas.microsoft.com/office/powerpoint/2010/main" val="992408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The very last countermeasure again related to the physical storage of the data is the application of RAID.</a:t>
            </a:r>
          </a:p>
          <a:p>
            <a:r>
              <a:rPr lang="en-GB" altLang="en-GB" sz="1200" kern="1200" dirty="0">
                <a:solidFill>
                  <a:schemeClr val="tx1"/>
                </a:solidFill>
                <a:effectLst/>
                <a:latin typeface="+mn-lt"/>
                <a:ea typeface="+mn-ea"/>
                <a:cs typeface="+mn-cs"/>
              </a:rPr>
              <a:t>As mentioned at the beginning, RAID, the redundant array of independent disks, is to ensure the hardware on which the DBMS running is fault-tolerant. The system copies data across a bank of disks, different RAID levels can be used addressing redundancy (mirroring), striping and parity.</a:t>
            </a:r>
          </a:p>
          <a:p>
            <a:r>
              <a:rPr lang="en-GB" altLang="en-GB" sz="1200" kern="1200" dirty="0">
                <a:solidFill>
                  <a:schemeClr val="tx1"/>
                </a:solidFill>
                <a:effectLst/>
                <a:latin typeface="+mn-lt"/>
                <a:ea typeface="+mn-ea"/>
                <a:cs typeface="+mn-cs"/>
              </a:rPr>
              <a:t>Addresses similar issues to backup and recovery as the reliability and the availability of the data is improved by storing redundant data across multiple disks.</a:t>
            </a:r>
          </a:p>
        </p:txBody>
      </p:sp>
      <p:sp>
        <p:nvSpPr>
          <p:cNvPr id="4" name="Slide Number Placeholder 3"/>
          <p:cNvSpPr>
            <a:spLocks noGrp="1"/>
          </p:cNvSpPr>
          <p:nvPr>
            <p:ph type="sldNum" sz="quarter" idx="10"/>
          </p:nvPr>
        </p:nvSpPr>
        <p:spPr/>
        <p:txBody>
          <a:bodyPr numCol="1"/>
          <a:lstStyle/>
          <a:p>
            <a:fld id="{20599F28-8663-46C7-9050-41009FB8A0A3}" type="slidenum">
              <a:rPr lang="en-US" smtClean="0"/>
              <a:t>11</a:t>
            </a:fld>
            <a:endParaRPr lang="en-US"/>
          </a:p>
        </p:txBody>
      </p:sp>
    </p:spTree>
    <p:extLst>
      <p:ext uri="{BB962C8B-B14F-4D97-AF65-F5344CB8AC3E}">
        <p14:creationId xmlns:p14="http://schemas.microsoft.com/office/powerpoint/2010/main" val="3969963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lstStyle/>
          <a:p>
            <a:r>
              <a:rPr lang="en-GB" altLang="en-GB" sz="1200" kern="1200" dirty="0">
                <a:solidFill>
                  <a:schemeClr val="tx1"/>
                </a:solidFill>
                <a:effectLst/>
                <a:latin typeface="+mn-lt"/>
                <a:ea typeface="+mn-ea"/>
                <a:cs typeface="+mn-cs"/>
              </a:rPr>
              <a:t>This session has provided an overview of security threats and the countermeasures available to protect or reduce the impact of any accidental or intentional attack and its implementation in a database environment.</a:t>
            </a:r>
          </a:p>
          <a:p>
            <a:r>
              <a:rPr lang="en-GB" altLang="en-GB" sz="1200" kern="1200" dirty="0">
                <a:solidFill>
                  <a:schemeClr val="tx1"/>
                </a:solidFill>
                <a:effectLst/>
                <a:latin typeface="+mn-lt"/>
                <a:ea typeface="+mn-ea"/>
                <a:cs typeface="+mn-cs"/>
              </a:rPr>
              <a:t>The next session will discuss the DBMS’s role in ensuring database security.</a:t>
            </a:r>
          </a:p>
          <a:p>
            <a:r>
              <a:rPr lang="en-GB" altLang="en-GB" sz="1200" b="1" kern="1200" dirty="0">
                <a:solidFill>
                  <a:schemeClr val="tx1"/>
                </a:solidFill>
                <a:effectLst/>
                <a:latin typeface="+mn-lt"/>
                <a:ea typeface="+mn-ea"/>
                <a:cs typeface="+mn-cs"/>
              </a:rPr>
              <a:t> </a:t>
            </a:r>
            <a:endParaRPr lang="en-GB" alt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numCol="1"/>
          <a:lstStyle/>
          <a:p>
            <a:fld id="{20599F28-8663-46C7-9050-41009FB8A0A3}" type="slidenum">
              <a:rPr lang="en-US" smtClean="0"/>
              <a:t>12</a:t>
            </a:fld>
            <a:endParaRPr lang="en-US"/>
          </a:p>
        </p:txBody>
      </p:sp>
    </p:spTree>
    <p:extLst>
      <p:ext uri="{BB962C8B-B14F-4D97-AF65-F5344CB8AC3E}">
        <p14:creationId xmlns:p14="http://schemas.microsoft.com/office/powerpoint/2010/main" val="21467647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Picture Placeholder 520"/>
          <p:cNvSpPr>
            <a:spLocks noGrp="1"/>
          </p:cNvSpPr>
          <p:nvPr>
            <p:ph type="pic" sz="quarter" idx="18"/>
          </p:nvPr>
        </p:nvSpPr>
        <p:spPr>
          <a:xfrm>
            <a:off x="0" y="834880"/>
            <a:ext cx="9144000" cy="3043862"/>
          </a:xfrm>
        </p:spPr>
        <p:txBody>
          <a:bodyPr numCol="1"/>
          <a:lstStyle/>
          <a:p>
            <a:r>
              <a:rPr lang="en-US" dirty="0"/>
              <a:t>Click icon to add picture</a:t>
            </a:r>
            <a:endParaRPr lang="en-GB" altLang="en-GB" dirty="0"/>
          </a:p>
        </p:txBody>
      </p:sp>
      <p:sp>
        <p:nvSpPr>
          <p:cNvPr id="3" name="Rectangle 2"/>
          <p:cNvSpPr/>
          <p:nvPr userDrawn="1"/>
        </p:nvSpPr>
        <p:spPr>
          <a:xfrm>
            <a:off x="0" y="3867150"/>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15056"/>
            <a:ext cx="7574325" cy="604343"/>
          </a:xfrm>
          <a:effectLst/>
        </p:spPr>
        <p:txBody>
          <a:bodyPr numCol="1"/>
          <a:lstStyle>
            <a:lvl1pPr>
              <a:defRPr sz="1800">
                <a:solidFill>
                  <a:schemeClr val="bg1"/>
                </a:solidFill>
              </a:defRPr>
            </a:lvl1pPr>
          </a:lstStyle>
          <a:p>
            <a:r>
              <a:rPr lang="en-US" dirty="0"/>
              <a:t>Lecture title goes here</a:t>
            </a:r>
            <a:endParaRPr lang="en-GB" alt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GB" altLang="en-GB"/>
          </a:p>
        </p:txBody>
      </p:sp>
      <p:sp>
        <p:nvSpPr>
          <p:cNvPr id="536" name="Text Placeholder 528"/>
          <p:cNvSpPr>
            <a:spLocks noGrp="1"/>
          </p:cNvSpPr>
          <p:nvPr>
            <p:ph type="body" sz="quarter" idx="15" hasCustomPrompt="1"/>
          </p:nvPr>
        </p:nvSpPr>
        <p:spPr>
          <a:xfrm>
            <a:off x="1313688" y="4127916"/>
            <a:ext cx="7578792" cy="381000"/>
          </a:xfrm>
          <a:effectLst/>
        </p:spPr>
        <p:txBody>
          <a:bodyPr numCol="1"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a:effectLst/>
        </p:spPr>
        <p:txBody>
          <a:bodyPr numCol="1"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CONL</a:t>
            </a:r>
          </a:p>
        </p:txBody>
      </p:sp>
      <p:sp>
        <p:nvSpPr>
          <p:cNvPr id="10" name="Text Placeholder 528"/>
          <p:cNvSpPr>
            <a:spLocks noGrp="1"/>
          </p:cNvSpPr>
          <p:nvPr>
            <p:ph type="body" sz="quarter" idx="17" hasCustomPrompt="1"/>
          </p:nvPr>
        </p:nvSpPr>
        <p:spPr>
          <a:xfrm>
            <a:off x="262250" y="4512726"/>
            <a:ext cx="874800" cy="381600"/>
          </a:xfrm>
          <a:noFill/>
          <a:effectLst/>
        </p:spPr>
        <p:txBody>
          <a:bodyPr numCol="1"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701</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2208" y="123478"/>
            <a:ext cx="2625444" cy="553094"/>
          </a:xfrm>
          <a:prstGeom prst="rect">
            <a:avLst/>
          </a:prstGeom>
        </p:spPr>
      </p:pic>
      <p:sp>
        <p:nvSpPr>
          <p:cNvPr id="15" name="Rectangle 14"/>
          <p:cNvSpPr/>
          <p:nvPr userDrawn="1"/>
        </p:nvSpPr>
        <p:spPr>
          <a:xfrm>
            <a:off x="0" y="801015"/>
            <a:ext cx="9144000" cy="3600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21" name="Picture Placeholder 520"/>
          <p:cNvSpPr>
            <a:spLocks noGrp="1"/>
          </p:cNvSpPr>
          <p:nvPr>
            <p:ph type="pic" sz="quarter" idx="10"/>
          </p:nvPr>
        </p:nvSpPr>
        <p:spPr>
          <a:xfrm>
            <a:off x="0" y="818160"/>
            <a:ext cx="9144000" cy="3055342"/>
          </a:xfrm>
        </p:spPr>
        <p:txBody>
          <a:bodyPr numCol="1"/>
          <a:lstStyle/>
          <a:p>
            <a:r>
              <a:rPr lang="en-US" dirty="0"/>
              <a:t>Click icon to add picture</a:t>
            </a:r>
            <a:endParaRPr lang="en-GB" altLang="en-GB" dirty="0"/>
          </a:p>
        </p:txBody>
      </p:sp>
      <p:sp>
        <p:nvSpPr>
          <p:cNvPr id="3" name="Rectangle 2"/>
          <p:cNvSpPr/>
          <p:nvPr userDrawn="1"/>
        </p:nvSpPr>
        <p:spPr>
          <a:xfrm>
            <a:off x="0" y="3874707"/>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71950"/>
            <a:ext cx="7574325" cy="547449"/>
          </a:xfrm>
        </p:spPr>
        <p:txBody>
          <a:bodyPr numCol="1"/>
          <a:lstStyle>
            <a:lvl1pPr>
              <a:defRPr sz="1800">
                <a:solidFill>
                  <a:schemeClr val="bg1"/>
                </a:solidFill>
              </a:defRPr>
            </a:lvl1pPr>
          </a:lstStyle>
          <a:p>
            <a:r>
              <a:rPr lang="en-US" dirty="0"/>
              <a:t>Lecture title goes here</a:t>
            </a:r>
            <a:endParaRPr lang="en-GB" alt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GB" altLang="en-GB"/>
          </a:p>
        </p:txBody>
      </p:sp>
      <p:sp>
        <p:nvSpPr>
          <p:cNvPr id="536" name="Text Placeholder 528"/>
          <p:cNvSpPr>
            <a:spLocks noGrp="1"/>
          </p:cNvSpPr>
          <p:nvPr>
            <p:ph type="body" sz="quarter" idx="15" hasCustomPrompt="1"/>
          </p:nvPr>
        </p:nvSpPr>
        <p:spPr>
          <a:xfrm>
            <a:off x="1313688" y="4127916"/>
            <a:ext cx="7578792" cy="381000"/>
          </a:xfrm>
        </p:spPr>
        <p:txBody>
          <a:bodyPr numCol="1"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p:spPr>
        <p:txBody>
          <a:bodyPr numCol="1"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CONL</a:t>
            </a:r>
          </a:p>
        </p:txBody>
      </p:sp>
      <p:sp>
        <p:nvSpPr>
          <p:cNvPr id="10" name="Text Placeholder 528"/>
          <p:cNvSpPr>
            <a:spLocks noGrp="1"/>
          </p:cNvSpPr>
          <p:nvPr>
            <p:ph type="body" sz="quarter" idx="17" hasCustomPrompt="1"/>
          </p:nvPr>
        </p:nvSpPr>
        <p:spPr>
          <a:xfrm>
            <a:off x="262250" y="4512726"/>
            <a:ext cx="874800" cy="381600"/>
          </a:xfrm>
          <a:noFill/>
        </p:spPr>
        <p:txBody>
          <a:bodyPr numCol="1"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701</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2208" y="123478"/>
            <a:ext cx="2625444" cy="553094"/>
          </a:xfrm>
          <a:prstGeom prst="rect">
            <a:avLst/>
          </a:prstGeom>
        </p:spPr>
      </p:pic>
    </p:spTree>
    <p:extLst>
      <p:ext uri="{BB962C8B-B14F-4D97-AF65-F5344CB8AC3E}">
        <p14:creationId xmlns:p14="http://schemas.microsoft.com/office/powerpoint/2010/main" val="4032662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lang="en-GB" altLang="en-GB" dirty="0"/>
          </a:p>
        </p:txBody>
      </p:sp>
      <p:sp>
        <p:nvSpPr>
          <p:cNvPr id="9" name="Text Placeholder 4"/>
          <p:cNvSpPr>
            <a:spLocks noGrp="1"/>
          </p:cNvSpPr>
          <p:nvPr>
            <p:ph type="body" sz="quarter" idx="10"/>
          </p:nvPr>
        </p:nvSpPr>
        <p:spPr>
          <a:xfrm>
            <a:off x="457200" y="1276350"/>
            <a:ext cx="3960000"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sp>
        <p:nvSpPr>
          <p:cNvPr id="10" name="Text Placeholder 4"/>
          <p:cNvSpPr>
            <a:spLocks noGrp="1"/>
          </p:cNvSpPr>
          <p:nvPr>
            <p:ph type="body" sz="quarter" idx="11"/>
          </p:nvPr>
        </p:nvSpPr>
        <p:spPr>
          <a:xfrm>
            <a:off x="4726800" y="1276350"/>
            <a:ext cx="3960000"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spTree>
    <p:extLst>
      <p:ext uri="{BB962C8B-B14F-4D97-AF65-F5344CB8AC3E}">
        <p14:creationId xmlns:p14="http://schemas.microsoft.com/office/powerpoint/2010/main" val="2806921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2 Column Text">
    <p:spTree>
      <p:nvGrpSpPr>
        <p:cNvPr id="1" name=""/>
        <p:cNvGrpSpPr/>
        <p:nvPr/>
      </p:nvGrpSpPr>
      <p:grpSpPr>
        <a:xfrm>
          <a:off x="0" y="0"/>
          <a:ext cx="0" cy="0"/>
          <a:chOff x="0" y="0"/>
          <a:chExt cx="0" cy="0"/>
        </a:xfrm>
      </p:grpSpPr>
      <p:sp>
        <p:nvSpPr>
          <p:cNvPr id="12" name="Content Placeholder 3"/>
          <p:cNvSpPr>
            <a:spLocks noGrp="1"/>
          </p:cNvSpPr>
          <p:nvPr>
            <p:ph sz="quarter" idx="13"/>
          </p:nvPr>
        </p:nvSpPr>
        <p:spPr>
          <a:xfrm>
            <a:off x="459795" y="1276350"/>
            <a:ext cx="3959225"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
        <p:nvSpPr>
          <p:cNvPr id="2" name="Title 1"/>
          <p:cNvSpPr>
            <a:spLocks noGrp="1"/>
          </p:cNvSpPr>
          <p:nvPr>
            <p:ph type="title"/>
          </p:nvPr>
        </p:nvSpPr>
        <p:spPr/>
        <p:txBody>
          <a:bodyPr numCol="1"/>
          <a:lstStyle/>
          <a:p>
            <a:r>
              <a:rPr lang="en-US"/>
              <a:t>Click to edit Master title style</a:t>
            </a:r>
            <a:endParaRPr lang="en-GB" altLang="en-GB" dirty="0"/>
          </a:p>
        </p:txBody>
      </p:sp>
      <p:sp>
        <p:nvSpPr>
          <p:cNvPr id="11" name="Content Placeholder 3"/>
          <p:cNvSpPr>
            <a:spLocks noGrp="1"/>
          </p:cNvSpPr>
          <p:nvPr>
            <p:ph sz="quarter" idx="12"/>
          </p:nvPr>
        </p:nvSpPr>
        <p:spPr>
          <a:xfrm>
            <a:off x="4727575" y="1276350"/>
            <a:ext cx="3959225"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Tree>
    <p:extLst>
      <p:ext uri="{BB962C8B-B14F-4D97-AF65-F5344CB8AC3E}">
        <p14:creationId xmlns:p14="http://schemas.microsoft.com/office/powerpoint/2010/main" val="217363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lang="en-GB" altLang="en-GB"/>
          </a:p>
        </p:txBody>
      </p:sp>
      <p:sp>
        <p:nvSpPr>
          <p:cNvPr id="4" name="Content Placeholder 3"/>
          <p:cNvSpPr>
            <a:spLocks noGrp="1"/>
          </p:cNvSpPr>
          <p:nvPr>
            <p:ph sz="quarter" idx="10"/>
          </p:nvPr>
        </p:nvSpPr>
        <p:spPr>
          <a:xfrm>
            <a:off x="457200" y="1276350"/>
            <a:ext cx="8229600"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spTree>
    <p:extLst>
      <p:ext uri="{BB962C8B-B14F-4D97-AF65-F5344CB8AC3E}">
        <p14:creationId xmlns:p14="http://schemas.microsoft.com/office/powerpoint/2010/main" val="2471281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verted">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solidFill>
                  <a:schemeClr val="bg1"/>
                </a:solidFill>
              </a:defRPr>
            </a:lvl1pPr>
          </a:lstStyle>
          <a:p>
            <a:r>
              <a:rPr lang="en-US"/>
              <a:t>Click to edit Master title style</a:t>
            </a:r>
            <a:endParaRPr lang="en-GB" altLang="en-GB" dirty="0"/>
          </a:p>
        </p:txBody>
      </p:sp>
      <p:cxnSp>
        <p:nvCxnSpPr>
          <p:cNvPr id="3" name="Straight Connector 2"/>
          <p:cNvCxnSpPr/>
          <p:nvPr userDrawn="1"/>
        </p:nvCxnSpPr>
        <p:spPr>
          <a:xfrm>
            <a:off x="533400" y="971550"/>
            <a:ext cx="8153400" cy="0"/>
          </a:xfrm>
          <a:prstGeom prst="line">
            <a:avLst/>
          </a:prstGeom>
          <a:ln w="25400">
            <a:solidFill>
              <a:srgbClr val="FFFF00"/>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pic>
        <p:nvPicPr>
          <p:cNvPr id="1026" name="Picture 2" descr="http://tempdevnwms.wpengine.com/wp-content/themes/hep-nwms/dist/images/decal@2x.12df835a84.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a:xfrm>
            <a:off x="7240861" y="3651870"/>
            <a:ext cx="1899310" cy="149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97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nverted">
    <p:bg>
      <p:bgPr>
        <a:solidFill>
          <a:srgbClr val="7366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solidFill>
                  <a:schemeClr val="bg1"/>
                </a:solidFill>
              </a:defRPr>
            </a:lvl1pPr>
          </a:lstStyle>
          <a:p>
            <a:r>
              <a:rPr lang="en-US"/>
              <a:t>Click to edit Master title style</a:t>
            </a:r>
            <a:endParaRPr lang="en-GB" altLang="en-GB" dirty="0"/>
          </a:p>
        </p:txBody>
      </p:sp>
      <p:cxnSp>
        <p:nvCxnSpPr>
          <p:cNvPr id="3" name="Straight Connector 2"/>
          <p:cNvCxnSpPr/>
          <p:nvPr userDrawn="1"/>
        </p:nvCxnSpPr>
        <p:spPr>
          <a:xfrm>
            <a:off x="533400" y="971550"/>
            <a:ext cx="8153400"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spTree>
    <p:extLst>
      <p:ext uri="{BB962C8B-B14F-4D97-AF65-F5344CB8AC3E}">
        <p14:creationId xmlns:p14="http://schemas.microsoft.com/office/powerpoint/2010/main" val="690403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solidFill>
                  <a:srgbClr val="044661"/>
                </a:solidFill>
              </a:defRPr>
            </a:lvl1pPr>
          </a:lstStyle>
          <a:p>
            <a:r>
              <a:rPr lang="en-US" dirty="0"/>
              <a:t>Click to edit Master title style</a:t>
            </a:r>
            <a:endParaRPr lang="en-GB" altLang="en-GB" dirty="0"/>
          </a:p>
        </p:txBody>
      </p:sp>
      <p:sp>
        <p:nvSpPr>
          <p:cNvPr id="5" name="Text Placeholder 4"/>
          <p:cNvSpPr>
            <a:spLocks noGrp="1"/>
          </p:cNvSpPr>
          <p:nvPr>
            <p:ph type="body" sz="quarter" idx="10"/>
          </p:nvPr>
        </p:nvSpPr>
        <p:spPr>
          <a:xfrm>
            <a:off x="457200" y="1276350"/>
            <a:ext cx="8229600"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cxnSp>
        <p:nvCxnSpPr>
          <p:cNvPr id="4" name="Straight Connector 3"/>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671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Text">
    <p:bg>
      <p:bgPr>
        <a:solidFill>
          <a:schemeClr val="bg1"/>
        </a:solidFill>
        <a:effectLst/>
      </p:bgPr>
    </p:bg>
    <p:spTree>
      <p:nvGrpSpPr>
        <p:cNvPr id="1" name=""/>
        <p:cNvGrpSpPr/>
        <p:nvPr/>
      </p:nvGrpSpPr>
      <p:grpSpPr>
        <a:xfrm>
          <a:off x="0" y="0"/>
          <a:ext cx="0" cy="0"/>
          <a:chOff x="0" y="0"/>
          <a:chExt cx="0" cy="0"/>
        </a:xfrm>
      </p:grpSpPr>
      <p:pic>
        <p:nvPicPr>
          <p:cNvPr id="2050"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numCol="1"/>
          <a:lstStyle>
            <a:lvl1pPr>
              <a:defRPr>
                <a:solidFill>
                  <a:srgbClr val="044661"/>
                </a:solidFill>
              </a:defRPr>
            </a:lvl1pPr>
          </a:lstStyle>
          <a:p>
            <a:r>
              <a:rPr lang="en-US" dirty="0"/>
              <a:t>Click to edit Master title style</a:t>
            </a:r>
            <a:endParaRPr lang="en-GB" altLang="en-GB" dirty="0"/>
          </a:p>
        </p:txBody>
      </p:sp>
      <p:sp>
        <p:nvSpPr>
          <p:cNvPr id="5" name="Text Placeholder 4"/>
          <p:cNvSpPr>
            <a:spLocks noGrp="1"/>
          </p:cNvSpPr>
          <p:nvPr>
            <p:ph type="body" sz="quarter" idx="10"/>
          </p:nvPr>
        </p:nvSpPr>
        <p:spPr>
          <a:xfrm>
            <a:off x="457200" y="1276350"/>
            <a:ext cx="8229600" cy="3505200"/>
          </a:xfrm>
        </p:spPr>
        <p:txBody>
          <a:bodyPr numCol="1"/>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altLang="en-GB" dirty="0"/>
          </a:p>
        </p:txBody>
      </p:sp>
      <p:cxnSp>
        <p:nvCxnSpPr>
          <p:cNvPr id="6" name="Straight Connector 5"/>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590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Slide">
    <p:spTree>
      <p:nvGrpSpPr>
        <p:cNvPr id="1" name=""/>
        <p:cNvGrpSpPr/>
        <p:nvPr/>
      </p:nvGrpSpPr>
      <p:grpSpPr>
        <a:xfrm>
          <a:off x="0" y="0"/>
          <a:ext cx="0" cy="0"/>
          <a:chOff x="0" y="0"/>
          <a:chExt cx="0" cy="0"/>
        </a:xfrm>
      </p:grpSpPr>
      <p:pic>
        <p:nvPicPr>
          <p:cNvPr id="8"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2411760" y="483518"/>
            <a:ext cx="6120680" cy="2520280"/>
          </a:xfrm>
        </p:spPr>
        <p:txBody>
          <a:bodyPr numCol="1" anchor="ctr"/>
          <a:lstStyle>
            <a:lvl1pPr algn="ctr">
              <a:lnSpc>
                <a:spcPct val="150000"/>
              </a:lnSpc>
              <a:defRPr baseline="0"/>
            </a:lvl1pPr>
          </a:lstStyle>
          <a:p>
            <a:r>
              <a:rPr lang="en-US" dirty="0"/>
              <a:t>Click to edit section title</a:t>
            </a:r>
            <a:endParaRPr lang="en-GB" altLang="en-GB" dirty="0"/>
          </a:p>
        </p:txBody>
      </p:sp>
      <p:pic>
        <p:nvPicPr>
          <p:cNvPr id="1026" name="Picture 2" descr="http://tempdevnwms.wpengine.com/wp-content/themes/hep-nwms/dist/images/emblem.44a9352841.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a:xfrm>
            <a:off x="1043608" y="1347614"/>
            <a:ext cx="984357" cy="122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029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Section Slide">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1560" y="2202418"/>
            <a:ext cx="7920880" cy="738664"/>
          </a:xfrm>
        </p:spPr>
        <p:txBody>
          <a:bodyPr numCol="1" anchor="ctr"/>
          <a:lstStyle>
            <a:lvl1pPr algn="ctr">
              <a:lnSpc>
                <a:spcPct val="150000"/>
              </a:lnSpc>
              <a:defRPr baseline="0">
                <a:solidFill>
                  <a:schemeClr val="bg1"/>
                </a:solidFill>
              </a:defRPr>
            </a:lvl1pPr>
          </a:lstStyle>
          <a:p>
            <a:r>
              <a:rPr lang="en-US" dirty="0"/>
              <a:t>Click to edit section title</a:t>
            </a:r>
            <a:endParaRPr lang="en-GB" altLang="en-GB" dirty="0"/>
          </a:p>
        </p:txBody>
      </p:sp>
      <p:pic>
        <p:nvPicPr>
          <p:cNvPr id="4" name="Picture 2" descr="http://tempdevnwms.wpengine.com/wp-content/themes/hep-nwms/dist/images/decal@2x.12df835a84.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a:xfrm>
            <a:off x="7240861" y="3651870"/>
            <a:ext cx="1899310" cy="149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14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6020" y="939989"/>
            <a:ext cx="7771960" cy="374461"/>
          </a:xfrm>
        </p:spPr>
        <p:txBody>
          <a:bodyPr numCol="1"/>
          <a:lstStyle/>
          <a:p>
            <a:r>
              <a:rPr lang="en-US"/>
              <a:t>Click to edit Master title style</a:t>
            </a:r>
            <a:endParaRPr lang="en-GB" altLang="en-GB"/>
          </a:p>
        </p:txBody>
      </p:sp>
      <p:sp>
        <p:nvSpPr>
          <p:cNvPr id="3" name="SmartArt Placeholder 2"/>
          <p:cNvSpPr>
            <a:spLocks noGrp="1"/>
          </p:cNvSpPr>
          <p:nvPr>
            <p:ph type="dgm" idx="1"/>
          </p:nvPr>
        </p:nvSpPr>
        <p:spPr>
          <a:xfrm>
            <a:off x="686020" y="1485900"/>
            <a:ext cx="7771960" cy="3086100"/>
          </a:xfrm>
        </p:spPr>
        <p:txBody>
          <a:bodyPr numCol="1"/>
          <a:lstStyle/>
          <a:p>
            <a:pPr lvl="0"/>
            <a:endParaRPr lang="en-GB" altLang="en-GB" noProof="0" dirty="0"/>
          </a:p>
        </p:txBody>
      </p:sp>
    </p:spTree>
    <p:extLst>
      <p:ext uri="{BB962C8B-B14F-4D97-AF65-F5344CB8AC3E}">
        <p14:creationId xmlns:p14="http://schemas.microsoft.com/office/powerpoint/2010/main" val="4484181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8768"/>
            <a:ext cx="7543800" cy="374461"/>
          </a:xfrm>
        </p:spPr>
        <p:txBody>
          <a:bodyPr numCol="1"/>
          <a:lstStyle/>
          <a:p>
            <a:r>
              <a:rPr lang="en-US"/>
              <a:t>Click to edit Master title style</a:t>
            </a:r>
            <a:endParaRPr lang="en-GB" altLang="en-GB"/>
          </a:p>
        </p:txBody>
      </p:sp>
      <p:sp>
        <p:nvSpPr>
          <p:cNvPr id="3" name="Text Placeholder 2"/>
          <p:cNvSpPr>
            <a:spLocks noGrp="1"/>
          </p:cNvSpPr>
          <p:nvPr>
            <p:ph type="body" sz="half" idx="1"/>
          </p:nvPr>
        </p:nvSpPr>
        <p:spPr>
          <a:xfrm>
            <a:off x="457200" y="1289447"/>
            <a:ext cx="4038600" cy="3308747"/>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
        <p:nvSpPr>
          <p:cNvPr id="4" name="Content Placeholder 3"/>
          <p:cNvSpPr>
            <a:spLocks noGrp="1"/>
          </p:cNvSpPr>
          <p:nvPr>
            <p:ph sz="half" idx="2"/>
          </p:nvPr>
        </p:nvSpPr>
        <p:spPr>
          <a:xfrm>
            <a:off x="4648200" y="1289447"/>
            <a:ext cx="4038600" cy="3308747"/>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
        <p:nvSpPr>
          <p:cNvPr id="5" name="Date Placeholder 4"/>
          <p:cNvSpPr>
            <a:spLocks noGrp="1"/>
          </p:cNvSpPr>
          <p:nvPr>
            <p:ph type="dt" sz="half" idx="10"/>
          </p:nvPr>
        </p:nvSpPr>
        <p:spPr>
          <a:xfrm>
            <a:off x="457200" y="4686300"/>
            <a:ext cx="2133600" cy="342900"/>
          </a:xfrm>
        </p:spPr>
        <p:txBody>
          <a:bodyPr numCol="1"/>
          <a:lstStyle>
            <a:lvl1pPr>
              <a:defRPr/>
            </a:lvl1pPr>
          </a:lstStyle>
          <a:p>
            <a:pPr>
              <a:defRPr/>
            </a:pPr>
            <a:endParaRPr lang="en-GB" dirty="0"/>
          </a:p>
        </p:txBody>
      </p:sp>
      <p:sp>
        <p:nvSpPr>
          <p:cNvPr id="6" name="Footer Placeholder 5"/>
          <p:cNvSpPr>
            <a:spLocks noGrp="1"/>
          </p:cNvSpPr>
          <p:nvPr>
            <p:ph type="ftr" sz="quarter" idx="11"/>
          </p:nvPr>
        </p:nvSpPr>
        <p:spPr>
          <a:xfrm>
            <a:off x="3124200" y="4686300"/>
            <a:ext cx="2895600" cy="342900"/>
          </a:xfrm>
        </p:spPr>
        <p:txBody>
          <a:bodyPr numCol="1"/>
          <a:lstStyle>
            <a:lvl1pPr>
              <a:defRPr/>
            </a:lvl1pPr>
          </a:lstStyle>
          <a:p>
            <a:pPr>
              <a:defRPr/>
            </a:pPr>
            <a:endParaRPr lang="en-GB" dirty="0"/>
          </a:p>
        </p:txBody>
      </p:sp>
      <p:sp>
        <p:nvSpPr>
          <p:cNvPr id="7" name="Slide Number Placeholder 6"/>
          <p:cNvSpPr>
            <a:spLocks noGrp="1"/>
          </p:cNvSpPr>
          <p:nvPr>
            <p:ph type="sldNum" sz="quarter" idx="12"/>
          </p:nvPr>
        </p:nvSpPr>
        <p:spPr>
          <a:xfrm>
            <a:off x="6553200" y="4686300"/>
            <a:ext cx="2133600" cy="342900"/>
          </a:xfrm>
        </p:spPr>
        <p:txBody>
          <a:bodyPr numCol="1"/>
          <a:lstStyle>
            <a:lvl1pPr>
              <a:defRPr/>
            </a:lvl1pPr>
          </a:lstStyle>
          <a:p>
            <a:pPr>
              <a:defRPr/>
            </a:pPr>
            <a:fld id="{F0A528F9-56C8-4EFC-9F5D-B6B2B9248EDA}" type="slidenum">
              <a:rPr lang="en-GB"/>
              <a:pPr>
                <a:defRPr/>
              </a:pPr>
              <a:t>‹#›</a:t>
            </a:fld>
            <a:endParaRPr lang="en-GB" dirty="0"/>
          </a:p>
        </p:txBody>
      </p:sp>
    </p:spTree>
    <p:extLst>
      <p:ext uri="{BB962C8B-B14F-4D97-AF65-F5344CB8AC3E}">
        <p14:creationId xmlns:p14="http://schemas.microsoft.com/office/powerpoint/2010/main" val="1649043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kumimoji="0" lang="en-US"/>
              <a:t>Click to edit Master title style</a:t>
            </a:r>
          </a:p>
        </p:txBody>
      </p:sp>
      <p:sp>
        <p:nvSpPr>
          <p:cNvPr id="6" name="Date Placeholder 5"/>
          <p:cNvSpPr>
            <a:spLocks noGrp="1"/>
          </p:cNvSpPr>
          <p:nvPr>
            <p:ph type="dt" sz="half" idx="10"/>
          </p:nvPr>
        </p:nvSpPr>
        <p:spPr/>
        <p:txBody>
          <a:bodyPr numCol="1" rtlCol="0"/>
          <a:lstStyle/>
          <a:p>
            <a:pPr>
              <a:defRPr/>
            </a:pPr>
            <a:endParaRPr lang="en-GB" dirty="0"/>
          </a:p>
        </p:txBody>
      </p:sp>
      <p:sp>
        <p:nvSpPr>
          <p:cNvPr id="7" name="Slide Number Placeholder 6"/>
          <p:cNvSpPr>
            <a:spLocks noGrp="1"/>
          </p:cNvSpPr>
          <p:nvPr>
            <p:ph type="sldNum" sz="quarter" idx="11"/>
          </p:nvPr>
        </p:nvSpPr>
        <p:spPr/>
        <p:txBody>
          <a:bodyPr numCol="1" rtlCol="0"/>
          <a:lstStyle/>
          <a:p>
            <a:pPr>
              <a:defRPr/>
            </a:pPr>
            <a:fld id="{41E91D9D-E116-435E-920D-F8709803F734}" type="slidenum">
              <a:rPr lang="en-GB" smtClean="0"/>
              <a:pPr>
                <a:defRPr/>
              </a:pPr>
              <a:t>‹#›</a:t>
            </a:fld>
            <a:endParaRPr lang="en-GB" dirty="0"/>
          </a:p>
        </p:txBody>
      </p:sp>
      <p:sp>
        <p:nvSpPr>
          <p:cNvPr id="8" name="Footer Placeholder 7"/>
          <p:cNvSpPr>
            <a:spLocks noGrp="1"/>
          </p:cNvSpPr>
          <p:nvPr>
            <p:ph type="ftr" sz="quarter" idx="12"/>
          </p:nvPr>
        </p:nvSpPr>
        <p:spPr/>
        <p:txBody>
          <a:bodyPr numCol="1" rtlCol="0"/>
          <a:lstStyle/>
          <a:p>
            <a:pPr>
              <a:defRPr/>
            </a:pPr>
            <a:endParaRPr lang="en-GB" dirty="0"/>
          </a:p>
        </p:txBody>
      </p:sp>
    </p:spTree>
    <p:extLst>
      <p:ext uri="{BB962C8B-B14F-4D97-AF65-F5344CB8AC3E}">
        <p14:creationId xmlns:p14="http://schemas.microsoft.com/office/powerpoint/2010/main" val="8851222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91679"/>
            <a:ext cx="8229600" cy="4506515"/>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
        <p:nvSpPr>
          <p:cNvPr id="3" name="Date Placeholder 2"/>
          <p:cNvSpPr>
            <a:spLocks noGrp="1"/>
          </p:cNvSpPr>
          <p:nvPr>
            <p:ph type="dt" sz="half" idx="10"/>
          </p:nvPr>
        </p:nvSpPr>
        <p:spPr>
          <a:xfrm>
            <a:off x="457200" y="4686300"/>
            <a:ext cx="2133600" cy="342900"/>
          </a:xfrm>
        </p:spPr>
        <p:txBody>
          <a:bodyPr numCol="1"/>
          <a:lstStyle>
            <a:lvl1pPr>
              <a:defRPr/>
            </a:lvl1pPr>
          </a:lstStyle>
          <a:p>
            <a:pPr>
              <a:defRPr/>
            </a:pPr>
            <a:endParaRPr lang="en-GB" dirty="0"/>
          </a:p>
        </p:txBody>
      </p:sp>
      <p:sp>
        <p:nvSpPr>
          <p:cNvPr id="4" name="Footer Placeholder 3"/>
          <p:cNvSpPr>
            <a:spLocks noGrp="1"/>
          </p:cNvSpPr>
          <p:nvPr>
            <p:ph type="ftr" sz="quarter" idx="11"/>
          </p:nvPr>
        </p:nvSpPr>
        <p:spPr>
          <a:xfrm>
            <a:off x="3124200" y="4686300"/>
            <a:ext cx="2895600" cy="342900"/>
          </a:xfrm>
        </p:spPr>
        <p:txBody>
          <a:bodyPr numCol="1"/>
          <a:lstStyle>
            <a:lvl1pPr>
              <a:defRPr/>
            </a:lvl1pPr>
          </a:lstStyle>
          <a:p>
            <a:pPr>
              <a:defRPr/>
            </a:pPr>
            <a:endParaRPr lang="en-GB" dirty="0"/>
          </a:p>
        </p:txBody>
      </p:sp>
      <p:sp>
        <p:nvSpPr>
          <p:cNvPr id="5" name="Slide Number Placeholder 4"/>
          <p:cNvSpPr>
            <a:spLocks noGrp="1"/>
          </p:cNvSpPr>
          <p:nvPr>
            <p:ph type="sldNum" sz="quarter" idx="12"/>
          </p:nvPr>
        </p:nvSpPr>
        <p:spPr>
          <a:xfrm>
            <a:off x="6553200" y="4686300"/>
            <a:ext cx="2133600" cy="342900"/>
          </a:xfrm>
        </p:spPr>
        <p:txBody>
          <a:bodyPr numCol="1"/>
          <a:lstStyle>
            <a:lvl1pPr>
              <a:defRPr/>
            </a:lvl1pPr>
          </a:lstStyle>
          <a:p>
            <a:pPr>
              <a:defRPr/>
            </a:pPr>
            <a:fld id="{50C0B751-15D4-4264-B243-8F97AEC5D62B}" type="slidenum">
              <a:rPr lang="en-GB"/>
              <a:pPr>
                <a:defRPr/>
              </a:pPr>
              <a:t>‹#›</a:t>
            </a:fld>
            <a:endParaRPr lang="en-GB" dirty="0"/>
          </a:p>
        </p:txBody>
      </p:sp>
    </p:spTree>
    <p:extLst>
      <p:ext uri="{BB962C8B-B14F-4D97-AF65-F5344CB8AC3E}">
        <p14:creationId xmlns:p14="http://schemas.microsoft.com/office/powerpoint/2010/main" val="426917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997139"/>
            <a:ext cx="8229600" cy="374461"/>
          </a:xfrm>
        </p:spPr>
        <p:txBody>
          <a:bodyPr numCol="1"/>
          <a:lstStyle/>
          <a:p>
            <a:r>
              <a:rPr lang="en-US"/>
              <a:t>Click to edit Master title style</a:t>
            </a:r>
            <a:endParaRPr lang="en-GB" altLang="en-GB"/>
          </a:p>
        </p:txBody>
      </p:sp>
      <p:sp>
        <p:nvSpPr>
          <p:cNvPr id="3" name="Table Placeholder 2"/>
          <p:cNvSpPr>
            <a:spLocks noGrp="1"/>
          </p:cNvSpPr>
          <p:nvPr>
            <p:ph type="tbl" idx="1"/>
          </p:nvPr>
        </p:nvSpPr>
        <p:spPr>
          <a:xfrm>
            <a:off x="457200" y="1485900"/>
            <a:ext cx="8229600" cy="2914650"/>
          </a:xfrm>
        </p:spPr>
        <p:txBody>
          <a:bodyPr numCol="1"/>
          <a:lstStyle/>
          <a:p>
            <a:pPr lvl="0"/>
            <a:endParaRPr lang="en-GB" altLang="en-GB" noProof="0" dirty="0"/>
          </a:p>
        </p:txBody>
      </p:sp>
      <p:sp>
        <p:nvSpPr>
          <p:cNvPr id="4" name="Date Placeholder 3"/>
          <p:cNvSpPr>
            <a:spLocks noGrp="1"/>
          </p:cNvSpPr>
          <p:nvPr>
            <p:ph type="dt" sz="half" idx="10"/>
          </p:nvPr>
        </p:nvSpPr>
        <p:spPr/>
        <p:txBody>
          <a:bodyPr numCol="1"/>
          <a:lstStyle>
            <a:lvl1pPr>
              <a:defRPr/>
            </a:lvl1pPr>
          </a:lstStyle>
          <a:p>
            <a:pPr>
              <a:defRPr/>
            </a:pPr>
            <a:endParaRPr lang="en-GB" altLang="en-GB" dirty="0"/>
          </a:p>
        </p:txBody>
      </p:sp>
      <p:sp>
        <p:nvSpPr>
          <p:cNvPr id="5" name="Footer Placeholder 4"/>
          <p:cNvSpPr>
            <a:spLocks noGrp="1"/>
          </p:cNvSpPr>
          <p:nvPr>
            <p:ph type="ftr" sz="quarter" idx="11"/>
          </p:nvPr>
        </p:nvSpPr>
        <p:spPr/>
        <p:txBody>
          <a:bodyPr numCol="1"/>
          <a:lstStyle>
            <a:lvl1pPr>
              <a:defRPr/>
            </a:lvl1pPr>
          </a:lstStyle>
          <a:p>
            <a:pPr>
              <a:defRPr/>
            </a:pPr>
            <a:endParaRPr lang="en-GB" altLang="en-GB" dirty="0"/>
          </a:p>
        </p:txBody>
      </p:sp>
      <p:sp>
        <p:nvSpPr>
          <p:cNvPr id="6" name="Slide Number Placeholder 5"/>
          <p:cNvSpPr>
            <a:spLocks noGrp="1"/>
          </p:cNvSpPr>
          <p:nvPr>
            <p:ph type="sldNum" sz="quarter" idx="12"/>
          </p:nvPr>
        </p:nvSpPr>
        <p:spPr/>
        <p:txBody>
          <a:bodyPr numCol="1"/>
          <a:lstStyle>
            <a:lvl1pPr>
              <a:defRPr/>
            </a:lvl1pPr>
          </a:lstStyle>
          <a:p>
            <a:pPr>
              <a:defRPr/>
            </a:pPr>
            <a:fld id="{E8E92872-ECC5-4356-9A29-478CC266B14C}" type="slidenum">
              <a:rPr lang="en-GB" altLang="en-GB"/>
              <a:pPr>
                <a:defRPr/>
              </a:pPr>
              <a:t>‹#›</a:t>
            </a:fld>
            <a:endParaRPr lang="en-GB" altLang="en-GB" dirty="0"/>
          </a:p>
        </p:txBody>
      </p:sp>
    </p:spTree>
    <p:extLst>
      <p:ext uri="{BB962C8B-B14F-4D97-AF65-F5344CB8AC3E}">
        <p14:creationId xmlns:p14="http://schemas.microsoft.com/office/powerpoint/2010/main" val="227777654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Picture Placeholder 520"/>
          <p:cNvSpPr>
            <a:spLocks noGrp="1"/>
          </p:cNvSpPr>
          <p:nvPr>
            <p:ph type="pic" sz="quarter" idx="18"/>
          </p:nvPr>
        </p:nvSpPr>
        <p:spPr>
          <a:xfrm>
            <a:off x="0" y="834880"/>
            <a:ext cx="9144000" cy="3043862"/>
          </a:xfrm>
        </p:spPr>
        <p:txBody>
          <a:bodyPr numCol="1"/>
          <a:lstStyle/>
          <a:p>
            <a:r>
              <a:rPr lang="en-US" dirty="0"/>
              <a:t>Click icon to add picture</a:t>
            </a:r>
            <a:endParaRPr lang="en-GB" altLang="en-GB" dirty="0"/>
          </a:p>
        </p:txBody>
      </p:sp>
      <p:sp>
        <p:nvSpPr>
          <p:cNvPr id="3" name="Rectangle 2"/>
          <p:cNvSpPr/>
          <p:nvPr userDrawn="1"/>
        </p:nvSpPr>
        <p:spPr>
          <a:xfrm>
            <a:off x="0" y="3867150"/>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15056"/>
            <a:ext cx="7574325" cy="604343"/>
          </a:xfrm>
          <a:effectLst/>
        </p:spPr>
        <p:txBody>
          <a:bodyPr numCol="1"/>
          <a:lstStyle>
            <a:lvl1pPr>
              <a:defRPr sz="1800">
                <a:solidFill>
                  <a:schemeClr val="bg1"/>
                </a:solidFill>
              </a:defRPr>
            </a:lvl1pPr>
          </a:lstStyle>
          <a:p>
            <a:r>
              <a:rPr lang="en-US" dirty="0"/>
              <a:t>Lecture title goes here</a:t>
            </a:r>
            <a:endParaRPr lang="en-GB" alt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GB" altLang="en-GB"/>
          </a:p>
        </p:txBody>
      </p:sp>
      <p:sp>
        <p:nvSpPr>
          <p:cNvPr id="536" name="Text Placeholder 528"/>
          <p:cNvSpPr>
            <a:spLocks noGrp="1"/>
          </p:cNvSpPr>
          <p:nvPr>
            <p:ph type="body" sz="quarter" idx="15" hasCustomPrompt="1"/>
          </p:nvPr>
        </p:nvSpPr>
        <p:spPr>
          <a:xfrm>
            <a:off x="1313688" y="4127916"/>
            <a:ext cx="7578792" cy="381000"/>
          </a:xfrm>
          <a:effectLst/>
        </p:spPr>
        <p:txBody>
          <a:bodyPr numCol="1"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a:effectLst/>
        </p:spPr>
        <p:txBody>
          <a:bodyPr numCol="1"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CONL</a:t>
            </a:r>
          </a:p>
        </p:txBody>
      </p:sp>
      <p:sp>
        <p:nvSpPr>
          <p:cNvPr id="10" name="Text Placeholder 528"/>
          <p:cNvSpPr>
            <a:spLocks noGrp="1"/>
          </p:cNvSpPr>
          <p:nvPr>
            <p:ph type="body" sz="quarter" idx="17" hasCustomPrompt="1"/>
          </p:nvPr>
        </p:nvSpPr>
        <p:spPr>
          <a:xfrm>
            <a:off x="262250" y="4512726"/>
            <a:ext cx="874800" cy="381600"/>
          </a:xfrm>
          <a:noFill/>
          <a:effectLst/>
        </p:spPr>
        <p:txBody>
          <a:bodyPr numCol="1"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701</a:t>
            </a:r>
          </a:p>
        </p:txBody>
      </p:sp>
      <p:sp>
        <p:nvSpPr>
          <p:cNvPr id="15" name="Rectangle 14"/>
          <p:cNvSpPr/>
          <p:nvPr userDrawn="1"/>
        </p:nvSpPr>
        <p:spPr>
          <a:xfrm>
            <a:off x="0" y="801015"/>
            <a:ext cx="9144000" cy="3600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a:solidFill>
                <a:schemeClr val="bg1"/>
              </a:solidFill>
            </a:endParaRPr>
          </a:p>
        </p:txBody>
      </p:sp>
      <p:pic>
        <p:nvPicPr>
          <p:cNvPr id="4" name="Picture 3" descr="Text  Description automatically generated">
            <a:extLst>
              <a:ext uri="{FF2B5EF4-FFF2-40B4-BE49-F238E27FC236}">
                <a16:creationId xmlns:a16="http://schemas.microsoft.com/office/drawing/2014/main" id="{38C6169D-4AE8-44B3-AFF4-FC5EC60BBE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2287" y="81405"/>
            <a:ext cx="2799425" cy="685984"/>
          </a:xfrm>
          <a:prstGeom prst="rect">
            <a:avLst/>
          </a:prstGeom>
        </p:spPr>
      </p:pic>
    </p:spTree>
    <p:extLst>
      <p:ext uri="{BB962C8B-B14F-4D97-AF65-F5344CB8AC3E}">
        <p14:creationId xmlns:p14="http://schemas.microsoft.com/office/powerpoint/2010/main" val="51656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21" name="Picture Placeholder 520"/>
          <p:cNvSpPr>
            <a:spLocks noGrp="1"/>
          </p:cNvSpPr>
          <p:nvPr>
            <p:ph type="pic" sz="quarter" idx="10"/>
          </p:nvPr>
        </p:nvSpPr>
        <p:spPr>
          <a:xfrm>
            <a:off x="0" y="818160"/>
            <a:ext cx="9144000" cy="3055342"/>
          </a:xfrm>
        </p:spPr>
        <p:txBody>
          <a:bodyPr numCol="1"/>
          <a:lstStyle/>
          <a:p>
            <a:r>
              <a:rPr lang="en-US" dirty="0"/>
              <a:t>Click icon to add picture</a:t>
            </a:r>
            <a:endParaRPr lang="en-GB" altLang="en-GB" dirty="0"/>
          </a:p>
        </p:txBody>
      </p:sp>
      <p:sp>
        <p:nvSpPr>
          <p:cNvPr id="3" name="Rectangle 2"/>
          <p:cNvSpPr/>
          <p:nvPr userDrawn="1"/>
        </p:nvSpPr>
        <p:spPr>
          <a:xfrm>
            <a:off x="0" y="3874707"/>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71950"/>
            <a:ext cx="7574325" cy="547449"/>
          </a:xfrm>
        </p:spPr>
        <p:txBody>
          <a:bodyPr numCol="1"/>
          <a:lstStyle>
            <a:lvl1pPr>
              <a:defRPr sz="1800">
                <a:solidFill>
                  <a:schemeClr val="bg1"/>
                </a:solidFill>
              </a:defRPr>
            </a:lvl1pPr>
          </a:lstStyle>
          <a:p>
            <a:r>
              <a:rPr lang="en-US" dirty="0"/>
              <a:t>Lecture title goes here</a:t>
            </a:r>
            <a:endParaRPr lang="en-GB" alt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GB" altLang="en-GB"/>
          </a:p>
        </p:txBody>
      </p:sp>
      <p:sp>
        <p:nvSpPr>
          <p:cNvPr id="536" name="Text Placeholder 528"/>
          <p:cNvSpPr>
            <a:spLocks noGrp="1"/>
          </p:cNvSpPr>
          <p:nvPr>
            <p:ph type="body" sz="quarter" idx="15" hasCustomPrompt="1"/>
          </p:nvPr>
        </p:nvSpPr>
        <p:spPr>
          <a:xfrm>
            <a:off x="1313688" y="4127916"/>
            <a:ext cx="7578792" cy="381000"/>
          </a:xfrm>
        </p:spPr>
        <p:txBody>
          <a:bodyPr numCol="1"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p:spPr>
        <p:txBody>
          <a:bodyPr numCol="1"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CONL</a:t>
            </a:r>
          </a:p>
        </p:txBody>
      </p:sp>
      <p:sp>
        <p:nvSpPr>
          <p:cNvPr id="10" name="Text Placeholder 528"/>
          <p:cNvSpPr>
            <a:spLocks noGrp="1"/>
          </p:cNvSpPr>
          <p:nvPr>
            <p:ph type="body" sz="quarter" idx="17" hasCustomPrompt="1"/>
          </p:nvPr>
        </p:nvSpPr>
        <p:spPr>
          <a:xfrm>
            <a:off x="262250" y="4512726"/>
            <a:ext cx="874800" cy="381600"/>
          </a:xfrm>
          <a:noFill/>
        </p:spPr>
        <p:txBody>
          <a:bodyPr numCol="1"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ltLang="en-GB" dirty="0"/>
              <a:t>701</a:t>
            </a:r>
          </a:p>
        </p:txBody>
      </p:sp>
      <p:pic>
        <p:nvPicPr>
          <p:cNvPr id="4" name="Picture 3" descr="Text  Description automatically generated">
            <a:extLst>
              <a:ext uri="{FF2B5EF4-FFF2-40B4-BE49-F238E27FC236}">
                <a16:creationId xmlns:a16="http://schemas.microsoft.com/office/drawing/2014/main" id="{E8E23F1B-E794-4BFC-882E-E0548F2351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2287" y="81405"/>
            <a:ext cx="2799425" cy="685984"/>
          </a:xfrm>
          <a:prstGeom prst="rect">
            <a:avLst/>
          </a:prstGeom>
        </p:spPr>
      </p:pic>
    </p:spTree>
    <p:extLst>
      <p:ext uri="{BB962C8B-B14F-4D97-AF65-F5344CB8AC3E}">
        <p14:creationId xmlns:p14="http://schemas.microsoft.com/office/powerpoint/2010/main" val="312675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lang="en-GB" altLang="en-GB" dirty="0"/>
          </a:p>
        </p:txBody>
      </p:sp>
      <p:sp>
        <p:nvSpPr>
          <p:cNvPr id="9" name="Text Placeholder 4"/>
          <p:cNvSpPr>
            <a:spLocks noGrp="1"/>
          </p:cNvSpPr>
          <p:nvPr>
            <p:ph type="body" sz="quarter" idx="10"/>
          </p:nvPr>
        </p:nvSpPr>
        <p:spPr>
          <a:xfrm>
            <a:off x="457200" y="1276350"/>
            <a:ext cx="3960000"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sp>
        <p:nvSpPr>
          <p:cNvPr id="10" name="Text Placeholder 4"/>
          <p:cNvSpPr>
            <a:spLocks noGrp="1"/>
          </p:cNvSpPr>
          <p:nvPr>
            <p:ph type="body" sz="quarter" idx="11"/>
          </p:nvPr>
        </p:nvSpPr>
        <p:spPr>
          <a:xfrm>
            <a:off x="4726800" y="1276350"/>
            <a:ext cx="3960000"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pic>
        <p:nvPicPr>
          <p:cNvPr id="3" name="Picture 2" descr="Text  Description automatically generated">
            <a:extLst>
              <a:ext uri="{FF2B5EF4-FFF2-40B4-BE49-F238E27FC236}">
                <a16:creationId xmlns:a16="http://schemas.microsoft.com/office/drawing/2014/main" id="{58A0FB72-1B76-4F7F-B002-5B2C2BE62E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69116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2 Column Text">
    <p:spTree>
      <p:nvGrpSpPr>
        <p:cNvPr id="1" name=""/>
        <p:cNvGrpSpPr/>
        <p:nvPr/>
      </p:nvGrpSpPr>
      <p:grpSpPr>
        <a:xfrm>
          <a:off x="0" y="0"/>
          <a:ext cx="0" cy="0"/>
          <a:chOff x="0" y="0"/>
          <a:chExt cx="0" cy="0"/>
        </a:xfrm>
      </p:grpSpPr>
      <p:sp>
        <p:nvSpPr>
          <p:cNvPr id="12" name="Content Placeholder 3"/>
          <p:cNvSpPr>
            <a:spLocks noGrp="1"/>
          </p:cNvSpPr>
          <p:nvPr>
            <p:ph sz="quarter" idx="13"/>
          </p:nvPr>
        </p:nvSpPr>
        <p:spPr>
          <a:xfrm>
            <a:off x="459795" y="1276350"/>
            <a:ext cx="3959225"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
        <p:nvSpPr>
          <p:cNvPr id="2" name="Title 1"/>
          <p:cNvSpPr>
            <a:spLocks noGrp="1"/>
          </p:cNvSpPr>
          <p:nvPr>
            <p:ph type="title"/>
          </p:nvPr>
        </p:nvSpPr>
        <p:spPr/>
        <p:txBody>
          <a:bodyPr numCol="1"/>
          <a:lstStyle/>
          <a:p>
            <a:r>
              <a:rPr lang="en-US"/>
              <a:t>Click to edit Master title style</a:t>
            </a:r>
            <a:endParaRPr lang="en-GB" altLang="en-GB" dirty="0"/>
          </a:p>
        </p:txBody>
      </p:sp>
      <p:sp>
        <p:nvSpPr>
          <p:cNvPr id="11" name="Content Placeholder 3"/>
          <p:cNvSpPr>
            <a:spLocks noGrp="1"/>
          </p:cNvSpPr>
          <p:nvPr>
            <p:ph sz="quarter" idx="12"/>
          </p:nvPr>
        </p:nvSpPr>
        <p:spPr>
          <a:xfrm>
            <a:off x="4727575" y="1276350"/>
            <a:ext cx="3959225"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pic>
        <p:nvPicPr>
          <p:cNvPr id="3" name="Picture 2" descr="Text  Description automatically generated">
            <a:extLst>
              <a:ext uri="{FF2B5EF4-FFF2-40B4-BE49-F238E27FC236}">
                <a16:creationId xmlns:a16="http://schemas.microsoft.com/office/drawing/2014/main" id="{00B7B23D-DB61-4F45-A2CC-2695882BD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2829337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a:t>Click to edit Master title style</a:t>
            </a:r>
            <a:endParaRPr lang="en-GB" altLang="en-GB"/>
          </a:p>
        </p:txBody>
      </p:sp>
      <p:sp>
        <p:nvSpPr>
          <p:cNvPr id="4" name="Content Placeholder 3"/>
          <p:cNvSpPr>
            <a:spLocks noGrp="1"/>
          </p:cNvSpPr>
          <p:nvPr>
            <p:ph sz="quarter" idx="10"/>
          </p:nvPr>
        </p:nvSpPr>
        <p:spPr>
          <a:xfrm>
            <a:off x="457200" y="1276350"/>
            <a:ext cx="8229600"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pic>
        <p:nvPicPr>
          <p:cNvPr id="3" name="Picture 2" descr="Text  Description automatically generated">
            <a:extLst>
              <a:ext uri="{FF2B5EF4-FFF2-40B4-BE49-F238E27FC236}">
                <a16:creationId xmlns:a16="http://schemas.microsoft.com/office/drawing/2014/main" id="{E6167BB9-AB97-4628-BFB4-DF515673B7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408487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verted">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solidFill>
                  <a:schemeClr val="bg1"/>
                </a:solidFill>
              </a:defRPr>
            </a:lvl1pPr>
          </a:lstStyle>
          <a:p>
            <a:r>
              <a:rPr lang="en-US"/>
              <a:t>Click to edit Master title style</a:t>
            </a:r>
            <a:endParaRPr lang="en-GB" altLang="en-GB" dirty="0"/>
          </a:p>
        </p:txBody>
      </p:sp>
      <p:cxnSp>
        <p:nvCxnSpPr>
          <p:cNvPr id="3" name="Straight Connector 2"/>
          <p:cNvCxnSpPr/>
          <p:nvPr userDrawn="1"/>
        </p:nvCxnSpPr>
        <p:spPr>
          <a:xfrm>
            <a:off x="533400" y="971550"/>
            <a:ext cx="8153400" cy="0"/>
          </a:xfrm>
          <a:prstGeom prst="line">
            <a:avLst/>
          </a:prstGeom>
          <a:ln w="25400">
            <a:solidFill>
              <a:srgbClr val="FFFF00"/>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pic>
        <p:nvPicPr>
          <p:cNvPr id="5" name="Picture 4" descr="Text  Description automatically generated">
            <a:extLst>
              <a:ext uri="{FF2B5EF4-FFF2-40B4-BE49-F238E27FC236}">
                <a16:creationId xmlns:a16="http://schemas.microsoft.com/office/drawing/2014/main" id="{EAEE50A6-8E45-400C-99B3-2A2BAD454CFD}"/>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2688947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Inverted">
    <p:bg>
      <p:bgPr>
        <a:solidFill>
          <a:srgbClr val="7366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solidFill>
                  <a:schemeClr val="bg1"/>
                </a:solidFill>
              </a:defRPr>
            </a:lvl1pPr>
          </a:lstStyle>
          <a:p>
            <a:r>
              <a:rPr lang="en-US"/>
              <a:t>Click to edit Master title style</a:t>
            </a:r>
            <a:endParaRPr lang="en-GB" altLang="en-GB" dirty="0"/>
          </a:p>
        </p:txBody>
      </p:sp>
      <p:cxnSp>
        <p:nvCxnSpPr>
          <p:cNvPr id="3" name="Straight Connector 2"/>
          <p:cNvCxnSpPr/>
          <p:nvPr userDrawn="1"/>
        </p:nvCxnSpPr>
        <p:spPr>
          <a:xfrm>
            <a:off x="533400" y="971550"/>
            <a:ext cx="8153400"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pic>
        <p:nvPicPr>
          <p:cNvPr id="6" name="Picture 5" descr="Text  Description automatically generated">
            <a:extLst>
              <a:ext uri="{FF2B5EF4-FFF2-40B4-BE49-F238E27FC236}">
                <a16:creationId xmlns:a16="http://schemas.microsoft.com/office/drawing/2014/main" id="{82AFAE68-AD39-4062-96A5-D7BC550DC4AF}"/>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2889566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solidFill>
                  <a:srgbClr val="044661"/>
                </a:solidFill>
              </a:defRPr>
            </a:lvl1pPr>
          </a:lstStyle>
          <a:p>
            <a:r>
              <a:rPr lang="en-US" dirty="0"/>
              <a:t>Click to edit Master title style</a:t>
            </a:r>
            <a:endParaRPr lang="en-GB" altLang="en-GB" dirty="0"/>
          </a:p>
        </p:txBody>
      </p:sp>
      <p:sp>
        <p:nvSpPr>
          <p:cNvPr id="5" name="Text Placeholder 4"/>
          <p:cNvSpPr>
            <a:spLocks noGrp="1"/>
          </p:cNvSpPr>
          <p:nvPr>
            <p:ph type="body" sz="quarter" idx="10"/>
          </p:nvPr>
        </p:nvSpPr>
        <p:spPr>
          <a:xfrm>
            <a:off x="457200" y="1276350"/>
            <a:ext cx="8229600" cy="3505200"/>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cxnSp>
        <p:nvCxnSpPr>
          <p:cNvPr id="4" name="Straight Connector 3"/>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pic>
        <p:nvPicPr>
          <p:cNvPr id="3" name="Picture 2" descr="Text  Description automatically generated">
            <a:extLst>
              <a:ext uri="{FF2B5EF4-FFF2-40B4-BE49-F238E27FC236}">
                <a16:creationId xmlns:a16="http://schemas.microsoft.com/office/drawing/2014/main" id="{FFC52837-3E9E-49B3-9713-44DD6ADD8B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3489250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Text">
    <p:bg>
      <p:bgPr>
        <a:solidFill>
          <a:schemeClr val="bg1"/>
        </a:solidFill>
        <a:effectLst/>
      </p:bgPr>
    </p:bg>
    <p:spTree>
      <p:nvGrpSpPr>
        <p:cNvPr id="1" name=""/>
        <p:cNvGrpSpPr/>
        <p:nvPr/>
      </p:nvGrpSpPr>
      <p:grpSpPr>
        <a:xfrm>
          <a:off x="0" y="0"/>
          <a:ext cx="0" cy="0"/>
          <a:chOff x="0" y="0"/>
          <a:chExt cx="0" cy="0"/>
        </a:xfrm>
      </p:grpSpPr>
      <p:pic>
        <p:nvPicPr>
          <p:cNvPr id="2050"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numCol="1"/>
          <a:lstStyle>
            <a:lvl1pPr>
              <a:defRPr>
                <a:solidFill>
                  <a:srgbClr val="044661"/>
                </a:solidFill>
              </a:defRPr>
            </a:lvl1pPr>
          </a:lstStyle>
          <a:p>
            <a:r>
              <a:rPr lang="en-US" dirty="0"/>
              <a:t>Click to edit Master title style</a:t>
            </a:r>
            <a:endParaRPr lang="en-GB" altLang="en-GB" dirty="0"/>
          </a:p>
        </p:txBody>
      </p:sp>
      <p:sp>
        <p:nvSpPr>
          <p:cNvPr id="5" name="Text Placeholder 4"/>
          <p:cNvSpPr>
            <a:spLocks noGrp="1"/>
          </p:cNvSpPr>
          <p:nvPr>
            <p:ph type="body" sz="quarter" idx="10"/>
          </p:nvPr>
        </p:nvSpPr>
        <p:spPr>
          <a:xfrm>
            <a:off x="457200" y="1276350"/>
            <a:ext cx="8229600" cy="3505200"/>
          </a:xfrm>
        </p:spPr>
        <p:txBody>
          <a:bodyPr numCol="1"/>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altLang="en-GB" dirty="0"/>
          </a:p>
        </p:txBody>
      </p:sp>
      <p:cxnSp>
        <p:nvCxnSpPr>
          <p:cNvPr id="6" name="Straight Connector 5"/>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pic>
        <p:nvPicPr>
          <p:cNvPr id="3" name="Picture 2" descr="Text  Description automatically generated">
            <a:extLst>
              <a:ext uri="{FF2B5EF4-FFF2-40B4-BE49-F238E27FC236}">
                <a16:creationId xmlns:a16="http://schemas.microsoft.com/office/drawing/2014/main" id="{4633FFA7-FE4E-4469-8216-B7BEF2CD62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315626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Slide">
    <p:spTree>
      <p:nvGrpSpPr>
        <p:cNvPr id="1" name=""/>
        <p:cNvGrpSpPr/>
        <p:nvPr/>
      </p:nvGrpSpPr>
      <p:grpSpPr>
        <a:xfrm>
          <a:off x="0" y="0"/>
          <a:ext cx="0" cy="0"/>
          <a:chOff x="0" y="0"/>
          <a:chExt cx="0" cy="0"/>
        </a:xfrm>
      </p:grpSpPr>
      <p:pic>
        <p:nvPicPr>
          <p:cNvPr id="8"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2411760" y="483518"/>
            <a:ext cx="6120680" cy="2520280"/>
          </a:xfrm>
        </p:spPr>
        <p:txBody>
          <a:bodyPr numCol="1" anchor="ctr"/>
          <a:lstStyle>
            <a:lvl1pPr algn="ctr">
              <a:lnSpc>
                <a:spcPct val="150000"/>
              </a:lnSpc>
              <a:defRPr baseline="0"/>
            </a:lvl1pPr>
          </a:lstStyle>
          <a:p>
            <a:r>
              <a:rPr lang="en-US" dirty="0"/>
              <a:t>Click to edit section title</a:t>
            </a:r>
            <a:endParaRPr lang="en-GB" altLang="en-GB" dirty="0"/>
          </a:p>
        </p:txBody>
      </p:sp>
      <p:pic>
        <p:nvPicPr>
          <p:cNvPr id="3" name="Picture 2" descr="Text  Description automatically generated">
            <a:extLst>
              <a:ext uri="{FF2B5EF4-FFF2-40B4-BE49-F238E27FC236}">
                <a16:creationId xmlns:a16="http://schemas.microsoft.com/office/drawing/2014/main" id="{321AE078-C109-4797-9B4E-F1A750F96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3975" y="1400666"/>
            <a:ext cx="2799425" cy="685984"/>
          </a:xfrm>
          <a:prstGeom prst="rect">
            <a:avLst/>
          </a:prstGeom>
        </p:spPr>
      </p:pic>
    </p:spTree>
    <p:extLst>
      <p:ext uri="{BB962C8B-B14F-4D97-AF65-F5344CB8AC3E}">
        <p14:creationId xmlns:p14="http://schemas.microsoft.com/office/powerpoint/2010/main" val="380889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Section Slide">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1560" y="2202418"/>
            <a:ext cx="7920880" cy="738664"/>
          </a:xfrm>
        </p:spPr>
        <p:txBody>
          <a:bodyPr numCol="1" anchor="ctr"/>
          <a:lstStyle>
            <a:lvl1pPr algn="ctr">
              <a:lnSpc>
                <a:spcPct val="150000"/>
              </a:lnSpc>
              <a:defRPr baseline="0">
                <a:solidFill>
                  <a:schemeClr val="bg1"/>
                </a:solidFill>
              </a:defRPr>
            </a:lvl1pPr>
          </a:lstStyle>
          <a:p>
            <a:r>
              <a:rPr lang="en-US" dirty="0"/>
              <a:t>Click to edit section title</a:t>
            </a:r>
            <a:endParaRPr lang="en-GB" altLang="en-GB" dirty="0"/>
          </a:p>
        </p:txBody>
      </p:sp>
      <p:pic>
        <p:nvPicPr>
          <p:cNvPr id="3" name="Picture 2" descr="Text  Description automatically generated">
            <a:extLst>
              <a:ext uri="{FF2B5EF4-FFF2-40B4-BE49-F238E27FC236}">
                <a16:creationId xmlns:a16="http://schemas.microsoft.com/office/drawing/2014/main" id="{8F2D78AD-81C6-483B-9469-A94C59B2AEF6}"/>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4070603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6020" y="939989"/>
            <a:ext cx="7771960" cy="374461"/>
          </a:xfrm>
        </p:spPr>
        <p:txBody>
          <a:bodyPr numCol="1"/>
          <a:lstStyle/>
          <a:p>
            <a:r>
              <a:rPr lang="en-US"/>
              <a:t>Click to edit Master title style</a:t>
            </a:r>
            <a:endParaRPr lang="en-GB" altLang="en-GB"/>
          </a:p>
        </p:txBody>
      </p:sp>
      <p:sp>
        <p:nvSpPr>
          <p:cNvPr id="3" name="SmartArt Placeholder 2"/>
          <p:cNvSpPr>
            <a:spLocks noGrp="1"/>
          </p:cNvSpPr>
          <p:nvPr>
            <p:ph type="dgm" idx="1"/>
          </p:nvPr>
        </p:nvSpPr>
        <p:spPr>
          <a:xfrm>
            <a:off x="686020" y="1485900"/>
            <a:ext cx="7771960" cy="3086100"/>
          </a:xfrm>
        </p:spPr>
        <p:txBody>
          <a:bodyPr numCol="1"/>
          <a:lstStyle/>
          <a:p>
            <a:pPr lvl="0"/>
            <a:endParaRPr lang="en-GB" altLang="en-GB" noProof="0" dirty="0"/>
          </a:p>
        </p:txBody>
      </p:sp>
      <p:pic>
        <p:nvPicPr>
          <p:cNvPr id="5" name="Picture 4" descr="Text  Description automatically generated">
            <a:extLst>
              <a:ext uri="{FF2B5EF4-FFF2-40B4-BE49-F238E27FC236}">
                <a16:creationId xmlns:a16="http://schemas.microsoft.com/office/drawing/2014/main" id="{0142E6A8-5F73-439B-BDEE-7B5BBEB2E2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3169623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8768"/>
            <a:ext cx="7543800" cy="374461"/>
          </a:xfrm>
        </p:spPr>
        <p:txBody>
          <a:bodyPr numCol="1"/>
          <a:lstStyle/>
          <a:p>
            <a:r>
              <a:rPr lang="en-US"/>
              <a:t>Click to edit Master title style</a:t>
            </a:r>
            <a:endParaRPr lang="en-GB" altLang="en-GB"/>
          </a:p>
        </p:txBody>
      </p:sp>
      <p:sp>
        <p:nvSpPr>
          <p:cNvPr id="3" name="Text Placeholder 2"/>
          <p:cNvSpPr>
            <a:spLocks noGrp="1"/>
          </p:cNvSpPr>
          <p:nvPr>
            <p:ph type="body" sz="half" idx="1"/>
          </p:nvPr>
        </p:nvSpPr>
        <p:spPr>
          <a:xfrm>
            <a:off x="457200" y="1289447"/>
            <a:ext cx="4038600" cy="3308747"/>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
        <p:nvSpPr>
          <p:cNvPr id="4" name="Content Placeholder 3"/>
          <p:cNvSpPr>
            <a:spLocks noGrp="1"/>
          </p:cNvSpPr>
          <p:nvPr>
            <p:ph sz="half" idx="2"/>
          </p:nvPr>
        </p:nvSpPr>
        <p:spPr>
          <a:xfrm>
            <a:off x="4648200" y="1289447"/>
            <a:ext cx="4038600" cy="3308747"/>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
        <p:nvSpPr>
          <p:cNvPr id="5" name="Date Placeholder 4"/>
          <p:cNvSpPr>
            <a:spLocks noGrp="1"/>
          </p:cNvSpPr>
          <p:nvPr>
            <p:ph type="dt" sz="half" idx="10"/>
          </p:nvPr>
        </p:nvSpPr>
        <p:spPr>
          <a:xfrm>
            <a:off x="457200" y="4686300"/>
            <a:ext cx="2133600" cy="342900"/>
          </a:xfrm>
        </p:spPr>
        <p:txBody>
          <a:bodyPr numCol="1"/>
          <a:lstStyle>
            <a:lvl1pPr>
              <a:defRPr/>
            </a:lvl1pPr>
          </a:lstStyle>
          <a:p>
            <a:pPr>
              <a:defRPr/>
            </a:pPr>
            <a:endParaRPr lang="en-GB" dirty="0"/>
          </a:p>
        </p:txBody>
      </p:sp>
      <p:sp>
        <p:nvSpPr>
          <p:cNvPr id="6" name="Footer Placeholder 5"/>
          <p:cNvSpPr>
            <a:spLocks noGrp="1"/>
          </p:cNvSpPr>
          <p:nvPr>
            <p:ph type="ftr" sz="quarter" idx="11"/>
          </p:nvPr>
        </p:nvSpPr>
        <p:spPr>
          <a:xfrm>
            <a:off x="3124200" y="4686300"/>
            <a:ext cx="2895600" cy="342900"/>
          </a:xfrm>
        </p:spPr>
        <p:txBody>
          <a:bodyPr numCol="1"/>
          <a:lstStyle>
            <a:lvl1pPr>
              <a:defRPr/>
            </a:lvl1pPr>
          </a:lstStyle>
          <a:p>
            <a:pPr>
              <a:defRPr/>
            </a:pPr>
            <a:endParaRPr lang="en-GB" dirty="0"/>
          </a:p>
        </p:txBody>
      </p:sp>
      <p:sp>
        <p:nvSpPr>
          <p:cNvPr id="7" name="Slide Number Placeholder 6"/>
          <p:cNvSpPr>
            <a:spLocks noGrp="1"/>
          </p:cNvSpPr>
          <p:nvPr>
            <p:ph type="sldNum" sz="quarter" idx="12"/>
          </p:nvPr>
        </p:nvSpPr>
        <p:spPr>
          <a:xfrm>
            <a:off x="6553200" y="4686300"/>
            <a:ext cx="2133600" cy="342900"/>
          </a:xfrm>
        </p:spPr>
        <p:txBody>
          <a:bodyPr numCol="1"/>
          <a:lstStyle>
            <a:lvl1pPr>
              <a:defRPr/>
            </a:lvl1pPr>
          </a:lstStyle>
          <a:p>
            <a:pPr>
              <a:defRPr/>
            </a:pPr>
            <a:fld id="{F0A528F9-56C8-4EFC-9F5D-B6B2B9248EDA}" type="slidenum">
              <a:rPr lang="en-GB"/>
              <a:pPr>
                <a:defRPr/>
              </a:pPr>
              <a:t>‹#›</a:t>
            </a:fld>
            <a:endParaRPr lang="en-GB" dirty="0"/>
          </a:p>
        </p:txBody>
      </p:sp>
      <p:pic>
        <p:nvPicPr>
          <p:cNvPr id="9" name="Picture 8" descr="Text  Description automatically generated">
            <a:extLst>
              <a:ext uri="{FF2B5EF4-FFF2-40B4-BE49-F238E27FC236}">
                <a16:creationId xmlns:a16="http://schemas.microsoft.com/office/drawing/2014/main" id="{44A17E67-1031-4E47-97FF-8E7D178F3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29825320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kumimoji="0" lang="en-US"/>
              <a:t>Click to edit Master title style</a:t>
            </a:r>
          </a:p>
        </p:txBody>
      </p:sp>
      <p:sp>
        <p:nvSpPr>
          <p:cNvPr id="6" name="Date Placeholder 5"/>
          <p:cNvSpPr>
            <a:spLocks noGrp="1"/>
          </p:cNvSpPr>
          <p:nvPr>
            <p:ph type="dt" sz="half" idx="10"/>
          </p:nvPr>
        </p:nvSpPr>
        <p:spPr/>
        <p:txBody>
          <a:bodyPr numCol="1" rtlCol="0"/>
          <a:lstStyle/>
          <a:p>
            <a:pPr>
              <a:defRPr/>
            </a:pPr>
            <a:endParaRPr lang="en-GB" dirty="0"/>
          </a:p>
        </p:txBody>
      </p:sp>
      <p:sp>
        <p:nvSpPr>
          <p:cNvPr id="7" name="Slide Number Placeholder 6"/>
          <p:cNvSpPr>
            <a:spLocks noGrp="1"/>
          </p:cNvSpPr>
          <p:nvPr>
            <p:ph type="sldNum" sz="quarter" idx="11"/>
          </p:nvPr>
        </p:nvSpPr>
        <p:spPr/>
        <p:txBody>
          <a:bodyPr numCol="1" rtlCol="0"/>
          <a:lstStyle/>
          <a:p>
            <a:pPr>
              <a:defRPr/>
            </a:pPr>
            <a:fld id="{41E91D9D-E116-435E-920D-F8709803F734}" type="slidenum">
              <a:rPr lang="en-GB" smtClean="0"/>
              <a:pPr>
                <a:defRPr/>
              </a:pPr>
              <a:t>‹#›</a:t>
            </a:fld>
            <a:endParaRPr lang="en-GB" dirty="0"/>
          </a:p>
        </p:txBody>
      </p:sp>
      <p:sp>
        <p:nvSpPr>
          <p:cNvPr id="8" name="Footer Placeholder 7"/>
          <p:cNvSpPr>
            <a:spLocks noGrp="1"/>
          </p:cNvSpPr>
          <p:nvPr>
            <p:ph type="ftr" sz="quarter" idx="12"/>
          </p:nvPr>
        </p:nvSpPr>
        <p:spPr/>
        <p:txBody>
          <a:bodyPr numCol="1" rtlCol="0"/>
          <a:lstStyle/>
          <a:p>
            <a:pPr>
              <a:defRPr/>
            </a:pPr>
            <a:endParaRPr lang="en-GB" dirty="0"/>
          </a:p>
        </p:txBody>
      </p:sp>
      <p:pic>
        <p:nvPicPr>
          <p:cNvPr id="3" name="Picture 2" descr="Text  Description automatically generated">
            <a:extLst>
              <a:ext uri="{FF2B5EF4-FFF2-40B4-BE49-F238E27FC236}">
                <a16:creationId xmlns:a16="http://schemas.microsoft.com/office/drawing/2014/main" id="{92FC1329-CCF9-43F9-A859-01DBCA567B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0096165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91679"/>
            <a:ext cx="8229600" cy="4506515"/>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ltLang="en-GB"/>
          </a:p>
        </p:txBody>
      </p:sp>
      <p:sp>
        <p:nvSpPr>
          <p:cNvPr id="3" name="Date Placeholder 2"/>
          <p:cNvSpPr>
            <a:spLocks noGrp="1"/>
          </p:cNvSpPr>
          <p:nvPr>
            <p:ph type="dt" sz="half" idx="10"/>
          </p:nvPr>
        </p:nvSpPr>
        <p:spPr>
          <a:xfrm>
            <a:off x="457200" y="4686300"/>
            <a:ext cx="2133600" cy="342900"/>
          </a:xfrm>
        </p:spPr>
        <p:txBody>
          <a:bodyPr numCol="1"/>
          <a:lstStyle>
            <a:lvl1pPr>
              <a:defRPr/>
            </a:lvl1pPr>
          </a:lstStyle>
          <a:p>
            <a:pPr>
              <a:defRPr/>
            </a:pPr>
            <a:endParaRPr lang="en-GB" dirty="0"/>
          </a:p>
        </p:txBody>
      </p:sp>
      <p:sp>
        <p:nvSpPr>
          <p:cNvPr id="4" name="Footer Placeholder 3"/>
          <p:cNvSpPr>
            <a:spLocks noGrp="1"/>
          </p:cNvSpPr>
          <p:nvPr>
            <p:ph type="ftr" sz="quarter" idx="11"/>
          </p:nvPr>
        </p:nvSpPr>
        <p:spPr>
          <a:xfrm>
            <a:off x="3124200" y="4686300"/>
            <a:ext cx="2895600" cy="342900"/>
          </a:xfrm>
        </p:spPr>
        <p:txBody>
          <a:bodyPr numCol="1"/>
          <a:lstStyle>
            <a:lvl1pPr>
              <a:defRPr/>
            </a:lvl1pPr>
          </a:lstStyle>
          <a:p>
            <a:pPr>
              <a:defRPr/>
            </a:pPr>
            <a:endParaRPr lang="en-GB" dirty="0"/>
          </a:p>
        </p:txBody>
      </p:sp>
      <p:sp>
        <p:nvSpPr>
          <p:cNvPr id="5" name="Slide Number Placeholder 4"/>
          <p:cNvSpPr>
            <a:spLocks noGrp="1"/>
          </p:cNvSpPr>
          <p:nvPr>
            <p:ph type="sldNum" sz="quarter" idx="12"/>
          </p:nvPr>
        </p:nvSpPr>
        <p:spPr>
          <a:xfrm>
            <a:off x="6553200" y="4686300"/>
            <a:ext cx="2133600" cy="342900"/>
          </a:xfrm>
        </p:spPr>
        <p:txBody>
          <a:bodyPr numCol="1"/>
          <a:lstStyle>
            <a:lvl1pPr>
              <a:defRPr/>
            </a:lvl1pPr>
          </a:lstStyle>
          <a:p>
            <a:pPr>
              <a:defRPr/>
            </a:pPr>
            <a:fld id="{50C0B751-15D4-4264-B243-8F97AEC5D62B}" type="slidenum">
              <a:rPr lang="en-GB"/>
              <a:pPr>
                <a:defRPr/>
              </a:pPr>
              <a:t>‹#›</a:t>
            </a:fld>
            <a:endParaRPr lang="en-GB" dirty="0"/>
          </a:p>
        </p:txBody>
      </p:sp>
      <p:pic>
        <p:nvPicPr>
          <p:cNvPr id="7" name="Picture 6" descr="Text  Description automatically generated">
            <a:extLst>
              <a:ext uri="{FF2B5EF4-FFF2-40B4-BE49-F238E27FC236}">
                <a16:creationId xmlns:a16="http://schemas.microsoft.com/office/drawing/2014/main" id="{FE6E8EDF-E22B-4ECD-B567-C47C828CF6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2977952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6"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3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20889"/>
            <a:ext cx="8229600" cy="374461"/>
          </a:xfrm>
          <a:prstGeom prst="rect">
            <a:avLst/>
          </a:prstGeom>
          <a:ln w="19050">
            <a:noFill/>
          </a:ln>
        </p:spPr>
        <p:txBody>
          <a:bodyPr vert="horz" wrap="square" lIns="91440" tIns="45720" rIns="91440" bIns="45720" numCol="1" rtlCol="0" anchor="b" anchorCtr="0">
            <a:spAutoFit/>
          </a:bodyPr>
          <a:lstStyle/>
          <a:p>
            <a:r>
              <a:rPr lang="en-US" dirty="0"/>
              <a:t>Click to edit Master title style</a:t>
            </a:r>
          </a:p>
        </p:txBody>
      </p:sp>
      <p:sp>
        <p:nvSpPr>
          <p:cNvPr id="3" name="Text Placeholder 2"/>
          <p:cNvSpPr>
            <a:spLocks noGrp="1"/>
          </p:cNvSpPr>
          <p:nvPr>
            <p:ph type="body" idx="1"/>
          </p:nvPr>
        </p:nvSpPr>
        <p:spPr>
          <a:xfrm>
            <a:off x="457200" y="1200152"/>
            <a:ext cx="8229600" cy="3657598"/>
          </a:xfrm>
          <a:prstGeom prst="rect">
            <a:avLst/>
          </a:prstGeom>
        </p:spPr>
        <p:txBody>
          <a:bodyPr vert="horz" lIns="91440" tIns="45720" rIns="91440" bIns="45720" numCol="1"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p:cNvCxnSpPr/>
          <p:nvPr userDrawn="1"/>
        </p:nvCxnSpPr>
        <p:spPr>
          <a:xfrm>
            <a:off x="533400" y="971550"/>
            <a:ext cx="8153400" cy="0"/>
          </a:xfrm>
          <a:prstGeom prst="line">
            <a:avLst/>
          </a:prstGeom>
          <a:ln w="25400">
            <a:solidFill>
              <a:srgbClr val="7D0063"/>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200" rtl="0" eaLnBrk="1" latinLnBrk="0" hangingPunct="1">
        <a:lnSpc>
          <a:spcPts val="2200"/>
        </a:lnSpc>
        <a:spcBef>
          <a:spcPct val="0"/>
        </a:spcBef>
        <a:buNone/>
        <a:defRPr sz="2800" b="1" i="0" kern="1200">
          <a:ln>
            <a:noFill/>
          </a:ln>
          <a:solidFill>
            <a:srgbClr val="034561"/>
          </a:solidFill>
          <a:latin typeface="Century Gothic" panose="020B0502020202020204" pitchFamily="34" charset="0"/>
          <a:ea typeface="Century Gothic" panose="020B0502020202020204" pitchFamily="34" charset="0"/>
          <a:cs typeface="Arial" panose="020B0604020202020204" pitchFamily="34" charset="0"/>
        </a:defRPr>
      </a:lvl1pPr>
    </p:titleStyle>
    <p:bodyStyle>
      <a:lvl1pPr marL="342900" indent="-342900" algn="l" defTabSz="457200" rtl="0" eaLnBrk="1" latinLnBrk="0" hangingPunct="1">
        <a:lnSpc>
          <a:spcPct val="150000"/>
        </a:lnSpc>
        <a:spcBef>
          <a:spcPct val="20000"/>
        </a:spcBef>
        <a:buFont typeface="Arial"/>
        <a:buChar char="•"/>
        <a:defRPr sz="18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1pPr>
      <a:lvl2pPr marL="742950" indent="-285750" algn="l" defTabSz="457200" rtl="0" eaLnBrk="1" latinLnBrk="0" hangingPunct="1">
        <a:lnSpc>
          <a:spcPct val="150000"/>
        </a:lnSpc>
        <a:spcBef>
          <a:spcPct val="20000"/>
        </a:spcBef>
        <a:buFont typeface="Arial"/>
        <a:buChar char="–"/>
        <a:defRPr sz="16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2pPr>
      <a:lvl3pPr marL="1143000" indent="-228600" algn="l" defTabSz="457200" rtl="0" eaLnBrk="1" latinLnBrk="0" hangingPunct="1">
        <a:lnSpc>
          <a:spcPct val="150000"/>
        </a:lnSpc>
        <a:spcBef>
          <a:spcPct val="20000"/>
        </a:spcBef>
        <a:buFont typeface="Arial"/>
        <a:buChar char="•"/>
        <a:defRPr sz="14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3pPr>
      <a:lvl4pPr marL="16002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4pPr>
      <a:lvl5pPr marL="20574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0F3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20889"/>
            <a:ext cx="8229600" cy="374461"/>
          </a:xfrm>
          <a:prstGeom prst="rect">
            <a:avLst/>
          </a:prstGeom>
          <a:ln w="19050">
            <a:noFill/>
          </a:ln>
        </p:spPr>
        <p:txBody>
          <a:bodyPr vert="horz" wrap="square" lIns="91440" tIns="45720" rIns="91440" bIns="45720" numCol="1" rtlCol="0" anchor="b" anchorCtr="0">
            <a:spAutoFit/>
          </a:bodyPr>
          <a:lstStyle/>
          <a:p>
            <a:r>
              <a:rPr lang="en-US" dirty="0"/>
              <a:t>Click to edit Master title style</a:t>
            </a:r>
          </a:p>
        </p:txBody>
      </p:sp>
      <p:sp>
        <p:nvSpPr>
          <p:cNvPr id="3" name="Text Placeholder 2"/>
          <p:cNvSpPr>
            <a:spLocks noGrp="1"/>
          </p:cNvSpPr>
          <p:nvPr>
            <p:ph type="body" idx="1"/>
          </p:nvPr>
        </p:nvSpPr>
        <p:spPr>
          <a:xfrm>
            <a:off x="457200" y="1200152"/>
            <a:ext cx="8229600" cy="3657598"/>
          </a:xfrm>
          <a:prstGeom prst="rect">
            <a:avLst/>
          </a:prstGeom>
        </p:spPr>
        <p:txBody>
          <a:bodyPr vert="horz" lIns="91440" tIns="45720" rIns="91440" bIns="45720" numCol="1"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p:cNvCxnSpPr/>
          <p:nvPr userDrawn="1"/>
        </p:nvCxnSpPr>
        <p:spPr>
          <a:xfrm>
            <a:off x="533400" y="971550"/>
            <a:ext cx="8153400" cy="0"/>
          </a:xfrm>
          <a:prstGeom prst="line">
            <a:avLst/>
          </a:prstGeom>
          <a:ln w="25400">
            <a:solidFill>
              <a:srgbClr val="7D0063"/>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572262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200" rtl="0" eaLnBrk="1" latinLnBrk="0" hangingPunct="1">
        <a:lnSpc>
          <a:spcPts val="2200"/>
        </a:lnSpc>
        <a:spcBef>
          <a:spcPct val="0"/>
        </a:spcBef>
        <a:buNone/>
        <a:defRPr sz="2800" b="1" i="0" kern="1200">
          <a:ln>
            <a:noFill/>
          </a:ln>
          <a:solidFill>
            <a:srgbClr val="034561"/>
          </a:solidFill>
          <a:latin typeface="Century Gothic" panose="020B0502020202020204" pitchFamily="34" charset="0"/>
          <a:ea typeface="Century Gothic" panose="020B0502020202020204" pitchFamily="34" charset="0"/>
          <a:cs typeface="Arial" panose="020B0604020202020204" pitchFamily="34" charset="0"/>
        </a:defRPr>
      </a:lvl1pPr>
    </p:titleStyle>
    <p:bodyStyle>
      <a:lvl1pPr marL="342900" indent="-342900" algn="l" defTabSz="457200" rtl="0" eaLnBrk="1" latinLnBrk="0" hangingPunct="1">
        <a:lnSpc>
          <a:spcPct val="150000"/>
        </a:lnSpc>
        <a:spcBef>
          <a:spcPct val="20000"/>
        </a:spcBef>
        <a:buFont typeface="Arial"/>
        <a:buChar char="•"/>
        <a:defRPr sz="18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1pPr>
      <a:lvl2pPr marL="742950" indent="-285750" algn="l" defTabSz="457200" rtl="0" eaLnBrk="1" latinLnBrk="0" hangingPunct="1">
        <a:lnSpc>
          <a:spcPct val="150000"/>
        </a:lnSpc>
        <a:spcBef>
          <a:spcPct val="20000"/>
        </a:spcBef>
        <a:buFont typeface="Arial"/>
        <a:buChar char="–"/>
        <a:defRPr sz="16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2pPr>
      <a:lvl3pPr marL="1143000" indent="-228600" algn="l" defTabSz="457200" rtl="0" eaLnBrk="1" latinLnBrk="0" hangingPunct="1">
        <a:lnSpc>
          <a:spcPct val="150000"/>
        </a:lnSpc>
        <a:spcBef>
          <a:spcPct val="20000"/>
        </a:spcBef>
        <a:buFont typeface="Arial"/>
        <a:buChar char="•"/>
        <a:defRPr sz="14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3pPr>
      <a:lvl4pPr marL="16002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4pPr>
      <a:lvl5pPr marL="20574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sz="quarter" idx="18"/>
          </p:nvPr>
        </p:nvPicPr>
        <p:blipFill rotWithShape="1">
          <a:blip r:embed="rId3">
            <a:extLst>
              <a:ext uri="{28A0092B-C50C-407E-A947-70E740481C1C}">
                <a14:useLocalDpi xmlns:a14="http://schemas.microsoft.com/office/drawing/2010/main" val="0"/>
              </a:ext>
            </a:extLst>
          </a:blip>
          <a:srcRect t="15900" b="15900"/>
          <a:stretch/>
        </p:blipFill>
        <p:spPr>
          <a:xfrm>
            <a:off x="-136691" y="873934"/>
            <a:ext cx="9144000" cy="3043828"/>
          </a:xfrm>
        </p:spPr>
      </p:pic>
      <p:sp>
        <p:nvSpPr>
          <p:cNvPr id="3" name="Title 2"/>
          <p:cNvSpPr>
            <a:spLocks noGrp="1"/>
          </p:cNvSpPr>
          <p:nvPr>
            <p:ph type="title"/>
          </p:nvPr>
        </p:nvSpPr>
        <p:spPr>
          <a:xfrm>
            <a:off x="1317075" y="4565135"/>
            <a:ext cx="7574325" cy="354264"/>
          </a:xfrm>
        </p:spPr>
        <p:txBody>
          <a:bodyPr numCol="1"/>
          <a:lstStyle/>
          <a:p>
            <a:r>
              <a:rPr lang="en-GB" altLang="en-GB" dirty="0"/>
              <a:t>Database Security – An Overview</a:t>
            </a:r>
          </a:p>
        </p:txBody>
      </p:sp>
      <p:sp>
        <p:nvSpPr>
          <p:cNvPr id="4" name="Text Placeholder 3"/>
          <p:cNvSpPr>
            <a:spLocks noGrp="1"/>
          </p:cNvSpPr>
          <p:nvPr>
            <p:ph type="body" sz="quarter" idx="15"/>
          </p:nvPr>
        </p:nvSpPr>
        <p:spPr/>
        <p:txBody>
          <a:bodyPr numCol="1"/>
          <a:lstStyle/>
          <a:p>
            <a:r>
              <a:rPr lang="en-GB" altLang="en-GB" dirty="0"/>
              <a:t>Database Systems and Data Analytics (Week 7 Additional Materials)</a:t>
            </a:r>
          </a:p>
        </p:txBody>
      </p:sp>
      <p:sp>
        <p:nvSpPr>
          <p:cNvPr id="5" name="Text Placeholder 4"/>
          <p:cNvSpPr>
            <a:spLocks noGrp="1"/>
          </p:cNvSpPr>
          <p:nvPr>
            <p:ph type="body" sz="quarter" idx="16"/>
          </p:nvPr>
        </p:nvSpPr>
        <p:spPr/>
        <p:txBody>
          <a:bodyPr numCol="1"/>
          <a:lstStyle/>
          <a:p>
            <a:r>
              <a:rPr lang="en-GB" altLang="en-GB" dirty="0"/>
              <a:t>COM</a:t>
            </a:r>
          </a:p>
        </p:txBody>
      </p:sp>
      <p:sp>
        <p:nvSpPr>
          <p:cNvPr id="6" name="Text Placeholder 5"/>
          <p:cNvSpPr>
            <a:spLocks noGrp="1"/>
          </p:cNvSpPr>
          <p:nvPr>
            <p:ph type="body" sz="quarter" idx="17"/>
          </p:nvPr>
        </p:nvSpPr>
        <p:spPr/>
        <p:txBody>
          <a:bodyPr numCol="1"/>
          <a:lstStyle/>
          <a:p>
            <a:r>
              <a:rPr lang="en-GB" altLang="en-GB" dirty="0"/>
              <a:t>736</a:t>
            </a:r>
          </a:p>
        </p:txBody>
      </p:sp>
    </p:spTree>
    <p:extLst>
      <p:ext uri="{BB962C8B-B14F-4D97-AF65-F5344CB8AC3E}">
        <p14:creationId xmlns:p14="http://schemas.microsoft.com/office/powerpoint/2010/main" val="384551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numCol="1"/>
          <a:lstStyle/>
          <a:p>
            <a:pPr>
              <a:defRPr/>
            </a:pPr>
            <a:r>
              <a:rPr lang="en-US" sz="3300" dirty="0"/>
              <a:t>Database Security</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837756128"/>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5632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AEF85C2C-0344-4684-B82C-5E187C6B945D}"/>
                                            </p:graphicEl>
                                          </p:spTgt>
                                        </p:tgtEl>
                                        <p:attrNameLst>
                                          <p:attrName>style.visibility</p:attrName>
                                        </p:attrNameLst>
                                      </p:cBhvr>
                                      <p:to>
                                        <p:strVal val="visible"/>
                                      </p:to>
                                    </p:set>
                                    <p:anim calcmode="lin" valueType="num">
                                      <p:cBhvr additive="base">
                                        <p:cTn id="7" dur="500" fill="hold"/>
                                        <p:tgtEl>
                                          <p:spTgt spid="2">
                                            <p:graphicEl>
                                              <a:dgm id="{AEF85C2C-0344-4684-B82C-5E187C6B945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AEF85C2C-0344-4684-B82C-5E187C6B945D}"/>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3C0EFA43-3B83-4E3A-97A9-7FF521AF530A}"/>
                                            </p:graphicEl>
                                          </p:spTgt>
                                        </p:tgtEl>
                                        <p:attrNameLst>
                                          <p:attrName>style.visibility</p:attrName>
                                        </p:attrNameLst>
                                      </p:cBhvr>
                                      <p:to>
                                        <p:strVal val="visible"/>
                                      </p:to>
                                    </p:set>
                                    <p:anim calcmode="lin" valueType="num">
                                      <p:cBhvr additive="base">
                                        <p:cTn id="13" dur="500" fill="hold"/>
                                        <p:tgtEl>
                                          <p:spTgt spid="2">
                                            <p:graphicEl>
                                              <a:dgm id="{3C0EFA43-3B83-4E3A-97A9-7FF521AF530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3C0EFA43-3B83-4E3A-97A9-7FF521AF530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194"/>
            <a:ext cx="8229600" cy="382156"/>
          </a:xfrm>
        </p:spPr>
        <p:txBody>
          <a:bodyPr numCol="1"/>
          <a:lstStyle/>
          <a:p>
            <a:r>
              <a:rPr lang="en-GB" altLang="en-GB" dirty="0"/>
              <a:t>Security Threats</a:t>
            </a:r>
          </a:p>
        </p:txBody>
      </p:sp>
      <p:sp>
        <p:nvSpPr>
          <p:cNvPr id="7" name="Rectangle 2"/>
          <p:cNvSpPr>
            <a:spLocks noChangeArrowheads="1"/>
          </p:cNvSpPr>
          <p:nvPr/>
        </p:nvSpPr>
        <p:spPr>
          <a:xfrm>
            <a:off x="0" y="7894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ltLang="en-GB"/>
          </a:p>
        </p:txBody>
      </p:sp>
      <p:graphicFrame>
        <p:nvGraphicFramePr>
          <p:cNvPr id="9" name="Content Placeholder 8"/>
          <p:cNvGraphicFramePr>
            <a:graphicFrameLocks noGrp="1"/>
          </p:cNvGraphicFramePr>
          <p:nvPr>
            <p:ph sz="quarter" idx="10"/>
            <p:extLst>
              <p:ext uri="{D42A27DB-BD31-4B8C-83A1-F6EECF244321}">
                <p14:modId xmlns:p14="http://schemas.microsoft.com/office/powerpoint/2010/main" val="2840401712"/>
              </p:ext>
            </p:extLst>
          </p:nvPr>
        </p:nvGraphicFramePr>
        <p:xfrm>
          <a:off x="179512" y="1059582"/>
          <a:ext cx="8784976" cy="3816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7380312" y="4876006"/>
            <a:ext cx="1512168" cy="261610"/>
          </a:xfrm>
          <a:prstGeom prst="rect">
            <a:avLst/>
          </a:prstGeom>
          <a:noFill/>
        </p:spPr>
        <p:txBody>
          <a:bodyPr wrap="square" numCol="1" rtlCol="0">
            <a:spAutoFit/>
          </a:bodyPr>
          <a:lstStyle/>
          <a:p>
            <a:pPr algn="r"/>
            <a:r>
              <a:rPr lang="en-GB" altLang="en-GB" sz="1100" dirty="0"/>
              <a:t>Connolly &amp; Beg</a:t>
            </a:r>
          </a:p>
        </p:txBody>
      </p:sp>
    </p:spTree>
    <p:extLst>
      <p:ext uri="{BB962C8B-B14F-4D97-AF65-F5344CB8AC3E}">
        <p14:creationId xmlns:p14="http://schemas.microsoft.com/office/powerpoint/2010/main" val="3861096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9">
                                            <p:graphicEl>
                                              <a:dgm id="{AB346C7C-6200-41F9-AD07-FC1BBA571EC9}"/>
                                            </p:graphicEl>
                                          </p:spTgt>
                                        </p:tgtEl>
                                        <p:attrNameLst>
                                          <p:attrName>style.visibility</p:attrName>
                                        </p:attrNameLst>
                                      </p:cBhvr>
                                      <p:to>
                                        <p:strVal val="visible"/>
                                      </p:to>
                                    </p:set>
                                    <p:anim calcmode="lin" valueType="num">
                                      <p:cBhvr>
                                        <p:cTn id="7" dur="1000" fill="hold"/>
                                        <p:tgtEl>
                                          <p:spTgt spid="9">
                                            <p:graphicEl>
                                              <a:dgm id="{AB346C7C-6200-41F9-AD07-FC1BBA571EC9}"/>
                                            </p:graphicEl>
                                          </p:spTgt>
                                        </p:tgtEl>
                                        <p:attrNameLst>
                                          <p:attrName>ppt_w</p:attrName>
                                        </p:attrNameLst>
                                      </p:cBhvr>
                                      <p:tavLst>
                                        <p:tav tm="0">
                                          <p:val>
                                            <p:fltVal val="0"/>
                                          </p:val>
                                        </p:tav>
                                        <p:tav tm="100000">
                                          <p:val>
                                            <p:strVal val="#ppt_w"/>
                                          </p:val>
                                        </p:tav>
                                      </p:tavLst>
                                    </p:anim>
                                    <p:anim calcmode="lin" valueType="num">
                                      <p:cBhvr>
                                        <p:cTn id="8" dur="1000" fill="hold"/>
                                        <p:tgtEl>
                                          <p:spTgt spid="9">
                                            <p:graphicEl>
                                              <a:dgm id="{AB346C7C-6200-41F9-AD07-FC1BBA571EC9}"/>
                                            </p:graphicEl>
                                          </p:spTgt>
                                        </p:tgtEl>
                                        <p:attrNameLst>
                                          <p:attrName>ppt_h</p:attrName>
                                        </p:attrNameLst>
                                      </p:cBhvr>
                                      <p:tavLst>
                                        <p:tav tm="0">
                                          <p:val>
                                            <p:fltVal val="0"/>
                                          </p:val>
                                        </p:tav>
                                        <p:tav tm="100000">
                                          <p:val>
                                            <p:strVal val="#ppt_h"/>
                                          </p:val>
                                        </p:tav>
                                      </p:tavLst>
                                    </p:anim>
                                    <p:anim calcmode="lin" valueType="num">
                                      <p:cBhvr>
                                        <p:cTn id="9" dur="1000" fill="hold"/>
                                        <p:tgtEl>
                                          <p:spTgt spid="9">
                                            <p:graphicEl>
                                              <a:dgm id="{AB346C7C-6200-41F9-AD07-FC1BBA571EC9}"/>
                                            </p:graphicEl>
                                          </p:spTgt>
                                        </p:tgtEl>
                                        <p:attrNameLst>
                                          <p:attrName>style.rotation</p:attrName>
                                        </p:attrNameLst>
                                      </p:cBhvr>
                                      <p:tavLst>
                                        <p:tav tm="0">
                                          <p:val>
                                            <p:fltVal val="90"/>
                                          </p:val>
                                        </p:tav>
                                        <p:tav tm="100000">
                                          <p:val>
                                            <p:fltVal val="0"/>
                                          </p:val>
                                        </p:tav>
                                      </p:tavLst>
                                    </p:anim>
                                    <p:animEffect transition="in" filter="fade">
                                      <p:cBhvr>
                                        <p:cTn id="10" dur="1000"/>
                                        <p:tgtEl>
                                          <p:spTgt spid="9">
                                            <p:graphicEl>
                                              <a:dgm id="{AB346C7C-6200-41F9-AD07-FC1BBA571EC9}"/>
                                            </p:graphic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9">
                                            <p:graphicEl>
                                              <a:dgm id="{B609A003-EEB4-4840-A178-A90AB5459518}"/>
                                            </p:graphicEl>
                                          </p:spTgt>
                                        </p:tgtEl>
                                        <p:attrNameLst>
                                          <p:attrName>style.visibility</p:attrName>
                                        </p:attrNameLst>
                                      </p:cBhvr>
                                      <p:to>
                                        <p:strVal val="visible"/>
                                      </p:to>
                                    </p:set>
                                    <p:anim calcmode="lin" valueType="num">
                                      <p:cBhvr>
                                        <p:cTn id="13" dur="1000" fill="hold"/>
                                        <p:tgtEl>
                                          <p:spTgt spid="9">
                                            <p:graphicEl>
                                              <a:dgm id="{B609A003-EEB4-4840-A178-A90AB5459518}"/>
                                            </p:graphicEl>
                                          </p:spTgt>
                                        </p:tgtEl>
                                        <p:attrNameLst>
                                          <p:attrName>ppt_w</p:attrName>
                                        </p:attrNameLst>
                                      </p:cBhvr>
                                      <p:tavLst>
                                        <p:tav tm="0">
                                          <p:val>
                                            <p:fltVal val="0"/>
                                          </p:val>
                                        </p:tav>
                                        <p:tav tm="100000">
                                          <p:val>
                                            <p:strVal val="#ppt_w"/>
                                          </p:val>
                                        </p:tav>
                                      </p:tavLst>
                                    </p:anim>
                                    <p:anim calcmode="lin" valueType="num">
                                      <p:cBhvr>
                                        <p:cTn id="14" dur="1000" fill="hold"/>
                                        <p:tgtEl>
                                          <p:spTgt spid="9">
                                            <p:graphicEl>
                                              <a:dgm id="{B609A003-EEB4-4840-A178-A90AB5459518}"/>
                                            </p:graphicEl>
                                          </p:spTgt>
                                        </p:tgtEl>
                                        <p:attrNameLst>
                                          <p:attrName>ppt_h</p:attrName>
                                        </p:attrNameLst>
                                      </p:cBhvr>
                                      <p:tavLst>
                                        <p:tav tm="0">
                                          <p:val>
                                            <p:fltVal val="0"/>
                                          </p:val>
                                        </p:tav>
                                        <p:tav tm="100000">
                                          <p:val>
                                            <p:strVal val="#ppt_h"/>
                                          </p:val>
                                        </p:tav>
                                      </p:tavLst>
                                    </p:anim>
                                    <p:anim calcmode="lin" valueType="num">
                                      <p:cBhvr>
                                        <p:cTn id="15" dur="1000" fill="hold"/>
                                        <p:tgtEl>
                                          <p:spTgt spid="9">
                                            <p:graphicEl>
                                              <a:dgm id="{B609A003-EEB4-4840-A178-A90AB5459518}"/>
                                            </p:graphicEl>
                                          </p:spTgt>
                                        </p:tgtEl>
                                        <p:attrNameLst>
                                          <p:attrName>style.rotation</p:attrName>
                                        </p:attrNameLst>
                                      </p:cBhvr>
                                      <p:tavLst>
                                        <p:tav tm="0">
                                          <p:val>
                                            <p:fltVal val="90"/>
                                          </p:val>
                                        </p:tav>
                                        <p:tav tm="100000">
                                          <p:val>
                                            <p:fltVal val="0"/>
                                          </p:val>
                                        </p:tav>
                                      </p:tavLst>
                                    </p:anim>
                                    <p:animEffect transition="in" filter="fade">
                                      <p:cBhvr>
                                        <p:cTn id="16" dur="1000"/>
                                        <p:tgtEl>
                                          <p:spTgt spid="9">
                                            <p:graphicEl>
                                              <a:dgm id="{B609A003-EEB4-4840-A178-A90AB5459518}"/>
                                            </p:graphicEl>
                                          </p:spTgt>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9">
                                            <p:graphicEl>
                                              <a:dgm id="{D734B41D-695B-47EA-9DA4-6002053F4D1A}"/>
                                            </p:graphicEl>
                                          </p:spTgt>
                                        </p:tgtEl>
                                        <p:attrNameLst>
                                          <p:attrName>style.visibility</p:attrName>
                                        </p:attrNameLst>
                                      </p:cBhvr>
                                      <p:to>
                                        <p:strVal val="visible"/>
                                      </p:to>
                                    </p:set>
                                    <p:anim calcmode="lin" valueType="num">
                                      <p:cBhvr>
                                        <p:cTn id="19" dur="1000" fill="hold"/>
                                        <p:tgtEl>
                                          <p:spTgt spid="9">
                                            <p:graphicEl>
                                              <a:dgm id="{D734B41D-695B-47EA-9DA4-6002053F4D1A}"/>
                                            </p:graphicEl>
                                          </p:spTgt>
                                        </p:tgtEl>
                                        <p:attrNameLst>
                                          <p:attrName>ppt_w</p:attrName>
                                        </p:attrNameLst>
                                      </p:cBhvr>
                                      <p:tavLst>
                                        <p:tav tm="0">
                                          <p:val>
                                            <p:fltVal val="0"/>
                                          </p:val>
                                        </p:tav>
                                        <p:tav tm="100000">
                                          <p:val>
                                            <p:strVal val="#ppt_w"/>
                                          </p:val>
                                        </p:tav>
                                      </p:tavLst>
                                    </p:anim>
                                    <p:anim calcmode="lin" valueType="num">
                                      <p:cBhvr>
                                        <p:cTn id="20" dur="1000" fill="hold"/>
                                        <p:tgtEl>
                                          <p:spTgt spid="9">
                                            <p:graphicEl>
                                              <a:dgm id="{D734B41D-695B-47EA-9DA4-6002053F4D1A}"/>
                                            </p:graphicEl>
                                          </p:spTgt>
                                        </p:tgtEl>
                                        <p:attrNameLst>
                                          <p:attrName>ppt_h</p:attrName>
                                        </p:attrNameLst>
                                      </p:cBhvr>
                                      <p:tavLst>
                                        <p:tav tm="0">
                                          <p:val>
                                            <p:fltVal val="0"/>
                                          </p:val>
                                        </p:tav>
                                        <p:tav tm="100000">
                                          <p:val>
                                            <p:strVal val="#ppt_h"/>
                                          </p:val>
                                        </p:tav>
                                      </p:tavLst>
                                    </p:anim>
                                    <p:anim calcmode="lin" valueType="num">
                                      <p:cBhvr>
                                        <p:cTn id="21" dur="1000" fill="hold"/>
                                        <p:tgtEl>
                                          <p:spTgt spid="9">
                                            <p:graphicEl>
                                              <a:dgm id="{D734B41D-695B-47EA-9DA4-6002053F4D1A}"/>
                                            </p:graphicEl>
                                          </p:spTgt>
                                        </p:tgtEl>
                                        <p:attrNameLst>
                                          <p:attrName>style.rotation</p:attrName>
                                        </p:attrNameLst>
                                      </p:cBhvr>
                                      <p:tavLst>
                                        <p:tav tm="0">
                                          <p:val>
                                            <p:fltVal val="90"/>
                                          </p:val>
                                        </p:tav>
                                        <p:tav tm="100000">
                                          <p:val>
                                            <p:fltVal val="0"/>
                                          </p:val>
                                        </p:tav>
                                      </p:tavLst>
                                    </p:anim>
                                    <p:animEffect transition="in" filter="fade">
                                      <p:cBhvr>
                                        <p:cTn id="22" dur="1000"/>
                                        <p:tgtEl>
                                          <p:spTgt spid="9">
                                            <p:graphicEl>
                                              <a:dgm id="{D734B41D-695B-47EA-9DA4-6002053F4D1A}"/>
                                            </p:graphicEl>
                                          </p:spTgt>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9">
                                            <p:graphicEl>
                                              <a:dgm id="{6FD2F2BF-CEDF-42A4-9EE7-6897323953BD}"/>
                                            </p:graphicEl>
                                          </p:spTgt>
                                        </p:tgtEl>
                                        <p:attrNameLst>
                                          <p:attrName>style.visibility</p:attrName>
                                        </p:attrNameLst>
                                      </p:cBhvr>
                                      <p:to>
                                        <p:strVal val="visible"/>
                                      </p:to>
                                    </p:set>
                                    <p:anim calcmode="lin" valueType="num">
                                      <p:cBhvr>
                                        <p:cTn id="25" dur="1000" fill="hold"/>
                                        <p:tgtEl>
                                          <p:spTgt spid="9">
                                            <p:graphicEl>
                                              <a:dgm id="{6FD2F2BF-CEDF-42A4-9EE7-6897323953BD}"/>
                                            </p:graphicEl>
                                          </p:spTgt>
                                        </p:tgtEl>
                                        <p:attrNameLst>
                                          <p:attrName>ppt_w</p:attrName>
                                        </p:attrNameLst>
                                      </p:cBhvr>
                                      <p:tavLst>
                                        <p:tav tm="0">
                                          <p:val>
                                            <p:fltVal val="0"/>
                                          </p:val>
                                        </p:tav>
                                        <p:tav tm="100000">
                                          <p:val>
                                            <p:strVal val="#ppt_w"/>
                                          </p:val>
                                        </p:tav>
                                      </p:tavLst>
                                    </p:anim>
                                    <p:anim calcmode="lin" valueType="num">
                                      <p:cBhvr>
                                        <p:cTn id="26" dur="1000" fill="hold"/>
                                        <p:tgtEl>
                                          <p:spTgt spid="9">
                                            <p:graphicEl>
                                              <a:dgm id="{6FD2F2BF-CEDF-42A4-9EE7-6897323953BD}"/>
                                            </p:graphicEl>
                                          </p:spTgt>
                                        </p:tgtEl>
                                        <p:attrNameLst>
                                          <p:attrName>ppt_h</p:attrName>
                                        </p:attrNameLst>
                                      </p:cBhvr>
                                      <p:tavLst>
                                        <p:tav tm="0">
                                          <p:val>
                                            <p:fltVal val="0"/>
                                          </p:val>
                                        </p:tav>
                                        <p:tav tm="100000">
                                          <p:val>
                                            <p:strVal val="#ppt_h"/>
                                          </p:val>
                                        </p:tav>
                                      </p:tavLst>
                                    </p:anim>
                                    <p:anim calcmode="lin" valueType="num">
                                      <p:cBhvr>
                                        <p:cTn id="27" dur="1000" fill="hold"/>
                                        <p:tgtEl>
                                          <p:spTgt spid="9">
                                            <p:graphicEl>
                                              <a:dgm id="{6FD2F2BF-CEDF-42A4-9EE7-6897323953BD}"/>
                                            </p:graphicEl>
                                          </p:spTgt>
                                        </p:tgtEl>
                                        <p:attrNameLst>
                                          <p:attrName>style.rotation</p:attrName>
                                        </p:attrNameLst>
                                      </p:cBhvr>
                                      <p:tavLst>
                                        <p:tav tm="0">
                                          <p:val>
                                            <p:fltVal val="90"/>
                                          </p:val>
                                        </p:tav>
                                        <p:tav tm="100000">
                                          <p:val>
                                            <p:fltVal val="0"/>
                                          </p:val>
                                        </p:tav>
                                      </p:tavLst>
                                    </p:anim>
                                    <p:animEffect transition="in" filter="fade">
                                      <p:cBhvr>
                                        <p:cTn id="28" dur="1000"/>
                                        <p:tgtEl>
                                          <p:spTgt spid="9">
                                            <p:graphicEl>
                                              <a:dgm id="{6FD2F2BF-CEDF-42A4-9EE7-6897323953BD}"/>
                                            </p:graphicEl>
                                          </p:spTgt>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9">
                                            <p:graphicEl>
                                              <a:dgm id="{91F1E907-92CD-4279-8686-2858E32869D1}"/>
                                            </p:graphicEl>
                                          </p:spTgt>
                                        </p:tgtEl>
                                        <p:attrNameLst>
                                          <p:attrName>style.visibility</p:attrName>
                                        </p:attrNameLst>
                                      </p:cBhvr>
                                      <p:to>
                                        <p:strVal val="visible"/>
                                      </p:to>
                                    </p:set>
                                    <p:anim calcmode="lin" valueType="num">
                                      <p:cBhvr>
                                        <p:cTn id="31" dur="1000" fill="hold"/>
                                        <p:tgtEl>
                                          <p:spTgt spid="9">
                                            <p:graphicEl>
                                              <a:dgm id="{91F1E907-92CD-4279-8686-2858E32869D1}"/>
                                            </p:graphicEl>
                                          </p:spTgt>
                                        </p:tgtEl>
                                        <p:attrNameLst>
                                          <p:attrName>ppt_w</p:attrName>
                                        </p:attrNameLst>
                                      </p:cBhvr>
                                      <p:tavLst>
                                        <p:tav tm="0">
                                          <p:val>
                                            <p:fltVal val="0"/>
                                          </p:val>
                                        </p:tav>
                                        <p:tav tm="100000">
                                          <p:val>
                                            <p:strVal val="#ppt_w"/>
                                          </p:val>
                                        </p:tav>
                                      </p:tavLst>
                                    </p:anim>
                                    <p:anim calcmode="lin" valueType="num">
                                      <p:cBhvr>
                                        <p:cTn id="32" dur="1000" fill="hold"/>
                                        <p:tgtEl>
                                          <p:spTgt spid="9">
                                            <p:graphicEl>
                                              <a:dgm id="{91F1E907-92CD-4279-8686-2858E32869D1}"/>
                                            </p:graphicEl>
                                          </p:spTgt>
                                        </p:tgtEl>
                                        <p:attrNameLst>
                                          <p:attrName>ppt_h</p:attrName>
                                        </p:attrNameLst>
                                      </p:cBhvr>
                                      <p:tavLst>
                                        <p:tav tm="0">
                                          <p:val>
                                            <p:fltVal val="0"/>
                                          </p:val>
                                        </p:tav>
                                        <p:tav tm="100000">
                                          <p:val>
                                            <p:strVal val="#ppt_h"/>
                                          </p:val>
                                        </p:tav>
                                      </p:tavLst>
                                    </p:anim>
                                    <p:anim calcmode="lin" valueType="num">
                                      <p:cBhvr>
                                        <p:cTn id="33" dur="1000" fill="hold"/>
                                        <p:tgtEl>
                                          <p:spTgt spid="9">
                                            <p:graphicEl>
                                              <a:dgm id="{91F1E907-92CD-4279-8686-2858E32869D1}"/>
                                            </p:graphicEl>
                                          </p:spTgt>
                                        </p:tgtEl>
                                        <p:attrNameLst>
                                          <p:attrName>style.rotation</p:attrName>
                                        </p:attrNameLst>
                                      </p:cBhvr>
                                      <p:tavLst>
                                        <p:tav tm="0">
                                          <p:val>
                                            <p:fltVal val="90"/>
                                          </p:val>
                                        </p:tav>
                                        <p:tav tm="100000">
                                          <p:val>
                                            <p:fltVal val="0"/>
                                          </p:val>
                                        </p:tav>
                                      </p:tavLst>
                                    </p:anim>
                                    <p:animEffect transition="in" filter="fade">
                                      <p:cBhvr>
                                        <p:cTn id="34" dur="1000"/>
                                        <p:tgtEl>
                                          <p:spTgt spid="9">
                                            <p:graphicEl>
                                              <a:dgm id="{91F1E907-92CD-4279-8686-2858E32869D1}"/>
                                            </p:graphicEl>
                                          </p:spTgt>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9">
                                            <p:graphicEl>
                                              <a:dgm id="{C11A89E6-5B5F-4F32-9A00-51F9B8BC7235}"/>
                                            </p:graphicEl>
                                          </p:spTgt>
                                        </p:tgtEl>
                                        <p:attrNameLst>
                                          <p:attrName>style.visibility</p:attrName>
                                        </p:attrNameLst>
                                      </p:cBhvr>
                                      <p:to>
                                        <p:strVal val="visible"/>
                                      </p:to>
                                    </p:set>
                                    <p:anim calcmode="lin" valueType="num">
                                      <p:cBhvr>
                                        <p:cTn id="37" dur="1000" fill="hold"/>
                                        <p:tgtEl>
                                          <p:spTgt spid="9">
                                            <p:graphicEl>
                                              <a:dgm id="{C11A89E6-5B5F-4F32-9A00-51F9B8BC7235}"/>
                                            </p:graphicEl>
                                          </p:spTgt>
                                        </p:tgtEl>
                                        <p:attrNameLst>
                                          <p:attrName>ppt_w</p:attrName>
                                        </p:attrNameLst>
                                      </p:cBhvr>
                                      <p:tavLst>
                                        <p:tav tm="0">
                                          <p:val>
                                            <p:fltVal val="0"/>
                                          </p:val>
                                        </p:tav>
                                        <p:tav tm="100000">
                                          <p:val>
                                            <p:strVal val="#ppt_w"/>
                                          </p:val>
                                        </p:tav>
                                      </p:tavLst>
                                    </p:anim>
                                    <p:anim calcmode="lin" valueType="num">
                                      <p:cBhvr>
                                        <p:cTn id="38" dur="1000" fill="hold"/>
                                        <p:tgtEl>
                                          <p:spTgt spid="9">
                                            <p:graphicEl>
                                              <a:dgm id="{C11A89E6-5B5F-4F32-9A00-51F9B8BC7235}"/>
                                            </p:graphicEl>
                                          </p:spTgt>
                                        </p:tgtEl>
                                        <p:attrNameLst>
                                          <p:attrName>ppt_h</p:attrName>
                                        </p:attrNameLst>
                                      </p:cBhvr>
                                      <p:tavLst>
                                        <p:tav tm="0">
                                          <p:val>
                                            <p:fltVal val="0"/>
                                          </p:val>
                                        </p:tav>
                                        <p:tav tm="100000">
                                          <p:val>
                                            <p:strVal val="#ppt_h"/>
                                          </p:val>
                                        </p:tav>
                                      </p:tavLst>
                                    </p:anim>
                                    <p:anim calcmode="lin" valueType="num">
                                      <p:cBhvr>
                                        <p:cTn id="39" dur="1000" fill="hold"/>
                                        <p:tgtEl>
                                          <p:spTgt spid="9">
                                            <p:graphicEl>
                                              <a:dgm id="{C11A89E6-5B5F-4F32-9A00-51F9B8BC7235}"/>
                                            </p:graphicEl>
                                          </p:spTgt>
                                        </p:tgtEl>
                                        <p:attrNameLst>
                                          <p:attrName>style.rotation</p:attrName>
                                        </p:attrNameLst>
                                      </p:cBhvr>
                                      <p:tavLst>
                                        <p:tav tm="0">
                                          <p:val>
                                            <p:fltVal val="90"/>
                                          </p:val>
                                        </p:tav>
                                        <p:tav tm="100000">
                                          <p:val>
                                            <p:fltVal val="0"/>
                                          </p:val>
                                        </p:tav>
                                      </p:tavLst>
                                    </p:anim>
                                    <p:animEffect transition="in" filter="fade">
                                      <p:cBhvr>
                                        <p:cTn id="40" dur="1000"/>
                                        <p:tgtEl>
                                          <p:spTgt spid="9">
                                            <p:graphicEl>
                                              <a:dgm id="{C11A89E6-5B5F-4F32-9A00-51F9B8BC7235}"/>
                                            </p:graphicEl>
                                          </p:spTgt>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9">
                                            <p:graphicEl>
                                              <a:dgm id="{5E778DEE-DA86-4F72-8E67-D61C901619F7}"/>
                                            </p:graphicEl>
                                          </p:spTgt>
                                        </p:tgtEl>
                                        <p:attrNameLst>
                                          <p:attrName>style.visibility</p:attrName>
                                        </p:attrNameLst>
                                      </p:cBhvr>
                                      <p:to>
                                        <p:strVal val="visible"/>
                                      </p:to>
                                    </p:set>
                                    <p:anim calcmode="lin" valueType="num">
                                      <p:cBhvr>
                                        <p:cTn id="43" dur="1000" fill="hold"/>
                                        <p:tgtEl>
                                          <p:spTgt spid="9">
                                            <p:graphicEl>
                                              <a:dgm id="{5E778DEE-DA86-4F72-8E67-D61C901619F7}"/>
                                            </p:graphicEl>
                                          </p:spTgt>
                                        </p:tgtEl>
                                        <p:attrNameLst>
                                          <p:attrName>ppt_w</p:attrName>
                                        </p:attrNameLst>
                                      </p:cBhvr>
                                      <p:tavLst>
                                        <p:tav tm="0">
                                          <p:val>
                                            <p:fltVal val="0"/>
                                          </p:val>
                                        </p:tav>
                                        <p:tav tm="100000">
                                          <p:val>
                                            <p:strVal val="#ppt_w"/>
                                          </p:val>
                                        </p:tav>
                                      </p:tavLst>
                                    </p:anim>
                                    <p:anim calcmode="lin" valueType="num">
                                      <p:cBhvr>
                                        <p:cTn id="44" dur="1000" fill="hold"/>
                                        <p:tgtEl>
                                          <p:spTgt spid="9">
                                            <p:graphicEl>
                                              <a:dgm id="{5E778DEE-DA86-4F72-8E67-D61C901619F7}"/>
                                            </p:graphicEl>
                                          </p:spTgt>
                                        </p:tgtEl>
                                        <p:attrNameLst>
                                          <p:attrName>ppt_h</p:attrName>
                                        </p:attrNameLst>
                                      </p:cBhvr>
                                      <p:tavLst>
                                        <p:tav tm="0">
                                          <p:val>
                                            <p:fltVal val="0"/>
                                          </p:val>
                                        </p:tav>
                                        <p:tav tm="100000">
                                          <p:val>
                                            <p:strVal val="#ppt_h"/>
                                          </p:val>
                                        </p:tav>
                                      </p:tavLst>
                                    </p:anim>
                                    <p:anim calcmode="lin" valueType="num">
                                      <p:cBhvr>
                                        <p:cTn id="45" dur="1000" fill="hold"/>
                                        <p:tgtEl>
                                          <p:spTgt spid="9">
                                            <p:graphicEl>
                                              <a:dgm id="{5E778DEE-DA86-4F72-8E67-D61C901619F7}"/>
                                            </p:graphicEl>
                                          </p:spTgt>
                                        </p:tgtEl>
                                        <p:attrNameLst>
                                          <p:attrName>style.rotation</p:attrName>
                                        </p:attrNameLst>
                                      </p:cBhvr>
                                      <p:tavLst>
                                        <p:tav tm="0">
                                          <p:val>
                                            <p:fltVal val="90"/>
                                          </p:val>
                                        </p:tav>
                                        <p:tav tm="100000">
                                          <p:val>
                                            <p:fltVal val="0"/>
                                          </p:val>
                                        </p:tav>
                                      </p:tavLst>
                                    </p:anim>
                                    <p:animEffect transition="in" filter="fade">
                                      <p:cBhvr>
                                        <p:cTn id="46" dur="1000"/>
                                        <p:tgtEl>
                                          <p:spTgt spid="9">
                                            <p:graphicEl>
                                              <a:dgm id="{5E778DEE-DA86-4F72-8E67-D61C901619F7}"/>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graphicEl>
                                              <a:dgm id="{72E3896C-3E24-42E4-94DE-74EE7C35FA3E}"/>
                                            </p:graphicEl>
                                          </p:spTgt>
                                        </p:tgtEl>
                                        <p:attrNameLst>
                                          <p:attrName>style.visibility</p:attrName>
                                        </p:attrNameLst>
                                      </p:cBhvr>
                                      <p:to>
                                        <p:strVal val="visible"/>
                                      </p:to>
                                    </p:set>
                                    <p:anim calcmode="lin" valueType="num">
                                      <p:cBhvr>
                                        <p:cTn id="51" dur="1000" fill="hold"/>
                                        <p:tgtEl>
                                          <p:spTgt spid="9">
                                            <p:graphicEl>
                                              <a:dgm id="{72E3896C-3E24-42E4-94DE-74EE7C35FA3E}"/>
                                            </p:graphicEl>
                                          </p:spTgt>
                                        </p:tgtEl>
                                        <p:attrNameLst>
                                          <p:attrName>ppt_w</p:attrName>
                                        </p:attrNameLst>
                                      </p:cBhvr>
                                      <p:tavLst>
                                        <p:tav tm="0">
                                          <p:val>
                                            <p:fltVal val="0"/>
                                          </p:val>
                                        </p:tav>
                                        <p:tav tm="100000">
                                          <p:val>
                                            <p:strVal val="#ppt_w"/>
                                          </p:val>
                                        </p:tav>
                                      </p:tavLst>
                                    </p:anim>
                                    <p:anim calcmode="lin" valueType="num">
                                      <p:cBhvr>
                                        <p:cTn id="52" dur="1000" fill="hold"/>
                                        <p:tgtEl>
                                          <p:spTgt spid="9">
                                            <p:graphicEl>
                                              <a:dgm id="{72E3896C-3E24-42E4-94DE-74EE7C35FA3E}"/>
                                            </p:graphicEl>
                                          </p:spTgt>
                                        </p:tgtEl>
                                        <p:attrNameLst>
                                          <p:attrName>ppt_h</p:attrName>
                                        </p:attrNameLst>
                                      </p:cBhvr>
                                      <p:tavLst>
                                        <p:tav tm="0">
                                          <p:val>
                                            <p:fltVal val="0"/>
                                          </p:val>
                                        </p:tav>
                                        <p:tav tm="100000">
                                          <p:val>
                                            <p:strVal val="#ppt_h"/>
                                          </p:val>
                                        </p:tav>
                                      </p:tavLst>
                                    </p:anim>
                                    <p:anim calcmode="lin" valueType="num">
                                      <p:cBhvr>
                                        <p:cTn id="53" dur="1000" fill="hold"/>
                                        <p:tgtEl>
                                          <p:spTgt spid="9">
                                            <p:graphicEl>
                                              <a:dgm id="{72E3896C-3E24-42E4-94DE-74EE7C35FA3E}"/>
                                            </p:graphicEl>
                                          </p:spTgt>
                                        </p:tgtEl>
                                        <p:attrNameLst>
                                          <p:attrName>style.rotation</p:attrName>
                                        </p:attrNameLst>
                                      </p:cBhvr>
                                      <p:tavLst>
                                        <p:tav tm="0">
                                          <p:val>
                                            <p:fltVal val="90"/>
                                          </p:val>
                                        </p:tav>
                                        <p:tav tm="100000">
                                          <p:val>
                                            <p:fltVal val="0"/>
                                          </p:val>
                                        </p:tav>
                                      </p:tavLst>
                                    </p:anim>
                                    <p:animEffect transition="in" filter="fade">
                                      <p:cBhvr>
                                        <p:cTn id="54" dur="1000"/>
                                        <p:tgtEl>
                                          <p:spTgt spid="9">
                                            <p:graphicEl>
                                              <a:dgm id="{72E3896C-3E24-42E4-94DE-74EE7C35FA3E}"/>
                                            </p:graphicEl>
                                          </p:spTgt>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9">
                                            <p:graphicEl>
                                              <a:dgm id="{817AEC29-D51E-43F0-A3E4-8759E13F77F3}"/>
                                            </p:graphicEl>
                                          </p:spTgt>
                                        </p:tgtEl>
                                        <p:attrNameLst>
                                          <p:attrName>style.visibility</p:attrName>
                                        </p:attrNameLst>
                                      </p:cBhvr>
                                      <p:to>
                                        <p:strVal val="visible"/>
                                      </p:to>
                                    </p:set>
                                    <p:anim calcmode="lin" valueType="num">
                                      <p:cBhvr>
                                        <p:cTn id="57" dur="1000" fill="hold"/>
                                        <p:tgtEl>
                                          <p:spTgt spid="9">
                                            <p:graphicEl>
                                              <a:dgm id="{817AEC29-D51E-43F0-A3E4-8759E13F77F3}"/>
                                            </p:graphicEl>
                                          </p:spTgt>
                                        </p:tgtEl>
                                        <p:attrNameLst>
                                          <p:attrName>ppt_w</p:attrName>
                                        </p:attrNameLst>
                                      </p:cBhvr>
                                      <p:tavLst>
                                        <p:tav tm="0">
                                          <p:val>
                                            <p:fltVal val="0"/>
                                          </p:val>
                                        </p:tav>
                                        <p:tav tm="100000">
                                          <p:val>
                                            <p:strVal val="#ppt_w"/>
                                          </p:val>
                                        </p:tav>
                                      </p:tavLst>
                                    </p:anim>
                                    <p:anim calcmode="lin" valueType="num">
                                      <p:cBhvr>
                                        <p:cTn id="58" dur="1000" fill="hold"/>
                                        <p:tgtEl>
                                          <p:spTgt spid="9">
                                            <p:graphicEl>
                                              <a:dgm id="{817AEC29-D51E-43F0-A3E4-8759E13F77F3}"/>
                                            </p:graphicEl>
                                          </p:spTgt>
                                        </p:tgtEl>
                                        <p:attrNameLst>
                                          <p:attrName>ppt_h</p:attrName>
                                        </p:attrNameLst>
                                      </p:cBhvr>
                                      <p:tavLst>
                                        <p:tav tm="0">
                                          <p:val>
                                            <p:fltVal val="0"/>
                                          </p:val>
                                        </p:tav>
                                        <p:tav tm="100000">
                                          <p:val>
                                            <p:strVal val="#ppt_h"/>
                                          </p:val>
                                        </p:tav>
                                      </p:tavLst>
                                    </p:anim>
                                    <p:anim calcmode="lin" valueType="num">
                                      <p:cBhvr>
                                        <p:cTn id="59" dur="1000" fill="hold"/>
                                        <p:tgtEl>
                                          <p:spTgt spid="9">
                                            <p:graphicEl>
                                              <a:dgm id="{817AEC29-D51E-43F0-A3E4-8759E13F77F3}"/>
                                            </p:graphicEl>
                                          </p:spTgt>
                                        </p:tgtEl>
                                        <p:attrNameLst>
                                          <p:attrName>style.rotation</p:attrName>
                                        </p:attrNameLst>
                                      </p:cBhvr>
                                      <p:tavLst>
                                        <p:tav tm="0">
                                          <p:val>
                                            <p:fltVal val="90"/>
                                          </p:val>
                                        </p:tav>
                                        <p:tav tm="100000">
                                          <p:val>
                                            <p:fltVal val="0"/>
                                          </p:val>
                                        </p:tav>
                                      </p:tavLst>
                                    </p:anim>
                                    <p:animEffect transition="in" filter="fade">
                                      <p:cBhvr>
                                        <p:cTn id="60" dur="1000"/>
                                        <p:tgtEl>
                                          <p:spTgt spid="9">
                                            <p:graphicEl>
                                              <a:dgm id="{817AEC29-D51E-43F0-A3E4-8759E13F77F3}"/>
                                            </p:graphicEl>
                                          </p:spTgt>
                                        </p:tgtEl>
                                      </p:cBhvr>
                                    </p:animEffect>
                                  </p:childTnLst>
                                </p:cTn>
                              </p:par>
                              <p:par>
                                <p:cTn id="61" presetID="31" presetClass="entr" presetSubtype="0" fill="hold" grpId="0" nodeType="withEffect">
                                  <p:stCondLst>
                                    <p:cond delay="0"/>
                                  </p:stCondLst>
                                  <p:childTnLst>
                                    <p:set>
                                      <p:cBhvr>
                                        <p:cTn id="62" dur="1" fill="hold">
                                          <p:stCondLst>
                                            <p:cond delay="0"/>
                                          </p:stCondLst>
                                        </p:cTn>
                                        <p:tgtEl>
                                          <p:spTgt spid="9">
                                            <p:graphicEl>
                                              <a:dgm id="{DD680A8E-5823-42D9-A17C-73816429EF1D}"/>
                                            </p:graphicEl>
                                          </p:spTgt>
                                        </p:tgtEl>
                                        <p:attrNameLst>
                                          <p:attrName>style.visibility</p:attrName>
                                        </p:attrNameLst>
                                      </p:cBhvr>
                                      <p:to>
                                        <p:strVal val="visible"/>
                                      </p:to>
                                    </p:set>
                                    <p:anim calcmode="lin" valueType="num">
                                      <p:cBhvr>
                                        <p:cTn id="63" dur="1000" fill="hold"/>
                                        <p:tgtEl>
                                          <p:spTgt spid="9">
                                            <p:graphicEl>
                                              <a:dgm id="{DD680A8E-5823-42D9-A17C-73816429EF1D}"/>
                                            </p:graphicEl>
                                          </p:spTgt>
                                        </p:tgtEl>
                                        <p:attrNameLst>
                                          <p:attrName>ppt_w</p:attrName>
                                        </p:attrNameLst>
                                      </p:cBhvr>
                                      <p:tavLst>
                                        <p:tav tm="0">
                                          <p:val>
                                            <p:fltVal val="0"/>
                                          </p:val>
                                        </p:tav>
                                        <p:tav tm="100000">
                                          <p:val>
                                            <p:strVal val="#ppt_w"/>
                                          </p:val>
                                        </p:tav>
                                      </p:tavLst>
                                    </p:anim>
                                    <p:anim calcmode="lin" valueType="num">
                                      <p:cBhvr>
                                        <p:cTn id="64" dur="1000" fill="hold"/>
                                        <p:tgtEl>
                                          <p:spTgt spid="9">
                                            <p:graphicEl>
                                              <a:dgm id="{DD680A8E-5823-42D9-A17C-73816429EF1D}"/>
                                            </p:graphicEl>
                                          </p:spTgt>
                                        </p:tgtEl>
                                        <p:attrNameLst>
                                          <p:attrName>ppt_h</p:attrName>
                                        </p:attrNameLst>
                                      </p:cBhvr>
                                      <p:tavLst>
                                        <p:tav tm="0">
                                          <p:val>
                                            <p:fltVal val="0"/>
                                          </p:val>
                                        </p:tav>
                                        <p:tav tm="100000">
                                          <p:val>
                                            <p:strVal val="#ppt_h"/>
                                          </p:val>
                                        </p:tav>
                                      </p:tavLst>
                                    </p:anim>
                                    <p:anim calcmode="lin" valueType="num">
                                      <p:cBhvr>
                                        <p:cTn id="65" dur="1000" fill="hold"/>
                                        <p:tgtEl>
                                          <p:spTgt spid="9">
                                            <p:graphicEl>
                                              <a:dgm id="{DD680A8E-5823-42D9-A17C-73816429EF1D}"/>
                                            </p:graphicEl>
                                          </p:spTgt>
                                        </p:tgtEl>
                                        <p:attrNameLst>
                                          <p:attrName>style.rotation</p:attrName>
                                        </p:attrNameLst>
                                      </p:cBhvr>
                                      <p:tavLst>
                                        <p:tav tm="0">
                                          <p:val>
                                            <p:fltVal val="90"/>
                                          </p:val>
                                        </p:tav>
                                        <p:tav tm="100000">
                                          <p:val>
                                            <p:fltVal val="0"/>
                                          </p:val>
                                        </p:tav>
                                      </p:tavLst>
                                    </p:anim>
                                    <p:animEffect transition="in" filter="fade">
                                      <p:cBhvr>
                                        <p:cTn id="66" dur="1000"/>
                                        <p:tgtEl>
                                          <p:spTgt spid="9">
                                            <p:graphicEl>
                                              <a:dgm id="{DD680A8E-5823-42D9-A17C-73816429EF1D}"/>
                                            </p:graphicEl>
                                          </p:spTgt>
                                        </p:tgtEl>
                                      </p:cBhvr>
                                    </p:animEffect>
                                  </p:childTnLst>
                                </p:cTn>
                              </p:par>
                              <p:par>
                                <p:cTn id="67" presetID="31" presetClass="entr" presetSubtype="0" fill="hold" grpId="0" nodeType="withEffect">
                                  <p:stCondLst>
                                    <p:cond delay="0"/>
                                  </p:stCondLst>
                                  <p:childTnLst>
                                    <p:set>
                                      <p:cBhvr>
                                        <p:cTn id="68" dur="1" fill="hold">
                                          <p:stCondLst>
                                            <p:cond delay="0"/>
                                          </p:stCondLst>
                                        </p:cTn>
                                        <p:tgtEl>
                                          <p:spTgt spid="9">
                                            <p:graphicEl>
                                              <a:dgm id="{59C5C47B-FBBD-4B9C-8928-671E9604483B}"/>
                                            </p:graphicEl>
                                          </p:spTgt>
                                        </p:tgtEl>
                                        <p:attrNameLst>
                                          <p:attrName>style.visibility</p:attrName>
                                        </p:attrNameLst>
                                      </p:cBhvr>
                                      <p:to>
                                        <p:strVal val="visible"/>
                                      </p:to>
                                    </p:set>
                                    <p:anim calcmode="lin" valueType="num">
                                      <p:cBhvr>
                                        <p:cTn id="69" dur="1000" fill="hold"/>
                                        <p:tgtEl>
                                          <p:spTgt spid="9">
                                            <p:graphicEl>
                                              <a:dgm id="{59C5C47B-FBBD-4B9C-8928-671E9604483B}"/>
                                            </p:graphicEl>
                                          </p:spTgt>
                                        </p:tgtEl>
                                        <p:attrNameLst>
                                          <p:attrName>ppt_w</p:attrName>
                                        </p:attrNameLst>
                                      </p:cBhvr>
                                      <p:tavLst>
                                        <p:tav tm="0">
                                          <p:val>
                                            <p:fltVal val="0"/>
                                          </p:val>
                                        </p:tav>
                                        <p:tav tm="100000">
                                          <p:val>
                                            <p:strVal val="#ppt_w"/>
                                          </p:val>
                                        </p:tav>
                                      </p:tavLst>
                                    </p:anim>
                                    <p:anim calcmode="lin" valueType="num">
                                      <p:cBhvr>
                                        <p:cTn id="70" dur="1000" fill="hold"/>
                                        <p:tgtEl>
                                          <p:spTgt spid="9">
                                            <p:graphicEl>
                                              <a:dgm id="{59C5C47B-FBBD-4B9C-8928-671E9604483B}"/>
                                            </p:graphicEl>
                                          </p:spTgt>
                                        </p:tgtEl>
                                        <p:attrNameLst>
                                          <p:attrName>ppt_h</p:attrName>
                                        </p:attrNameLst>
                                      </p:cBhvr>
                                      <p:tavLst>
                                        <p:tav tm="0">
                                          <p:val>
                                            <p:fltVal val="0"/>
                                          </p:val>
                                        </p:tav>
                                        <p:tav tm="100000">
                                          <p:val>
                                            <p:strVal val="#ppt_h"/>
                                          </p:val>
                                        </p:tav>
                                      </p:tavLst>
                                    </p:anim>
                                    <p:anim calcmode="lin" valueType="num">
                                      <p:cBhvr>
                                        <p:cTn id="71" dur="1000" fill="hold"/>
                                        <p:tgtEl>
                                          <p:spTgt spid="9">
                                            <p:graphicEl>
                                              <a:dgm id="{59C5C47B-FBBD-4B9C-8928-671E9604483B}"/>
                                            </p:graphicEl>
                                          </p:spTgt>
                                        </p:tgtEl>
                                        <p:attrNameLst>
                                          <p:attrName>style.rotation</p:attrName>
                                        </p:attrNameLst>
                                      </p:cBhvr>
                                      <p:tavLst>
                                        <p:tav tm="0">
                                          <p:val>
                                            <p:fltVal val="90"/>
                                          </p:val>
                                        </p:tav>
                                        <p:tav tm="100000">
                                          <p:val>
                                            <p:fltVal val="0"/>
                                          </p:val>
                                        </p:tav>
                                      </p:tavLst>
                                    </p:anim>
                                    <p:animEffect transition="in" filter="fade">
                                      <p:cBhvr>
                                        <p:cTn id="72" dur="1000"/>
                                        <p:tgtEl>
                                          <p:spTgt spid="9">
                                            <p:graphicEl>
                                              <a:dgm id="{59C5C47B-FBBD-4B9C-8928-671E9604483B}"/>
                                            </p:graphicEl>
                                          </p:spTgt>
                                        </p:tgtEl>
                                      </p:cBhvr>
                                    </p:animEffect>
                                  </p:childTnLst>
                                </p:cTn>
                              </p:par>
                              <p:par>
                                <p:cTn id="73" presetID="31" presetClass="entr" presetSubtype="0" fill="hold" grpId="0" nodeType="withEffect">
                                  <p:stCondLst>
                                    <p:cond delay="0"/>
                                  </p:stCondLst>
                                  <p:childTnLst>
                                    <p:set>
                                      <p:cBhvr>
                                        <p:cTn id="74" dur="1" fill="hold">
                                          <p:stCondLst>
                                            <p:cond delay="0"/>
                                          </p:stCondLst>
                                        </p:cTn>
                                        <p:tgtEl>
                                          <p:spTgt spid="9">
                                            <p:graphicEl>
                                              <a:dgm id="{E2E795CD-CA9A-47BD-BD19-82ACF50696BB}"/>
                                            </p:graphicEl>
                                          </p:spTgt>
                                        </p:tgtEl>
                                        <p:attrNameLst>
                                          <p:attrName>style.visibility</p:attrName>
                                        </p:attrNameLst>
                                      </p:cBhvr>
                                      <p:to>
                                        <p:strVal val="visible"/>
                                      </p:to>
                                    </p:set>
                                    <p:anim calcmode="lin" valueType="num">
                                      <p:cBhvr>
                                        <p:cTn id="75" dur="1000" fill="hold"/>
                                        <p:tgtEl>
                                          <p:spTgt spid="9">
                                            <p:graphicEl>
                                              <a:dgm id="{E2E795CD-CA9A-47BD-BD19-82ACF50696BB}"/>
                                            </p:graphicEl>
                                          </p:spTgt>
                                        </p:tgtEl>
                                        <p:attrNameLst>
                                          <p:attrName>ppt_w</p:attrName>
                                        </p:attrNameLst>
                                      </p:cBhvr>
                                      <p:tavLst>
                                        <p:tav tm="0">
                                          <p:val>
                                            <p:fltVal val="0"/>
                                          </p:val>
                                        </p:tav>
                                        <p:tav tm="100000">
                                          <p:val>
                                            <p:strVal val="#ppt_w"/>
                                          </p:val>
                                        </p:tav>
                                      </p:tavLst>
                                    </p:anim>
                                    <p:anim calcmode="lin" valueType="num">
                                      <p:cBhvr>
                                        <p:cTn id="76" dur="1000" fill="hold"/>
                                        <p:tgtEl>
                                          <p:spTgt spid="9">
                                            <p:graphicEl>
                                              <a:dgm id="{E2E795CD-CA9A-47BD-BD19-82ACF50696BB}"/>
                                            </p:graphicEl>
                                          </p:spTgt>
                                        </p:tgtEl>
                                        <p:attrNameLst>
                                          <p:attrName>ppt_h</p:attrName>
                                        </p:attrNameLst>
                                      </p:cBhvr>
                                      <p:tavLst>
                                        <p:tav tm="0">
                                          <p:val>
                                            <p:fltVal val="0"/>
                                          </p:val>
                                        </p:tav>
                                        <p:tav tm="100000">
                                          <p:val>
                                            <p:strVal val="#ppt_h"/>
                                          </p:val>
                                        </p:tav>
                                      </p:tavLst>
                                    </p:anim>
                                    <p:anim calcmode="lin" valueType="num">
                                      <p:cBhvr>
                                        <p:cTn id="77" dur="1000" fill="hold"/>
                                        <p:tgtEl>
                                          <p:spTgt spid="9">
                                            <p:graphicEl>
                                              <a:dgm id="{E2E795CD-CA9A-47BD-BD19-82ACF50696BB}"/>
                                            </p:graphicEl>
                                          </p:spTgt>
                                        </p:tgtEl>
                                        <p:attrNameLst>
                                          <p:attrName>style.rotation</p:attrName>
                                        </p:attrNameLst>
                                      </p:cBhvr>
                                      <p:tavLst>
                                        <p:tav tm="0">
                                          <p:val>
                                            <p:fltVal val="90"/>
                                          </p:val>
                                        </p:tav>
                                        <p:tav tm="100000">
                                          <p:val>
                                            <p:fltVal val="0"/>
                                          </p:val>
                                        </p:tav>
                                      </p:tavLst>
                                    </p:anim>
                                    <p:animEffect transition="in" filter="fade">
                                      <p:cBhvr>
                                        <p:cTn id="78" dur="1000"/>
                                        <p:tgtEl>
                                          <p:spTgt spid="9">
                                            <p:graphicEl>
                                              <a:dgm id="{E2E795CD-CA9A-47BD-BD19-82ACF50696BB}"/>
                                            </p:graphicEl>
                                          </p:spTgt>
                                        </p:tgtEl>
                                      </p:cBhvr>
                                    </p:animEffect>
                                  </p:childTnLst>
                                </p:cTn>
                              </p:par>
                              <p:par>
                                <p:cTn id="79" presetID="31" presetClass="entr" presetSubtype="0" fill="hold" grpId="0" nodeType="withEffect">
                                  <p:stCondLst>
                                    <p:cond delay="0"/>
                                  </p:stCondLst>
                                  <p:childTnLst>
                                    <p:set>
                                      <p:cBhvr>
                                        <p:cTn id="80" dur="1" fill="hold">
                                          <p:stCondLst>
                                            <p:cond delay="0"/>
                                          </p:stCondLst>
                                        </p:cTn>
                                        <p:tgtEl>
                                          <p:spTgt spid="9">
                                            <p:graphicEl>
                                              <a:dgm id="{1BAC42F1-7985-4AA2-A9D9-582FFE16256C}"/>
                                            </p:graphicEl>
                                          </p:spTgt>
                                        </p:tgtEl>
                                        <p:attrNameLst>
                                          <p:attrName>style.visibility</p:attrName>
                                        </p:attrNameLst>
                                      </p:cBhvr>
                                      <p:to>
                                        <p:strVal val="visible"/>
                                      </p:to>
                                    </p:set>
                                    <p:anim calcmode="lin" valueType="num">
                                      <p:cBhvr>
                                        <p:cTn id="81" dur="1000" fill="hold"/>
                                        <p:tgtEl>
                                          <p:spTgt spid="9">
                                            <p:graphicEl>
                                              <a:dgm id="{1BAC42F1-7985-4AA2-A9D9-582FFE16256C}"/>
                                            </p:graphicEl>
                                          </p:spTgt>
                                        </p:tgtEl>
                                        <p:attrNameLst>
                                          <p:attrName>ppt_w</p:attrName>
                                        </p:attrNameLst>
                                      </p:cBhvr>
                                      <p:tavLst>
                                        <p:tav tm="0">
                                          <p:val>
                                            <p:fltVal val="0"/>
                                          </p:val>
                                        </p:tav>
                                        <p:tav tm="100000">
                                          <p:val>
                                            <p:strVal val="#ppt_w"/>
                                          </p:val>
                                        </p:tav>
                                      </p:tavLst>
                                    </p:anim>
                                    <p:anim calcmode="lin" valueType="num">
                                      <p:cBhvr>
                                        <p:cTn id="82" dur="1000" fill="hold"/>
                                        <p:tgtEl>
                                          <p:spTgt spid="9">
                                            <p:graphicEl>
                                              <a:dgm id="{1BAC42F1-7985-4AA2-A9D9-582FFE16256C}"/>
                                            </p:graphicEl>
                                          </p:spTgt>
                                        </p:tgtEl>
                                        <p:attrNameLst>
                                          <p:attrName>ppt_h</p:attrName>
                                        </p:attrNameLst>
                                      </p:cBhvr>
                                      <p:tavLst>
                                        <p:tav tm="0">
                                          <p:val>
                                            <p:fltVal val="0"/>
                                          </p:val>
                                        </p:tav>
                                        <p:tav tm="100000">
                                          <p:val>
                                            <p:strVal val="#ppt_h"/>
                                          </p:val>
                                        </p:tav>
                                      </p:tavLst>
                                    </p:anim>
                                    <p:anim calcmode="lin" valueType="num">
                                      <p:cBhvr>
                                        <p:cTn id="83" dur="1000" fill="hold"/>
                                        <p:tgtEl>
                                          <p:spTgt spid="9">
                                            <p:graphicEl>
                                              <a:dgm id="{1BAC42F1-7985-4AA2-A9D9-582FFE16256C}"/>
                                            </p:graphicEl>
                                          </p:spTgt>
                                        </p:tgtEl>
                                        <p:attrNameLst>
                                          <p:attrName>style.rotation</p:attrName>
                                        </p:attrNameLst>
                                      </p:cBhvr>
                                      <p:tavLst>
                                        <p:tav tm="0">
                                          <p:val>
                                            <p:fltVal val="90"/>
                                          </p:val>
                                        </p:tav>
                                        <p:tav tm="100000">
                                          <p:val>
                                            <p:fltVal val="0"/>
                                          </p:val>
                                        </p:tav>
                                      </p:tavLst>
                                    </p:anim>
                                    <p:animEffect transition="in" filter="fade">
                                      <p:cBhvr>
                                        <p:cTn id="84" dur="1000"/>
                                        <p:tgtEl>
                                          <p:spTgt spid="9">
                                            <p:graphicEl>
                                              <a:dgm id="{1BAC42F1-7985-4AA2-A9D9-582FFE16256C}"/>
                                            </p:graphicEl>
                                          </p:spTgt>
                                        </p:tgtEl>
                                      </p:cBhvr>
                                    </p:animEffect>
                                  </p:childTnLst>
                                </p:cTn>
                              </p:par>
                              <p:par>
                                <p:cTn id="85" presetID="31" presetClass="entr" presetSubtype="0" fill="hold" grpId="0" nodeType="withEffect">
                                  <p:stCondLst>
                                    <p:cond delay="0"/>
                                  </p:stCondLst>
                                  <p:childTnLst>
                                    <p:set>
                                      <p:cBhvr>
                                        <p:cTn id="86" dur="1" fill="hold">
                                          <p:stCondLst>
                                            <p:cond delay="0"/>
                                          </p:stCondLst>
                                        </p:cTn>
                                        <p:tgtEl>
                                          <p:spTgt spid="9">
                                            <p:graphicEl>
                                              <a:dgm id="{FB63F6C2-CE4E-42D1-B9B4-DEDA5FF5B260}"/>
                                            </p:graphicEl>
                                          </p:spTgt>
                                        </p:tgtEl>
                                        <p:attrNameLst>
                                          <p:attrName>style.visibility</p:attrName>
                                        </p:attrNameLst>
                                      </p:cBhvr>
                                      <p:to>
                                        <p:strVal val="visible"/>
                                      </p:to>
                                    </p:set>
                                    <p:anim calcmode="lin" valueType="num">
                                      <p:cBhvr>
                                        <p:cTn id="87" dur="1000" fill="hold"/>
                                        <p:tgtEl>
                                          <p:spTgt spid="9">
                                            <p:graphicEl>
                                              <a:dgm id="{FB63F6C2-CE4E-42D1-B9B4-DEDA5FF5B260}"/>
                                            </p:graphicEl>
                                          </p:spTgt>
                                        </p:tgtEl>
                                        <p:attrNameLst>
                                          <p:attrName>ppt_w</p:attrName>
                                        </p:attrNameLst>
                                      </p:cBhvr>
                                      <p:tavLst>
                                        <p:tav tm="0">
                                          <p:val>
                                            <p:fltVal val="0"/>
                                          </p:val>
                                        </p:tav>
                                        <p:tav tm="100000">
                                          <p:val>
                                            <p:strVal val="#ppt_w"/>
                                          </p:val>
                                        </p:tav>
                                      </p:tavLst>
                                    </p:anim>
                                    <p:anim calcmode="lin" valueType="num">
                                      <p:cBhvr>
                                        <p:cTn id="88" dur="1000" fill="hold"/>
                                        <p:tgtEl>
                                          <p:spTgt spid="9">
                                            <p:graphicEl>
                                              <a:dgm id="{FB63F6C2-CE4E-42D1-B9B4-DEDA5FF5B260}"/>
                                            </p:graphicEl>
                                          </p:spTgt>
                                        </p:tgtEl>
                                        <p:attrNameLst>
                                          <p:attrName>ppt_h</p:attrName>
                                        </p:attrNameLst>
                                      </p:cBhvr>
                                      <p:tavLst>
                                        <p:tav tm="0">
                                          <p:val>
                                            <p:fltVal val="0"/>
                                          </p:val>
                                        </p:tav>
                                        <p:tav tm="100000">
                                          <p:val>
                                            <p:strVal val="#ppt_h"/>
                                          </p:val>
                                        </p:tav>
                                      </p:tavLst>
                                    </p:anim>
                                    <p:anim calcmode="lin" valueType="num">
                                      <p:cBhvr>
                                        <p:cTn id="89" dur="1000" fill="hold"/>
                                        <p:tgtEl>
                                          <p:spTgt spid="9">
                                            <p:graphicEl>
                                              <a:dgm id="{FB63F6C2-CE4E-42D1-B9B4-DEDA5FF5B260}"/>
                                            </p:graphicEl>
                                          </p:spTgt>
                                        </p:tgtEl>
                                        <p:attrNameLst>
                                          <p:attrName>style.rotation</p:attrName>
                                        </p:attrNameLst>
                                      </p:cBhvr>
                                      <p:tavLst>
                                        <p:tav tm="0">
                                          <p:val>
                                            <p:fltVal val="90"/>
                                          </p:val>
                                        </p:tav>
                                        <p:tav tm="100000">
                                          <p:val>
                                            <p:fltVal val="0"/>
                                          </p:val>
                                        </p:tav>
                                      </p:tavLst>
                                    </p:anim>
                                    <p:animEffect transition="in" filter="fade">
                                      <p:cBhvr>
                                        <p:cTn id="90" dur="1000"/>
                                        <p:tgtEl>
                                          <p:spTgt spid="9">
                                            <p:graphicEl>
                                              <a:dgm id="{FB63F6C2-CE4E-42D1-B9B4-DEDA5FF5B260}"/>
                                            </p:graphicEl>
                                          </p:spTgt>
                                        </p:tgtEl>
                                      </p:cBhvr>
                                    </p:animEffect>
                                  </p:childTnLst>
                                </p:cTn>
                              </p:par>
                              <p:par>
                                <p:cTn id="91" presetID="31" presetClass="entr" presetSubtype="0" fill="hold" grpId="0" nodeType="withEffect">
                                  <p:stCondLst>
                                    <p:cond delay="0"/>
                                  </p:stCondLst>
                                  <p:childTnLst>
                                    <p:set>
                                      <p:cBhvr>
                                        <p:cTn id="92" dur="1" fill="hold">
                                          <p:stCondLst>
                                            <p:cond delay="0"/>
                                          </p:stCondLst>
                                        </p:cTn>
                                        <p:tgtEl>
                                          <p:spTgt spid="9">
                                            <p:graphicEl>
                                              <a:dgm id="{3AF115AC-0EA3-47DA-A9BE-FAA86B1FBD07}"/>
                                            </p:graphicEl>
                                          </p:spTgt>
                                        </p:tgtEl>
                                        <p:attrNameLst>
                                          <p:attrName>style.visibility</p:attrName>
                                        </p:attrNameLst>
                                      </p:cBhvr>
                                      <p:to>
                                        <p:strVal val="visible"/>
                                      </p:to>
                                    </p:set>
                                    <p:anim calcmode="lin" valueType="num">
                                      <p:cBhvr>
                                        <p:cTn id="93" dur="1000" fill="hold"/>
                                        <p:tgtEl>
                                          <p:spTgt spid="9">
                                            <p:graphicEl>
                                              <a:dgm id="{3AF115AC-0EA3-47DA-A9BE-FAA86B1FBD07}"/>
                                            </p:graphicEl>
                                          </p:spTgt>
                                        </p:tgtEl>
                                        <p:attrNameLst>
                                          <p:attrName>ppt_w</p:attrName>
                                        </p:attrNameLst>
                                      </p:cBhvr>
                                      <p:tavLst>
                                        <p:tav tm="0">
                                          <p:val>
                                            <p:fltVal val="0"/>
                                          </p:val>
                                        </p:tav>
                                        <p:tav tm="100000">
                                          <p:val>
                                            <p:strVal val="#ppt_w"/>
                                          </p:val>
                                        </p:tav>
                                      </p:tavLst>
                                    </p:anim>
                                    <p:anim calcmode="lin" valueType="num">
                                      <p:cBhvr>
                                        <p:cTn id="94" dur="1000" fill="hold"/>
                                        <p:tgtEl>
                                          <p:spTgt spid="9">
                                            <p:graphicEl>
                                              <a:dgm id="{3AF115AC-0EA3-47DA-A9BE-FAA86B1FBD07}"/>
                                            </p:graphicEl>
                                          </p:spTgt>
                                        </p:tgtEl>
                                        <p:attrNameLst>
                                          <p:attrName>ppt_h</p:attrName>
                                        </p:attrNameLst>
                                      </p:cBhvr>
                                      <p:tavLst>
                                        <p:tav tm="0">
                                          <p:val>
                                            <p:fltVal val="0"/>
                                          </p:val>
                                        </p:tav>
                                        <p:tav tm="100000">
                                          <p:val>
                                            <p:strVal val="#ppt_h"/>
                                          </p:val>
                                        </p:tav>
                                      </p:tavLst>
                                    </p:anim>
                                    <p:anim calcmode="lin" valueType="num">
                                      <p:cBhvr>
                                        <p:cTn id="95" dur="1000" fill="hold"/>
                                        <p:tgtEl>
                                          <p:spTgt spid="9">
                                            <p:graphicEl>
                                              <a:dgm id="{3AF115AC-0EA3-47DA-A9BE-FAA86B1FBD07}"/>
                                            </p:graphicEl>
                                          </p:spTgt>
                                        </p:tgtEl>
                                        <p:attrNameLst>
                                          <p:attrName>style.rotation</p:attrName>
                                        </p:attrNameLst>
                                      </p:cBhvr>
                                      <p:tavLst>
                                        <p:tav tm="0">
                                          <p:val>
                                            <p:fltVal val="90"/>
                                          </p:val>
                                        </p:tav>
                                        <p:tav tm="100000">
                                          <p:val>
                                            <p:fltVal val="0"/>
                                          </p:val>
                                        </p:tav>
                                      </p:tavLst>
                                    </p:anim>
                                    <p:animEffect transition="in" filter="fade">
                                      <p:cBhvr>
                                        <p:cTn id="96" dur="1000"/>
                                        <p:tgtEl>
                                          <p:spTgt spid="9">
                                            <p:graphicEl>
                                              <a:dgm id="{3AF115AC-0EA3-47DA-A9BE-FAA86B1FBD07}"/>
                                            </p:graphicEl>
                                          </p:spTgt>
                                        </p:tgtEl>
                                      </p:cBhvr>
                                    </p:animEffect>
                                  </p:childTnLst>
                                </p:cTn>
                              </p:par>
                              <p:par>
                                <p:cTn id="97" presetID="31" presetClass="entr" presetSubtype="0" fill="hold" grpId="0" nodeType="withEffect">
                                  <p:stCondLst>
                                    <p:cond delay="0"/>
                                  </p:stCondLst>
                                  <p:childTnLst>
                                    <p:set>
                                      <p:cBhvr>
                                        <p:cTn id="98" dur="1" fill="hold">
                                          <p:stCondLst>
                                            <p:cond delay="0"/>
                                          </p:stCondLst>
                                        </p:cTn>
                                        <p:tgtEl>
                                          <p:spTgt spid="9">
                                            <p:graphicEl>
                                              <a:dgm id="{16D009F4-687E-49AC-849E-9265FB521C96}"/>
                                            </p:graphicEl>
                                          </p:spTgt>
                                        </p:tgtEl>
                                        <p:attrNameLst>
                                          <p:attrName>style.visibility</p:attrName>
                                        </p:attrNameLst>
                                      </p:cBhvr>
                                      <p:to>
                                        <p:strVal val="visible"/>
                                      </p:to>
                                    </p:set>
                                    <p:anim calcmode="lin" valueType="num">
                                      <p:cBhvr>
                                        <p:cTn id="99" dur="1000" fill="hold"/>
                                        <p:tgtEl>
                                          <p:spTgt spid="9">
                                            <p:graphicEl>
                                              <a:dgm id="{16D009F4-687E-49AC-849E-9265FB521C96}"/>
                                            </p:graphicEl>
                                          </p:spTgt>
                                        </p:tgtEl>
                                        <p:attrNameLst>
                                          <p:attrName>ppt_w</p:attrName>
                                        </p:attrNameLst>
                                      </p:cBhvr>
                                      <p:tavLst>
                                        <p:tav tm="0">
                                          <p:val>
                                            <p:fltVal val="0"/>
                                          </p:val>
                                        </p:tav>
                                        <p:tav tm="100000">
                                          <p:val>
                                            <p:strVal val="#ppt_w"/>
                                          </p:val>
                                        </p:tav>
                                      </p:tavLst>
                                    </p:anim>
                                    <p:anim calcmode="lin" valueType="num">
                                      <p:cBhvr>
                                        <p:cTn id="100" dur="1000" fill="hold"/>
                                        <p:tgtEl>
                                          <p:spTgt spid="9">
                                            <p:graphicEl>
                                              <a:dgm id="{16D009F4-687E-49AC-849E-9265FB521C96}"/>
                                            </p:graphicEl>
                                          </p:spTgt>
                                        </p:tgtEl>
                                        <p:attrNameLst>
                                          <p:attrName>ppt_h</p:attrName>
                                        </p:attrNameLst>
                                      </p:cBhvr>
                                      <p:tavLst>
                                        <p:tav tm="0">
                                          <p:val>
                                            <p:fltVal val="0"/>
                                          </p:val>
                                        </p:tav>
                                        <p:tav tm="100000">
                                          <p:val>
                                            <p:strVal val="#ppt_h"/>
                                          </p:val>
                                        </p:tav>
                                      </p:tavLst>
                                    </p:anim>
                                    <p:anim calcmode="lin" valueType="num">
                                      <p:cBhvr>
                                        <p:cTn id="101" dur="1000" fill="hold"/>
                                        <p:tgtEl>
                                          <p:spTgt spid="9">
                                            <p:graphicEl>
                                              <a:dgm id="{16D009F4-687E-49AC-849E-9265FB521C96}"/>
                                            </p:graphicEl>
                                          </p:spTgt>
                                        </p:tgtEl>
                                        <p:attrNameLst>
                                          <p:attrName>style.rotation</p:attrName>
                                        </p:attrNameLst>
                                      </p:cBhvr>
                                      <p:tavLst>
                                        <p:tav tm="0">
                                          <p:val>
                                            <p:fltVal val="90"/>
                                          </p:val>
                                        </p:tav>
                                        <p:tav tm="100000">
                                          <p:val>
                                            <p:fltVal val="0"/>
                                          </p:val>
                                        </p:tav>
                                      </p:tavLst>
                                    </p:anim>
                                    <p:animEffect transition="in" filter="fade">
                                      <p:cBhvr>
                                        <p:cTn id="102" dur="1000"/>
                                        <p:tgtEl>
                                          <p:spTgt spid="9">
                                            <p:graphicEl>
                                              <a:dgm id="{16D009F4-687E-49AC-849E-9265FB521C96}"/>
                                            </p:graphicEl>
                                          </p:spTgt>
                                        </p:tgtEl>
                                      </p:cBhvr>
                                    </p:animEffect>
                                  </p:childTnLst>
                                </p:cTn>
                              </p:par>
                              <p:par>
                                <p:cTn id="103" presetID="31" presetClass="entr" presetSubtype="0" fill="hold" grpId="0" nodeType="withEffect">
                                  <p:stCondLst>
                                    <p:cond delay="0"/>
                                  </p:stCondLst>
                                  <p:childTnLst>
                                    <p:set>
                                      <p:cBhvr>
                                        <p:cTn id="104" dur="1" fill="hold">
                                          <p:stCondLst>
                                            <p:cond delay="0"/>
                                          </p:stCondLst>
                                        </p:cTn>
                                        <p:tgtEl>
                                          <p:spTgt spid="9">
                                            <p:graphicEl>
                                              <a:dgm id="{DBEAA8A9-A5AE-4C33-A66E-8B71738A2236}"/>
                                            </p:graphicEl>
                                          </p:spTgt>
                                        </p:tgtEl>
                                        <p:attrNameLst>
                                          <p:attrName>style.visibility</p:attrName>
                                        </p:attrNameLst>
                                      </p:cBhvr>
                                      <p:to>
                                        <p:strVal val="visible"/>
                                      </p:to>
                                    </p:set>
                                    <p:anim calcmode="lin" valueType="num">
                                      <p:cBhvr>
                                        <p:cTn id="105" dur="1000" fill="hold"/>
                                        <p:tgtEl>
                                          <p:spTgt spid="9">
                                            <p:graphicEl>
                                              <a:dgm id="{DBEAA8A9-A5AE-4C33-A66E-8B71738A2236}"/>
                                            </p:graphicEl>
                                          </p:spTgt>
                                        </p:tgtEl>
                                        <p:attrNameLst>
                                          <p:attrName>ppt_w</p:attrName>
                                        </p:attrNameLst>
                                      </p:cBhvr>
                                      <p:tavLst>
                                        <p:tav tm="0">
                                          <p:val>
                                            <p:fltVal val="0"/>
                                          </p:val>
                                        </p:tav>
                                        <p:tav tm="100000">
                                          <p:val>
                                            <p:strVal val="#ppt_w"/>
                                          </p:val>
                                        </p:tav>
                                      </p:tavLst>
                                    </p:anim>
                                    <p:anim calcmode="lin" valueType="num">
                                      <p:cBhvr>
                                        <p:cTn id="106" dur="1000" fill="hold"/>
                                        <p:tgtEl>
                                          <p:spTgt spid="9">
                                            <p:graphicEl>
                                              <a:dgm id="{DBEAA8A9-A5AE-4C33-A66E-8B71738A2236}"/>
                                            </p:graphicEl>
                                          </p:spTgt>
                                        </p:tgtEl>
                                        <p:attrNameLst>
                                          <p:attrName>ppt_h</p:attrName>
                                        </p:attrNameLst>
                                      </p:cBhvr>
                                      <p:tavLst>
                                        <p:tav tm="0">
                                          <p:val>
                                            <p:fltVal val="0"/>
                                          </p:val>
                                        </p:tav>
                                        <p:tav tm="100000">
                                          <p:val>
                                            <p:strVal val="#ppt_h"/>
                                          </p:val>
                                        </p:tav>
                                      </p:tavLst>
                                    </p:anim>
                                    <p:anim calcmode="lin" valueType="num">
                                      <p:cBhvr>
                                        <p:cTn id="107" dur="1000" fill="hold"/>
                                        <p:tgtEl>
                                          <p:spTgt spid="9">
                                            <p:graphicEl>
                                              <a:dgm id="{DBEAA8A9-A5AE-4C33-A66E-8B71738A2236}"/>
                                            </p:graphicEl>
                                          </p:spTgt>
                                        </p:tgtEl>
                                        <p:attrNameLst>
                                          <p:attrName>style.rotation</p:attrName>
                                        </p:attrNameLst>
                                      </p:cBhvr>
                                      <p:tavLst>
                                        <p:tav tm="0">
                                          <p:val>
                                            <p:fltVal val="90"/>
                                          </p:val>
                                        </p:tav>
                                        <p:tav tm="100000">
                                          <p:val>
                                            <p:fltVal val="0"/>
                                          </p:val>
                                        </p:tav>
                                      </p:tavLst>
                                    </p:anim>
                                    <p:animEffect transition="in" filter="fade">
                                      <p:cBhvr>
                                        <p:cTn id="108" dur="1000"/>
                                        <p:tgtEl>
                                          <p:spTgt spid="9">
                                            <p:graphicEl>
                                              <a:dgm id="{DBEAA8A9-A5AE-4C33-A66E-8B71738A2236}"/>
                                            </p:graphicEl>
                                          </p:spTgt>
                                        </p:tgtEl>
                                      </p:cBhvr>
                                    </p:animEffect>
                                  </p:childTnLst>
                                </p:cTn>
                              </p:par>
                              <p:par>
                                <p:cTn id="109" presetID="31" presetClass="entr" presetSubtype="0" fill="hold" grpId="0" nodeType="withEffect">
                                  <p:stCondLst>
                                    <p:cond delay="0"/>
                                  </p:stCondLst>
                                  <p:childTnLst>
                                    <p:set>
                                      <p:cBhvr>
                                        <p:cTn id="110" dur="1" fill="hold">
                                          <p:stCondLst>
                                            <p:cond delay="0"/>
                                          </p:stCondLst>
                                        </p:cTn>
                                        <p:tgtEl>
                                          <p:spTgt spid="9">
                                            <p:graphicEl>
                                              <a:dgm id="{D15A0C4C-EC4E-42A7-88FC-7F064A8CB4BF}"/>
                                            </p:graphicEl>
                                          </p:spTgt>
                                        </p:tgtEl>
                                        <p:attrNameLst>
                                          <p:attrName>style.visibility</p:attrName>
                                        </p:attrNameLst>
                                      </p:cBhvr>
                                      <p:to>
                                        <p:strVal val="visible"/>
                                      </p:to>
                                    </p:set>
                                    <p:anim calcmode="lin" valueType="num">
                                      <p:cBhvr>
                                        <p:cTn id="111" dur="1000" fill="hold"/>
                                        <p:tgtEl>
                                          <p:spTgt spid="9">
                                            <p:graphicEl>
                                              <a:dgm id="{D15A0C4C-EC4E-42A7-88FC-7F064A8CB4BF}"/>
                                            </p:graphicEl>
                                          </p:spTgt>
                                        </p:tgtEl>
                                        <p:attrNameLst>
                                          <p:attrName>ppt_w</p:attrName>
                                        </p:attrNameLst>
                                      </p:cBhvr>
                                      <p:tavLst>
                                        <p:tav tm="0">
                                          <p:val>
                                            <p:fltVal val="0"/>
                                          </p:val>
                                        </p:tav>
                                        <p:tav tm="100000">
                                          <p:val>
                                            <p:strVal val="#ppt_w"/>
                                          </p:val>
                                        </p:tav>
                                      </p:tavLst>
                                    </p:anim>
                                    <p:anim calcmode="lin" valueType="num">
                                      <p:cBhvr>
                                        <p:cTn id="112" dur="1000" fill="hold"/>
                                        <p:tgtEl>
                                          <p:spTgt spid="9">
                                            <p:graphicEl>
                                              <a:dgm id="{D15A0C4C-EC4E-42A7-88FC-7F064A8CB4BF}"/>
                                            </p:graphicEl>
                                          </p:spTgt>
                                        </p:tgtEl>
                                        <p:attrNameLst>
                                          <p:attrName>ppt_h</p:attrName>
                                        </p:attrNameLst>
                                      </p:cBhvr>
                                      <p:tavLst>
                                        <p:tav tm="0">
                                          <p:val>
                                            <p:fltVal val="0"/>
                                          </p:val>
                                        </p:tav>
                                        <p:tav tm="100000">
                                          <p:val>
                                            <p:strVal val="#ppt_h"/>
                                          </p:val>
                                        </p:tav>
                                      </p:tavLst>
                                    </p:anim>
                                    <p:anim calcmode="lin" valueType="num">
                                      <p:cBhvr>
                                        <p:cTn id="113" dur="1000" fill="hold"/>
                                        <p:tgtEl>
                                          <p:spTgt spid="9">
                                            <p:graphicEl>
                                              <a:dgm id="{D15A0C4C-EC4E-42A7-88FC-7F064A8CB4BF}"/>
                                            </p:graphicEl>
                                          </p:spTgt>
                                        </p:tgtEl>
                                        <p:attrNameLst>
                                          <p:attrName>style.rotation</p:attrName>
                                        </p:attrNameLst>
                                      </p:cBhvr>
                                      <p:tavLst>
                                        <p:tav tm="0">
                                          <p:val>
                                            <p:fltVal val="90"/>
                                          </p:val>
                                        </p:tav>
                                        <p:tav tm="100000">
                                          <p:val>
                                            <p:fltVal val="0"/>
                                          </p:val>
                                        </p:tav>
                                      </p:tavLst>
                                    </p:anim>
                                    <p:animEffect transition="in" filter="fade">
                                      <p:cBhvr>
                                        <p:cTn id="114" dur="1000"/>
                                        <p:tgtEl>
                                          <p:spTgt spid="9">
                                            <p:graphicEl>
                                              <a:dgm id="{D15A0C4C-EC4E-42A7-88FC-7F064A8CB4BF}"/>
                                            </p:graphicEl>
                                          </p:spTgt>
                                        </p:tgtEl>
                                      </p:cBhvr>
                                    </p:animEffect>
                                  </p:childTnLst>
                                </p:cTn>
                              </p:par>
                              <p:par>
                                <p:cTn id="115" presetID="31" presetClass="entr" presetSubtype="0" fill="hold" grpId="0" nodeType="withEffect">
                                  <p:stCondLst>
                                    <p:cond delay="0"/>
                                  </p:stCondLst>
                                  <p:childTnLst>
                                    <p:set>
                                      <p:cBhvr>
                                        <p:cTn id="116" dur="1" fill="hold">
                                          <p:stCondLst>
                                            <p:cond delay="0"/>
                                          </p:stCondLst>
                                        </p:cTn>
                                        <p:tgtEl>
                                          <p:spTgt spid="9">
                                            <p:graphicEl>
                                              <a:dgm id="{20A843A4-C8BD-4F9F-852D-0B798939AF3B}"/>
                                            </p:graphicEl>
                                          </p:spTgt>
                                        </p:tgtEl>
                                        <p:attrNameLst>
                                          <p:attrName>style.visibility</p:attrName>
                                        </p:attrNameLst>
                                      </p:cBhvr>
                                      <p:to>
                                        <p:strVal val="visible"/>
                                      </p:to>
                                    </p:set>
                                    <p:anim calcmode="lin" valueType="num">
                                      <p:cBhvr>
                                        <p:cTn id="117" dur="1000" fill="hold"/>
                                        <p:tgtEl>
                                          <p:spTgt spid="9">
                                            <p:graphicEl>
                                              <a:dgm id="{20A843A4-C8BD-4F9F-852D-0B798939AF3B}"/>
                                            </p:graphicEl>
                                          </p:spTgt>
                                        </p:tgtEl>
                                        <p:attrNameLst>
                                          <p:attrName>ppt_w</p:attrName>
                                        </p:attrNameLst>
                                      </p:cBhvr>
                                      <p:tavLst>
                                        <p:tav tm="0">
                                          <p:val>
                                            <p:fltVal val="0"/>
                                          </p:val>
                                        </p:tav>
                                        <p:tav tm="100000">
                                          <p:val>
                                            <p:strVal val="#ppt_w"/>
                                          </p:val>
                                        </p:tav>
                                      </p:tavLst>
                                    </p:anim>
                                    <p:anim calcmode="lin" valueType="num">
                                      <p:cBhvr>
                                        <p:cTn id="118" dur="1000" fill="hold"/>
                                        <p:tgtEl>
                                          <p:spTgt spid="9">
                                            <p:graphicEl>
                                              <a:dgm id="{20A843A4-C8BD-4F9F-852D-0B798939AF3B}"/>
                                            </p:graphicEl>
                                          </p:spTgt>
                                        </p:tgtEl>
                                        <p:attrNameLst>
                                          <p:attrName>ppt_h</p:attrName>
                                        </p:attrNameLst>
                                      </p:cBhvr>
                                      <p:tavLst>
                                        <p:tav tm="0">
                                          <p:val>
                                            <p:fltVal val="0"/>
                                          </p:val>
                                        </p:tav>
                                        <p:tav tm="100000">
                                          <p:val>
                                            <p:strVal val="#ppt_h"/>
                                          </p:val>
                                        </p:tav>
                                      </p:tavLst>
                                    </p:anim>
                                    <p:anim calcmode="lin" valueType="num">
                                      <p:cBhvr>
                                        <p:cTn id="119" dur="1000" fill="hold"/>
                                        <p:tgtEl>
                                          <p:spTgt spid="9">
                                            <p:graphicEl>
                                              <a:dgm id="{20A843A4-C8BD-4F9F-852D-0B798939AF3B}"/>
                                            </p:graphicEl>
                                          </p:spTgt>
                                        </p:tgtEl>
                                        <p:attrNameLst>
                                          <p:attrName>style.rotation</p:attrName>
                                        </p:attrNameLst>
                                      </p:cBhvr>
                                      <p:tavLst>
                                        <p:tav tm="0">
                                          <p:val>
                                            <p:fltVal val="90"/>
                                          </p:val>
                                        </p:tav>
                                        <p:tav tm="100000">
                                          <p:val>
                                            <p:fltVal val="0"/>
                                          </p:val>
                                        </p:tav>
                                      </p:tavLst>
                                    </p:anim>
                                    <p:animEffect transition="in" filter="fade">
                                      <p:cBhvr>
                                        <p:cTn id="120" dur="1000"/>
                                        <p:tgtEl>
                                          <p:spTgt spid="9">
                                            <p:graphicEl>
                                              <a:dgm id="{20A843A4-C8BD-4F9F-852D-0B798939AF3B}"/>
                                            </p:graphicEl>
                                          </p:spTgt>
                                        </p:tgtEl>
                                      </p:cBhvr>
                                    </p:animEffect>
                                  </p:childTnLst>
                                </p:cTn>
                              </p:par>
                              <p:par>
                                <p:cTn id="121" presetID="31" presetClass="entr" presetSubtype="0" fill="hold" grpId="0" nodeType="withEffect">
                                  <p:stCondLst>
                                    <p:cond delay="0"/>
                                  </p:stCondLst>
                                  <p:childTnLst>
                                    <p:set>
                                      <p:cBhvr>
                                        <p:cTn id="122" dur="1" fill="hold">
                                          <p:stCondLst>
                                            <p:cond delay="0"/>
                                          </p:stCondLst>
                                        </p:cTn>
                                        <p:tgtEl>
                                          <p:spTgt spid="9">
                                            <p:graphicEl>
                                              <a:dgm id="{FD35078A-2C7E-4C20-9869-0F132464D122}"/>
                                            </p:graphicEl>
                                          </p:spTgt>
                                        </p:tgtEl>
                                        <p:attrNameLst>
                                          <p:attrName>style.visibility</p:attrName>
                                        </p:attrNameLst>
                                      </p:cBhvr>
                                      <p:to>
                                        <p:strVal val="visible"/>
                                      </p:to>
                                    </p:set>
                                    <p:anim calcmode="lin" valueType="num">
                                      <p:cBhvr>
                                        <p:cTn id="123" dur="1000" fill="hold"/>
                                        <p:tgtEl>
                                          <p:spTgt spid="9">
                                            <p:graphicEl>
                                              <a:dgm id="{FD35078A-2C7E-4C20-9869-0F132464D122}"/>
                                            </p:graphicEl>
                                          </p:spTgt>
                                        </p:tgtEl>
                                        <p:attrNameLst>
                                          <p:attrName>ppt_w</p:attrName>
                                        </p:attrNameLst>
                                      </p:cBhvr>
                                      <p:tavLst>
                                        <p:tav tm="0">
                                          <p:val>
                                            <p:fltVal val="0"/>
                                          </p:val>
                                        </p:tav>
                                        <p:tav tm="100000">
                                          <p:val>
                                            <p:strVal val="#ppt_w"/>
                                          </p:val>
                                        </p:tav>
                                      </p:tavLst>
                                    </p:anim>
                                    <p:anim calcmode="lin" valueType="num">
                                      <p:cBhvr>
                                        <p:cTn id="124" dur="1000" fill="hold"/>
                                        <p:tgtEl>
                                          <p:spTgt spid="9">
                                            <p:graphicEl>
                                              <a:dgm id="{FD35078A-2C7E-4C20-9869-0F132464D122}"/>
                                            </p:graphicEl>
                                          </p:spTgt>
                                        </p:tgtEl>
                                        <p:attrNameLst>
                                          <p:attrName>ppt_h</p:attrName>
                                        </p:attrNameLst>
                                      </p:cBhvr>
                                      <p:tavLst>
                                        <p:tav tm="0">
                                          <p:val>
                                            <p:fltVal val="0"/>
                                          </p:val>
                                        </p:tav>
                                        <p:tav tm="100000">
                                          <p:val>
                                            <p:strVal val="#ppt_h"/>
                                          </p:val>
                                        </p:tav>
                                      </p:tavLst>
                                    </p:anim>
                                    <p:anim calcmode="lin" valueType="num">
                                      <p:cBhvr>
                                        <p:cTn id="125" dur="1000" fill="hold"/>
                                        <p:tgtEl>
                                          <p:spTgt spid="9">
                                            <p:graphicEl>
                                              <a:dgm id="{FD35078A-2C7E-4C20-9869-0F132464D122}"/>
                                            </p:graphicEl>
                                          </p:spTgt>
                                        </p:tgtEl>
                                        <p:attrNameLst>
                                          <p:attrName>style.rotation</p:attrName>
                                        </p:attrNameLst>
                                      </p:cBhvr>
                                      <p:tavLst>
                                        <p:tav tm="0">
                                          <p:val>
                                            <p:fltVal val="90"/>
                                          </p:val>
                                        </p:tav>
                                        <p:tav tm="100000">
                                          <p:val>
                                            <p:fltVal val="0"/>
                                          </p:val>
                                        </p:tav>
                                      </p:tavLst>
                                    </p:anim>
                                    <p:animEffect transition="in" filter="fade">
                                      <p:cBhvr>
                                        <p:cTn id="126" dur="1000"/>
                                        <p:tgtEl>
                                          <p:spTgt spid="9">
                                            <p:graphicEl>
                                              <a:dgm id="{FD35078A-2C7E-4C20-9869-0F132464D122}"/>
                                            </p:graphicEl>
                                          </p:spTgt>
                                        </p:tgtEl>
                                      </p:cBhvr>
                                    </p:animEffect>
                                  </p:childTnLst>
                                </p:cTn>
                              </p:par>
                              <p:par>
                                <p:cTn id="127" presetID="31" presetClass="entr" presetSubtype="0" fill="hold" grpId="0" nodeType="withEffect">
                                  <p:stCondLst>
                                    <p:cond delay="0"/>
                                  </p:stCondLst>
                                  <p:childTnLst>
                                    <p:set>
                                      <p:cBhvr>
                                        <p:cTn id="128" dur="1" fill="hold">
                                          <p:stCondLst>
                                            <p:cond delay="0"/>
                                          </p:stCondLst>
                                        </p:cTn>
                                        <p:tgtEl>
                                          <p:spTgt spid="9">
                                            <p:graphicEl>
                                              <a:dgm id="{E8940677-AC4D-429A-B33F-BC1625CA34F4}"/>
                                            </p:graphicEl>
                                          </p:spTgt>
                                        </p:tgtEl>
                                        <p:attrNameLst>
                                          <p:attrName>style.visibility</p:attrName>
                                        </p:attrNameLst>
                                      </p:cBhvr>
                                      <p:to>
                                        <p:strVal val="visible"/>
                                      </p:to>
                                    </p:set>
                                    <p:anim calcmode="lin" valueType="num">
                                      <p:cBhvr>
                                        <p:cTn id="129" dur="1000" fill="hold"/>
                                        <p:tgtEl>
                                          <p:spTgt spid="9">
                                            <p:graphicEl>
                                              <a:dgm id="{E8940677-AC4D-429A-B33F-BC1625CA34F4}"/>
                                            </p:graphicEl>
                                          </p:spTgt>
                                        </p:tgtEl>
                                        <p:attrNameLst>
                                          <p:attrName>ppt_w</p:attrName>
                                        </p:attrNameLst>
                                      </p:cBhvr>
                                      <p:tavLst>
                                        <p:tav tm="0">
                                          <p:val>
                                            <p:fltVal val="0"/>
                                          </p:val>
                                        </p:tav>
                                        <p:tav tm="100000">
                                          <p:val>
                                            <p:strVal val="#ppt_w"/>
                                          </p:val>
                                        </p:tav>
                                      </p:tavLst>
                                    </p:anim>
                                    <p:anim calcmode="lin" valueType="num">
                                      <p:cBhvr>
                                        <p:cTn id="130" dur="1000" fill="hold"/>
                                        <p:tgtEl>
                                          <p:spTgt spid="9">
                                            <p:graphicEl>
                                              <a:dgm id="{E8940677-AC4D-429A-B33F-BC1625CA34F4}"/>
                                            </p:graphicEl>
                                          </p:spTgt>
                                        </p:tgtEl>
                                        <p:attrNameLst>
                                          <p:attrName>ppt_h</p:attrName>
                                        </p:attrNameLst>
                                      </p:cBhvr>
                                      <p:tavLst>
                                        <p:tav tm="0">
                                          <p:val>
                                            <p:fltVal val="0"/>
                                          </p:val>
                                        </p:tav>
                                        <p:tav tm="100000">
                                          <p:val>
                                            <p:strVal val="#ppt_h"/>
                                          </p:val>
                                        </p:tav>
                                      </p:tavLst>
                                    </p:anim>
                                    <p:anim calcmode="lin" valueType="num">
                                      <p:cBhvr>
                                        <p:cTn id="131" dur="1000" fill="hold"/>
                                        <p:tgtEl>
                                          <p:spTgt spid="9">
                                            <p:graphicEl>
                                              <a:dgm id="{E8940677-AC4D-429A-B33F-BC1625CA34F4}"/>
                                            </p:graphicEl>
                                          </p:spTgt>
                                        </p:tgtEl>
                                        <p:attrNameLst>
                                          <p:attrName>style.rotation</p:attrName>
                                        </p:attrNameLst>
                                      </p:cBhvr>
                                      <p:tavLst>
                                        <p:tav tm="0">
                                          <p:val>
                                            <p:fltVal val="90"/>
                                          </p:val>
                                        </p:tav>
                                        <p:tav tm="100000">
                                          <p:val>
                                            <p:fltVal val="0"/>
                                          </p:val>
                                        </p:tav>
                                      </p:tavLst>
                                    </p:anim>
                                    <p:animEffect transition="in" filter="fade">
                                      <p:cBhvr>
                                        <p:cTn id="132" dur="1000"/>
                                        <p:tgtEl>
                                          <p:spTgt spid="9">
                                            <p:graphicEl>
                                              <a:dgm id="{E8940677-AC4D-429A-B33F-BC1625CA34F4}"/>
                                            </p:graphicEl>
                                          </p:spTgt>
                                        </p:tgtEl>
                                      </p:cBhvr>
                                    </p:animEffect>
                                  </p:childTnLst>
                                </p:cTn>
                              </p:par>
                              <p:par>
                                <p:cTn id="133" presetID="31" presetClass="entr" presetSubtype="0" fill="hold" grpId="0" nodeType="withEffect">
                                  <p:stCondLst>
                                    <p:cond delay="0"/>
                                  </p:stCondLst>
                                  <p:childTnLst>
                                    <p:set>
                                      <p:cBhvr>
                                        <p:cTn id="134" dur="1" fill="hold">
                                          <p:stCondLst>
                                            <p:cond delay="0"/>
                                          </p:stCondLst>
                                        </p:cTn>
                                        <p:tgtEl>
                                          <p:spTgt spid="9">
                                            <p:graphicEl>
                                              <a:dgm id="{9F058966-7C18-4A6A-AF70-2A285CF6D576}"/>
                                            </p:graphicEl>
                                          </p:spTgt>
                                        </p:tgtEl>
                                        <p:attrNameLst>
                                          <p:attrName>style.visibility</p:attrName>
                                        </p:attrNameLst>
                                      </p:cBhvr>
                                      <p:to>
                                        <p:strVal val="visible"/>
                                      </p:to>
                                    </p:set>
                                    <p:anim calcmode="lin" valueType="num">
                                      <p:cBhvr>
                                        <p:cTn id="135" dur="1000" fill="hold"/>
                                        <p:tgtEl>
                                          <p:spTgt spid="9">
                                            <p:graphicEl>
                                              <a:dgm id="{9F058966-7C18-4A6A-AF70-2A285CF6D576}"/>
                                            </p:graphicEl>
                                          </p:spTgt>
                                        </p:tgtEl>
                                        <p:attrNameLst>
                                          <p:attrName>ppt_w</p:attrName>
                                        </p:attrNameLst>
                                      </p:cBhvr>
                                      <p:tavLst>
                                        <p:tav tm="0">
                                          <p:val>
                                            <p:fltVal val="0"/>
                                          </p:val>
                                        </p:tav>
                                        <p:tav tm="100000">
                                          <p:val>
                                            <p:strVal val="#ppt_w"/>
                                          </p:val>
                                        </p:tav>
                                      </p:tavLst>
                                    </p:anim>
                                    <p:anim calcmode="lin" valueType="num">
                                      <p:cBhvr>
                                        <p:cTn id="136" dur="1000" fill="hold"/>
                                        <p:tgtEl>
                                          <p:spTgt spid="9">
                                            <p:graphicEl>
                                              <a:dgm id="{9F058966-7C18-4A6A-AF70-2A285CF6D576}"/>
                                            </p:graphicEl>
                                          </p:spTgt>
                                        </p:tgtEl>
                                        <p:attrNameLst>
                                          <p:attrName>ppt_h</p:attrName>
                                        </p:attrNameLst>
                                      </p:cBhvr>
                                      <p:tavLst>
                                        <p:tav tm="0">
                                          <p:val>
                                            <p:fltVal val="0"/>
                                          </p:val>
                                        </p:tav>
                                        <p:tav tm="100000">
                                          <p:val>
                                            <p:strVal val="#ppt_h"/>
                                          </p:val>
                                        </p:tav>
                                      </p:tavLst>
                                    </p:anim>
                                    <p:anim calcmode="lin" valueType="num">
                                      <p:cBhvr>
                                        <p:cTn id="137" dur="1000" fill="hold"/>
                                        <p:tgtEl>
                                          <p:spTgt spid="9">
                                            <p:graphicEl>
                                              <a:dgm id="{9F058966-7C18-4A6A-AF70-2A285CF6D576}"/>
                                            </p:graphicEl>
                                          </p:spTgt>
                                        </p:tgtEl>
                                        <p:attrNameLst>
                                          <p:attrName>style.rotation</p:attrName>
                                        </p:attrNameLst>
                                      </p:cBhvr>
                                      <p:tavLst>
                                        <p:tav tm="0">
                                          <p:val>
                                            <p:fltVal val="90"/>
                                          </p:val>
                                        </p:tav>
                                        <p:tav tm="100000">
                                          <p:val>
                                            <p:fltVal val="0"/>
                                          </p:val>
                                        </p:tav>
                                      </p:tavLst>
                                    </p:anim>
                                    <p:animEffect transition="in" filter="fade">
                                      <p:cBhvr>
                                        <p:cTn id="138" dur="1000"/>
                                        <p:tgtEl>
                                          <p:spTgt spid="9">
                                            <p:graphicEl>
                                              <a:dgm id="{9F058966-7C18-4A6A-AF70-2A285CF6D576}"/>
                                            </p:graphicEl>
                                          </p:spTgt>
                                        </p:tgtEl>
                                      </p:cBhvr>
                                    </p:animEffect>
                                  </p:childTnLst>
                                </p:cTn>
                              </p:par>
                              <p:par>
                                <p:cTn id="139" presetID="31" presetClass="entr" presetSubtype="0" fill="hold" grpId="0" nodeType="withEffect">
                                  <p:stCondLst>
                                    <p:cond delay="0"/>
                                  </p:stCondLst>
                                  <p:childTnLst>
                                    <p:set>
                                      <p:cBhvr>
                                        <p:cTn id="140" dur="1" fill="hold">
                                          <p:stCondLst>
                                            <p:cond delay="0"/>
                                          </p:stCondLst>
                                        </p:cTn>
                                        <p:tgtEl>
                                          <p:spTgt spid="9">
                                            <p:graphicEl>
                                              <a:dgm id="{7DBC1D46-D2DF-4B00-AF41-63433045C626}"/>
                                            </p:graphicEl>
                                          </p:spTgt>
                                        </p:tgtEl>
                                        <p:attrNameLst>
                                          <p:attrName>style.visibility</p:attrName>
                                        </p:attrNameLst>
                                      </p:cBhvr>
                                      <p:to>
                                        <p:strVal val="visible"/>
                                      </p:to>
                                    </p:set>
                                    <p:anim calcmode="lin" valueType="num">
                                      <p:cBhvr>
                                        <p:cTn id="141" dur="1000" fill="hold"/>
                                        <p:tgtEl>
                                          <p:spTgt spid="9">
                                            <p:graphicEl>
                                              <a:dgm id="{7DBC1D46-D2DF-4B00-AF41-63433045C626}"/>
                                            </p:graphicEl>
                                          </p:spTgt>
                                        </p:tgtEl>
                                        <p:attrNameLst>
                                          <p:attrName>ppt_w</p:attrName>
                                        </p:attrNameLst>
                                      </p:cBhvr>
                                      <p:tavLst>
                                        <p:tav tm="0">
                                          <p:val>
                                            <p:fltVal val="0"/>
                                          </p:val>
                                        </p:tav>
                                        <p:tav tm="100000">
                                          <p:val>
                                            <p:strVal val="#ppt_w"/>
                                          </p:val>
                                        </p:tav>
                                      </p:tavLst>
                                    </p:anim>
                                    <p:anim calcmode="lin" valueType="num">
                                      <p:cBhvr>
                                        <p:cTn id="142" dur="1000" fill="hold"/>
                                        <p:tgtEl>
                                          <p:spTgt spid="9">
                                            <p:graphicEl>
                                              <a:dgm id="{7DBC1D46-D2DF-4B00-AF41-63433045C626}"/>
                                            </p:graphicEl>
                                          </p:spTgt>
                                        </p:tgtEl>
                                        <p:attrNameLst>
                                          <p:attrName>ppt_h</p:attrName>
                                        </p:attrNameLst>
                                      </p:cBhvr>
                                      <p:tavLst>
                                        <p:tav tm="0">
                                          <p:val>
                                            <p:fltVal val="0"/>
                                          </p:val>
                                        </p:tav>
                                        <p:tav tm="100000">
                                          <p:val>
                                            <p:strVal val="#ppt_h"/>
                                          </p:val>
                                        </p:tav>
                                      </p:tavLst>
                                    </p:anim>
                                    <p:anim calcmode="lin" valueType="num">
                                      <p:cBhvr>
                                        <p:cTn id="143" dur="1000" fill="hold"/>
                                        <p:tgtEl>
                                          <p:spTgt spid="9">
                                            <p:graphicEl>
                                              <a:dgm id="{7DBC1D46-D2DF-4B00-AF41-63433045C626}"/>
                                            </p:graphicEl>
                                          </p:spTgt>
                                        </p:tgtEl>
                                        <p:attrNameLst>
                                          <p:attrName>style.rotation</p:attrName>
                                        </p:attrNameLst>
                                      </p:cBhvr>
                                      <p:tavLst>
                                        <p:tav tm="0">
                                          <p:val>
                                            <p:fltVal val="90"/>
                                          </p:val>
                                        </p:tav>
                                        <p:tav tm="100000">
                                          <p:val>
                                            <p:fltVal val="0"/>
                                          </p:val>
                                        </p:tav>
                                      </p:tavLst>
                                    </p:anim>
                                    <p:animEffect transition="in" filter="fade">
                                      <p:cBhvr>
                                        <p:cTn id="144" dur="1000"/>
                                        <p:tgtEl>
                                          <p:spTgt spid="9">
                                            <p:graphicEl>
                                              <a:dgm id="{7DBC1D46-D2DF-4B00-AF41-63433045C626}"/>
                                            </p:graphicEl>
                                          </p:spTgt>
                                        </p:tgtEl>
                                      </p:cBhvr>
                                    </p:animEffect>
                                  </p:childTnLst>
                                </p:cTn>
                              </p:par>
                              <p:par>
                                <p:cTn id="145" presetID="31" presetClass="entr" presetSubtype="0" fill="hold" grpId="0" nodeType="withEffect">
                                  <p:stCondLst>
                                    <p:cond delay="0"/>
                                  </p:stCondLst>
                                  <p:childTnLst>
                                    <p:set>
                                      <p:cBhvr>
                                        <p:cTn id="146" dur="1" fill="hold">
                                          <p:stCondLst>
                                            <p:cond delay="0"/>
                                          </p:stCondLst>
                                        </p:cTn>
                                        <p:tgtEl>
                                          <p:spTgt spid="9">
                                            <p:graphicEl>
                                              <a:dgm id="{86482681-3B1C-4929-BF81-9B940DEB5E63}"/>
                                            </p:graphicEl>
                                          </p:spTgt>
                                        </p:tgtEl>
                                        <p:attrNameLst>
                                          <p:attrName>style.visibility</p:attrName>
                                        </p:attrNameLst>
                                      </p:cBhvr>
                                      <p:to>
                                        <p:strVal val="visible"/>
                                      </p:to>
                                    </p:set>
                                    <p:anim calcmode="lin" valueType="num">
                                      <p:cBhvr>
                                        <p:cTn id="147" dur="1000" fill="hold"/>
                                        <p:tgtEl>
                                          <p:spTgt spid="9">
                                            <p:graphicEl>
                                              <a:dgm id="{86482681-3B1C-4929-BF81-9B940DEB5E63}"/>
                                            </p:graphicEl>
                                          </p:spTgt>
                                        </p:tgtEl>
                                        <p:attrNameLst>
                                          <p:attrName>ppt_w</p:attrName>
                                        </p:attrNameLst>
                                      </p:cBhvr>
                                      <p:tavLst>
                                        <p:tav tm="0">
                                          <p:val>
                                            <p:fltVal val="0"/>
                                          </p:val>
                                        </p:tav>
                                        <p:tav tm="100000">
                                          <p:val>
                                            <p:strVal val="#ppt_w"/>
                                          </p:val>
                                        </p:tav>
                                      </p:tavLst>
                                    </p:anim>
                                    <p:anim calcmode="lin" valueType="num">
                                      <p:cBhvr>
                                        <p:cTn id="148" dur="1000" fill="hold"/>
                                        <p:tgtEl>
                                          <p:spTgt spid="9">
                                            <p:graphicEl>
                                              <a:dgm id="{86482681-3B1C-4929-BF81-9B940DEB5E63}"/>
                                            </p:graphicEl>
                                          </p:spTgt>
                                        </p:tgtEl>
                                        <p:attrNameLst>
                                          <p:attrName>ppt_h</p:attrName>
                                        </p:attrNameLst>
                                      </p:cBhvr>
                                      <p:tavLst>
                                        <p:tav tm="0">
                                          <p:val>
                                            <p:fltVal val="0"/>
                                          </p:val>
                                        </p:tav>
                                        <p:tav tm="100000">
                                          <p:val>
                                            <p:strVal val="#ppt_h"/>
                                          </p:val>
                                        </p:tav>
                                      </p:tavLst>
                                    </p:anim>
                                    <p:anim calcmode="lin" valueType="num">
                                      <p:cBhvr>
                                        <p:cTn id="149" dur="1000" fill="hold"/>
                                        <p:tgtEl>
                                          <p:spTgt spid="9">
                                            <p:graphicEl>
                                              <a:dgm id="{86482681-3B1C-4929-BF81-9B940DEB5E63}"/>
                                            </p:graphicEl>
                                          </p:spTgt>
                                        </p:tgtEl>
                                        <p:attrNameLst>
                                          <p:attrName>style.rotation</p:attrName>
                                        </p:attrNameLst>
                                      </p:cBhvr>
                                      <p:tavLst>
                                        <p:tav tm="0">
                                          <p:val>
                                            <p:fltVal val="90"/>
                                          </p:val>
                                        </p:tav>
                                        <p:tav tm="100000">
                                          <p:val>
                                            <p:fltVal val="0"/>
                                          </p:val>
                                        </p:tav>
                                      </p:tavLst>
                                    </p:anim>
                                    <p:animEffect transition="in" filter="fade">
                                      <p:cBhvr>
                                        <p:cTn id="150" dur="1000"/>
                                        <p:tgtEl>
                                          <p:spTgt spid="9">
                                            <p:graphicEl>
                                              <a:dgm id="{86482681-3B1C-4929-BF81-9B940DEB5E63}"/>
                                            </p:graphicEl>
                                          </p:spTgt>
                                        </p:tgtEl>
                                      </p:cBhvr>
                                    </p:animEffect>
                                  </p:childTnLst>
                                </p:cTn>
                              </p:par>
                              <p:par>
                                <p:cTn id="151" presetID="31" presetClass="entr" presetSubtype="0" fill="hold" grpId="0" nodeType="withEffect">
                                  <p:stCondLst>
                                    <p:cond delay="0"/>
                                  </p:stCondLst>
                                  <p:childTnLst>
                                    <p:set>
                                      <p:cBhvr>
                                        <p:cTn id="152" dur="1" fill="hold">
                                          <p:stCondLst>
                                            <p:cond delay="0"/>
                                          </p:stCondLst>
                                        </p:cTn>
                                        <p:tgtEl>
                                          <p:spTgt spid="9">
                                            <p:graphicEl>
                                              <a:dgm id="{C3B58C6B-84B7-4E2D-B610-E3B124F88968}"/>
                                            </p:graphicEl>
                                          </p:spTgt>
                                        </p:tgtEl>
                                        <p:attrNameLst>
                                          <p:attrName>style.visibility</p:attrName>
                                        </p:attrNameLst>
                                      </p:cBhvr>
                                      <p:to>
                                        <p:strVal val="visible"/>
                                      </p:to>
                                    </p:set>
                                    <p:anim calcmode="lin" valueType="num">
                                      <p:cBhvr>
                                        <p:cTn id="153" dur="1000" fill="hold"/>
                                        <p:tgtEl>
                                          <p:spTgt spid="9">
                                            <p:graphicEl>
                                              <a:dgm id="{C3B58C6B-84B7-4E2D-B610-E3B124F88968}"/>
                                            </p:graphicEl>
                                          </p:spTgt>
                                        </p:tgtEl>
                                        <p:attrNameLst>
                                          <p:attrName>ppt_w</p:attrName>
                                        </p:attrNameLst>
                                      </p:cBhvr>
                                      <p:tavLst>
                                        <p:tav tm="0">
                                          <p:val>
                                            <p:fltVal val="0"/>
                                          </p:val>
                                        </p:tav>
                                        <p:tav tm="100000">
                                          <p:val>
                                            <p:strVal val="#ppt_w"/>
                                          </p:val>
                                        </p:tav>
                                      </p:tavLst>
                                    </p:anim>
                                    <p:anim calcmode="lin" valueType="num">
                                      <p:cBhvr>
                                        <p:cTn id="154" dur="1000" fill="hold"/>
                                        <p:tgtEl>
                                          <p:spTgt spid="9">
                                            <p:graphicEl>
                                              <a:dgm id="{C3B58C6B-84B7-4E2D-B610-E3B124F88968}"/>
                                            </p:graphicEl>
                                          </p:spTgt>
                                        </p:tgtEl>
                                        <p:attrNameLst>
                                          <p:attrName>ppt_h</p:attrName>
                                        </p:attrNameLst>
                                      </p:cBhvr>
                                      <p:tavLst>
                                        <p:tav tm="0">
                                          <p:val>
                                            <p:fltVal val="0"/>
                                          </p:val>
                                        </p:tav>
                                        <p:tav tm="100000">
                                          <p:val>
                                            <p:strVal val="#ppt_h"/>
                                          </p:val>
                                        </p:tav>
                                      </p:tavLst>
                                    </p:anim>
                                    <p:anim calcmode="lin" valueType="num">
                                      <p:cBhvr>
                                        <p:cTn id="155" dur="1000" fill="hold"/>
                                        <p:tgtEl>
                                          <p:spTgt spid="9">
                                            <p:graphicEl>
                                              <a:dgm id="{C3B58C6B-84B7-4E2D-B610-E3B124F88968}"/>
                                            </p:graphicEl>
                                          </p:spTgt>
                                        </p:tgtEl>
                                        <p:attrNameLst>
                                          <p:attrName>style.rotation</p:attrName>
                                        </p:attrNameLst>
                                      </p:cBhvr>
                                      <p:tavLst>
                                        <p:tav tm="0">
                                          <p:val>
                                            <p:fltVal val="90"/>
                                          </p:val>
                                        </p:tav>
                                        <p:tav tm="100000">
                                          <p:val>
                                            <p:fltVal val="0"/>
                                          </p:val>
                                        </p:tav>
                                      </p:tavLst>
                                    </p:anim>
                                    <p:animEffect transition="in" filter="fade">
                                      <p:cBhvr>
                                        <p:cTn id="156" dur="1000"/>
                                        <p:tgtEl>
                                          <p:spTgt spid="9">
                                            <p:graphicEl>
                                              <a:dgm id="{C3B58C6B-84B7-4E2D-B610-E3B124F88968}"/>
                                            </p:graphicEl>
                                          </p:spTgt>
                                        </p:tgtEl>
                                      </p:cBhvr>
                                    </p:animEffect>
                                  </p:childTnLst>
                                </p:cTn>
                              </p:par>
                              <p:par>
                                <p:cTn id="157" presetID="31" presetClass="entr" presetSubtype="0" fill="hold" grpId="0" nodeType="withEffect">
                                  <p:stCondLst>
                                    <p:cond delay="0"/>
                                  </p:stCondLst>
                                  <p:childTnLst>
                                    <p:set>
                                      <p:cBhvr>
                                        <p:cTn id="158" dur="1" fill="hold">
                                          <p:stCondLst>
                                            <p:cond delay="0"/>
                                          </p:stCondLst>
                                        </p:cTn>
                                        <p:tgtEl>
                                          <p:spTgt spid="9">
                                            <p:graphicEl>
                                              <a:dgm id="{944637E5-234F-43B3-B6A4-34193846D83F}"/>
                                            </p:graphicEl>
                                          </p:spTgt>
                                        </p:tgtEl>
                                        <p:attrNameLst>
                                          <p:attrName>style.visibility</p:attrName>
                                        </p:attrNameLst>
                                      </p:cBhvr>
                                      <p:to>
                                        <p:strVal val="visible"/>
                                      </p:to>
                                    </p:set>
                                    <p:anim calcmode="lin" valueType="num">
                                      <p:cBhvr>
                                        <p:cTn id="159" dur="1000" fill="hold"/>
                                        <p:tgtEl>
                                          <p:spTgt spid="9">
                                            <p:graphicEl>
                                              <a:dgm id="{944637E5-234F-43B3-B6A4-34193846D83F}"/>
                                            </p:graphicEl>
                                          </p:spTgt>
                                        </p:tgtEl>
                                        <p:attrNameLst>
                                          <p:attrName>ppt_w</p:attrName>
                                        </p:attrNameLst>
                                      </p:cBhvr>
                                      <p:tavLst>
                                        <p:tav tm="0">
                                          <p:val>
                                            <p:fltVal val="0"/>
                                          </p:val>
                                        </p:tav>
                                        <p:tav tm="100000">
                                          <p:val>
                                            <p:strVal val="#ppt_w"/>
                                          </p:val>
                                        </p:tav>
                                      </p:tavLst>
                                    </p:anim>
                                    <p:anim calcmode="lin" valueType="num">
                                      <p:cBhvr>
                                        <p:cTn id="160" dur="1000" fill="hold"/>
                                        <p:tgtEl>
                                          <p:spTgt spid="9">
                                            <p:graphicEl>
                                              <a:dgm id="{944637E5-234F-43B3-B6A4-34193846D83F}"/>
                                            </p:graphicEl>
                                          </p:spTgt>
                                        </p:tgtEl>
                                        <p:attrNameLst>
                                          <p:attrName>ppt_h</p:attrName>
                                        </p:attrNameLst>
                                      </p:cBhvr>
                                      <p:tavLst>
                                        <p:tav tm="0">
                                          <p:val>
                                            <p:fltVal val="0"/>
                                          </p:val>
                                        </p:tav>
                                        <p:tav tm="100000">
                                          <p:val>
                                            <p:strVal val="#ppt_h"/>
                                          </p:val>
                                        </p:tav>
                                      </p:tavLst>
                                    </p:anim>
                                    <p:anim calcmode="lin" valueType="num">
                                      <p:cBhvr>
                                        <p:cTn id="161" dur="1000" fill="hold"/>
                                        <p:tgtEl>
                                          <p:spTgt spid="9">
                                            <p:graphicEl>
                                              <a:dgm id="{944637E5-234F-43B3-B6A4-34193846D83F}"/>
                                            </p:graphicEl>
                                          </p:spTgt>
                                        </p:tgtEl>
                                        <p:attrNameLst>
                                          <p:attrName>style.rotation</p:attrName>
                                        </p:attrNameLst>
                                      </p:cBhvr>
                                      <p:tavLst>
                                        <p:tav tm="0">
                                          <p:val>
                                            <p:fltVal val="90"/>
                                          </p:val>
                                        </p:tav>
                                        <p:tav tm="100000">
                                          <p:val>
                                            <p:fltVal val="0"/>
                                          </p:val>
                                        </p:tav>
                                      </p:tavLst>
                                    </p:anim>
                                    <p:animEffect transition="in" filter="fade">
                                      <p:cBhvr>
                                        <p:cTn id="162" dur="1000"/>
                                        <p:tgtEl>
                                          <p:spTgt spid="9">
                                            <p:graphicEl>
                                              <a:dgm id="{944637E5-234F-43B3-B6A4-34193846D83F}"/>
                                            </p:graphicEl>
                                          </p:spTgt>
                                        </p:tgtEl>
                                      </p:cBhvr>
                                    </p:animEffect>
                                  </p:childTnLst>
                                </p:cTn>
                              </p:par>
                              <p:par>
                                <p:cTn id="163" presetID="31" presetClass="entr" presetSubtype="0" fill="hold" grpId="0" nodeType="withEffect">
                                  <p:stCondLst>
                                    <p:cond delay="0"/>
                                  </p:stCondLst>
                                  <p:childTnLst>
                                    <p:set>
                                      <p:cBhvr>
                                        <p:cTn id="164" dur="1" fill="hold">
                                          <p:stCondLst>
                                            <p:cond delay="0"/>
                                          </p:stCondLst>
                                        </p:cTn>
                                        <p:tgtEl>
                                          <p:spTgt spid="9">
                                            <p:graphicEl>
                                              <a:dgm id="{C9F72C60-5310-4CBB-A095-9B59BB8A13D7}"/>
                                            </p:graphicEl>
                                          </p:spTgt>
                                        </p:tgtEl>
                                        <p:attrNameLst>
                                          <p:attrName>style.visibility</p:attrName>
                                        </p:attrNameLst>
                                      </p:cBhvr>
                                      <p:to>
                                        <p:strVal val="visible"/>
                                      </p:to>
                                    </p:set>
                                    <p:anim calcmode="lin" valueType="num">
                                      <p:cBhvr>
                                        <p:cTn id="165" dur="1000" fill="hold"/>
                                        <p:tgtEl>
                                          <p:spTgt spid="9">
                                            <p:graphicEl>
                                              <a:dgm id="{C9F72C60-5310-4CBB-A095-9B59BB8A13D7}"/>
                                            </p:graphicEl>
                                          </p:spTgt>
                                        </p:tgtEl>
                                        <p:attrNameLst>
                                          <p:attrName>ppt_w</p:attrName>
                                        </p:attrNameLst>
                                      </p:cBhvr>
                                      <p:tavLst>
                                        <p:tav tm="0">
                                          <p:val>
                                            <p:fltVal val="0"/>
                                          </p:val>
                                        </p:tav>
                                        <p:tav tm="100000">
                                          <p:val>
                                            <p:strVal val="#ppt_w"/>
                                          </p:val>
                                        </p:tav>
                                      </p:tavLst>
                                    </p:anim>
                                    <p:anim calcmode="lin" valueType="num">
                                      <p:cBhvr>
                                        <p:cTn id="166" dur="1000" fill="hold"/>
                                        <p:tgtEl>
                                          <p:spTgt spid="9">
                                            <p:graphicEl>
                                              <a:dgm id="{C9F72C60-5310-4CBB-A095-9B59BB8A13D7}"/>
                                            </p:graphicEl>
                                          </p:spTgt>
                                        </p:tgtEl>
                                        <p:attrNameLst>
                                          <p:attrName>ppt_h</p:attrName>
                                        </p:attrNameLst>
                                      </p:cBhvr>
                                      <p:tavLst>
                                        <p:tav tm="0">
                                          <p:val>
                                            <p:fltVal val="0"/>
                                          </p:val>
                                        </p:tav>
                                        <p:tav tm="100000">
                                          <p:val>
                                            <p:strVal val="#ppt_h"/>
                                          </p:val>
                                        </p:tav>
                                      </p:tavLst>
                                    </p:anim>
                                    <p:anim calcmode="lin" valueType="num">
                                      <p:cBhvr>
                                        <p:cTn id="167" dur="1000" fill="hold"/>
                                        <p:tgtEl>
                                          <p:spTgt spid="9">
                                            <p:graphicEl>
                                              <a:dgm id="{C9F72C60-5310-4CBB-A095-9B59BB8A13D7}"/>
                                            </p:graphicEl>
                                          </p:spTgt>
                                        </p:tgtEl>
                                        <p:attrNameLst>
                                          <p:attrName>style.rotation</p:attrName>
                                        </p:attrNameLst>
                                      </p:cBhvr>
                                      <p:tavLst>
                                        <p:tav tm="0">
                                          <p:val>
                                            <p:fltVal val="90"/>
                                          </p:val>
                                        </p:tav>
                                        <p:tav tm="100000">
                                          <p:val>
                                            <p:fltVal val="0"/>
                                          </p:val>
                                        </p:tav>
                                      </p:tavLst>
                                    </p:anim>
                                    <p:animEffect transition="in" filter="fade">
                                      <p:cBhvr>
                                        <p:cTn id="168" dur="1000"/>
                                        <p:tgtEl>
                                          <p:spTgt spid="9">
                                            <p:graphicEl>
                                              <a:dgm id="{C9F72C60-5310-4CBB-A095-9B59BB8A13D7}"/>
                                            </p:graphicEl>
                                          </p:spTgt>
                                        </p:tgtEl>
                                      </p:cBhvr>
                                    </p:animEffect>
                                  </p:childTnLst>
                                </p:cTn>
                              </p:par>
                              <p:par>
                                <p:cTn id="169" presetID="31" presetClass="entr" presetSubtype="0" fill="hold" grpId="0" nodeType="withEffect">
                                  <p:stCondLst>
                                    <p:cond delay="0"/>
                                  </p:stCondLst>
                                  <p:childTnLst>
                                    <p:set>
                                      <p:cBhvr>
                                        <p:cTn id="170" dur="1" fill="hold">
                                          <p:stCondLst>
                                            <p:cond delay="0"/>
                                          </p:stCondLst>
                                        </p:cTn>
                                        <p:tgtEl>
                                          <p:spTgt spid="9">
                                            <p:graphicEl>
                                              <a:dgm id="{B5800E0D-4CC3-40F9-A668-750D6CAA2D71}"/>
                                            </p:graphicEl>
                                          </p:spTgt>
                                        </p:tgtEl>
                                        <p:attrNameLst>
                                          <p:attrName>style.visibility</p:attrName>
                                        </p:attrNameLst>
                                      </p:cBhvr>
                                      <p:to>
                                        <p:strVal val="visible"/>
                                      </p:to>
                                    </p:set>
                                    <p:anim calcmode="lin" valueType="num">
                                      <p:cBhvr>
                                        <p:cTn id="171" dur="1000" fill="hold"/>
                                        <p:tgtEl>
                                          <p:spTgt spid="9">
                                            <p:graphicEl>
                                              <a:dgm id="{B5800E0D-4CC3-40F9-A668-750D6CAA2D71}"/>
                                            </p:graphicEl>
                                          </p:spTgt>
                                        </p:tgtEl>
                                        <p:attrNameLst>
                                          <p:attrName>ppt_w</p:attrName>
                                        </p:attrNameLst>
                                      </p:cBhvr>
                                      <p:tavLst>
                                        <p:tav tm="0">
                                          <p:val>
                                            <p:fltVal val="0"/>
                                          </p:val>
                                        </p:tav>
                                        <p:tav tm="100000">
                                          <p:val>
                                            <p:strVal val="#ppt_w"/>
                                          </p:val>
                                        </p:tav>
                                      </p:tavLst>
                                    </p:anim>
                                    <p:anim calcmode="lin" valueType="num">
                                      <p:cBhvr>
                                        <p:cTn id="172" dur="1000" fill="hold"/>
                                        <p:tgtEl>
                                          <p:spTgt spid="9">
                                            <p:graphicEl>
                                              <a:dgm id="{B5800E0D-4CC3-40F9-A668-750D6CAA2D71}"/>
                                            </p:graphicEl>
                                          </p:spTgt>
                                        </p:tgtEl>
                                        <p:attrNameLst>
                                          <p:attrName>ppt_h</p:attrName>
                                        </p:attrNameLst>
                                      </p:cBhvr>
                                      <p:tavLst>
                                        <p:tav tm="0">
                                          <p:val>
                                            <p:fltVal val="0"/>
                                          </p:val>
                                        </p:tav>
                                        <p:tav tm="100000">
                                          <p:val>
                                            <p:strVal val="#ppt_h"/>
                                          </p:val>
                                        </p:tav>
                                      </p:tavLst>
                                    </p:anim>
                                    <p:anim calcmode="lin" valueType="num">
                                      <p:cBhvr>
                                        <p:cTn id="173" dur="1000" fill="hold"/>
                                        <p:tgtEl>
                                          <p:spTgt spid="9">
                                            <p:graphicEl>
                                              <a:dgm id="{B5800E0D-4CC3-40F9-A668-750D6CAA2D71}"/>
                                            </p:graphicEl>
                                          </p:spTgt>
                                        </p:tgtEl>
                                        <p:attrNameLst>
                                          <p:attrName>style.rotation</p:attrName>
                                        </p:attrNameLst>
                                      </p:cBhvr>
                                      <p:tavLst>
                                        <p:tav tm="0">
                                          <p:val>
                                            <p:fltVal val="90"/>
                                          </p:val>
                                        </p:tav>
                                        <p:tav tm="100000">
                                          <p:val>
                                            <p:fltVal val="0"/>
                                          </p:val>
                                        </p:tav>
                                      </p:tavLst>
                                    </p:anim>
                                    <p:animEffect transition="in" filter="fade">
                                      <p:cBhvr>
                                        <p:cTn id="174" dur="1000"/>
                                        <p:tgtEl>
                                          <p:spTgt spid="9">
                                            <p:graphicEl>
                                              <a:dgm id="{B5800E0D-4CC3-40F9-A668-750D6CAA2D71}"/>
                                            </p:graphicEl>
                                          </p:spTgt>
                                        </p:tgtEl>
                                      </p:cBhvr>
                                    </p:animEffect>
                                  </p:childTnLst>
                                </p:cTn>
                              </p:par>
                              <p:par>
                                <p:cTn id="175" presetID="31" presetClass="entr" presetSubtype="0" fill="hold" grpId="0" nodeType="withEffect">
                                  <p:stCondLst>
                                    <p:cond delay="0"/>
                                  </p:stCondLst>
                                  <p:childTnLst>
                                    <p:set>
                                      <p:cBhvr>
                                        <p:cTn id="176" dur="1" fill="hold">
                                          <p:stCondLst>
                                            <p:cond delay="0"/>
                                          </p:stCondLst>
                                        </p:cTn>
                                        <p:tgtEl>
                                          <p:spTgt spid="9">
                                            <p:graphicEl>
                                              <a:dgm id="{207DC11F-06F4-47C0-9EBF-0961F13F36F0}"/>
                                            </p:graphicEl>
                                          </p:spTgt>
                                        </p:tgtEl>
                                        <p:attrNameLst>
                                          <p:attrName>style.visibility</p:attrName>
                                        </p:attrNameLst>
                                      </p:cBhvr>
                                      <p:to>
                                        <p:strVal val="visible"/>
                                      </p:to>
                                    </p:set>
                                    <p:anim calcmode="lin" valueType="num">
                                      <p:cBhvr>
                                        <p:cTn id="177" dur="1000" fill="hold"/>
                                        <p:tgtEl>
                                          <p:spTgt spid="9">
                                            <p:graphicEl>
                                              <a:dgm id="{207DC11F-06F4-47C0-9EBF-0961F13F36F0}"/>
                                            </p:graphicEl>
                                          </p:spTgt>
                                        </p:tgtEl>
                                        <p:attrNameLst>
                                          <p:attrName>ppt_w</p:attrName>
                                        </p:attrNameLst>
                                      </p:cBhvr>
                                      <p:tavLst>
                                        <p:tav tm="0">
                                          <p:val>
                                            <p:fltVal val="0"/>
                                          </p:val>
                                        </p:tav>
                                        <p:tav tm="100000">
                                          <p:val>
                                            <p:strVal val="#ppt_w"/>
                                          </p:val>
                                        </p:tav>
                                      </p:tavLst>
                                    </p:anim>
                                    <p:anim calcmode="lin" valueType="num">
                                      <p:cBhvr>
                                        <p:cTn id="178" dur="1000" fill="hold"/>
                                        <p:tgtEl>
                                          <p:spTgt spid="9">
                                            <p:graphicEl>
                                              <a:dgm id="{207DC11F-06F4-47C0-9EBF-0961F13F36F0}"/>
                                            </p:graphicEl>
                                          </p:spTgt>
                                        </p:tgtEl>
                                        <p:attrNameLst>
                                          <p:attrName>ppt_h</p:attrName>
                                        </p:attrNameLst>
                                      </p:cBhvr>
                                      <p:tavLst>
                                        <p:tav tm="0">
                                          <p:val>
                                            <p:fltVal val="0"/>
                                          </p:val>
                                        </p:tav>
                                        <p:tav tm="100000">
                                          <p:val>
                                            <p:strVal val="#ppt_h"/>
                                          </p:val>
                                        </p:tav>
                                      </p:tavLst>
                                    </p:anim>
                                    <p:anim calcmode="lin" valueType="num">
                                      <p:cBhvr>
                                        <p:cTn id="179" dur="1000" fill="hold"/>
                                        <p:tgtEl>
                                          <p:spTgt spid="9">
                                            <p:graphicEl>
                                              <a:dgm id="{207DC11F-06F4-47C0-9EBF-0961F13F36F0}"/>
                                            </p:graphicEl>
                                          </p:spTgt>
                                        </p:tgtEl>
                                        <p:attrNameLst>
                                          <p:attrName>style.rotation</p:attrName>
                                        </p:attrNameLst>
                                      </p:cBhvr>
                                      <p:tavLst>
                                        <p:tav tm="0">
                                          <p:val>
                                            <p:fltVal val="90"/>
                                          </p:val>
                                        </p:tav>
                                        <p:tav tm="100000">
                                          <p:val>
                                            <p:fltVal val="0"/>
                                          </p:val>
                                        </p:tav>
                                      </p:tavLst>
                                    </p:anim>
                                    <p:animEffect transition="in" filter="fade">
                                      <p:cBhvr>
                                        <p:cTn id="180" dur="1000"/>
                                        <p:tgtEl>
                                          <p:spTgt spid="9">
                                            <p:graphicEl>
                                              <a:dgm id="{207DC11F-06F4-47C0-9EBF-0961F13F36F0}"/>
                                            </p:graphicEl>
                                          </p:spTgt>
                                        </p:tgtEl>
                                      </p:cBhvr>
                                    </p:animEffect>
                                  </p:childTnLst>
                                </p:cTn>
                              </p:par>
                              <p:par>
                                <p:cTn id="181" presetID="31" presetClass="entr" presetSubtype="0" fill="hold" grpId="0" nodeType="withEffect">
                                  <p:stCondLst>
                                    <p:cond delay="0"/>
                                  </p:stCondLst>
                                  <p:childTnLst>
                                    <p:set>
                                      <p:cBhvr>
                                        <p:cTn id="182" dur="1" fill="hold">
                                          <p:stCondLst>
                                            <p:cond delay="0"/>
                                          </p:stCondLst>
                                        </p:cTn>
                                        <p:tgtEl>
                                          <p:spTgt spid="9">
                                            <p:graphicEl>
                                              <a:dgm id="{F794E0DF-FAE5-4633-92DC-2AC6EC62CA52}"/>
                                            </p:graphicEl>
                                          </p:spTgt>
                                        </p:tgtEl>
                                        <p:attrNameLst>
                                          <p:attrName>style.visibility</p:attrName>
                                        </p:attrNameLst>
                                      </p:cBhvr>
                                      <p:to>
                                        <p:strVal val="visible"/>
                                      </p:to>
                                    </p:set>
                                    <p:anim calcmode="lin" valueType="num">
                                      <p:cBhvr>
                                        <p:cTn id="183" dur="1000" fill="hold"/>
                                        <p:tgtEl>
                                          <p:spTgt spid="9">
                                            <p:graphicEl>
                                              <a:dgm id="{F794E0DF-FAE5-4633-92DC-2AC6EC62CA52}"/>
                                            </p:graphicEl>
                                          </p:spTgt>
                                        </p:tgtEl>
                                        <p:attrNameLst>
                                          <p:attrName>ppt_w</p:attrName>
                                        </p:attrNameLst>
                                      </p:cBhvr>
                                      <p:tavLst>
                                        <p:tav tm="0">
                                          <p:val>
                                            <p:fltVal val="0"/>
                                          </p:val>
                                        </p:tav>
                                        <p:tav tm="100000">
                                          <p:val>
                                            <p:strVal val="#ppt_w"/>
                                          </p:val>
                                        </p:tav>
                                      </p:tavLst>
                                    </p:anim>
                                    <p:anim calcmode="lin" valueType="num">
                                      <p:cBhvr>
                                        <p:cTn id="184" dur="1000" fill="hold"/>
                                        <p:tgtEl>
                                          <p:spTgt spid="9">
                                            <p:graphicEl>
                                              <a:dgm id="{F794E0DF-FAE5-4633-92DC-2AC6EC62CA52}"/>
                                            </p:graphicEl>
                                          </p:spTgt>
                                        </p:tgtEl>
                                        <p:attrNameLst>
                                          <p:attrName>ppt_h</p:attrName>
                                        </p:attrNameLst>
                                      </p:cBhvr>
                                      <p:tavLst>
                                        <p:tav tm="0">
                                          <p:val>
                                            <p:fltVal val="0"/>
                                          </p:val>
                                        </p:tav>
                                        <p:tav tm="100000">
                                          <p:val>
                                            <p:strVal val="#ppt_h"/>
                                          </p:val>
                                        </p:tav>
                                      </p:tavLst>
                                    </p:anim>
                                    <p:anim calcmode="lin" valueType="num">
                                      <p:cBhvr>
                                        <p:cTn id="185" dur="1000" fill="hold"/>
                                        <p:tgtEl>
                                          <p:spTgt spid="9">
                                            <p:graphicEl>
                                              <a:dgm id="{F794E0DF-FAE5-4633-92DC-2AC6EC62CA52}"/>
                                            </p:graphicEl>
                                          </p:spTgt>
                                        </p:tgtEl>
                                        <p:attrNameLst>
                                          <p:attrName>style.rotation</p:attrName>
                                        </p:attrNameLst>
                                      </p:cBhvr>
                                      <p:tavLst>
                                        <p:tav tm="0">
                                          <p:val>
                                            <p:fltVal val="90"/>
                                          </p:val>
                                        </p:tav>
                                        <p:tav tm="100000">
                                          <p:val>
                                            <p:fltVal val="0"/>
                                          </p:val>
                                        </p:tav>
                                      </p:tavLst>
                                    </p:anim>
                                    <p:animEffect transition="in" filter="fade">
                                      <p:cBhvr>
                                        <p:cTn id="186" dur="1000"/>
                                        <p:tgtEl>
                                          <p:spTgt spid="9">
                                            <p:graphicEl>
                                              <a:dgm id="{F794E0DF-FAE5-4633-92DC-2AC6EC62CA5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lvlAtOnc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vert="horz" numCol="1" anchor="b">
            <a:normAutofit fontScale="90000"/>
          </a:bodyPr>
          <a:lstStyle/>
          <a:p>
            <a:r>
              <a:rPr lang="en-US" sz="2850" dirty="0"/>
              <a:t>Compromising Security</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2475160023"/>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89636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graphicEl>
                                              <a:dgm id="{945EB5C5-39C4-4E92-8FD3-A08A5A491012}"/>
                                            </p:graphicEl>
                                          </p:spTgt>
                                        </p:tgtEl>
                                        <p:attrNameLst>
                                          <p:attrName>style.visibility</p:attrName>
                                        </p:attrNameLst>
                                      </p:cBhvr>
                                      <p:to>
                                        <p:strVal val="visible"/>
                                      </p:to>
                                    </p:set>
                                    <p:anim calcmode="lin" valueType="num">
                                      <p:cBhvr>
                                        <p:cTn id="7" dur="1000" fill="hold"/>
                                        <p:tgtEl>
                                          <p:spTgt spid="2">
                                            <p:graphicEl>
                                              <a:dgm id="{945EB5C5-39C4-4E92-8FD3-A08A5A491012}"/>
                                            </p:graphicEl>
                                          </p:spTgt>
                                        </p:tgtEl>
                                        <p:attrNameLst>
                                          <p:attrName>ppt_w</p:attrName>
                                        </p:attrNameLst>
                                      </p:cBhvr>
                                      <p:tavLst>
                                        <p:tav tm="0">
                                          <p:val>
                                            <p:fltVal val="0"/>
                                          </p:val>
                                        </p:tav>
                                        <p:tav tm="100000">
                                          <p:val>
                                            <p:strVal val="#ppt_w"/>
                                          </p:val>
                                        </p:tav>
                                      </p:tavLst>
                                    </p:anim>
                                    <p:anim calcmode="lin" valueType="num">
                                      <p:cBhvr>
                                        <p:cTn id="8" dur="1000" fill="hold"/>
                                        <p:tgtEl>
                                          <p:spTgt spid="2">
                                            <p:graphicEl>
                                              <a:dgm id="{945EB5C5-39C4-4E92-8FD3-A08A5A491012}"/>
                                            </p:graphicEl>
                                          </p:spTgt>
                                        </p:tgtEl>
                                        <p:attrNameLst>
                                          <p:attrName>ppt_h</p:attrName>
                                        </p:attrNameLst>
                                      </p:cBhvr>
                                      <p:tavLst>
                                        <p:tav tm="0">
                                          <p:val>
                                            <p:fltVal val="0"/>
                                          </p:val>
                                        </p:tav>
                                        <p:tav tm="100000">
                                          <p:val>
                                            <p:strVal val="#ppt_h"/>
                                          </p:val>
                                        </p:tav>
                                      </p:tavLst>
                                    </p:anim>
                                    <p:anim calcmode="lin" valueType="num">
                                      <p:cBhvr>
                                        <p:cTn id="9" dur="1000" fill="hold"/>
                                        <p:tgtEl>
                                          <p:spTgt spid="2">
                                            <p:graphicEl>
                                              <a:dgm id="{945EB5C5-39C4-4E92-8FD3-A08A5A491012}"/>
                                            </p:graphicEl>
                                          </p:spTgt>
                                        </p:tgtEl>
                                        <p:attrNameLst>
                                          <p:attrName>style.rotation</p:attrName>
                                        </p:attrNameLst>
                                      </p:cBhvr>
                                      <p:tavLst>
                                        <p:tav tm="0">
                                          <p:val>
                                            <p:fltVal val="90"/>
                                          </p:val>
                                        </p:tav>
                                        <p:tav tm="100000">
                                          <p:val>
                                            <p:fltVal val="0"/>
                                          </p:val>
                                        </p:tav>
                                      </p:tavLst>
                                    </p:anim>
                                    <p:animEffect transition="in" filter="fade">
                                      <p:cBhvr>
                                        <p:cTn id="10" dur="1000"/>
                                        <p:tgtEl>
                                          <p:spTgt spid="2">
                                            <p:graphicEl>
                                              <a:dgm id="{945EB5C5-39C4-4E92-8FD3-A08A5A491012}"/>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2">
                                            <p:graphicEl>
                                              <a:dgm id="{38C9B275-7C1A-499C-8DA6-C209102D6E8C}"/>
                                            </p:graphicEl>
                                          </p:spTgt>
                                        </p:tgtEl>
                                        <p:attrNameLst>
                                          <p:attrName>style.visibility</p:attrName>
                                        </p:attrNameLst>
                                      </p:cBhvr>
                                      <p:to>
                                        <p:strVal val="visible"/>
                                      </p:to>
                                    </p:set>
                                    <p:anim calcmode="lin" valueType="num">
                                      <p:cBhvr>
                                        <p:cTn id="15" dur="1000" fill="hold"/>
                                        <p:tgtEl>
                                          <p:spTgt spid="2">
                                            <p:graphicEl>
                                              <a:dgm id="{38C9B275-7C1A-499C-8DA6-C209102D6E8C}"/>
                                            </p:graphicEl>
                                          </p:spTgt>
                                        </p:tgtEl>
                                        <p:attrNameLst>
                                          <p:attrName>ppt_w</p:attrName>
                                        </p:attrNameLst>
                                      </p:cBhvr>
                                      <p:tavLst>
                                        <p:tav tm="0">
                                          <p:val>
                                            <p:fltVal val="0"/>
                                          </p:val>
                                        </p:tav>
                                        <p:tav tm="100000">
                                          <p:val>
                                            <p:strVal val="#ppt_w"/>
                                          </p:val>
                                        </p:tav>
                                      </p:tavLst>
                                    </p:anim>
                                    <p:anim calcmode="lin" valueType="num">
                                      <p:cBhvr>
                                        <p:cTn id="16" dur="1000" fill="hold"/>
                                        <p:tgtEl>
                                          <p:spTgt spid="2">
                                            <p:graphicEl>
                                              <a:dgm id="{38C9B275-7C1A-499C-8DA6-C209102D6E8C}"/>
                                            </p:graphicEl>
                                          </p:spTgt>
                                        </p:tgtEl>
                                        <p:attrNameLst>
                                          <p:attrName>ppt_h</p:attrName>
                                        </p:attrNameLst>
                                      </p:cBhvr>
                                      <p:tavLst>
                                        <p:tav tm="0">
                                          <p:val>
                                            <p:fltVal val="0"/>
                                          </p:val>
                                        </p:tav>
                                        <p:tav tm="100000">
                                          <p:val>
                                            <p:strVal val="#ppt_h"/>
                                          </p:val>
                                        </p:tav>
                                      </p:tavLst>
                                    </p:anim>
                                    <p:anim calcmode="lin" valueType="num">
                                      <p:cBhvr>
                                        <p:cTn id="17" dur="1000" fill="hold"/>
                                        <p:tgtEl>
                                          <p:spTgt spid="2">
                                            <p:graphicEl>
                                              <a:dgm id="{38C9B275-7C1A-499C-8DA6-C209102D6E8C}"/>
                                            </p:graphicEl>
                                          </p:spTgt>
                                        </p:tgtEl>
                                        <p:attrNameLst>
                                          <p:attrName>style.rotation</p:attrName>
                                        </p:attrNameLst>
                                      </p:cBhvr>
                                      <p:tavLst>
                                        <p:tav tm="0">
                                          <p:val>
                                            <p:fltVal val="90"/>
                                          </p:val>
                                        </p:tav>
                                        <p:tav tm="100000">
                                          <p:val>
                                            <p:fltVal val="0"/>
                                          </p:val>
                                        </p:tav>
                                      </p:tavLst>
                                    </p:anim>
                                    <p:animEffect transition="in" filter="fade">
                                      <p:cBhvr>
                                        <p:cTn id="18" dur="1000"/>
                                        <p:tgtEl>
                                          <p:spTgt spid="2">
                                            <p:graphicEl>
                                              <a:dgm id="{38C9B275-7C1A-499C-8DA6-C209102D6E8C}"/>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2">
                                            <p:graphicEl>
                                              <a:dgm id="{C8BA6A5B-461A-4AFE-B5BA-44C91E190E66}"/>
                                            </p:graphicEl>
                                          </p:spTgt>
                                        </p:tgtEl>
                                        <p:attrNameLst>
                                          <p:attrName>style.visibility</p:attrName>
                                        </p:attrNameLst>
                                      </p:cBhvr>
                                      <p:to>
                                        <p:strVal val="visible"/>
                                      </p:to>
                                    </p:set>
                                    <p:anim calcmode="lin" valueType="num">
                                      <p:cBhvr>
                                        <p:cTn id="23" dur="1000" fill="hold"/>
                                        <p:tgtEl>
                                          <p:spTgt spid="2">
                                            <p:graphicEl>
                                              <a:dgm id="{C8BA6A5B-461A-4AFE-B5BA-44C91E190E66}"/>
                                            </p:graphicEl>
                                          </p:spTgt>
                                        </p:tgtEl>
                                        <p:attrNameLst>
                                          <p:attrName>ppt_w</p:attrName>
                                        </p:attrNameLst>
                                      </p:cBhvr>
                                      <p:tavLst>
                                        <p:tav tm="0">
                                          <p:val>
                                            <p:fltVal val="0"/>
                                          </p:val>
                                        </p:tav>
                                        <p:tav tm="100000">
                                          <p:val>
                                            <p:strVal val="#ppt_w"/>
                                          </p:val>
                                        </p:tav>
                                      </p:tavLst>
                                    </p:anim>
                                    <p:anim calcmode="lin" valueType="num">
                                      <p:cBhvr>
                                        <p:cTn id="24" dur="1000" fill="hold"/>
                                        <p:tgtEl>
                                          <p:spTgt spid="2">
                                            <p:graphicEl>
                                              <a:dgm id="{C8BA6A5B-461A-4AFE-B5BA-44C91E190E66}"/>
                                            </p:graphicEl>
                                          </p:spTgt>
                                        </p:tgtEl>
                                        <p:attrNameLst>
                                          <p:attrName>ppt_h</p:attrName>
                                        </p:attrNameLst>
                                      </p:cBhvr>
                                      <p:tavLst>
                                        <p:tav tm="0">
                                          <p:val>
                                            <p:fltVal val="0"/>
                                          </p:val>
                                        </p:tav>
                                        <p:tav tm="100000">
                                          <p:val>
                                            <p:strVal val="#ppt_h"/>
                                          </p:val>
                                        </p:tav>
                                      </p:tavLst>
                                    </p:anim>
                                    <p:anim calcmode="lin" valueType="num">
                                      <p:cBhvr>
                                        <p:cTn id="25" dur="1000" fill="hold"/>
                                        <p:tgtEl>
                                          <p:spTgt spid="2">
                                            <p:graphicEl>
                                              <a:dgm id="{C8BA6A5B-461A-4AFE-B5BA-44C91E190E66}"/>
                                            </p:graphicEl>
                                          </p:spTgt>
                                        </p:tgtEl>
                                        <p:attrNameLst>
                                          <p:attrName>style.rotation</p:attrName>
                                        </p:attrNameLst>
                                      </p:cBhvr>
                                      <p:tavLst>
                                        <p:tav tm="0">
                                          <p:val>
                                            <p:fltVal val="90"/>
                                          </p:val>
                                        </p:tav>
                                        <p:tav tm="100000">
                                          <p:val>
                                            <p:fltVal val="0"/>
                                          </p:val>
                                        </p:tav>
                                      </p:tavLst>
                                    </p:anim>
                                    <p:animEffect transition="in" filter="fade">
                                      <p:cBhvr>
                                        <p:cTn id="26" dur="1000"/>
                                        <p:tgtEl>
                                          <p:spTgt spid="2">
                                            <p:graphicEl>
                                              <a:dgm id="{C8BA6A5B-461A-4AFE-B5BA-44C91E190E66}"/>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2">
                                            <p:graphicEl>
                                              <a:dgm id="{E85DBDFE-9578-44E0-9FE9-040D607A1513}"/>
                                            </p:graphicEl>
                                          </p:spTgt>
                                        </p:tgtEl>
                                        <p:attrNameLst>
                                          <p:attrName>style.visibility</p:attrName>
                                        </p:attrNameLst>
                                      </p:cBhvr>
                                      <p:to>
                                        <p:strVal val="visible"/>
                                      </p:to>
                                    </p:set>
                                    <p:anim calcmode="lin" valueType="num">
                                      <p:cBhvr>
                                        <p:cTn id="31" dur="1000" fill="hold"/>
                                        <p:tgtEl>
                                          <p:spTgt spid="2">
                                            <p:graphicEl>
                                              <a:dgm id="{E85DBDFE-9578-44E0-9FE9-040D607A1513}"/>
                                            </p:graphicEl>
                                          </p:spTgt>
                                        </p:tgtEl>
                                        <p:attrNameLst>
                                          <p:attrName>ppt_w</p:attrName>
                                        </p:attrNameLst>
                                      </p:cBhvr>
                                      <p:tavLst>
                                        <p:tav tm="0">
                                          <p:val>
                                            <p:fltVal val="0"/>
                                          </p:val>
                                        </p:tav>
                                        <p:tav tm="100000">
                                          <p:val>
                                            <p:strVal val="#ppt_w"/>
                                          </p:val>
                                        </p:tav>
                                      </p:tavLst>
                                    </p:anim>
                                    <p:anim calcmode="lin" valueType="num">
                                      <p:cBhvr>
                                        <p:cTn id="32" dur="1000" fill="hold"/>
                                        <p:tgtEl>
                                          <p:spTgt spid="2">
                                            <p:graphicEl>
                                              <a:dgm id="{E85DBDFE-9578-44E0-9FE9-040D607A1513}"/>
                                            </p:graphicEl>
                                          </p:spTgt>
                                        </p:tgtEl>
                                        <p:attrNameLst>
                                          <p:attrName>ppt_h</p:attrName>
                                        </p:attrNameLst>
                                      </p:cBhvr>
                                      <p:tavLst>
                                        <p:tav tm="0">
                                          <p:val>
                                            <p:fltVal val="0"/>
                                          </p:val>
                                        </p:tav>
                                        <p:tav tm="100000">
                                          <p:val>
                                            <p:strVal val="#ppt_h"/>
                                          </p:val>
                                        </p:tav>
                                      </p:tavLst>
                                    </p:anim>
                                    <p:anim calcmode="lin" valueType="num">
                                      <p:cBhvr>
                                        <p:cTn id="33" dur="1000" fill="hold"/>
                                        <p:tgtEl>
                                          <p:spTgt spid="2">
                                            <p:graphicEl>
                                              <a:dgm id="{E85DBDFE-9578-44E0-9FE9-040D607A1513}"/>
                                            </p:graphicEl>
                                          </p:spTgt>
                                        </p:tgtEl>
                                        <p:attrNameLst>
                                          <p:attrName>style.rotation</p:attrName>
                                        </p:attrNameLst>
                                      </p:cBhvr>
                                      <p:tavLst>
                                        <p:tav tm="0">
                                          <p:val>
                                            <p:fltVal val="90"/>
                                          </p:val>
                                        </p:tav>
                                        <p:tav tm="100000">
                                          <p:val>
                                            <p:fltVal val="0"/>
                                          </p:val>
                                        </p:tav>
                                      </p:tavLst>
                                    </p:anim>
                                    <p:animEffect transition="in" filter="fade">
                                      <p:cBhvr>
                                        <p:cTn id="34" dur="1000"/>
                                        <p:tgtEl>
                                          <p:spTgt spid="2">
                                            <p:graphicEl>
                                              <a:dgm id="{E85DBDFE-9578-44E0-9FE9-040D607A1513}"/>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2">
                                            <p:graphicEl>
                                              <a:dgm id="{7BB564ED-D11E-4D5E-B963-CC50A60CA6EE}"/>
                                            </p:graphicEl>
                                          </p:spTgt>
                                        </p:tgtEl>
                                        <p:attrNameLst>
                                          <p:attrName>style.visibility</p:attrName>
                                        </p:attrNameLst>
                                      </p:cBhvr>
                                      <p:to>
                                        <p:strVal val="visible"/>
                                      </p:to>
                                    </p:set>
                                    <p:anim calcmode="lin" valueType="num">
                                      <p:cBhvr>
                                        <p:cTn id="39" dur="1000" fill="hold"/>
                                        <p:tgtEl>
                                          <p:spTgt spid="2">
                                            <p:graphicEl>
                                              <a:dgm id="{7BB564ED-D11E-4D5E-B963-CC50A60CA6EE}"/>
                                            </p:graphicEl>
                                          </p:spTgt>
                                        </p:tgtEl>
                                        <p:attrNameLst>
                                          <p:attrName>ppt_w</p:attrName>
                                        </p:attrNameLst>
                                      </p:cBhvr>
                                      <p:tavLst>
                                        <p:tav tm="0">
                                          <p:val>
                                            <p:fltVal val="0"/>
                                          </p:val>
                                        </p:tav>
                                        <p:tav tm="100000">
                                          <p:val>
                                            <p:strVal val="#ppt_w"/>
                                          </p:val>
                                        </p:tav>
                                      </p:tavLst>
                                    </p:anim>
                                    <p:anim calcmode="lin" valueType="num">
                                      <p:cBhvr>
                                        <p:cTn id="40" dur="1000" fill="hold"/>
                                        <p:tgtEl>
                                          <p:spTgt spid="2">
                                            <p:graphicEl>
                                              <a:dgm id="{7BB564ED-D11E-4D5E-B963-CC50A60CA6EE}"/>
                                            </p:graphicEl>
                                          </p:spTgt>
                                        </p:tgtEl>
                                        <p:attrNameLst>
                                          <p:attrName>ppt_h</p:attrName>
                                        </p:attrNameLst>
                                      </p:cBhvr>
                                      <p:tavLst>
                                        <p:tav tm="0">
                                          <p:val>
                                            <p:fltVal val="0"/>
                                          </p:val>
                                        </p:tav>
                                        <p:tav tm="100000">
                                          <p:val>
                                            <p:strVal val="#ppt_h"/>
                                          </p:val>
                                        </p:tav>
                                      </p:tavLst>
                                    </p:anim>
                                    <p:anim calcmode="lin" valueType="num">
                                      <p:cBhvr>
                                        <p:cTn id="41" dur="1000" fill="hold"/>
                                        <p:tgtEl>
                                          <p:spTgt spid="2">
                                            <p:graphicEl>
                                              <a:dgm id="{7BB564ED-D11E-4D5E-B963-CC50A60CA6EE}"/>
                                            </p:graphicEl>
                                          </p:spTgt>
                                        </p:tgtEl>
                                        <p:attrNameLst>
                                          <p:attrName>style.rotation</p:attrName>
                                        </p:attrNameLst>
                                      </p:cBhvr>
                                      <p:tavLst>
                                        <p:tav tm="0">
                                          <p:val>
                                            <p:fltVal val="90"/>
                                          </p:val>
                                        </p:tav>
                                        <p:tav tm="100000">
                                          <p:val>
                                            <p:fltVal val="0"/>
                                          </p:val>
                                        </p:tav>
                                      </p:tavLst>
                                    </p:anim>
                                    <p:animEffect transition="in" filter="fade">
                                      <p:cBhvr>
                                        <p:cTn id="42" dur="1000"/>
                                        <p:tgtEl>
                                          <p:spTgt spid="2">
                                            <p:graphicEl>
                                              <a:dgm id="{7BB564ED-D11E-4D5E-B963-CC50A60CA6E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499216"/>
            <a:ext cx="8229600" cy="396134"/>
          </a:xfrm>
        </p:spPr>
        <p:txBody>
          <a:bodyPr numCol="1"/>
          <a:lstStyle/>
          <a:p>
            <a:pPr>
              <a:defRPr/>
            </a:pPr>
            <a:r>
              <a:rPr lang="en-US" sz="3300" dirty="0"/>
              <a:t>Countermeasure</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1612424633"/>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67818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graphicEl>
                                              <a:dgm id="{517133A6-8575-4D46-A814-97F6D9C637A1}"/>
                                            </p:graphicEl>
                                          </p:spTgt>
                                        </p:tgtEl>
                                        <p:attrNameLst>
                                          <p:attrName>style.visibility</p:attrName>
                                        </p:attrNameLst>
                                      </p:cBhvr>
                                      <p:to>
                                        <p:strVal val="visible"/>
                                      </p:to>
                                    </p:set>
                                    <p:anim calcmode="lin" valueType="num">
                                      <p:cBhvr>
                                        <p:cTn id="7" dur="1000" fill="hold"/>
                                        <p:tgtEl>
                                          <p:spTgt spid="2">
                                            <p:graphicEl>
                                              <a:dgm id="{517133A6-8575-4D46-A814-97F6D9C637A1}"/>
                                            </p:graphicEl>
                                          </p:spTgt>
                                        </p:tgtEl>
                                        <p:attrNameLst>
                                          <p:attrName>ppt_w</p:attrName>
                                        </p:attrNameLst>
                                      </p:cBhvr>
                                      <p:tavLst>
                                        <p:tav tm="0">
                                          <p:val>
                                            <p:fltVal val="0"/>
                                          </p:val>
                                        </p:tav>
                                        <p:tav tm="100000">
                                          <p:val>
                                            <p:strVal val="#ppt_w"/>
                                          </p:val>
                                        </p:tav>
                                      </p:tavLst>
                                    </p:anim>
                                    <p:anim calcmode="lin" valueType="num">
                                      <p:cBhvr>
                                        <p:cTn id="8" dur="1000" fill="hold"/>
                                        <p:tgtEl>
                                          <p:spTgt spid="2">
                                            <p:graphicEl>
                                              <a:dgm id="{517133A6-8575-4D46-A814-97F6D9C637A1}"/>
                                            </p:graphicEl>
                                          </p:spTgt>
                                        </p:tgtEl>
                                        <p:attrNameLst>
                                          <p:attrName>ppt_h</p:attrName>
                                        </p:attrNameLst>
                                      </p:cBhvr>
                                      <p:tavLst>
                                        <p:tav tm="0">
                                          <p:val>
                                            <p:fltVal val="0"/>
                                          </p:val>
                                        </p:tav>
                                        <p:tav tm="100000">
                                          <p:val>
                                            <p:strVal val="#ppt_h"/>
                                          </p:val>
                                        </p:tav>
                                      </p:tavLst>
                                    </p:anim>
                                    <p:anim calcmode="lin" valueType="num">
                                      <p:cBhvr>
                                        <p:cTn id="9" dur="1000" fill="hold"/>
                                        <p:tgtEl>
                                          <p:spTgt spid="2">
                                            <p:graphicEl>
                                              <a:dgm id="{517133A6-8575-4D46-A814-97F6D9C637A1}"/>
                                            </p:graphicEl>
                                          </p:spTgt>
                                        </p:tgtEl>
                                        <p:attrNameLst>
                                          <p:attrName>style.rotation</p:attrName>
                                        </p:attrNameLst>
                                      </p:cBhvr>
                                      <p:tavLst>
                                        <p:tav tm="0">
                                          <p:val>
                                            <p:fltVal val="90"/>
                                          </p:val>
                                        </p:tav>
                                        <p:tav tm="100000">
                                          <p:val>
                                            <p:fltVal val="0"/>
                                          </p:val>
                                        </p:tav>
                                      </p:tavLst>
                                    </p:anim>
                                    <p:animEffect transition="in" filter="fade">
                                      <p:cBhvr>
                                        <p:cTn id="10" dur="1000"/>
                                        <p:tgtEl>
                                          <p:spTgt spid="2">
                                            <p:graphicEl>
                                              <a:dgm id="{517133A6-8575-4D46-A814-97F6D9C637A1}"/>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2">
                                            <p:graphicEl>
                                              <a:dgm id="{BE3B028C-6C8D-4593-A668-4E89B6024C7A}"/>
                                            </p:graphicEl>
                                          </p:spTgt>
                                        </p:tgtEl>
                                        <p:attrNameLst>
                                          <p:attrName>style.visibility</p:attrName>
                                        </p:attrNameLst>
                                      </p:cBhvr>
                                      <p:to>
                                        <p:strVal val="visible"/>
                                      </p:to>
                                    </p:set>
                                    <p:anim calcmode="lin" valueType="num">
                                      <p:cBhvr>
                                        <p:cTn id="15" dur="1000" fill="hold"/>
                                        <p:tgtEl>
                                          <p:spTgt spid="2">
                                            <p:graphicEl>
                                              <a:dgm id="{BE3B028C-6C8D-4593-A668-4E89B6024C7A}"/>
                                            </p:graphicEl>
                                          </p:spTgt>
                                        </p:tgtEl>
                                        <p:attrNameLst>
                                          <p:attrName>ppt_w</p:attrName>
                                        </p:attrNameLst>
                                      </p:cBhvr>
                                      <p:tavLst>
                                        <p:tav tm="0">
                                          <p:val>
                                            <p:fltVal val="0"/>
                                          </p:val>
                                        </p:tav>
                                        <p:tav tm="100000">
                                          <p:val>
                                            <p:strVal val="#ppt_w"/>
                                          </p:val>
                                        </p:tav>
                                      </p:tavLst>
                                    </p:anim>
                                    <p:anim calcmode="lin" valueType="num">
                                      <p:cBhvr>
                                        <p:cTn id="16" dur="1000" fill="hold"/>
                                        <p:tgtEl>
                                          <p:spTgt spid="2">
                                            <p:graphicEl>
                                              <a:dgm id="{BE3B028C-6C8D-4593-A668-4E89B6024C7A}"/>
                                            </p:graphicEl>
                                          </p:spTgt>
                                        </p:tgtEl>
                                        <p:attrNameLst>
                                          <p:attrName>ppt_h</p:attrName>
                                        </p:attrNameLst>
                                      </p:cBhvr>
                                      <p:tavLst>
                                        <p:tav tm="0">
                                          <p:val>
                                            <p:fltVal val="0"/>
                                          </p:val>
                                        </p:tav>
                                        <p:tav tm="100000">
                                          <p:val>
                                            <p:strVal val="#ppt_h"/>
                                          </p:val>
                                        </p:tav>
                                      </p:tavLst>
                                    </p:anim>
                                    <p:anim calcmode="lin" valueType="num">
                                      <p:cBhvr>
                                        <p:cTn id="17" dur="1000" fill="hold"/>
                                        <p:tgtEl>
                                          <p:spTgt spid="2">
                                            <p:graphicEl>
                                              <a:dgm id="{BE3B028C-6C8D-4593-A668-4E89B6024C7A}"/>
                                            </p:graphicEl>
                                          </p:spTgt>
                                        </p:tgtEl>
                                        <p:attrNameLst>
                                          <p:attrName>style.rotation</p:attrName>
                                        </p:attrNameLst>
                                      </p:cBhvr>
                                      <p:tavLst>
                                        <p:tav tm="0">
                                          <p:val>
                                            <p:fltVal val="90"/>
                                          </p:val>
                                        </p:tav>
                                        <p:tav tm="100000">
                                          <p:val>
                                            <p:fltVal val="0"/>
                                          </p:val>
                                        </p:tav>
                                      </p:tavLst>
                                    </p:anim>
                                    <p:animEffect transition="in" filter="fade">
                                      <p:cBhvr>
                                        <p:cTn id="18" dur="1000"/>
                                        <p:tgtEl>
                                          <p:spTgt spid="2">
                                            <p:graphicEl>
                                              <a:dgm id="{BE3B028C-6C8D-4593-A668-4E89B6024C7A}"/>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2">
                                            <p:graphicEl>
                                              <a:dgm id="{6195FFC0-A837-44BD-8DC4-16219405D932}"/>
                                            </p:graphicEl>
                                          </p:spTgt>
                                        </p:tgtEl>
                                        <p:attrNameLst>
                                          <p:attrName>style.visibility</p:attrName>
                                        </p:attrNameLst>
                                      </p:cBhvr>
                                      <p:to>
                                        <p:strVal val="visible"/>
                                      </p:to>
                                    </p:set>
                                    <p:anim calcmode="lin" valueType="num">
                                      <p:cBhvr>
                                        <p:cTn id="23" dur="1000" fill="hold"/>
                                        <p:tgtEl>
                                          <p:spTgt spid="2">
                                            <p:graphicEl>
                                              <a:dgm id="{6195FFC0-A837-44BD-8DC4-16219405D932}"/>
                                            </p:graphicEl>
                                          </p:spTgt>
                                        </p:tgtEl>
                                        <p:attrNameLst>
                                          <p:attrName>ppt_w</p:attrName>
                                        </p:attrNameLst>
                                      </p:cBhvr>
                                      <p:tavLst>
                                        <p:tav tm="0">
                                          <p:val>
                                            <p:fltVal val="0"/>
                                          </p:val>
                                        </p:tav>
                                        <p:tav tm="100000">
                                          <p:val>
                                            <p:strVal val="#ppt_w"/>
                                          </p:val>
                                        </p:tav>
                                      </p:tavLst>
                                    </p:anim>
                                    <p:anim calcmode="lin" valueType="num">
                                      <p:cBhvr>
                                        <p:cTn id="24" dur="1000" fill="hold"/>
                                        <p:tgtEl>
                                          <p:spTgt spid="2">
                                            <p:graphicEl>
                                              <a:dgm id="{6195FFC0-A837-44BD-8DC4-16219405D932}"/>
                                            </p:graphicEl>
                                          </p:spTgt>
                                        </p:tgtEl>
                                        <p:attrNameLst>
                                          <p:attrName>ppt_h</p:attrName>
                                        </p:attrNameLst>
                                      </p:cBhvr>
                                      <p:tavLst>
                                        <p:tav tm="0">
                                          <p:val>
                                            <p:fltVal val="0"/>
                                          </p:val>
                                        </p:tav>
                                        <p:tav tm="100000">
                                          <p:val>
                                            <p:strVal val="#ppt_h"/>
                                          </p:val>
                                        </p:tav>
                                      </p:tavLst>
                                    </p:anim>
                                    <p:anim calcmode="lin" valueType="num">
                                      <p:cBhvr>
                                        <p:cTn id="25" dur="1000" fill="hold"/>
                                        <p:tgtEl>
                                          <p:spTgt spid="2">
                                            <p:graphicEl>
                                              <a:dgm id="{6195FFC0-A837-44BD-8DC4-16219405D932}"/>
                                            </p:graphicEl>
                                          </p:spTgt>
                                        </p:tgtEl>
                                        <p:attrNameLst>
                                          <p:attrName>style.rotation</p:attrName>
                                        </p:attrNameLst>
                                      </p:cBhvr>
                                      <p:tavLst>
                                        <p:tav tm="0">
                                          <p:val>
                                            <p:fltVal val="90"/>
                                          </p:val>
                                        </p:tav>
                                        <p:tav tm="100000">
                                          <p:val>
                                            <p:fltVal val="0"/>
                                          </p:val>
                                        </p:tav>
                                      </p:tavLst>
                                    </p:anim>
                                    <p:animEffect transition="in" filter="fade">
                                      <p:cBhvr>
                                        <p:cTn id="26" dur="1000"/>
                                        <p:tgtEl>
                                          <p:spTgt spid="2">
                                            <p:graphicEl>
                                              <a:dgm id="{6195FFC0-A837-44BD-8DC4-16219405D932}"/>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2">
                                            <p:graphicEl>
                                              <a:dgm id="{2FB7E612-B464-43AB-874D-B93AA9DD408E}"/>
                                            </p:graphicEl>
                                          </p:spTgt>
                                        </p:tgtEl>
                                        <p:attrNameLst>
                                          <p:attrName>style.visibility</p:attrName>
                                        </p:attrNameLst>
                                      </p:cBhvr>
                                      <p:to>
                                        <p:strVal val="visible"/>
                                      </p:to>
                                    </p:set>
                                    <p:anim calcmode="lin" valueType="num">
                                      <p:cBhvr>
                                        <p:cTn id="31" dur="1000" fill="hold"/>
                                        <p:tgtEl>
                                          <p:spTgt spid="2">
                                            <p:graphicEl>
                                              <a:dgm id="{2FB7E612-B464-43AB-874D-B93AA9DD408E}"/>
                                            </p:graphicEl>
                                          </p:spTgt>
                                        </p:tgtEl>
                                        <p:attrNameLst>
                                          <p:attrName>ppt_w</p:attrName>
                                        </p:attrNameLst>
                                      </p:cBhvr>
                                      <p:tavLst>
                                        <p:tav tm="0">
                                          <p:val>
                                            <p:fltVal val="0"/>
                                          </p:val>
                                        </p:tav>
                                        <p:tav tm="100000">
                                          <p:val>
                                            <p:strVal val="#ppt_w"/>
                                          </p:val>
                                        </p:tav>
                                      </p:tavLst>
                                    </p:anim>
                                    <p:anim calcmode="lin" valueType="num">
                                      <p:cBhvr>
                                        <p:cTn id="32" dur="1000" fill="hold"/>
                                        <p:tgtEl>
                                          <p:spTgt spid="2">
                                            <p:graphicEl>
                                              <a:dgm id="{2FB7E612-B464-43AB-874D-B93AA9DD408E}"/>
                                            </p:graphicEl>
                                          </p:spTgt>
                                        </p:tgtEl>
                                        <p:attrNameLst>
                                          <p:attrName>ppt_h</p:attrName>
                                        </p:attrNameLst>
                                      </p:cBhvr>
                                      <p:tavLst>
                                        <p:tav tm="0">
                                          <p:val>
                                            <p:fltVal val="0"/>
                                          </p:val>
                                        </p:tav>
                                        <p:tav tm="100000">
                                          <p:val>
                                            <p:strVal val="#ppt_h"/>
                                          </p:val>
                                        </p:tav>
                                      </p:tavLst>
                                    </p:anim>
                                    <p:anim calcmode="lin" valueType="num">
                                      <p:cBhvr>
                                        <p:cTn id="33" dur="1000" fill="hold"/>
                                        <p:tgtEl>
                                          <p:spTgt spid="2">
                                            <p:graphicEl>
                                              <a:dgm id="{2FB7E612-B464-43AB-874D-B93AA9DD408E}"/>
                                            </p:graphicEl>
                                          </p:spTgt>
                                        </p:tgtEl>
                                        <p:attrNameLst>
                                          <p:attrName>style.rotation</p:attrName>
                                        </p:attrNameLst>
                                      </p:cBhvr>
                                      <p:tavLst>
                                        <p:tav tm="0">
                                          <p:val>
                                            <p:fltVal val="90"/>
                                          </p:val>
                                        </p:tav>
                                        <p:tav tm="100000">
                                          <p:val>
                                            <p:fltVal val="0"/>
                                          </p:val>
                                        </p:tav>
                                      </p:tavLst>
                                    </p:anim>
                                    <p:animEffect transition="in" filter="fade">
                                      <p:cBhvr>
                                        <p:cTn id="34" dur="1000"/>
                                        <p:tgtEl>
                                          <p:spTgt spid="2">
                                            <p:graphicEl>
                                              <a:dgm id="{2FB7E612-B464-43AB-874D-B93AA9DD408E}"/>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2">
                                            <p:graphicEl>
                                              <a:dgm id="{1B256BCF-09BC-4627-B212-BE71DEDCCBB5}"/>
                                            </p:graphicEl>
                                          </p:spTgt>
                                        </p:tgtEl>
                                        <p:attrNameLst>
                                          <p:attrName>style.visibility</p:attrName>
                                        </p:attrNameLst>
                                      </p:cBhvr>
                                      <p:to>
                                        <p:strVal val="visible"/>
                                      </p:to>
                                    </p:set>
                                    <p:anim calcmode="lin" valueType="num">
                                      <p:cBhvr>
                                        <p:cTn id="39" dur="1000" fill="hold"/>
                                        <p:tgtEl>
                                          <p:spTgt spid="2">
                                            <p:graphicEl>
                                              <a:dgm id="{1B256BCF-09BC-4627-B212-BE71DEDCCBB5}"/>
                                            </p:graphicEl>
                                          </p:spTgt>
                                        </p:tgtEl>
                                        <p:attrNameLst>
                                          <p:attrName>ppt_w</p:attrName>
                                        </p:attrNameLst>
                                      </p:cBhvr>
                                      <p:tavLst>
                                        <p:tav tm="0">
                                          <p:val>
                                            <p:fltVal val="0"/>
                                          </p:val>
                                        </p:tav>
                                        <p:tav tm="100000">
                                          <p:val>
                                            <p:strVal val="#ppt_w"/>
                                          </p:val>
                                        </p:tav>
                                      </p:tavLst>
                                    </p:anim>
                                    <p:anim calcmode="lin" valueType="num">
                                      <p:cBhvr>
                                        <p:cTn id="40" dur="1000" fill="hold"/>
                                        <p:tgtEl>
                                          <p:spTgt spid="2">
                                            <p:graphicEl>
                                              <a:dgm id="{1B256BCF-09BC-4627-B212-BE71DEDCCBB5}"/>
                                            </p:graphicEl>
                                          </p:spTgt>
                                        </p:tgtEl>
                                        <p:attrNameLst>
                                          <p:attrName>ppt_h</p:attrName>
                                        </p:attrNameLst>
                                      </p:cBhvr>
                                      <p:tavLst>
                                        <p:tav tm="0">
                                          <p:val>
                                            <p:fltVal val="0"/>
                                          </p:val>
                                        </p:tav>
                                        <p:tav tm="100000">
                                          <p:val>
                                            <p:strVal val="#ppt_h"/>
                                          </p:val>
                                        </p:tav>
                                      </p:tavLst>
                                    </p:anim>
                                    <p:anim calcmode="lin" valueType="num">
                                      <p:cBhvr>
                                        <p:cTn id="41" dur="1000" fill="hold"/>
                                        <p:tgtEl>
                                          <p:spTgt spid="2">
                                            <p:graphicEl>
                                              <a:dgm id="{1B256BCF-09BC-4627-B212-BE71DEDCCBB5}"/>
                                            </p:graphicEl>
                                          </p:spTgt>
                                        </p:tgtEl>
                                        <p:attrNameLst>
                                          <p:attrName>style.rotation</p:attrName>
                                        </p:attrNameLst>
                                      </p:cBhvr>
                                      <p:tavLst>
                                        <p:tav tm="0">
                                          <p:val>
                                            <p:fltVal val="90"/>
                                          </p:val>
                                        </p:tav>
                                        <p:tav tm="100000">
                                          <p:val>
                                            <p:fltVal val="0"/>
                                          </p:val>
                                        </p:tav>
                                      </p:tavLst>
                                    </p:anim>
                                    <p:animEffect transition="in" filter="fade">
                                      <p:cBhvr>
                                        <p:cTn id="42" dur="1000"/>
                                        <p:tgtEl>
                                          <p:spTgt spid="2">
                                            <p:graphicEl>
                                              <a:dgm id="{1B256BCF-09BC-4627-B212-BE71DEDCCBB5}"/>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2">
                                            <p:graphicEl>
                                              <a:dgm id="{1B980F78-0406-4AFD-98DC-AAF238861C66}"/>
                                            </p:graphicEl>
                                          </p:spTgt>
                                        </p:tgtEl>
                                        <p:attrNameLst>
                                          <p:attrName>style.visibility</p:attrName>
                                        </p:attrNameLst>
                                      </p:cBhvr>
                                      <p:to>
                                        <p:strVal val="visible"/>
                                      </p:to>
                                    </p:set>
                                    <p:anim calcmode="lin" valueType="num">
                                      <p:cBhvr>
                                        <p:cTn id="47" dur="1000" fill="hold"/>
                                        <p:tgtEl>
                                          <p:spTgt spid="2">
                                            <p:graphicEl>
                                              <a:dgm id="{1B980F78-0406-4AFD-98DC-AAF238861C66}"/>
                                            </p:graphicEl>
                                          </p:spTgt>
                                        </p:tgtEl>
                                        <p:attrNameLst>
                                          <p:attrName>ppt_w</p:attrName>
                                        </p:attrNameLst>
                                      </p:cBhvr>
                                      <p:tavLst>
                                        <p:tav tm="0">
                                          <p:val>
                                            <p:fltVal val="0"/>
                                          </p:val>
                                        </p:tav>
                                        <p:tav tm="100000">
                                          <p:val>
                                            <p:strVal val="#ppt_w"/>
                                          </p:val>
                                        </p:tav>
                                      </p:tavLst>
                                    </p:anim>
                                    <p:anim calcmode="lin" valueType="num">
                                      <p:cBhvr>
                                        <p:cTn id="48" dur="1000" fill="hold"/>
                                        <p:tgtEl>
                                          <p:spTgt spid="2">
                                            <p:graphicEl>
                                              <a:dgm id="{1B980F78-0406-4AFD-98DC-AAF238861C66}"/>
                                            </p:graphicEl>
                                          </p:spTgt>
                                        </p:tgtEl>
                                        <p:attrNameLst>
                                          <p:attrName>ppt_h</p:attrName>
                                        </p:attrNameLst>
                                      </p:cBhvr>
                                      <p:tavLst>
                                        <p:tav tm="0">
                                          <p:val>
                                            <p:fltVal val="0"/>
                                          </p:val>
                                        </p:tav>
                                        <p:tav tm="100000">
                                          <p:val>
                                            <p:strVal val="#ppt_h"/>
                                          </p:val>
                                        </p:tav>
                                      </p:tavLst>
                                    </p:anim>
                                    <p:anim calcmode="lin" valueType="num">
                                      <p:cBhvr>
                                        <p:cTn id="49" dur="1000" fill="hold"/>
                                        <p:tgtEl>
                                          <p:spTgt spid="2">
                                            <p:graphicEl>
                                              <a:dgm id="{1B980F78-0406-4AFD-98DC-AAF238861C66}"/>
                                            </p:graphicEl>
                                          </p:spTgt>
                                        </p:tgtEl>
                                        <p:attrNameLst>
                                          <p:attrName>style.rotation</p:attrName>
                                        </p:attrNameLst>
                                      </p:cBhvr>
                                      <p:tavLst>
                                        <p:tav tm="0">
                                          <p:val>
                                            <p:fltVal val="90"/>
                                          </p:val>
                                        </p:tav>
                                        <p:tav tm="100000">
                                          <p:val>
                                            <p:fltVal val="0"/>
                                          </p:val>
                                        </p:tav>
                                      </p:tavLst>
                                    </p:anim>
                                    <p:animEffect transition="in" filter="fade">
                                      <p:cBhvr>
                                        <p:cTn id="50" dur="1000"/>
                                        <p:tgtEl>
                                          <p:spTgt spid="2">
                                            <p:graphicEl>
                                              <a:dgm id="{1B980F78-0406-4AFD-98DC-AAF238861C6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numCol="1"/>
          <a:lstStyle/>
          <a:p>
            <a:pPr>
              <a:defRPr/>
            </a:pPr>
            <a:r>
              <a:rPr lang="en-US" sz="3300" dirty="0"/>
              <a:t>Authorization</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2713765443"/>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16608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55DDDA95-9EBD-4594-881A-5D312FB51C96}"/>
                                            </p:graphicEl>
                                          </p:spTgt>
                                        </p:tgtEl>
                                        <p:attrNameLst>
                                          <p:attrName>style.visibility</p:attrName>
                                        </p:attrNameLst>
                                      </p:cBhvr>
                                      <p:to>
                                        <p:strVal val="visible"/>
                                      </p:to>
                                    </p:set>
                                    <p:anim calcmode="lin" valueType="num">
                                      <p:cBhvr additive="base">
                                        <p:cTn id="7" dur="500" fill="hold"/>
                                        <p:tgtEl>
                                          <p:spTgt spid="2">
                                            <p:graphicEl>
                                              <a:dgm id="{55DDDA95-9EBD-4594-881A-5D312FB51C9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55DDDA95-9EBD-4594-881A-5D312FB51C9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86546A8F-90DE-44FE-B913-36A707542EEB}"/>
                                            </p:graphicEl>
                                          </p:spTgt>
                                        </p:tgtEl>
                                        <p:attrNameLst>
                                          <p:attrName>style.visibility</p:attrName>
                                        </p:attrNameLst>
                                      </p:cBhvr>
                                      <p:to>
                                        <p:strVal val="visible"/>
                                      </p:to>
                                    </p:set>
                                    <p:anim calcmode="lin" valueType="num">
                                      <p:cBhvr additive="base">
                                        <p:cTn id="13" dur="500" fill="hold"/>
                                        <p:tgtEl>
                                          <p:spTgt spid="2">
                                            <p:graphicEl>
                                              <a:dgm id="{86546A8F-90DE-44FE-B913-36A707542EEB}"/>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86546A8F-90DE-44FE-B913-36A707542EEB}"/>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
                                            <p:graphicEl>
                                              <a:dgm id="{4061A3BB-B9DB-41E6-B2BE-5825161F9E3A}"/>
                                            </p:graphicEl>
                                          </p:spTgt>
                                        </p:tgtEl>
                                        <p:attrNameLst>
                                          <p:attrName>style.visibility</p:attrName>
                                        </p:attrNameLst>
                                      </p:cBhvr>
                                      <p:to>
                                        <p:strVal val="visible"/>
                                      </p:to>
                                    </p:set>
                                    <p:anim calcmode="lin" valueType="num">
                                      <p:cBhvr additive="base">
                                        <p:cTn id="17" dur="500" fill="hold"/>
                                        <p:tgtEl>
                                          <p:spTgt spid="2">
                                            <p:graphicEl>
                                              <a:dgm id="{4061A3BB-B9DB-41E6-B2BE-5825161F9E3A}"/>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graphicEl>
                                              <a:dgm id="{4061A3BB-B9DB-41E6-B2BE-5825161F9E3A}"/>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graphicEl>
                                              <a:dgm id="{EA7E5B9A-2724-4476-9457-C0D9C9521F18}"/>
                                            </p:graphicEl>
                                          </p:spTgt>
                                        </p:tgtEl>
                                        <p:attrNameLst>
                                          <p:attrName>style.visibility</p:attrName>
                                        </p:attrNameLst>
                                      </p:cBhvr>
                                      <p:to>
                                        <p:strVal val="visible"/>
                                      </p:to>
                                    </p:set>
                                    <p:anim calcmode="lin" valueType="num">
                                      <p:cBhvr additive="base">
                                        <p:cTn id="23" dur="500" fill="hold"/>
                                        <p:tgtEl>
                                          <p:spTgt spid="2">
                                            <p:graphicEl>
                                              <a:dgm id="{EA7E5B9A-2724-4476-9457-C0D9C9521F18}"/>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graphicEl>
                                              <a:dgm id="{EA7E5B9A-2724-4476-9457-C0D9C9521F18}"/>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
                                            <p:graphicEl>
                                              <a:dgm id="{EAB308A2-4905-48E8-92D6-D1EB19ACCEF3}"/>
                                            </p:graphicEl>
                                          </p:spTgt>
                                        </p:tgtEl>
                                        <p:attrNameLst>
                                          <p:attrName>style.visibility</p:attrName>
                                        </p:attrNameLst>
                                      </p:cBhvr>
                                      <p:to>
                                        <p:strVal val="visible"/>
                                      </p:to>
                                    </p:set>
                                    <p:anim calcmode="lin" valueType="num">
                                      <p:cBhvr additive="base">
                                        <p:cTn id="27" dur="500" fill="hold"/>
                                        <p:tgtEl>
                                          <p:spTgt spid="2">
                                            <p:graphicEl>
                                              <a:dgm id="{EAB308A2-4905-48E8-92D6-D1EB19ACCEF3}"/>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graphicEl>
                                              <a:dgm id="{EAB308A2-4905-48E8-92D6-D1EB19ACCEF3}"/>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
                                            <p:graphicEl>
                                              <a:dgm id="{D7EBD32B-B49E-4546-95B5-B88200E1C9C8}"/>
                                            </p:graphicEl>
                                          </p:spTgt>
                                        </p:tgtEl>
                                        <p:attrNameLst>
                                          <p:attrName>style.visibility</p:attrName>
                                        </p:attrNameLst>
                                      </p:cBhvr>
                                      <p:to>
                                        <p:strVal val="visible"/>
                                      </p:to>
                                    </p:set>
                                    <p:anim calcmode="lin" valueType="num">
                                      <p:cBhvr additive="base">
                                        <p:cTn id="33" dur="500" fill="hold"/>
                                        <p:tgtEl>
                                          <p:spTgt spid="2">
                                            <p:graphicEl>
                                              <a:dgm id="{D7EBD32B-B49E-4546-95B5-B88200E1C9C8}"/>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graphicEl>
                                              <a:dgm id="{D7EBD32B-B49E-4546-95B5-B88200E1C9C8}"/>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
                                            <p:graphicEl>
                                              <a:dgm id="{1BE279F9-2D57-4922-B1BA-25E0F09A3A5F}"/>
                                            </p:graphicEl>
                                          </p:spTgt>
                                        </p:tgtEl>
                                        <p:attrNameLst>
                                          <p:attrName>style.visibility</p:attrName>
                                        </p:attrNameLst>
                                      </p:cBhvr>
                                      <p:to>
                                        <p:strVal val="visible"/>
                                      </p:to>
                                    </p:set>
                                    <p:anim calcmode="lin" valueType="num">
                                      <p:cBhvr additive="base">
                                        <p:cTn id="37" dur="500" fill="hold"/>
                                        <p:tgtEl>
                                          <p:spTgt spid="2">
                                            <p:graphicEl>
                                              <a:dgm id="{1BE279F9-2D57-4922-B1BA-25E0F09A3A5F}"/>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graphicEl>
                                              <a:dgm id="{1BE279F9-2D57-4922-B1BA-25E0F09A3A5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numCol="1"/>
          <a:lstStyle/>
          <a:p>
            <a:pPr>
              <a:defRPr/>
            </a:pPr>
            <a:r>
              <a:rPr lang="en-US" sz="3300" dirty="0"/>
              <a:t>Integrity</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3945354265"/>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393439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33BAE4D2-19E9-416A-9376-686107953F44}"/>
                                            </p:graphicEl>
                                          </p:spTgt>
                                        </p:tgtEl>
                                        <p:attrNameLst>
                                          <p:attrName>style.visibility</p:attrName>
                                        </p:attrNameLst>
                                      </p:cBhvr>
                                      <p:to>
                                        <p:strVal val="visible"/>
                                      </p:to>
                                    </p:set>
                                    <p:anim calcmode="lin" valueType="num">
                                      <p:cBhvr additive="base">
                                        <p:cTn id="7" dur="500" fill="hold"/>
                                        <p:tgtEl>
                                          <p:spTgt spid="2">
                                            <p:graphicEl>
                                              <a:dgm id="{33BAE4D2-19E9-416A-9376-686107953F44}"/>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33BAE4D2-19E9-416A-9376-686107953F44}"/>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FDC68AD3-F438-4F9D-8185-53B872DCD2AF}"/>
                                            </p:graphicEl>
                                          </p:spTgt>
                                        </p:tgtEl>
                                        <p:attrNameLst>
                                          <p:attrName>style.visibility</p:attrName>
                                        </p:attrNameLst>
                                      </p:cBhvr>
                                      <p:to>
                                        <p:strVal val="visible"/>
                                      </p:to>
                                    </p:set>
                                    <p:anim calcmode="lin" valueType="num">
                                      <p:cBhvr additive="base">
                                        <p:cTn id="13" dur="500" fill="hold"/>
                                        <p:tgtEl>
                                          <p:spTgt spid="2">
                                            <p:graphicEl>
                                              <a:dgm id="{FDC68AD3-F438-4F9D-8185-53B872DCD2A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FDC68AD3-F438-4F9D-8185-53B872DCD2AF}"/>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graphicEl>
                                              <a:dgm id="{86C76332-A7E8-4712-97A6-E9B5D2EEB005}"/>
                                            </p:graphicEl>
                                          </p:spTgt>
                                        </p:tgtEl>
                                        <p:attrNameLst>
                                          <p:attrName>style.visibility</p:attrName>
                                        </p:attrNameLst>
                                      </p:cBhvr>
                                      <p:to>
                                        <p:strVal val="visible"/>
                                      </p:to>
                                    </p:set>
                                    <p:anim calcmode="lin" valueType="num">
                                      <p:cBhvr additive="base">
                                        <p:cTn id="19" dur="500" fill="hold"/>
                                        <p:tgtEl>
                                          <p:spTgt spid="2">
                                            <p:graphicEl>
                                              <a:dgm id="{86C76332-A7E8-4712-97A6-E9B5D2EEB00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graphicEl>
                                              <a:dgm id="{86C76332-A7E8-4712-97A6-E9B5D2EEB005}"/>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graphicEl>
                                              <a:dgm id="{867E0AC3-1B76-48AB-9BBA-9157F349C3B1}"/>
                                            </p:graphicEl>
                                          </p:spTgt>
                                        </p:tgtEl>
                                        <p:attrNameLst>
                                          <p:attrName>style.visibility</p:attrName>
                                        </p:attrNameLst>
                                      </p:cBhvr>
                                      <p:to>
                                        <p:strVal val="visible"/>
                                      </p:to>
                                    </p:set>
                                    <p:anim calcmode="lin" valueType="num">
                                      <p:cBhvr additive="base">
                                        <p:cTn id="25" dur="500" fill="hold"/>
                                        <p:tgtEl>
                                          <p:spTgt spid="2">
                                            <p:graphicEl>
                                              <a:dgm id="{867E0AC3-1B76-48AB-9BBA-9157F349C3B1}"/>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graphicEl>
                                              <a:dgm id="{867E0AC3-1B76-48AB-9BBA-9157F349C3B1}"/>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graphicEl>
                                              <a:dgm id="{763B9095-ECF2-44BA-BE1C-4787480C255F}"/>
                                            </p:graphicEl>
                                          </p:spTgt>
                                        </p:tgtEl>
                                        <p:attrNameLst>
                                          <p:attrName>style.visibility</p:attrName>
                                        </p:attrNameLst>
                                      </p:cBhvr>
                                      <p:to>
                                        <p:strVal val="visible"/>
                                      </p:to>
                                    </p:set>
                                    <p:anim calcmode="lin" valueType="num">
                                      <p:cBhvr additive="base">
                                        <p:cTn id="31" dur="500" fill="hold"/>
                                        <p:tgtEl>
                                          <p:spTgt spid="2">
                                            <p:graphicEl>
                                              <a:dgm id="{763B9095-ECF2-44BA-BE1C-4787480C255F}"/>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graphicEl>
                                              <a:dgm id="{763B9095-ECF2-44BA-BE1C-4787480C255F}"/>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graphicEl>
                                              <a:dgm id="{CB057CDF-720A-4E36-B46C-9548EF993F3C}"/>
                                            </p:graphicEl>
                                          </p:spTgt>
                                        </p:tgtEl>
                                        <p:attrNameLst>
                                          <p:attrName>style.visibility</p:attrName>
                                        </p:attrNameLst>
                                      </p:cBhvr>
                                      <p:to>
                                        <p:strVal val="visible"/>
                                      </p:to>
                                    </p:set>
                                    <p:anim calcmode="lin" valueType="num">
                                      <p:cBhvr additive="base">
                                        <p:cTn id="37" dur="500" fill="hold"/>
                                        <p:tgtEl>
                                          <p:spTgt spid="2">
                                            <p:graphicEl>
                                              <a:dgm id="{CB057CDF-720A-4E36-B46C-9548EF993F3C}"/>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graphicEl>
                                              <a:dgm id="{CB057CDF-720A-4E36-B46C-9548EF993F3C}"/>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graphicEl>
                                              <a:dgm id="{7C339BE5-F69A-40DE-8FAE-7286B1A24580}"/>
                                            </p:graphicEl>
                                          </p:spTgt>
                                        </p:tgtEl>
                                        <p:attrNameLst>
                                          <p:attrName>style.visibility</p:attrName>
                                        </p:attrNameLst>
                                      </p:cBhvr>
                                      <p:to>
                                        <p:strVal val="visible"/>
                                      </p:to>
                                    </p:set>
                                    <p:anim calcmode="lin" valueType="num">
                                      <p:cBhvr additive="base">
                                        <p:cTn id="43" dur="500" fill="hold"/>
                                        <p:tgtEl>
                                          <p:spTgt spid="2">
                                            <p:graphicEl>
                                              <a:dgm id="{7C339BE5-F69A-40DE-8FAE-7286B1A24580}"/>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graphicEl>
                                              <a:dgm id="{7C339BE5-F69A-40DE-8FAE-7286B1A24580}"/>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graphicEl>
                                              <a:dgm id="{269C3302-4DFA-430B-91CC-6562929CA7E7}"/>
                                            </p:graphicEl>
                                          </p:spTgt>
                                        </p:tgtEl>
                                        <p:attrNameLst>
                                          <p:attrName>style.visibility</p:attrName>
                                        </p:attrNameLst>
                                      </p:cBhvr>
                                      <p:to>
                                        <p:strVal val="visible"/>
                                      </p:to>
                                    </p:set>
                                    <p:anim calcmode="lin" valueType="num">
                                      <p:cBhvr additive="base">
                                        <p:cTn id="49" dur="500" fill="hold"/>
                                        <p:tgtEl>
                                          <p:spTgt spid="2">
                                            <p:graphicEl>
                                              <a:dgm id="{269C3302-4DFA-430B-91CC-6562929CA7E7}"/>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graphicEl>
                                              <a:dgm id="{269C3302-4DFA-430B-91CC-6562929CA7E7}"/>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graphicEl>
                                              <a:dgm id="{9EB6D0B4-8E1E-49E8-AC6E-DBDE5856E6AC}"/>
                                            </p:graphicEl>
                                          </p:spTgt>
                                        </p:tgtEl>
                                        <p:attrNameLst>
                                          <p:attrName>style.visibility</p:attrName>
                                        </p:attrNameLst>
                                      </p:cBhvr>
                                      <p:to>
                                        <p:strVal val="visible"/>
                                      </p:to>
                                    </p:set>
                                    <p:anim calcmode="lin" valueType="num">
                                      <p:cBhvr additive="base">
                                        <p:cTn id="55" dur="500" fill="hold"/>
                                        <p:tgtEl>
                                          <p:spTgt spid="2">
                                            <p:graphicEl>
                                              <a:dgm id="{9EB6D0B4-8E1E-49E8-AC6E-DBDE5856E6AC}"/>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graphicEl>
                                              <a:dgm id="{9EB6D0B4-8E1E-49E8-AC6E-DBDE5856E6A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numCol="1"/>
          <a:lstStyle/>
          <a:p>
            <a:pPr>
              <a:defRPr/>
            </a:pPr>
            <a:r>
              <a:rPr lang="en-US" sz="3300" dirty="0"/>
              <a:t>Views</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1846507789"/>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98260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graphicEl>
                                              <a:dgm id="{0DEE705E-76AC-4ED5-BA12-5799257DA4D3}"/>
                                            </p:graphicEl>
                                          </p:spTgt>
                                        </p:tgtEl>
                                        <p:attrNameLst>
                                          <p:attrName>style.visibility</p:attrName>
                                        </p:attrNameLst>
                                      </p:cBhvr>
                                      <p:to>
                                        <p:strVal val="visible"/>
                                      </p:to>
                                    </p:set>
                                    <p:anim calcmode="lin" valueType="num">
                                      <p:cBhvr>
                                        <p:cTn id="7" dur="1000" fill="hold"/>
                                        <p:tgtEl>
                                          <p:spTgt spid="2">
                                            <p:graphicEl>
                                              <a:dgm id="{0DEE705E-76AC-4ED5-BA12-5799257DA4D3}"/>
                                            </p:graphicEl>
                                          </p:spTgt>
                                        </p:tgtEl>
                                        <p:attrNameLst>
                                          <p:attrName>ppt_w</p:attrName>
                                        </p:attrNameLst>
                                      </p:cBhvr>
                                      <p:tavLst>
                                        <p:tav tm="0">
                                          <p:val>
                                            <p:fltVal val="0"/>
                                          </p:val>
                                        </p:tav>
                                        <p:tav tm="100000">
                                          <p:val>
                                            <p:strVal val="#ppt_w"/>
                                          </p:val>
                                        </p:tav>
                                      </p:tavLst>
                                    </p:anim>
                                    <p:anim calcmode="lin" valueType="num">
                                      <p:cBhvr>
                                        <p:cTn id="8" dur="1000" fill="hold"/>
                                        <p:tgtEl>
                                          <p:spTgt spid="2">
                                            <p:graphicEl>
                                              <a:dgm id="{0DEE705E-76AC-4ED5-BA12-5799257DA4D3}"/>
                                            </p:graphicEl>
                                          </p:spTgt>
                                        </p:tgtEl>
                                        <p:attrNameLst>
                                          <p:attrName>ppt_h</p:attrName>
                                        </p:attrNameLst>
                                      </p:cBhvr>
                                      <p:tavLst>
                                        <p:tav tm="0">
                                          <p:val>
                                            <p:fltVal val="0"/>
                                          </p:val>
                                        </p:tav>
                                        <p:tav tm="100000">
                                          <p:val>
                                            <p:strVal val="#ppt_h"/>
                                          </p:val>
                                        </p:tav>
                                      </p:tavLst>
                                    </p:anim>
                                    <p:anim calcmode="lin" valueType="num">
                                      <p:cBhvr>
                                        <p:cTn id="9" dur="1000" fill="hold"/>
                                        <p:tgtEl>
                                          <p:spTgt spid="2">
                                            <p:graphicEl>
                                              <a:dgm id="{0DEE705E-76AC-4ED5-BA12-5799257DA4D3}"/>
                                            </p:graphicEl>
                                          </p:spTgt>
                                        </p:tgtEl>
                                        <p:attrNameLst>
                                          <p:attrName>style.rotation</p:attrName>
                                        </p:attrNameLst>
                                      </p:cBhvr>
                                      <p:tavLst>
                                        <p:tav tm="0">
                                          <p:val>
                                            <p:fltVal val="90"/>
                                          </p:val>
                                        </p:tav>
                                        <p:tav tm="100000">
                                          <p:val>
                                            <p:fltVal val="0"/>
                                          </p:val>
                                        </p:tav>
                                      </p:tavLst>
                                    </p:anim>
                                    <p:animEffect transition="in" filter="fade">
                                      <p:cBhvr>
                                        <p:cTn id="10" dur="1000"/>
                                        <p:tgtEl>
                                          <p:spTgt spid="2">
                                            <p:graphicEl>
                                              <a:dgm id="{0DEE705E-76AC-4ED5-BA12-5799257DA4D3}"/>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2">
                                            <p:graphicEl>
                                              <a:dgm id="{18EA5A91-8CB2-4714-ACFC-FD4CFB98B1D9}"/>
                                            </p:graphicEl>
                                          </p:spTgt>
                                        </p:tgtEl>
                                        <p:attrNameLst>
                                          <p:attrName>style.visibility</p:attrName>
                                        </p:attrNameLst>
                                      </p:cBhvr>
                                      <p:to>
                                        <p:strVal val="visible"/>
                                      </p:to>
                                    </p:set>
                                    <p:anim calcmode="lin" valueType="num">
                                      <p:cBhvr>
                                        <p:cTn id="15" dur="1000" fill="hold"/>
                                        <p:tgtEl>
                                          <p:spTgt spid="2">
                                            <p:graphicEl>
                                              <a:dgm id="{18EA5A91-8CB2-4714-ACFC-FD4CFB98B1D9}"/>
                                            </p:graphicEl>
                                          </p:spTgt>
                                        </p:tgtEl>
                                        <p:attrNameLst>
                                          <p:attrName>ppt_w</p:attrName>
                                        </p:attrNameLst>
                                      </p:cBhvr>
                                      <p:tavLst>
                                        <p:tav tm="0">
                                          <p:val>
                                            <p:fltVal val="0"/>
                                          </p:val>
                                        </p:tav>
                                        <p:tav tm="100000">
                                          <p:val>
                                            <p:strVal val="#ppt_w"/>
                                          </p:val>
                                        </p:tav>
                                      </p:tavLst>
                                    </p:anim>
                                    <p:anim calcmode="lin" valueType="num">
                                      <p:cBhvr>
                                        <p:cTn id="16" dur="1000" fill="hold"/>
                                        <p:tgtEl>
                                          <p:spTgt spid="2">
                                            <p:graphicEl>
                                              <a:dgm id="{18EA5A91-8CB2-4714-ACFC-FD4CFB98B1D9}"/>
                                            </p:graphicEl>
                                          </p:spTgt>
                                        </p:tgtEl>
                                        <p:attrNameLst>
                                          <p:attrName>ppt_h</p:attrName>
                                        </p:attrNameLst>
                                      </p:cBhvr>
                                      <p:tavLst>
                                        <p:tav tm="0">
                                          <p:val>
                                            <p:fltVal val="0"/>
                                          </p:val>
                                        </p:tav>
                                        <p:tav tm="100000">
                                          <p:val>
                                            <p:strVal val="#ppt_h"/>
                                          </p:val>
                                        </p:tav>
                                      </p:tavLst>
                                    </p:anim>
                                    <p:anim calcmode="lin" valueType="num">
                                      <p:cBhvr>
                                        <p:cTn id="17" dur="1000" fill="hold"/>
                                        <p:tgtEl>
                                          <p:spTgt spid="2">
                                            <p:graphicEl>
                                              <a:dgm id="{18EA5A91-8CB2-4714-ACFC-FD4CFB98B1D9}"/>
                                            </p:graphicEl>
                                          </p:spTgt>
                                        </p:tgtEl>
                                        <p:attrNameLst>
                                          <p:attrName>style.rotation</p:attrName>
                                        </p:attrNameLst>
                                      </p:cBhvr>
                                      <p:tavLst>
                                        <p:tav tm="0">
                                          <p:val>
                                            <p:fltVal val="90"/>
                                          </p:val>
                                        </p:tav>
                                        <p:tav tm="100000">
                                          <p:val>
                                            <p:fltVal val="0"/>
                                          </p:val>
                                        </p:tav>
                                      </p:tavLst>
                                    </p:anim>
                                    <p:animEffect transition="in" filter="fade">
                                      <p:cBhvr>
                                        <p:cTn id="18" dur="1000"/>
                                        <p:tgtEl>
                                          <p:spTgt spid="2">
                                            <p:graphicEl>
                                              <a:dgm id="{18EA5A91-8CB2-4714-ACFC-FD4CFB98B1D9}"/>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2">
                                            <p:graphicEl>
                                              <a:dgm id="{DD57786D-7583-4DC7-8DA4-25611D943B5C}"/>
                                            </p:graphicEl>
                                          </p:spTgt>
                                        </p:tgtEl>
                                        <p:attrNameLst>
                                          <p:attrName>style.visibility</p:attrName>
                                        </p:attrNameLst>
                                      </p:cBhvr>
                                      <p:to>
                                        <p:strVal val="visible"/>
                                      </p:to>
                                    </p:set>
                                    <p:anim calcmode="lin" valueType="num">
                                      <p:cBhvr>
                                        <p:cTn id="23" dur="1000" fill="hold"/>
                                        <p:tgtEl>
                                          <p:spTgt spid="2">
                                            <p:graphicEl>
                                              <a:dgm id="{DD57786D-7583-4DC7-8DA4-25611D943B5C}"/>
                                            </p:graphicEl>
                                          </p:spTgt>
                                        </p:tgtEl>
                                        <p:attrNameLst>
                                          <p:attrName>ppt_w</p:attrName>
                                        </p:attrNameLst>
                                      </p:cBhvr>
                                      <p:tavLst>
                                        <p:tav tm="0">
                                          <p:val>
                                            <p:fltVal val="0"/>
                                          </p:val>
                                        </p:tav>
                                        <p:tav tm="100000">
                                          <p:val>
                                            <p:strVal val="#ppt_w"/>
                                          </p:val>
                                        </p:tav>
                                      </p:tavLst>
                                    </p:anim>
                                    <p:anim calcmode="lin" valueType="num">
                                      <p:cBhvr>
                                        <p:cTn id="24" dur="1000" fill="hold"/>
                                        <p:tgtEl>
                                          <p:spTgt spid="2">
                                            <p:graphicEl>
                                              <a:dgm id="{DD57786D-7583-4DC7-8DA4-25611D943B5C}"/>
                                            </p:graphicEl>
                                          </p:spTgt>
                                        </p:tgtEl>
                                        <p:attrNameLst>
                                          <p:attrName>ppt_h</p:attrName>
                                        </p:attrNameLst>
                                      </p:cBhvr>
                                      <p:tavLst>
                                        <p:tav tm="0">
                                          <p:val>
                                            <p:fltVal val="0"/>
                                          </p:val>
                                        </p:tav>
                                        <p:tav tm="100000">
                                          <p:val>
                                            <p:strVal val="#ppt_h"/>
                                          </p:val>
                                        </p:tav>
                                      </p:tavLst>
                                    </p:anim>
                                    <p:anim calcmode="lin" valueType="num">
                                      <p:cBhvr>
                                        <p:cTn id="25" dur="1000" fill="hold"/>
                                        <p:tgtEl>
                                          <p:spTgt spid="2">
                                            <p:graphicEl>
                                              <a:dgm id="{DD57786D-7583-4DC7-8DA4-25611D943B5C}"/>
                                            </p:graphicEl>
                                          </p:spTgt>
                                        </p:tgtEl>
                                        <p:attrNameLst>
                                          <p:attrName>style.rotation</p:attrName>
                                        </p:attrNameLst>
                                      </p:cBhvr>
                                      <p:tavLst>
                                        <p:tav tm="0">
                                          <p:val>
                                            <p:fltVal val="90"/>
                                          </p:val>
                                        </p:tav>
                                        <p:tav tm="100000">
                                          <p:val>
                                            <p:fltVal val="0"/>
                                          </p:val>
                                        </p:tav>
                                      </p:tavLst>
                                    </p:anim>
                                    <p:animEffect transition="in" filter="fade">
                                      <p:cBhvr>
                                        <p:cTn id="26" dur="1000"/>
                                        <p:tgtEl>
                                          <p:spTgt spid="2">
                                            <p:graphicEl>
                                              <a:dgm id="{DD57786D-7583-4DC7-8DA4-25611D943B5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numCol="1"/>
          <a:lstStyle/>
          <a:p>
            <a:pPr>
              <a:defRPr/>
            </a:pPr>
            <a:r>
              <a:rPr lang="en-US" sz="3300" dirty="0"/>
              <a:t>Encryption</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4177833756"/>
              </p:ext>
            </p:extLst>
          </p:nvPr>
        </p:nvGraphicFramePr>
        <p:xfrm>
          <a:off x="466014" y="1347614"/>
          <a:ext cx="8229600" cy="31683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461415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graphicEl>
                                              <a:dgm id="{9BA17998-7E02-41AF-9167-3951F0859939}"/>
                                            </p:graphicEl>
                                          </p:spTgt>
                                        </p:tgtEl>
                                        <p:attrNameLst>
                                          <p:attrName>style.visibility</p:attrName>
                                        </p:attrNameLst>
                                      </p:cBhvr>
                                      <p:to>
                                        <p:strVal val="visible"/>
                                      </p:to>
                                    </p:set>
                                    <p:anim calcmode="lin" valueType="num">
                                      <p:cBhvr>
                                        <p:cTn id="7" dur="1000" fill="hold"/>
                                        <p:tgtEl>
                                          <p:spTgt spid="2">
                                            <p:graphicEl>
                                              <a:dgm id="{9BA17998-7E02-41AF-9167-3951F0859939}"/>
                                            </p:graphicEl>
                                          </p:spTgt>
                                        </p:tgtEl>
                                        <p:attrNameLst>
                                          <p:attrName>ppt_w</p:attrName>
                                        </p:attrNameLst>
                                      </p:cBhvr>
                                      <p:tavLst>
                                        <p:tav tm="0">
                                          <p:val>
                                            <p:fltVal val="0"/>
                                          </p:val>
                                        </p:tav>
                                        <p:tav tm="100000">
                                          <p:val>
                                            <p:strVal val="#ppt_w"/>
                                          </p:val>
                                        </p:tav>
                                      </p:tavLst>
                                    </p:anim>
                                    <p:anim calcmode="lin" valueType="num">
                                      <p:cBhvr>
                                        <p:cTn id="8" dur="1000" fill="hold"/>
                                        <p:tgtEl>
                                          <p:spTgt spid="2">
                                            <p:graphicEl>
                                              <a:dgm id="{9BA17998-7E02-41AF-9167-3951F0859939}"/>
                                            </p:graphicEl>
                                          </p:spTgt>
                                        </p:tgtEl>
                                        <p:attrNameLst>
                                          <p:attrName>ppt_h</p:attrName>
                                        </p:attrNameLst>
                                      </p:cBhvr>
                                      <p:tavLst>
                                        <p:tav tm="0">
                                          <p:val>
                                            <p:fltVal val="0"/>
                                          </p:val>
                                        </p:tav>
                                        <p:tav tm="100000">
                                          <p:val>
                                            <p:strVal val="#ppt_h"/>
                                          </p:val>
                                        </p:tav>
                                      </p:tavLst>
                                    </p:anim>
                                    <p:anim calcmode="lin" valueType="num">
                                      <p:cBhvr>
                                        <p:cTn id="9" dur="1000" fill="hold"/>
                                        <p:tgtEl>
                                          <p:spTgt spid="2">
                                            <p:graphicEl>
                                              <a:dgm id="{9BA17998-7E02-41AF-9167-3951F0859939}"/>
                                            </p:graphicEl>
                                          </p:spTgt>
                                        </p:tgtEl>
                                        <p:attrNameLst>
                                          <p:attrName>style.rotation</p:attrName>
                                        </p:attrNameLst>
                                      </p:cBhvr>
                                      <p:tavLst>
                                        <p:tav tm="0">
                                          <p:val>
                                            <p:fltVal val="90"/>
                                          </p:val>
                                        </p:tav>
                                        <p:tav tm="100000">
                                          <p:val>
                                            <p:fltVal val="0"/>
                                          </p:val>
                                        </p:tav>
                                      </p:tavLst>
                                    </p:anim>
                                    <p:animEffect transition="in" filter="fade">
                                      <p:cBhvr>
                                        <p:cTn id="10" dur="1000"/>
                                        <p:tgtEl>
                                          <p:spTgt spid="2">
                                            <p:graphicEl>
                                              <a:dgm id="{9BA17998-7E02-41AF-9167-3951F0859939}"/>
                                            </p:graphic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2">
                                            <p:graphicEl>
                                              <a:dgm id="{A4EFB7AC-AE3B-4D6A-9802-AF67D4A65872}"/>
                                            </p:graphicEl>
                                          </p:spTgt>
                                        </p:tgtEl>
                                        <p:attrNameLst>
                                          <p:attrName>style.visibility</p:attrName>
                                        </p:attrNameLst>
                                      </p:cBhvr>
                                      <p:to>
                                        <p:strVal val="visible"/>
                                      </p:to>
                                    </p:set>
                                    <p:anim calcmode="lin" valueType="num">
                                      <p:cBhvr>
                                        <p:cTn id="13" dur="1000" fill="hold"/>
                                        <p:tgtEl>
                                          <p:spTgt spid="2">
                                            <p:graphicEl>
                                              <a:dgm id="{A4EFB7AC-AE3B-4D6A-9802-AF67D4A65872}"/>
                                            </p:graphicEl>
                                          </p:spTgt>
                                        </p:tgtEl>
                                        <p:attrNameLst>
                                          <p:attrName>ppt_w</p:attrName>
                                        </p:attrNameLst>
                                      </p:cBhvr>
                                      <p:tavLst>
                                        <p:tav tm="0">
                                          <p:val>
                                            <p:fltVal val="0"/>
                                          </p:val>
                                        </p:tav>
                                        <p:tav tm="100000">
                                          <p:val>
                                            <p:strVal val="#ppt_w"/>
                                          </p:val>
                                        </p:tav>
                                      </p:tavLst>
                                    </p:anim>
                                    <p:anim calcmode="lin" valueType="num">
                                      <p:cBhvr>
                                        <p:cTn id="14" dur="1000" fill="hold"/>
                                        <p:tgtEl>
                                          <p:spTgt spid="2">
                                            <p:graphicEl>
                                              <a:dgm id="{A4EFB7AC-AE3B-4D6A-9802-AF67D4A65872}"/>
                                            </p:graphicEl>
                                          </p:spTgt>
                                        </p:tgtEl>
                                        <p:attrNameLst>
                                          <p:attrName>ppt_h</p:attrName>
                                        </p:attrNameLst>
                                      </p:cBhvr>
                                      <p:tavLst>
                                        <p:tav tm="0">
                                          <p:val>
                                            <p:fltVal val="0"/>
                                          </p:val>
                                        </p:tav>
                                        <p:tav tm="100000">
                                          <p:val>
                                            <p:strVal val="#ppt_h"/>
                                          </p:val>
                                        </p:tav>
                                      </p:tavLst>
                                    </p:anim>
                                    <p:anim calcmode="lin" valueType="num">
                                      <p:cBhvr>
                                        <p:cTn id="15" dur="1000" fill="hold"/>
                                        <p:tgtEl>
                                          <p:spTgt spid="2">
                                            <p:graphicEl>
                                              <a:dgm id="{A4EFB7AC-AE3B-4D6A-9802-AF67D4A65872}"/>
                                            </p:graphicEl>
                                          </p:spTgt>
                                        </p:tgtEl>
                                        <p:attrNameLst>
                                          <p:attrName>style.rotation</p:attrName>
                                        </p:attrNameLst>
                                      </p:cBhvr>
                                      <p:tavLst>
                                        <p:tav tm="0">
                                          <p:val>
                                            <p:fltVal val="90"/>
                                          </p:val>
                                        </p:tav>
                                        <p:tav tm="100000">
                                          <p:val>
                                            <p:fltVal val="0"/>
                                          </p:val>
                                        </p:tav>
                                      </p:tavLst>
                                    </p:anim>
                                    <p:animEffect transition="in" filter="fade">
                                      <p:cBhvr>
                                        <p:cTn id="16" dur="1000"/>
                                        <p:tgtEl>
                                          <p:spTgt spid="2">
                                            <p:graphicEl>
                                              <a:dgm id="{A4EFB7AC-AE3B-4D6A-9802-AF67D4A65872}"/>
                                            </p:graphicEl>
                                          </p:spTgt>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2">
                                            <p:graphicEl>
                                              <a:dgm id="{776FD2BC-532C-4337-8583-A7B71595B280}"/>
                                            </p:graphicEl>
                                          </p:spTgt>
                                        </p:tgtEl>
                                        <p:attrNameLst>
                                          <p:attrName>style.visibility</p:attrName>
                                        </p:attrNameLst>
                                      </p:cBhvr>
                                      <p:to>
                                        <p:strVal val="visible"/>
                                      </p:to>
                                    </p:set>
                                    <p:anim calcmode="lin" valueType="num">
                                      <p:cBhvr>
                                        <p:cTn id="19" dur="1000" fill="hold"/>
                                        <p:tgtEl>
                                          <p:spTgt spid="2">
                                            <p:graphicEl>
                                              <a:dgm id="{776FD2BC-532C-4337-8583-A7B71595B280}"/>
                                            </p:graphicEl>
                                          </p:spTgt>
                                        </p:tgtEl>
                                        <p:attrNameLst>
                                          <p:attrName>ppt_w</p:attrName>
                                        </p:attrNameLst>
                                      </p:cBhvr>
                                      <p:tavLst>
                                        <p:tav tm="0">
                                          <p:val>
                                            <p:fltVal val="0"/>
                                          </p:val>
                                        </p:tav>
                                        <p:tav tm="100000">
                                          <p:val>
                                            <p:strVal val="#ppt_w"/>
                                          </p:val>
                                        </p:tav>
                                      </p:tavLst>
                                    </p:anim>
                                    <p:anim calcmode="lin" valueType="num">
                                      <p:cBhvr>
                                        <p:cTn id="20" dur="1000" fill="hold"/>
                                        <p:tgtEl>
                                          <p:spTgt spid="2">
                                            <p:graphicEl>
                                              <a:dgm id="{776FD2BC-532C-4337-8583-A7B71595B280}"/>
                                            </p:graphicEl>
                                          </p:spTgt>
                                        </p:tgtEl>
                                        <p:attrNameLst>
                                          <p:attrName>ppt_h</p:attrName>
                                        </p:attrNameLst>
                                      </p:cBhvr>
                                      <p:tavLst>
                                        <p:tav tm="0">
                                          <p:val>
                                            <p:fltVal val="0"/>
                                          </p:val>
                                        </p:tav>
                                        <p:tav tm="100000">
                                          <p:val>
                                            <p:strVal val="#ppt_h"/>
                                          </p:val>
                                        </p:tav>
                                      </p:tavLst>
                                    </p:anim>
                                    <p:anim calcmode="lin" valueType="num">
                                      <p:cBhvr>
                                        <p:cTn id="21" dur="1000" fill="hold"/>
                                        <p:tgtEl>
                                          <p:spTgt spid="2">
                                            <p:graphicEl>
                                              <a:dgm id="{776FD2BC-532C-4337-8583-A7B71595B280}"/>
                                            </p:graphicEl>
                                          </p:spTgt>
                                        </p:tgtEl>
                                        <p:attrNameLst>
                                          <p:attrName>style.rotation</p:attrName>
                                        </p:attrNameLst>
                                      </p:cBhvr>
                                      <p:tavLst>
                                        <p:tav tm="0">
                                          <p:val>
                                            <p:fltVal val="90"/>
                                          </p:val>
                                        </p:tav>
                                        <p:tav tm="100000">
                                          <p:val>
                                            <p:fltVal val="0"/>
                                          </p:val>
                                        </p:tav>
                                      </p:tavLst>
                                    </p:anim>
                                    <p:animEffect transition="in" filter="fade">
                                      <p:cBhvr>
                                        <p:cTn id="22" dur="1000"/>
                                        <p:tgtEl>
                                          <p:spTgt spid="2">
                                            <p:graphicEl>
                                              <a:dgm id="{776FD2BC-532C-4337-8583-A7B71595B280}"/>
                                            </p:graphicEl>
                                          </p:spTgt>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2">
                                            <p:graphicEl>
                                              <a:dgm id="{39EF0F44-7FC9-49FD-AFD9-72C8078C4045}"/>
                                            </p:graphicEl>
                                          </p:spTgt>
                                        </p:tgtEl>
                                        <p:attrNameLst>
                                          <p:attrName>style.visibility</p:attrName>
                                        </p:attrNameLst>
                                      </p:cBhvr>
                                      <p:to>
                                        <p:strVal val="visible"/>
                                      </p:to>
                                    </p:set>
                                    <p:anim calcmode="lin" valueType="num">
                                      <p:cBhvr>
                                        <p:cTn id="25" dur="1000" fill="hold"/>
                                        <p:tgtEl>
                                          <p:spTgt spid="2">
                                            <p:graphicEl>
                                              <a:dgm id="{39EF0F44-7FC9-49FD-AFD9-72C8078C4045}"/>
                                            </p:graphicEl>
                                          </p:spTgt>
                                        </p:tgtEl>
                                        <p:attrNameLst>
                                          <p:attrName>ppt_w</p:attrName>
                                        </p:attrNameLst>
                                      </p:cBhvr>
                                      <p:tavLst>
                                        <p:tav tm="0">
                                          <p:val>
                                            <p:fltVal val="0"/>
                                          </p:val>
                                        </p:tav>
                                        <p:tav tm="100000">
                                          <p:val>
                                            <p:strVal val="#ppt_w"/>
                                          </p:val>
                                        </p:tav>
                                      </p:tavLst>
                                    </p:anim>
                                    <p:anim calcmode="lin" valueType="num">
                                      <p:cBhvr>
                                        <p:cTn id="26" dur="1000" fill="hold"/>
                                        <p:tgtEl>
                                          <p:spTgt spid="2">
                                            <p:graphicEl>
                                              <a:dgm id="{39EF0F44-7FC9-49FD-AFD9-72C8078C4045}"/>
                                            </p:graphicEl>
                                          </p:spTgt>
                                        </p:tgtEl>
                                        <p:attrNameLst>
                                          <p:attrName>ppt_h</p:attrName>
                                        </p:attrNameLst>
                                      </p:cBhvr>
                                      <p:tavLst>
                                        <p:tav tm="0">
                                          <p:val>
                                            <p:fltVal val="0"/>
                                          </p:val>
                                        </p:tav>
                                        <p:tav tm="100000">
                                          <p:val>
                                            <p:strVal val="#ppt_h"/>
                                          </p:val>
                                        </p:tav>
                                      </p:tavLst>
                                    </p:anim>
                                    <p:anim calcmode="lin" valueType="num">
                                      <p:cBhvr>
                                        <p:cTn id="27" dur="1000" fill="hold"/>
                                        <p:tgtEl>
                                          <p:spTgt spid="2">
                                            <p:graphicEl>
                                              <a:dgm id="{39EF0F44-7FC9-49FD-AFD9-72C8078C4045}"/>
                                            </p:graphicEl>
                                          </p:spTgt>
                                        </p:tgtEl>
                                        <p:attrNameLst>
                                          <p:attrName>style.rotation</p:attrName>
                                        </p:attrNameLst>
                                      </p:cBhvr>
                                      <p:tavLst>
                                        <p:tav tm="0">
                                          <p:val>
                                            <p:fltVal val="90"/>
                                          </p:val>
                                        </p:tav>
                                        <p:tav tm="100000">
                                          <p:val>
                                            <p:fltVal val="0"/>
                                          </p:val>
                                        </p:tav>
                                      </p:tavLst>
                                    </p:anim>
                                    <p:animEffect transition="in" filter="fade">
                                      <p:cBhvr>
                                        <p:cTn id="28" dur="1000"/>
                                        <p:tgtEl>
                                          <p:spTgt spid="2">
                                            <p:graphicEl>
                                              <a:dgm id="{39EF0F44-7FC9-49FD-AFD9-72C8078C4045}"/>
                                            </p:graphicEl>
                                          </p:spTgt>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2">
                                            <p:graphicEl>
                                              <a:dgm id="{5851755F-FD8E-414B-9C2F-BBC1487E146C}"/>
                                            </p:graphicEl>
                                          </p:spTgt>
                                        </p:tgtEl>
                                        <p:attrNameLst>
                                          <p:attrName>style.visibility</p:attrName>
                                        </p:attrNameLst>
                                      </p:cBhvr>
                                      <p:to>
                                        <p:strVal val="visible"/>
                                      </p:to>
                                    </p:set>
                                    <p:anim calcmode="lin" valueType="num">
                                      <p:cBhvr>
                                        <p:cTn id="31" dur="1000" fill="hold"/>
                                        <p:tgtEl>
                                          <p:spTgt spid="2">
                                            <p:graphicEl>
                                              <a:dgm id="{5851755F-FD8E-414B-9C2F-BBC1487E146C}"/>
                                            </p:graphicEl>
                                          </p:spTgt>
                                        </p:tgtEl>
                                        <p:attrNameLst>
                                          <p:attrName>ppt_w</p:attrName>
                                        </p:attrNameLst>
                                      </p:cBhvr>
                                      <p:tavLst>
                                        <p:tav tm="0">
                                          <p:val>
                                            <p:fltVal val="0"/>
                                          </p:val>
                                        </p:tav>
                                        <p:tav tm="100000">
                                          <p:val>
                                            <p:strVal val="#ppt_w"/>
                                          </p:val>
                                        </p:tav>
                                      </p:tavLst>
                                    </p:anim>
                                    <p:anim calcmode="lin" valueType="num">
                                      <p:cBhvr>
                                        <p:cTn id="32" dur="1000" fill="hold"/>
                                        <p:tgtEl>
                                          <p:spTgt spid="2">
                                            <p:graphicEl>
                                              <a:dgm id="{5851755F-FD8E-414B-9C2F-BBC1487E146C}"/>
                                            </p:graphicEl>
                                          </p:spTgt>
                                        </p:tgtEl>
                                        <p:attrNameLst>
                                          <p:attrName>ppt_h</p:attrName>
                                        </p:attrNameLst>
                                      </p:cBhvr>
                                      <p:tavLst>
                                        <p:tav tm="0">
                                          <p:val>
                                            <p:fltVal val="0"/>
                                          </p:val>
                                        </p:tav>
                                        <p:tav tm="100000">
                                          <p:val>
                                            <p:strVal val="#ppt_h"/>
                                          </p:val>
                                        </p:tav>
                                      </p:tavLst>
                                    </p:anim>
                                    <p:anim calcmode="lin" valueType="num">
                                      <p:cBhvr>
                                        <p:cTn id="33" dur="1000" fill="hold"/>
                                        <p:tgtEl>
                                          <p:spTgt spid="2">
                                            <p:graphicEl>
                                              <a:dgm id="{5851755F-FD8E-414B-9C2F-BBC1487E146C}"/>
                                            </p:graphicEl>
                                          </p:spTgt>
                                        </p:tgtEl>
                                        <p:attrNameLst>
                                          <p:attrName>style.rotation</p:attrName>
                                        </p:attrNameLst>
                                      </p:cBhvr>
                                      <p:tavLst>
                                        <p:tav tm="0">
                                          <p:val>
                                            <p:fltVal val="90"/>
                                          </p:val>
                                        </p:tav>
                                        <p:tav tm="100000">
                                          <p:val>
                                            <p:fltVal val="0"/>
                                          </p:val>
                                        </p:tav>
                                      </p:tavLst>
                                    </p:anim>
                                    <p:animEffect transition="in" filter="fade">
                                      <p:cBhvr>
                                        <p:cTn id="34" dur="1000"/>
                                        <p:tgtEl>
                                          <p:spTgt spid="2">
                                            <p:graphicEl>
                                              <a:dgm id="{5851755F-FD8E-414B-9C2F-BBC1487E146C}"/>
                                            </p:graphicEl>
                                          </p:spTgt>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2">
                                            <p:graphicEl>
                                              <a:dgm id="{792B34EE-C2D6-403E-AA05-F5D0751DA662}"/>
                                            </p:graphicEl>
                                          </p:spTgt>
                                        </p:tgtEl>
                                        <p:attrNameLst>
                                          <p:attrName>style.visibility</p:attrName>
                                        </p:attrNameLst>
                                      </p:cBhvr>
                                      <p:to>
                                        <p:strVal val="visible"/>
                                      </p:to>
                                    </p:set>
                                    <p:anim calcmode="lin" valueType="num">
                                      <p:cBhvr>
                                        <p:cTn id="37" dur="1000" fill="hold"/>
                                        <p:tgtEl>
                                          <p:spTgt spid="2">
                                            <p:graphicEl>
                                              <a:dgm id="{792B34EE-C2D6-403E-AA05-F5D0751DA662}"/>
                                            </p:graphicEl>
                                          </p:spTgt>
                                        </p:tgtEl>
                                        <p:attrNameLst>
                                          <p:attrName>ppt_w</p:attrName>
                                        </p:attrNameLst>
                                      </p:cBhvr>
                                      <p:tavLst>
                                        <p:tav tm="0">
                                          <p:val>
                                            <p:fltVal val="0"/>
                                          </p:val>
                                        </p:tav>
                                        <p:tav tm="100000">
                                          <p:val>
                                            <p:strVal val="#ppt_w"/>
                                          </p:val>
                                        </p:tav>
                                      </p:tavLst>
                                    </p:anim>
                                    <p:anim calcmode="lin" valueType="num">
                                      <p:cBhvr>
                                        <p:cTn id="38" dur="1000" fill="hold"/>
                                        <p:tgtEl>
                                          <p:spTgt spid="2">
                                            <p:graphicEl>
                                              <a:dgm id="{792B34EE-C2D6-403E-AA05-F5D0751DA662}"/>
                                            </p:graphicEl>
                                          </p:spTgt>
                                        </p:tgtEl>
                                        <p:attrNameLst>
                                          <p:attrName>ppt_h</p:attrName>
                                        </p:attrNameLst>
                                      </p:cBhvr>
                                      <p:tavLst>
                                        <p:tav tm="0">
                                          <p:val>
                                            <p:fltVal val="0"/>
                                          </p:val>
                                        </p:tav>
                                        <p:tav tm="100000">
                                          <p:val>
                                            <p:strVal val="#ppt_h"/>
                                          </p:val>
                                        </p:tav>
                                      </p:tavLst>
                                    </p:anim>
                                    <p:anim calcmode="lin" valueType="num">
                                      <p:cBhvr>
                                        <p:cTn id="39" dur="1000" fill="hold"/>
                                        <p:tgtEl>
                                          <p:spTgt spid="2">
                                            <p:graphicEl>
                                              <a:dgm id="{792B34EE-C2D6-403E-AA05-F5D0751DA662}"/>
                                            </p:graphicEl>
                                          </p:spTgt>
                                        </p:tgtEl>
                                        <p:attrNameLst>
                                          <p:attrName>style.rotation</p:attrName>
                                        </p:attrNameLst>
                                      </p:cBhvr>
                                      <p:tavLst>
                                        <p:tav tm="0">
                                          <p:val>
                                            <p:fltVal val="90"/>
                                          </p:val>
                                        </p:tav>
                                        <p:tav tm="100000">
                                          <p:val>
                                            <p:fltVal val="0"/>
                                          </p:val>
                                        </p:tav>
                                      </p:tavLst>
                                    </p:anim>
                                    <p:animEffect transition="in" filter="fade">
                                      <p:cBhvr>
                                        <p:cTn id="40" dur="1000"/>
                                        <p:tgtEl>
                                          <p:spTgt spid="2">
                                            <p:graphicEl>
                                              <a:dgm id="{792B34EE-C2D6-403E-AA05-F5D0751DA66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numCol="1"/>
          <a:lstStyle/>
          <a:p>
            <a:pPr>
              <a:defRPr/>
            </a:pPr>
            <a:r>
              <a:rPr lang="en-US" sz="3300" dirty="0"/>
              <a:t>Backup and Recovery</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2055145490"/>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12014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699D26AB-3024-4F3C-BFA0-38BB941CE1EE}"/>
                                            </p:graphicEl>
                                          </p:spTgt>
                                        </p:tgtEl>
                                        <p:attrNameLst>
                                          <p:attrName>style.visibility</p:attrName>
                                        </p:attrNameLst>
                                      </p:cBhvr>
                                      <p:to>
                                        <p:strVal val="visible"/>
                                      </p:to>
                                    </p:set>
                                    <p:anim calcmode="lin" valueType="num">
                                      <p:cBhvr additive="base">
                                        <p:cTn id="7" dur="500" fill="hold"/>
                                        <p:tgtEl>
                                          <p:spTgt spid="2">
                                            <p:graphicEl>
                                              <a:dgm id="{699D26AB-3024-4F3C-BFA0-38BB941CE1E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699D26AB-3024-4F3C-BFA0-38BB941CE1E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DF241428-2EED-450A-A4CA-DFB23BC26E6C}"/>
                                            </p:graphicEl>
                                          </p:spTgt>
                                        </p:tgtEl>
                                        <p:attrNameLst>
                                          <p:attrName>style.visibility</p:attrName>
                                        </p:attrNameLst>
                                      </p:cBhvr>
                                      <p:to>
                                        <p:strVal val="visible"/>
                                      </p:to>
                                    </p:set>
                                    <p:anim calcmode="lin" valueType="num">
                                      <p:cBhvr additive="base">
                                        <p:cTn id="13" dur="500" fill="hold"/>
                                        <p:tgtEl>
                                          <p:spTgt spid="2">
                                            <p:graphicEl>
                                              <a:dgm id="{DF241428-2EED-450A-A4CA-DFB23BC26E6C}"/>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DF241428-2EED-450A-A4CA-DFB23BC26E6C}"/>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graphicEl>
                                              <a:dgm id="{C0F6CD65-2704-42F2-B1FA-6DC426B730B8}"/>
                                            </p:graphicEl>
                                          </p:spTgt>
                                        </p:tgtEl>
                                        <p:attrNameLst>
                                          <p:attrName>style.visibility</p:attrName>
                                        </p:attrNameLst>
                                      </p:cBhvr>
                                      <p:to>
                                        <p:strVal val="visible"/>
                                      </p:to>
                                    </p:set>
                                    <p:anim calcmode="lin" valueType="num">
                                      <p:cBhvr additive="base">
                                        <p:cTn id="19" dur="500" fill="hold"/>
                                        <p:tgtEl>
                                          <p:spTgt spid="2">
                                            <p:graphicEl>
                                              <a:dgm id="{C0F6CD65-2704-42F2-B1FA-6DC426B730B8}"/>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graphicEl>
                                              <a:dgm id="{C0F6CD65-2704-42F2-B1FA-6DC426B730B8}"/>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graphicEl>
                                              <a:dgm id="{67A732BC-3908-4BBF-96CF-92324C2DF96C}"/>
                                            </p:graphicEl>
                                          </p:spTgt>
                                        </p:tgtEl>
                                        <p:attrNameLst>
                                          <p:attrName>style.visibility</p:attrName>
                                        </p:attrNameLst>
                                      </p:cBhvr>
                                      <p:to>
                                        <p:strVal val="visible"/>
                                      </p:to>
                                    </p:set>
                                    <p:anim calcmode="lin" valueType="num">
                                      <p:cBhvr additive="base">
                                        <p:cTn id="25" dur="500" fill="hold"/>
                                        <p:tgtEl>
                                          <p:spTgt spid="2">
                                            <p:graphicEl>
                                              <a:dgm id="{67A732BC-3908-4BBF-96CF-92324C2DF96C}"/>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graphicEl>
                                              <a:dgm id="{67A732BC-3908-4BBF-96CF-92324C2DF96C}"/>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graphicEl>
                                              <a:dgm id="{3A6A3153-A720-4C0F-A226-8A56775B9534}"/>
                                            </p:graphicEl>
                                          </p:spTgt>
                                        </p:tgtEl>
                                        <p:attrNameLst>
                                          <p:attrName>style.visibility</p:attrName>
                                        </p:attrNameLst>
                                      </p:cBhvr>
                                      <p:to>
                                        <p:strVal val="visible"/>
                                      </p:to>
                                    </p:set>
                                    <p:anim calcmode="lin" valueType="num">
                                      <p:cBhvr additive="base">
                                        <p:cTn id="31" dur="500" fill="hold"/>
                                        <p:tgtEl>
                                          <p:spTgt spid="2">
                                            <p:graphicEl>
                                              <a:dgm id="{3A6A3153-A720-4C0F-A226-8A56775B9534}"/>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graphicEl>
                                              <a:dgm id="{3A6A3153-A720-4C0F-A226-8A56775B953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numCol="1"/>
          <a:lstStyle/>
          <a:p>
            <a:pPr>
              <a:defRPr/>
            </a:pPr>
            <a:r>
              <a:rPr lang="en-US" sz="3300" dirty="0"/>
              <a:t>RAID</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4123872636"/>
              </p:ext>
            </p:extLst>
          </p:nvPr>
        </p:nvGraphicFramePr>
        <p:xfrm>
          <a:off x="457200" y="1059582"/>
          <a:ext cx="8229600" cy="396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51901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194"/>
            <a:ext cx="8229600" cy="382156"/>
          </a:xfrm>
        </p:spPr>
        <p:txBody>
          <a:bodyPr numCol="1"/>
          <a:lstStyle/>
          <a:p>
            <a:r>
              <a:rPr lang="en-GB" altLang="en-GB" dirty="0"/>
              <a:t>Next</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2355361695"/>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6200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1055_CyberVista_Template_v5_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numCol="1"/>
      <a:lstStyle/>
      <a:style>
        <a:lnRef idx="1">
          <a:schemeClr val="accent1"/>
        </a:lnRef>
        <a:fillRef idx="3">
          <a:schemeClr val="accent1"/>
        </a:fillRef>
        <a:effectRef idx="2">
          <a:schemeClr val="accent1"/>
        </a:effectRef>
        <a:fontRef idx="minor">
          <a:schemeClr val="lt1"/>
        </a:fontRef>
      </a:style>
    </a:spDef>
    <a:lnDef>
      <a:spPr/>
      <a:bodyPr numCol="1"/>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lyndwr_PPT_Template.pptx" id="{FF9886FC-8EF3-4818-963F-0DBB129F029F}" vid="{58F1235A-4FA3-496E-9363-9AE62C228B01}"/>
    </a:ext>
  </a:extLst>
</a:theme>
</file>

<file path=ppt/theme/theme2.xml><?xml version="1.0" encoding="utf-8"?>
<a:theme xmlns:a="http://schemas.openxmlformats.org/drawingml/2006/main" name="2_1055_CyberVista_Template_v5_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numCol="1"/>
      <a:lstStyle/>
      <a:style>
        <a:lnRef idx="1">
          <a:schemeClr val="accent1"/>
        </a:lnRef>
        <a:fillRef idx="3">
          <a:schemeClr val="accent1"/>
        </a:fillRef>
        <a:effectRef idx="2">
          <a:schemeClr val="accent1"/>
        </a:effectRef>
        <a:fontRef idx="minor">
          <a:schemeClr val="lt1"/>
        </a:fontRef>
      </a:style>
    </a:spDef>
    <a:lnDef>
      <a:spPr/>
      <a:bodyPr numCol="1"/>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lyndwr_PPT_Template.pptx" id="{FF9886FC-8EF3-4818-963F-0DBB129F029F}" vid="{58F1235A-4FA3-496E-9363-9AE62C228B0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numCol="1"/>
      <a:lstStyle/>
      <a:style>
        <a:lnRef idx="1">
          <a:schemeClr val="accent1"/>
        </a:lnRef>
        <a:fillRef idx="3">
          <a:schemeClr val="accent1"/>
        </a:fillRef>
        <a:effectRef idx="2">
          <a:schemeClr val="accent1"/>
        </a:effectRef>
        <a:fontRef idx="minor">
          <a:schemeClr val="lt1"/>
        </a:fontRef>
      </a:style>
    </a:spDef>
    <a:lnDef>
      <a:spPr/>
      <a:bodyPr numCol="1"/>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CF2BDA2059DE14F96F626F507B3A9B2" ma:contentTypeVersion="13" ma:contentTypeDescription="Create a new document." ma:contentTypeScope="" ma:versionID="c92155c1383be8cb1fa19117f7afb635">
  <xsd:schema xmlns:xsd="http://www.w3.org/2001/XMLSchema" xmlns:xs="http://www.w3.org/2001/XMLSchema" xmlns:p="http://schemas.microsoft.com/office/2006/metadata/properties" xmlns:ns3="c8aeed56-71ba-4b11-9c6d-d73f89ed7ed7" xmlns:ns4="28245dcd-90e1-4794-bc9d-e2c7612f910f" targetNamespace="http://schemas.microsoft.com/office/2006/metadata/properties" ma:root="true" ma:fieldsID="e1e42451b1158c5e306c1ef97b7420d5" ns3:_="" ns4:_="">
    <xsd:import namespace="c8aeed56-71ba-4b11-9c6d-d73f89ed7ed7"/>
    <xsd:import namespace="28245dcd-90e1-4794-bc9d-e2c7612f910f"/>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eed56-71ba-4b11-9c6d-d73f89ed7e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245dcd-90e1-4794-bc9d-e2c7612f910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5613BD-0A9B-43D4-B221-7F2CB5B221C1}">
  <ds:schemaRefs>
    <ds:schemaRef ds:uri="http://schemas.microsoft.com/sharepoint/v3/contenttype/forms"/>
  </ds:schemaRefs>
</ds:datastoreItem>
</file>

<file path=customXml/itemProps2.xml><?xml version="1.0" encoding="utf-8"?>
<ds:datastoreItem xmlns:ds="http://schemas.openxmlformats.org/officeDocument/2006/customXml" ds:itemID="{282D02A8-937E-4448-BDAC-AC3D7F1FFE01}">
  <ds:schemaRefs>
    <ds:schemaRef ds:uri="http://schemas.microsoft.com/office/2006/documentManagement/types"/>
    <ds:schemaRef ds:uri="http://purl.org/dc/dcmitype/"/>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28245dcd-90e1-4794-bc9d-e2c7612f910f"/>
    <ds:schemaRef ds:uri="c8aeed56-71ba-4b11-9c6d-d73f89ed7ed7"/>
    <ds:schemaRef ds:uri="http://www.w3.org/XML/1998/namespace"/>
    <ds:schemaRef ds:uri="http://purl.org/dc/terms/"/>
  </ds:schemaRefs>
</ds:datastoreItem>
</file>

<file path=customXml/itemProps3.xml><?xml version="1.0" encoding="utf-8"?>
<ds:datastoreItem xmlns:ds="http://schemas.openxmlformats.org/officeDocument/2006/customXml" ds:itemID="{8A110C96-DA38-437B-B980-987807F2BF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aeed56-71ba-4b11-9c6d-d73f89ed7ed7"/>
    <ds:schemaRef ds:uri="28245dcd-90e1-4794-bc9d-e2c7612f91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f4ba6ac-c9c0-4c5e-a531-736e3faaed7d}" enabled="1" method="Privileged" siteId="{2081ade3-b577-421e-9935-31961e4ff17d}" contentBits="0" removed="0"/>
</clbl:labelList>
</file>

<file path=docProps/app.xml><?xml version="1.0" encoding="utf-8"?>
<Properties xmlns="http://schemas.openxmlformats.org/officeDocument/2006/extended-properties" xmlns:vt="http://schemas.openxmlformats.org/officeDocument/2006/docPropsVTypes">
  <Template/>
  <TotalTime>10571</TotalTime>
  <Words>1863</Words>
  <Application>Microsoft Office PowerPoint</Application>
  <PresentationFormat>On-screen Show (16:9)</PresentationFormat>
  <Paragraphs>205</Paragraphs>
  <Slides>12</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Century Gothic</vt:lpstr>
      <vt:lpstr>Calibri</vt:lpstr>
      <vt:lpstr>Arial</vt:lpstr>
      <vt:lpstr>1_1055_CyberVista_Template_v5_16x9</vt:lpstr>
      <vt:lpstr>2_1055_CyberVista_Template_v5_16x9</vt:lpstr>
      <vt:lpstr>Database Security – An Overview</vt:lpstr>
      <vt:lpstr>Database Security</vt:lpstr>
      <vt:lpstr>Security Threats</vt:lpstr>
      <vt:lpstr>Compromising Security</vt:lpstr>
      <vt:lpstr>Countermeasure</vt:lpstr>
      <vt:lpstr>Authorization</vt:lpstr>
      <vt:lpstr>Integrity</vt:lpstr>
      <vt:lpstr>Views</vt:lpstr>
      <vt:lpstr>Encryption</vt:lpstr>
      <vt:lpstr>Backup and Recovery</vt:lpstr>
      <vt:lpstr>RAID</vt:lpstr>
      <vt:lpstr>Next</vt:lpstr>
    </vt:vector>
  </TitlesOfParts>
  <Company>GU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NWMS Template</dc:title>
  <dc:creator>Jessica Muirhead</dc:creator>
  <cp:lastModifiedBy>Thilina Perera</cp:lastModifiedBy>
  <cp:revision>718</cp:revision>
  <cp:lastPrinted>2016-06-30T02:54:45Z</cp:lastPrinted>
  <dcterms:created xsi:type="dcterms:W3CDTF">2019-12-09T09:26:27Z</dcterms:created>
  <dcterms:modified xsi:type="dcterms:W3CDTF">2026-05-03T03:41:57Z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0x0101006CF2BDA2059DE14F96F626F507B3A9B2</vt:lpwstr>
  </property>
</Properties>
</file>