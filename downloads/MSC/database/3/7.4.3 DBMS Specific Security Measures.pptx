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4"/>
    <p:sldMasterId id="2147483687" r:id="rId5"/>
  </p:sldMasterIdLst>
  <p:notesMasterIdLst>
    <p:notesMasterId r:id="rId13"/>
  </p:notesMasterIdLst>
  <p:handoutMasterIdLst>
    <p:handoutMasterId r:id="rId14"/>
  </p:handoutMasterIdLst>
  <p:sldIdLst>
    <p:sldId id="386" r:id="rId6"/>
    <p:sldId id="378" r:id="rId7"/>
    <p:sldId id="369" r:id="rId8"/>
    <p:sldId id="370" r:id="rId9"/>
    <p:sldId id="383" r:id="rId10"/>
    <p:sldId id="382" r:id="rId11"/>
    <p:sldId id="385" r:id="rId12"/>
  </p:sldIdLst>
  <p:sldSz cx="9144000" cy="5143500" type="screen16x9"/>
  <p:notesSz cx="7010400" cy="92964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661"/>
    <a:srgbClr val="7D0063"/>
    <a:srgbClr val="023F5C"/>
    <a:srgbClr val="EC1A3B"/>
    <a:srgbClr val="736663"/>
    <a:srgbClr val="034561"/>
    <a:srgbClr val="F0F3F7"/>
    <a:srgbClr val="CCCCCC"/>
    <a:srgbClr val="3D59CE"/>
    <a:srgbClr val="137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65571C-3FE3-4E5C-812C-7CCE64C540A7}" v="2" dt="2021-03-11T09:11:10.0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69490" autoAdjust="0"/>
  </p:normalViewPr>
  <p:slideViewPr>
    <p:cSldViewPr snapToObjects="1">
      <p:cViewPr varScale="1">
        <p:scale>
          <a:sx n="101" d="100"/>
          <a:sy n="101" d="100"/>
        </p:scale>
        <p:origin x="1950" y="10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 varScale="1">
        <p:scale>
          <a:sx n="63" d="100"/>
          <a:sy n="63" d="100"/>
        </p:scale>
        <p:origin x="231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ica Muirhead" userId="4348b7c2-15d4-41d3-a169-9dcf16fd4128" providerId="ADAL" clId="{819F4FB7-54DF-4C72-97BE-0D2365ABDCD6}"/>
    <pc:docChg chg="modSld">
      <pc:chgData name="Jessica Muirhead" userId="4348b7c2-15d4-41d3-a169-9dcf16fd4128" providerId="ADAL" clId="{819F4FB7-54DF-4C72-97BE-0D2365ABDCD6}" dt="2020-04-26T14:11:14.314" v="2" actId="20577"/>
      <pc:docMkLst>
        <pc:docMk/>
      </pc:docMkLst>
      <pc:sldChg chg="modSp">
        <pc:chgData name="Jessica Muirhead" userId="4348b7c2-15d4-41d3-a169-9dcf16fd4128" providerId="ADAL" clId="{819F4FB7-54DF-4C72-97BE-0D2365ABDCD6}" dt="2020-04-26T14:11:14.314" v="2" actId="20577"/>
        <pc:sldMkLst>
          <pc:docMk/>
          <pc:sldMk cId="3057038417" sldId="289"/>
        </pc:sldMkLst>
        <pc:spChg chg="mod">
          <ac:chgData name="Jessica Muirhead" userId="4348b7c2-15d4-41d3-a169-9dcf16fd4128" providerId="ADAL" clId="{819F4FB7-54DF-4C72-97BE-0D2365ABDCD6}" dt="2020-04-26T14:11:14.314" v="2" actId="20577"/>
          <ac:spMkLst>
            <pc:docMk/>
            <pc:sldMk cId="3057038417" sldId="289"/>
            <ac:spMk id="2" creationId="{E2F503F5-729A-41DB-BE9B-995D6171841C}"/>
          </ac:spMkLst>
        </pc:spChg>
      </pc:sldChg>
    </pc:docChg>
  </pc:docChgLst>
  <pc:docChgLst>
    <pc:chgData name="Bindu Jose" userId="bb576a8c-2f61-4e68-ab69-362814d3356d" providerId="ADAL" clId="{AC65571C-3FE3-4E5C-812C-7CCE64C540A7}"/>
    <pc:docChg chg="addSld delSld modSld">
      <pc:chgData name="Bindu Jose" userId="bb576a8c-2f61-4e68-ab69-362814d3356d" providerId="ADAL" clId="{AC65571C-3FE3-4E5C-812C-7CCE64C540A7}" dt="2021-03-11T09:11:43.210" v="23" actId="47"/>
      <pc:docMkLst>
        <pc:docMk/>
      </pc:docMkLst>
      <pc:sldChg chg="del">
        <pc:chgData name="Bindu Jose" userId="bb576a8c-2f61-4e68-ab69-362814d3356d" providerId="ADAL" clId="{AC65571C-3FE3-4E5C-812C-7CCE64C540A7}" dt="2021-03-11T09:08:35.552" v="17" actId="47"/>
        <pc:sldMkLst>
          <pc:docMk/>
          <pc:sldMk cId="516750824" sldId="256"/>
        </pc:sldMkLst>
      </pc:sldChg>
      <pc:sldChg chg="modSp add del mod modNotesTx">
        <pc:chgData name="Bindu Jose" userId="bb576a8c-2f61-4e68-ab69-362814d3356d" providerId="ADAL" clId="{AC65571C-3FE3-4E5C-812C-7CCE64C540A7}" dt="2021-03-11T09:11:43.210" v="23" actId="47"/>
        <pc:sldMkLst>
          <pc:docMk/>
          <pc:sldMk cId="3845510137" sldId="367"/>
        </pc:sldMkLst>
        <pc:spChg chg="mod">
          <ac:chgData name="Bindu Jose" userId="bb576a8c-2f61-4e68-ab69-362814d3356d" providerId="ADAL" clId="{AC65571C-3FE3-4E5C-812C-7CCE64C540A7}" dt="2021-03-11T09:08:01.399" v="1"/>
          <ac:spMkLst>
            <pc:docMk/>
            <pc:sldMk cId="3845510137" sldId="367"/>
            <ac:spMk id="3" creationId="{00000000-0000-0000-0000-000000000000}"/>
          </ac:spMkLst>
        </pc:spChg>
      </pc:sldChg>
      <pc:sldChg chg="del">
        <pc:chgData name="Bindu Jose" userId="bb576a8c-2f61-4e68-ab69-362814d3356d" providerId="ADAL" clId="{AC65571C-3FE3-4E5C-812C-7CCE64C540A7}" dt="2021-03-11T09:08:36.096" v="18" actId="47"/>
        <pc:sldMkLst>
          <pc:docMk/>
          <pc:sldMk cId="3251529823" sldId="384"/>
        </pc:sldMkLst>
      </pc:sldChg>
      <pc:sldChg chg="modNotesTx">
        <pc:chgData name="Bindu Jose" userId="bb576a8c-2f61-4e68-ab69-362814d3356d" providerId="ADAL" clId="{AC65571C-3FE3-4E5C-812C-7CCE64C540A7}" dt="2021-03-11T09:08:29.196" v="16" actId="20577"/>
        <pc:sldMkLst>
          <pc:docMk/>
          <pc:sldMk cId="1725344630" sldId="385"/>
        </pc:sldMkLst>
      </pc:sldChg>
      <pc:sldChg chg="modSp add mod modNotesTx">
        <pc:chgData name="Bindu Jose" userId="bb576a8c-2f61-4e68-ab69-362814d3356d" providerId="ADAL" clId="{AC65571C-3FE3-4E5C-812C-7CCE64C540A7}" dt="2021-03-11T09:11:31.381" v="22" actId="20577"/>
        <pc:sldMkLst>
          <pc:docMk/>
          <pc:sldMk cId="3590609318" sldId="386"/>
        </pc:sldMkLst>
        <pc:spChg chg="mod">
          <ac:chgData name="Bindu Jose" userId="bb576a8c-2f61-4e68-ab69-362814d3356d" providerId="ADAL" clId="{AC65571C-3FE3-4E5C-812C-7CCE64C540A7}" dt="2021-03-11T09:11:19.869" v="20"/>
          <ac:spMkLst>
            <pc:docMk/>
            <pc:sldMk cId="3590609318" sldId="38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027730-79F1-4606-9A0D-079EFA9C046B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3737D7A-69B1-4D69-9905-262CDC366B1D}">
      <dgm:prSet/>
      <dgm:spPr/>
      <dgm:t>
        <a:bodyPr/>
        <a:lstStyle/>
        <a:p>
          <a:pPr rtl="0"/>
          <a:r>
            <a:rPr lang="en-US" dirty="0"/>
            <a:t>“</a:t>
          </a:r>
          <a:r>
            <a:rPr lang="en-US" i="1" dirty="0"/>
            <a:t>The protection of the database against </a:t>
          </a:r>
          <a:r>
            <a:rPr lang="en-US" i="1" dirty="0" err="1"/>
            <a:t>unauthorised</a:t>
          </a:r>
          <a:r>
            <a:rPr lang="en-US" i="1" dirty="0"/>
            <a:t> access, either intentional or accidental</a:t>
          </a:r>
          <a:r>
            <a:rPr lang="en-US" dirty="0"/>
            <a:t>”</a:t>
          </a:r>
          <a:endParaRPr lang="en-GB" dirty="0"/>
        </a:p>
      </dgm:t>
    </dgm:pt>
    <dgm:pt modelId="{23E9476D-F175-487B-A775-C32C321FE1B5}" type="parTrans" cxnId="{51D3EC3A-E754-4F2E-AD55-94958E8E4791}">
      <dgm:prSet/>
      <dgm:spPr/>
      <dgm:t>
        <a:bodyPr/>
        <a:lstStyle/>
        <a:p>
          <a:endParaRPr lang="en-US"/>
        </a:p>
      </dgm:t>
    </dgm:pt>
    <dgm:pt modelId="{B1C88F11-D402-4D50-8DB4-3A1328D7F313}" type="sibTrans" cxnId="{51D3EC3A-E754-4F2E-AD55-94958E8E4791}">
      <dgm:prSet/>
      <dgm:spPr/>
      <dgm:t>
        <a:bodyPr/>
        <a:lstStyle/>
        <a:p>
          <a:endParaRPr lang="en-US"/>
        </a:p>
      </dgm:t>
    </dgm:pt>
    <dgm:pt modelId="{2BEA2DA3-C138-491A-990D-8C7060AF97FB}">
      <dgm:prSet/>
      <dgm:spPr/>
      <dgm:t>
        <a:bodyPr/>
        <a:lstStyle/>
        <a:p>
          <a:pPr rtl="0"/>
          <a:r>
            <a:rPr lang="en-US" dirty="0"/>
            <a:t>Security countermeasures should combat threats and the consequences of such threats</a:t>
          </a:r>
          <a:endParaRPr lang="en-GB" dirty="0"/>
        </a:p>
      </dgm:t>
    </dgm:pt>
    <dgm:pt modelId="{FC7760C3-F84B-459A-A354-A86CE927E6E2}" type="parTrans" cxnId="{6D5A66A5-B2F9-4827-B952-9DC00A75A3F0}">
      <dgm:prSet/>
      <dgm:spPr/>
      <dgm:t>
        <a:bodyPr/>
        <a:lstStyle/>
        <a:p>
          <a:endParaRPr lang="en-US"/>
        </a:p>
      </dgm:t>
    </dgm:pt>
    <dgm:pt modelId="{B916BC3B-B940-4AAF-9DEB-512238D910C9}" type="sibTrans" cxnId="{6D5A66A5-B2F9-4827-B952-9DC00A75A3F0}">
      <dgm:prSet/>
      <dgm:spPr/>
      <dgm:t>
        <a:bodyPr/>
        <a:lstStyle/>
        <a:p>
          <a:endParaRPr lang="en-US"/>
        </a:p>
      </dgm:t>
    </dgm:pt>
    <dgm:pt modelId="{1C9A65AE-0842-4B78-86AB-3406058C942C}" type="pres">
      <dgm:prSet presAssocID="{81027730-79F1-4606-9A0D-079EFA9C046B}" presName="compositeShape" presStyleCnt="0">
        <dgm:presLayoutVars>
          <dgm:chMax val="7"/>
          <dgm:dir/>
          <dgm:resizeHandles val="exact"/>
        </dgm:presLayoutVars>
      </dgm:prSet>
      <dgm:spPr/>
    </dgm:pt>
    <dgm:pt modelId="{AEF85C2C-0344-4684-B82C-5E187C6B945D}" type="pres">
      <dgm:prSet presAssocID="{53737D7A-69B1-4D69-9905-262CDC366B1D}" presName="circ1" presStyleLbl="vennNode1" presStyleIdx="0" presStyleCnt="2" custLinFactNeighborX="1348" custLinFactNeighborY="-273"/>
      <dgm:spPr/>
    </dgm:pt>
    <dgm:pt modelId="{8DE97946-6982-46E1-9383-0DB6AD3E02E1}" type="pres">
      <dgm:prSet presAssocID="{53737D7A-69B1-4D69-9905-262CDC366B1D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C0EFA43-3B83-4E3A-97A9-7FF521AF530A}" type="pres">
      <dgm:prSet presAssocID="{2BEA2DA3-C138-491A-990D-8C7060AF97FB}" presName="circ2" presStyleLbl="vennNode1" presStyleIdx="1" presStyleCnt="2"/>
      <dgm:spPr/>
    </dgm:pt>
    <dgm:pt modelId="{2550BF09-5920-4EC2-BA33-D38ACD385273}" type="pres">
      <dgm:prSet presAssocID="{2BEA2DA3-C138-491A-990D-8C7060AF97F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1D3EC3A-E754-4F2E-AD55-94958E8E4791}" srcId="{81027730-79F1-4606-9A0D-079EFA9C046B}" destId="{53737D7A-69B1-4D69-9905-262CDC366B1D}" srcOrd="0" destOrd="0" parTransId="{23E9476D-F175-487B-A775-C32C321FE1B5}" sibTransId="{B1C88F11-D402-4D50-8DB4-3A1328D7F313}"/>
    <dgm:cxn modelId="{2A502D65-6AA2-4173-B5D4-522D3EB50DB5}" type="presOf" srcId="{2BEA2DA3-C138-491A-990D-8C7060AF97FB}" destId="{3C0EFA43-3B83-4E3A-97A9-7FF521AF530A}" srcOrd="0" destOrd="0" presId="urn:microsoft.com/office/officeart/2005/8/layout/venn1"/>
    <dgm:cxn modelId="{23825D55-0FF5-4D1B-9161-F8CB303BDDC0}" type="presOf" srcId="{53737D7A-69B1-4D69-9905-262CDC366B1D}" destId="{8DE97946-6982-46E1-9383-0DB6AD3E02E1}" srcOrd="1" destOrd="0" presId="urn:microsoft.com/office/officeart/2005/8/layout/venn1"/>
    <dgm:cxn modelId="{85AD808C-7295-4196-AFAC-1E912F2F3C42}" type="presOf" srcId="{81027730-79F1-4606-9A0D-079EFA9C046B}" destId="{1C9A65AE-0842-4B78-86AB-3406058C942C}" srcOrd="0" destOrd="0" presId="urn:microsoft.com/office/officeart/2005/8/layout/venn1"/>
    <dgm:cxn modelId="{6D5A66A5-B2F9-4827-B952-9DC00A75A3F0}" srcId="{81027730-79F1-4606-9A0D-079EFA9C046B}" destId="{2BEA2DA3-C138-491A-990D-8C7060AF97FB}" srcOrd="1" destOrd="0" parTransId="{FC7760C3-F84B-459A-A354-A86CE927E6E2}" sibTransId="{B916BC3B-B940-4AAF-9DEB-512238D910C9}"/>
    <dgm:cxn modelId="{9078B8C7-5789-41B7-AF0C-143F5C60088D}" type="presOf" srcId="{2BEA2DA3-C138-491A-990D-8C7060AF97FB}" destId="{2550BF09-5920-4EC2-BA33-D38ACD385273}" srcOrd="1" destOrd="0" presId="urn:microsoft.com/office/officeart/2005/8/layout/venn1"/>
    <dgm:cxn modelId="{3EA3CED1-49E7-4BE0-A765-21C747B232E7}" type="presOf" srcId="{53737D7A-69B1-4D69-9905-262CDC366B1D}" destId="{AEF85C2C-0344-4684-B82C-5E187C6B945D}" srcOrd="0" destOrd="0" presId="urn:microsoft.com/office/officeart/2005/8/layout/venn1"/>
    <dgm:cxn modelId="{1BB024DD-30C9-4BED-B062-ED14A7687EE9}" type="presParOf" srcId="{1C9A65AE-0842-4B78-86AB-3406058C942C}" destId="{AEF85C2C-0344-4684-B82C-5E187C6B945D}" srcOrd="0" destOrd="0" presId="urn:microsoft.com/office/officeart/2005/8/layout/venn1"/>
    <dgm:cxn modelId="{B5613146-72E9-43E4-921D-7AF583D11D8F}" type="presParOf" srcId="{1C9A65AE-0842-4B78-86AB-3406058C942C}" destId="{8DE97946-6982-46E1-9383-0DB6AD3E02E1}" srcOrd="1" destOrd="0" presId="urn:microsoft.com/office/officeart/2005/8/layout/venn1"/>
    <dgm:cxn modelId="{D043C24D-530F-40EB-B379-CAD970BE2842}" type="presParOf" srcId="{1C9A65AE-0842-4B78-86AB-3406058C942C}" destId="{3C0EFA43-3B83-4E3A-97A9-7FF521AF530A}" srcOrd="2" destOrd="0" presId="urn:microsoft.com/office/officeart/2005/8/layout/venn1"/>
    <dgm:cxn modelId="{6587A700-F479-4DA3-B4A1-7C58F46E1A51}" type="presParOf" srcId="{1C9A65AE-0842-4B78-86AB-3406058C942C}" destId="{2550BF09-5920-4EC2-BA33-D38ACD385273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16A82C-8916-4809-B7D7-077B13161D91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CFEF88DC-E0F5-4347-BE61-BDEB7E901DF7}">
      <dgm:prSet/>
      <dgm:spPr/>
      <dgm:t>
        <a:bodyPr/>
        <a:lstStyle/>
        <a:p>
          <a:pPr rtl="0"/>
          <a:r>
            <a:rPr lang="en-US" dirty="0"/>
            <a:t>Database security</a:t>
          </a:r>
          <a:endParaRPr lang="en-GB" dirty="0"/>
        </a:p>
      </dgm:t>
    </dgm:pt>
    <dgm:pt modelId="{C13CF5A5-37F7-41BD-B848-682B96289D73}" type="parTrans" cxnId="{56946FA7-B964-4C6A-BC3A-FC28125C8837}">
      <dgm:prSet/>
      <dgm:spPr/>
      <dgm:t>
        <a:bodyPr/>
        <a:lstStyle/>
        <a:p>
          <a:endParaRPr lang="en-US"/>
        </a:p>
      </dgm:t>
    </dgm:pt>
    <dgm:pt modelId="{F9144D0D-2007-47CE-B0CD-A2E2A586B5C0}" type="sibTrans" cxnId="{56946FA7-B964-4C6A-BC3A-FC28125C8837}">
      <dgm:prSet/>
      <dgm:spPr/>
      <dgm:t>
        <a:bodyPr/>
        <a:lstStyle/>
        <a:p>
          <a:endParaRPr lang="en-US"/>
        </a:p>
      </dgm:t>
    </dgm:pt>
    <dgm:pt modelId="{882974E8-7DD7-41A7-BD24-BFFA104E3E00}">
      <dgm:prSet/>
      <dgm:spPr/>
      <dgm:t>
        <a:bodyPr/>
        <a:lstStyle/>
        <a:p>
          <a:pPr rtl="0"/>
          <a:r>
            <a:rPr lang="en-US" dirty="0"/>
            <a:t>Only </a:t>
          </a:r>
          <a:r>
            <a:rPr lang="en-US" dirty="0" err="1"/>
            <a:t>authorised</a:t>
          </a:r>
          <a:r>
            <a:rPr lang="en-US" dirty="0"/>
            <a:t> users can access database</a:t>
          </a:r>
          <a:endParaRPr lang="en-GB" dirty="0"/>
        </a:p>
      </dgm:t>
    </dgm:pt>
    <dgm:pt modelId="{9E9A07A1-ED2F-4F4C-B810-B5A8EFC173DC}" type="parTrans" cxnId="{E6035B25-D99C-4CE8-A0E1-C5F0D604B77F}">
      <dgm:prSet/>
      <dgm:spPr/>
      <dgm:t>
        <a:bodyPr/>
        <a:lstStyle/>
        <a:p>
          <a:endParaRPr lang="en-US"/>
        </a:p>
      </dgm:t>
    </dgm:pt>
    <dgm:pt modelId="{6D67E39F-3E03-4C19-A3CD-71F6C3310744}" type="sibTrans" cxnId="{E6035B25-D99C-4CE8-A0E1-C5F0D604B77F}">
      <dgm:prSet/>
      <dgm:spPr/>
      <dgm:t>
        <a:bodyPr/>
        <a:lstStyle/>
        <a:p>
          <a:endParaRPr lang="en-US"/>
        </a:p>
      </dgm:t>
    </dgm:pt>
    <dgm:pt modelId="{095290B3-96C0-4112-99AE-9C74F3AD5202}">
      <dgm:prSet/>
      <dgm:spPr/>
      <dgm:t>
        <a:bodyPr/>
        <a:lstStyle/>
        <a:p>
          <a:pPr rtl="0"/>
          <a:r>
            <a:rPr lang="en-US"/>
            <a:t>Data integrity</a:t>
          </a:r>
          <a:endParaRPr lang="en-GB"/>
        </a:p>
      </dgm:t>
    </dgm:pt>
    <dgm:pt modelId="{4EB17EBF-3AD0-45E0-87D0-D7FDDF3DA7EC}" type="parTrans" cxnId="{B1801E74-0451-4147-A6B1-CCFF3C4726F3}">
      <dgm:prSet/>
      <dgm:spPr/>
      <dgm:t>
        <a:bodyPr/>
        <a:lstStyle/>
        <a:p>
          <a:endParaRPr lang="en-US"/>
        </a:p>
      </dgm:t>
    </dgm:pt>
    <dgm:pt modelId="{E9F3CF33-6BA3-47ED-BA33-0971BA7E19E5}" type="sibTrans" cxnId="{B1801E74-0451-4147-A6B1-CCFF3C4726F3}">
      <dgm:prSet/>
      <dgm:spPr/>
      <dgm:t>
        <a:bodyPr/>
        <a:lstStyle/>
        <a:p>
          <a:endParaRPr lang="en-US"/>
        </a:p>
      </dgm:t>
    </dgm:pt>
    <dgm:pt modelId="{028AAC8E-2189-40C4-8B29-B3E315725BF3}">
      <dgm:prSet/>
      <dgm:spPr/>
      <dgm:t>
        <a:bodyPr/>
        <a:lstStyle/>
        <a:p>
          <a:pPr rtl="0"/>
          <a:r>
            <a:rPr lang="en-US"/>
            <a:t>Data must be consistent and accurate</a:t>
          </a:r>
          <a:endParaRPr lang="en-GB"/>
        </a:p>
      </dgm:t>
    </dgm:pt>
    <dgm:pt modelId="{7451CD41-6FE0-411D-89C9-AE01FC5EC7E0}" type="parTrans" cxnId="{988A3917-9F4A-49EE-A3F7-1A1D8DD79DDD}">
      <dgm:prSet/>
      <dgm:spPr/>
      <dgm:t>
        <a:bodyPr/>
        <a:lstStyle/>
        <a:p>
          <a:endParaRPr lang="en-US"/>
        </a:p>
      </dgm:t>
    </dgm:pt>
    <dgm:pt modelId="{F568F5A8-925F-4A70-A56E-54BDAE34CB5E}" type="sibTrans" cxnId="{988A3917-9F4A-49EE-A3F7-1A1D8DD79DDD}">
      <dgm:prSet/>
      <dgm:spPr/>
      <dgm:t>
        <a:bodyPr/>
        <a:lstStyle/>
        <a:p>
          <a:endParaRPr lang="en-US"/>
        </a:p>
      </dgm:t>
    </dgm:pt>
    <dgm:pt modelId="{888D31AF-FD46-48FD-9A00-F5D222C7C01C}" type="pres">
      <dgm:prSet presAssocID="{8416A82C-8916-4809-B7D7-077B13161D91}" presName="Name0" presStyleCnt="0">
        <dgm:presLayoutVars>
          <dgm:dir/>
          <dgm:animLvl val="lvl"/>
          <dgm:resizeHandles val="exact"/>
        </dgm:presLayoutVars>
      </dgm:prSet>
      <dgm:spPr/>
    </dgm:pt>
    <dgm:pt modelId="{0F2A56FF-85DE-4207-A513-F519B797EFCF}" type="pres">
      <dgm:prSet presAssocID="{CFEF88DC-E0F5-4347-BE61-BDEB7E901DF7}" presName="linNode" presStyleCnt="0"/>
      <dgm:spPr/>
    </dgm:pt>
    <dgm:pt modelId="{1C1D8F28-8D60-4CCD-9988-66199556CB05}" type="pres">
      <dgm:prSet presAssocID="{CFEF88DC-E0F5-4347-BE61-BDEB7E901DF7}" presName="parentText" presStyleLbl="node1" presStyleIdx="0" presStyleCnt="2" custLinFactNeighborX="643" custLinFactNeighborY="-2">
        <dgm:presLayoutVars>
          <dgm:chMax val="1"/>
          <dgm:bulletEnabled val="1"/>
        </dgm:presLayoutVars>
      </dgm:prSet>
      <dgm:spPr/>
    </dgm:pt>
    <dgm:pt modelId="{5E629BFE-3F40-4146-B63A-85DC7B357BDF}" type="pres">
      <dgm:prSet presAssocID="{CFEF88DC-E0F5-4347-BE61-BDEB7E901DF7}" presName="descendantText" presStyleLbl="alignAccFollowNode1" presStyleIdx="0" presStyleCnt="2">
        <dgm:presLayoutVars>
          <dgm:bulletEnabled val="1"/>
        </dgm:presLayoutVars>
      </dgm:prSet>
      <dgm:spPr/>
    </dgm:pt>
    <dgm:pt modelId="{52662036-7799-4DE4-9500-BF26FC2E0B56}" type="pres">
      <dgm:prSet presAssocID="{F9144D0D-2007-47CE-B0CD-A2E2A586B5C0}" presName="sp" presStyleCnt="0"/>
      <dgm:spPr/>
    </dgm:pt>
    <dgm:pt modelId="{7ADAFC2F-8946-4BCC-9A57-6BDE06B1DD91}" type="pres">
      <dgm:prSet presAssocID="{095290B3-96C0-4112-99AE-9C74F3AD5202}" presName="linNode" presStyleCnt="0"/>
      <dgm:spPr/>
    </dgm:pt>
    <dgm:pt modelId="{3BC21CD2-8428-41C9-B223-9A925022FE8D}" type="pres">
      <dgm:prSet presAssocID="{095290B3-96C0-4112-99AE-9C74F3AD5202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3FBF5BDF-5C3F-42B9-8973-5EA92B941D59}" type="pres">
      <dgm:prSet presAssocID="{095290B3-96C0-4112-99AE-9C74F3AD5202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F2425A15-10C4-445E-A953-4DA6ED190911}" type="presOf" srcId="{095290B3-96C0-4112-99AE-9C74F3AD5202}" destId="{3BC21CD2-8428-41C9-B223-9A925022FE8D}" srcOrd="0" destOrd="0" presId="urn:microsoft.com/office/officeart/2005/8/layout/vList5"/>
    <dgm:cxn modelId="{988A3917-9F4A-49EE-A3F7-1A1D8DD79DDD}" srcId="{095290B3-96C0-4112-99AE-9C74F3AD5202}" destId="{028AAC8E-2189-40C4-8B29-B3E315725BF3}" srcOrd="0" destOrd="0" parTransId="{7451CD41-6FE0-411D-89C9-AE01FC5EC7E0}" sibTransId="{F568F5A8-925F-4A70-A56E-54BDAE34CB5E}"/>
    <dgm:cxn modelId="{E6035B25-D99C-4CE8-A0E1-C5F0D604B77F}" srcId="{CFEF88DC-E0F5-4347-BE61-BDEB7E901DF7}" destId="{882974E8-7DD7-41A7-BD24-BFFA104E3E00}" srcOrd="0" destOrd="0" parTransId="{9E9A07A1-ED2F-4F4C-B810-B5A8EFC173DC}" sibTransId="{6D67E39F-3E03-4C19-A3CD-71F6C3310744}"/>
    <dgm:cxn modelId="{97027446-9D70-4CF4-A2A8-99D094AD1BE1}" type="presOf" srcId="{882974E8-7DD7-41A7-BD24-BFFA104E3E00}" destId="{5E629BFE-3F40-4146-B63A-85DC7B357BDF}" srcOrd="0" destOrd="0" presId="urn:microsoft.com/office/officeart/2005/8/layout/vList5"/>
    <dgm:cxn modelId="{B1801E74-0451-4147-A6B1-CCFF3C4726F3}" srcId="{8416A82C-8916-4809-B7D7-077B13161D91}" destId="{095290B3-96C0-4112-99AE-9C74F3AD5202}" srcOrd="1" destOrd="0" parTransId="{4EB17EBF-3AD0-45E0-87D0-D7FDDF3DA7EC}" sibTransId="{E9F3CF33-6BA3-47ED-BA33-0971BA7E19E5}"/>
    <dgm:cxn modelId="{B2C7139C-5D09-4233-A623-BF61AA01D48D}" type="presOf" srcId="{CFEF88DC-E0F5-4347-BE61-BDEB7E901DF7}" destId="{1C1D8F28-8D60-4CCD-9988-66199556CB05}" srcOrd="0" destOrd="0" presId="urn:microsoft.com/office/officeart/2005/8/layout/vList5"/>
    <dgm:cxn modelId="{4277E29F-A094-4787-B1A4-0090929ADF44}" type="presOf" srcId="{8416A82C-8916-4809-B7D7-077B13161D91}" destId="{888D31AF-FD46-48FD-9A00-F5D222C7C01C}" srcOrd="0" destOrd="0" presId="urn:microsoft.com/office/officeart/2005/8/layout/vList5"/>
    <dgm:cxn modelId="{56946FA7-B964-4C6A-BC3A-FC28125C8837}" srcId="{8416A82C-8916-4809-B7D7-077B13161D91}" destId="{CFEF88DC-E0F5-4347-BE61-BDEB7E901DF7}" srcOrd="0" destOrd="0" parTransId="{C13CF5A5-37F7-41BD-B848-682B96289D73}" sibTransId="{F9144D0D-2007-47CE-B0CD-A2E2A586B5C0}"/>
    <dgm:cxn modelId="{B97A52C1-7C2B-4499-8D3B-627B413B4B3E}" type="presOf" srcId="{028AAC8E-2189-40C4-8B29-B3E315725BF3}" destId="{3FBF5BDF-5C3F-42B9-8973-5EA92B941D59}" srcOrd="0" destOrd="0" presId="urn:microsoft.com/office/officeart/2005/8/layout/vList5"/>
    <dgm:cxn modelId="{8DDD1A59-A214-44CE-BAB2-88CD72518EA9}" type="presParOf" srcId="{888D31AF-FD46-48FD-9A00-F5D222C7C01C}" destId="{0F2A56FF-85DE-4207-A513-F519B797EFCF}" srcOrd="0" destOrd="0" presId="urn:microsoft.com/office/officeart/2005/8/layout/vList5"/>
    <dgm:cxn modelId="{761B95DC-9BD3-49EC-968D-70B1E31444C2}" type="presParOf" srcId="{0F2A56FF-85DE-4207-A513-F519B797EFCF}" destId="{1C1D8F28-8D60-4CCD-9988-66199556CB05}" srcOrd="0" destOrd="0" presId="urn:microsoft.com/office/officeart/2005/8/layout/vList5"/>
    <dgm:cxn modelId="{8BD644E9-8129-4494-9882-47775FA4FD42}" type="presParOf" srcId="{0F2A56FF-85DE-4207-A513-F519B797EFCF}" destId="{5E629BFE-3F40-4146-B63A-85DC7B357BDF}" srcOrd="1" destOrd="0" presId="urn:microsoft.com/office/officeart/2005/8/layout/vList5"/>
    <dgm:cxn modelId="{553405B3-8511-45B1-99F1-171193B9C42C}" type="presParOf" srcId="{888D31AF-FD46-48FD-9A00-F5D222C7C01C}" destId="{52662036-7799-4DE4-9500-BF26FC2E0B56}" srcOrd="1" destOrd="0" presId="urn:microsoft.com/office/officeart/2005/8/layout/vList5"/>
    <dgm:cxn modelId="{BC97F926-E065-4D15-BDF4-17956B72D8B3}" type="presParOf" srcId="{888D31AF-FD46-48FD-9A00-F5D222C7C01C}" destId="{7ADAFC2F-8946-4BCC-9A57-6BDE06B1DD91}" srcOrd="2" destOrd="0" presId="urn:microsoft.com/office/officeart/2005/8/layout/vList5"/>
    <dgm:cxn modelId="{EFC25E82-09C8-4522-93DD-719026FC51B3}" type="presParOf" srcId="{7ADAFC2F-8946-4BCC-9A57-6BDE06B1DD91}" destId="{3BC21CD2-8428-41C9-B223-9A925022FE8D}" srcOrd="0" destOrd="0" presId="urn:microsoft.com/office/officeart/2005/8/layout/vList5"/>
    <dgm:cxn modelId="{6F08898C-7487-40E0-9CCD-252FC1234B2B}" type="presParOf" srcId="{7ADAFC2F-8946-4BCC-9A57-6BDE06B1DD91}" destId="{3FBF5BDF-5C3F-42B9-8973-5EA92B941D5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8B7506-3C4C-4AB6-9CAF-5507EA0A45FD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B99441C-4FDB-4D0F-A9FA-67120F48F708}">
      <dgm:prSet/>
      <dgm:spPr/>
      <dgm:t>
        <a:bodyPr/>
        <a:lstStyle/>
        <a:p>
          <a:pPr rtl="0"/>
          <a:r>
            <a:rPr lang="en-US" dirty="0"/>
            <a:t>Distributed databases and open access to data over networks makes managing security more difficult</a:t>
          </a:r>
          <a:endParaRPr lang="en-GB" dirty="0"/>
        </a:p>
      </dgm:t>
    </dgm:pt>
    <dgm:pt modelId="{DC1EFAB0-76E9-4FD3-8CFD-73DF9FC61358}" type="parTrans" cxnId="{582C9728-3EEF-49C6-B9D5-1DB0A3A098D7}">
      <dgm:prSet/>
      <dgm:spPr/>
      <dgm:t>
        <a:bodyPr/>
        <a:lstStyle/>
        <a:p>
          <a:endParaRPr lang="en-US"/>
        </a:p>
      </dgm:t>
    </dgm:pt>
    <dgm:pt modelId="{FC7E0D0F-A14B-4CC0-8AD8-67282749B895}" type="sibTrans" cxnId="{582C9728-3EEF-49C6-B9D5-1DB0A3A098D7}">
      <dgm:prSet/>
      <dgm:spPr/>
      <dgm:t>
        <a:bodyPr/>
        <a:lstStyle/>
        <a:p>
          <a:endParaRPr lang="en-US"/>
        </a:p>
      </dgm:t>
    </dgm:pt>
    <dgm:pt modelId="{E8CDF987-A9B0-485F-8E25-334C22F6227B}">
      <dgm:prSet/>
      <dgm:spPr/>
      <dgm:t>
        <a:bodyPr/>
        <a:lstStyle/>
        <a:p>
          <a:pPr rtl="0"/>
          <a:r>
            <a:rPr lang="en-US" dirty="0"/>
            <a:t>All parts of the system must be secure: building, network, operating system, application, database etc.</a:t>
          </a:r>
          <a:endParaRPr lang="en-GB" dirty="0"/>
        </a:p>
      </dgm:t>
    </dgm:pt>
    <dgm:pt modelId="{503C698E-BAB5-494E-9C97-3484E29213F0}" type="parTrans" cxnId="{5E4DFA97-0AD3-496A-8FC0-FD6EBE2A6F48}">
      <dgm:prSet/>
      <dgm:spPr/>
      <dgm:t>
        <a:bodyPr/>
        <a:lstStyle/>
        <a:p>
          <a:endParaRPr lang="en-US"/>
        </a:p>
      </dgm:t>
    </dgm:pt>
    <dgm:pt modelId="{B24F41DB-1BFD-4333-8361-A36101DADE3E}" type="sibTrans" cxnId="{5E4DFA97-0AD3-496A-8FC0-FD6EBE2A6F48}">
      <dgm:prSet/>
      <dgm:spPr/>
      <dgm:t>
        <a:bodyPr/>
        <a:lstStyle/>
        <a:p>
          <a:endParaRPr lang="en-US"/>
        </a:p>
      </dgm:t>
    </dgm:pt>
    <dgm:pt modelId="{D634B33B-C323-4594-8087-381ACDE56F2A}">
      <dgm:prSet/>
      <dgm:spPr/>
      <dgm:t>
        <a:bodyPr/>
        <a:lstStyle/>
        <a:p>
          <a:pPr rtl="0"/>
          <a:r>
            <a:rPr lang="en-US" dirty="0"/>
            <a:t>Must guard against accidental loss, theft, fraud, loss of confidentiality, loss of data integrity, loss of availability</a:t>
          </a:r>
          <a:endParaRPr lang="en-GB" dirty="0"/>
        </a:p>
      </dgm:t>
    </dgm:pt>
    <dgm:pt modelId="{98EC5FBC-7B9B-467F-88A1-9483963F869D}" type="parTrans" cxnId="{2AC48BC5-49D9-4442-BFEE-DC02E40F60FF}">
      <dgm:prSet/>
      <dgm:spPr/>
      <dgm:t>
        <a:bodyPr/>
        <a:lstStyle/>
        <a:p>
          <a:endParaRPr lang="en-US"/>
        </a:p>
      </dgm:t>
    </dgm:pt>
    <dgm:pt modelId="{19620BA8-7D55-49AF-8CEA-E514CFA5FC71}" type="sibTrans" cxnId="{2AC48BC5-49D9-4442-BFEE-DC02E40F60FF}">
      <dgm:prSet/>
      <dgm:spPr/>
      <dgm:t>
        <a:bodyPr/>
        <a:lstStyle/>
        <a:p>
          <a:endParaRPr lang="en-US"/>
        </a:p>
      </dgm:t>
    </dgm:pt>
    <dgm:pt modelId="{FE1AB1DF-E6D9-44DC-BAC3-0F57228ED9CC}" type="pres">
      <dgm:prSet presAssocID="{EE8B7506-3C4C-4AB6-9CAF-5507EA0A45FD}" presName="linear" presStyleCnt="0">
        <dgm:presLayoutVars>
          <dgm:animLvl val="lvl"/>
          <dgm:resizeHandles val="exact"/>
        </dgm:presLayoutVars>
      </dgm:prSet>
      <dgm:spPr/>
    </dgm:pt>
    <dgm:pt modelId="{5BFC88D9-A147-4CDC-9231-6842BA1BDDCB}" type="pres">
      <dgm:prSet presAssocID="{2B99441C-4FDB-4D0F-A9FA-67120F48F7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4577811-931E-4C69-A7E1-A8F3B1F525E9}" type="pres">
      <dgm:prSet presAssocID="{FC7E0D0F-A14B-4CC0-8AD8-67282749B895}" presName="spacer" presStyleCnt="0"/>
      <dgm:spPr/>
    </dgm:pt>
    <dgm:pt modelId="{BAC35EF8-41B5-4111-8BCE-65F61966D27B}" type="pres">
      <dgm:prSet presAssocID="{E8CDF987-A9B0-485F-8E25-334C22F6227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DDBF714-A6AE-4BA2-99D3-8E5099FB617E}" type="pres">
      <dgm:prSet presAssocID="{B24F41DB-1BFD-4333-8361-A36101DADE3E}" presName="spacer" presStyleCnt="0"/>
      <dgm:spPr/>
    </dgm:pt>
    <dgm:pt modelId="{E68873A4-31D6-484A-BEA7-197C5C910C86}" type="pres">
      <dgm:prSet presAssocID="{D634B33B-C323-4594-8087-381ACDE56F2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82C9728-3EEF-49C6-B9D5-1DB0A3A098D7}" srcId="{EE8B7506-3C4C-4AB6-9CAF-5507EA0A45FD}" destId="{2B99441C-4FDB-4D0F-A9FA-67120F48F708}" srcOrd="0" destOrd="0" parTransId="{DC1EFAB0-76E9-4FD3-8CFD-73DF9FC61358}" sibTransId="{FC7E0D0F-A14B-4CC0-8AD8-67282749B895}"/>
    <dgm:cxn modelId="{18823E72-1AC5-4A7A-B9DF-64CE8E9D9D96}" type="presOf" srcId="{EE8B7506-3C4C-4AB6-9CAF-5507EA0A45FD}" destId="{FE1AB1DF-E6D9-44DC-BAC3-0F57228ED9CC}" srcOrd="0" destOrd="0" presId="urn:microsoft.com/office/officeart/2005/8/layout/vList2"/>
    <dgm:cxn modelId="{FDF68C84-806A-477D-AF2A-2599470D638D}" type="presOf" srcId="{2B99441C-4FDB-4D0F-A9FA-67120F48F708}" destId="{5BFC88D9-A147-4CDC-9231-6842BA1BDDCB}" srcOrd="0" destOrd="0" presId="urn:microsoft.com/office/officeart/2005/8/layout/vList2"/>
    <dgm:cxn modelId="{5E4DFA97-0AD3-496A-8FC0-FD6EBE2A6F48}" srcId="{EE8B7506-3C4C-4AB6-9CAF-5507EA0A45FD}" destId="{E8CDF987-A9B0-485F-8E25-334C22F6227B}" srcOrd="1" destOrd="0" parTransId="{503C698E-BAB5-494E-9C97-3484E29213F0}" sibTransId="{B24F41DB-1BFD-4333-8361-A36101DADE3E}"/>
    <dgm:cxn modelId="{DDD82B9F-3D05-4CAE-BA47-D2B9B9712B43}" type="presOf" srcId="{D634B33B-C323-4594-8087-381ACDE56F2A}" destId="{E68873A4-31D6-484A-BEA7-197C5C910C86}" srcOrd="0" destOrd="0" presId="urn:microsoft.com/office/officeart/2005/8/layout/vList2"/>
    <dgm:cxn modelId="{9D610FB8-7CEE-4AAD-A43E-5927C513BA1F}" type="presOf" srcId="{E8CDF987-A9B0-485F-8E25-334C22F6227B}" destId="{BAC35EF8-41B5-4111-8BCE-65F61966D27B}" srcOrd="0" destOrd="0" presId="urn:microsoft.com/office/officeart/2005/8/layout/vList2"/>
    <dgm:cxn modelId="{2AC48BC5-49D9-4442-BFEE-DC02E40F60FF}" srcId="{EE8B7506-3C4C-4AB6-9CAF-5507EA0A45FD}" destId="{D634B33B-C323-4594-8087-381ACDE56F2A}" srcOrd="2" destOrd="0" parTransId="{98EC5FBC-7B9B-467F-88A1-9483963F869D}" sibTransId="{19620BA8-7D55-49AF-8CEA-E514CFA5FC71}"/>
    <dgm:cxn modelId="{C0795D70-422C-415B-9E27-BE654316850C}" type="presParOf" srcId="{FE1AB1DF-E6D9-44DC-BAC3-0F57228ED9CC}" destId="{5BFC88D9-A147-4CDC-9231-6842BA1BDDCB}" srcOrd="0" destOrd="0" presId="urn:microsoft.com/office/officeart/2005/8/layout/vList2"/>
    <dgm:cxn modelId="{D731EC8B-D34D-43C5-AC92-9583F76CD3E1}" type="presParOf" srcId="{FE1AB1DF-E6D9-44DC-BAC3-0F57228ED9CC}" destId="{F4577811-931E-4C69-A7E1-A8F3B1F525E9}" srcOrd="1" destOrd="0" presId="urn:microsoft.com/office/officeart/2005/8/layout/vList2"/>
    <dgm:cxn modelId="{4D316489-5CB0-4BE5-B806-98DB0FDF5D27}" type="presParOf" srcId="{FE1AB1DF-E6D9-44DC-BAC3-0F57228ED9CC}" destId="{BAC35EF8-41B5-4111-8BCE-65F61966D27B}" srcOrd="2" destOrd="0" presId="urn:microsoft.com/office/officeart/2005/8/layout/vList2"/>
    <dgm:cxn modelId="{0E87C99F-F86C-484F-9E6B-136D8A34B061}" type="presParOf" srcId="{FE1AB1DF-E6D9-44DC-BAC3-0F57228ED9CC}" destId="{2DDBF714-A6AE-4BA2-99D3-8E5099FB617E}" srcOrd="3" destOrd="0" presId="urn:microsoft.com/office/officeart/2005/8/layout/vList2"/>
    <dgm:cxn modelId="{6E7D54D0-D1F4-448C-8FF7-4B7845034593}" type="presParOf" srcId="{FE1AB1DF-E6D9-44DC-BAC3-0F57228ED9CC}" destId="{E68873A4-31D6-484A-BEA7-197C5C910C8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E9E76B-134E-41ED-B3F1-CB6CE5DD70B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0AC130-7DC5-45AA-B269-56A99D3238A7}">
      <dgm:prSet custT="1"/>
      <dgm:spPr/>
      <dgm:t>
        <a:bodyPr/>
        <a:lstStyle/>
        <a:p>
          <a:pPr rtl="0"/>
          <a:r>
            <a:rPr lang="en-GB" sz="2000" dirty="0"/>
            <a:t>Discretionary Access Control (DAC)</a:t>
          </a:r>
        </a:p>
      </dgm:t>
    </dgm:pt>
    <dgm:pt modelId="{980FA624-2B8E-4928-BEA7-32E258880DB2}" type="parTrans" cxnId="{F5557138-0C9E-47FC-8C4C-E8C7A3A395F8}">
      <dgm:prSet/>
      <dgm:spPr/>
      <dgm:t>
        <a:bodyPr/>
        <a:lstStyle/>
        <a:p>
          <a:endParaRPr lang="en-US"/>
        </a:p>
      </dgm:t>
    </dgm:pt>
    <dgm:pt modelId="{2BA90107-8512-4A4A-8DB7-D02E8E0C4790}" type="sibTrans" cxnId="{F5557138-0C9E-47FC-8C4C-E8C7A3A395F8}">
      <dgm:prSet/>
      <dgm:spPr/>
      <dgm:t>
        <a:bodyPr/>
        <a:lstStyle/>
        <a:p>
          <a:endParaRPr lang="en-US"/>
        </a:p>
      </dgm:t>
    </dgm:pt>
    <dgm:pt modelId="{D91156A7-A4A6-44FA-9442-927C37F49DF2}">
      <dgm:prSet/>
      <dgm:spPr/>
      <dgm:t>
        <a:bodyPr/>
        <a:lstStyle/>
        <a:p>
          <a:pPr rtl="0"/>
          <a:r>
            <a:rPr lang="en-GB" dirty="0"/>
            <a:t>Start with supervisory mode</a:t>
          </a:r>
        </a:p>
      </dgm:t>
    </dgm:pt>
    <dgm:pt modelId="{7285E565-E2AE-4CDD-B0D5-156365C733E3}" type="parTrans" cxnId="{ECC2F80C-0D6B-45E6-A802-264CD2F04F5F}">
      <dgm:prSet/>
      <dgm:spPr/>
      <dgm:t>
        <a:bodyPr/>
        <a:lstStyle/>
        <a:p>
          <a:endParaRPr lang="en-US"/>
        </a:p>
      </dgm:t>
    </dgm:pt>
    <dgm:pt modelId="{755053E4-2DD3-40BB-B63B-1D3D435BB2CD}" type="sibTrans" cxnId="{ECC2F80C-0D6B-45E6-A802-264CD2F04F5F}">
      <dgm:prSet/>
      <dgm:spPr/>
      <dgm:t>
        <a:bodyPr/>
        <a:lstStyle/>
        <a:p>
          <a:endParaRPr lang="en-US"/>
        </a:p>
      </dgm:t>
    </dgm:pt>
    <dgm:pt modelId="{02BC9607-B8F0-46D0-AEC2-D599A3ED6AAA}">
      <dgm:prSet/>
      <dgm:spPr/>
      <dgm:t>
        <a:bodyPr/>
        <a:lstStyle/>
        <a:p>
          <a:pPr rtl="0"/>
          <a:r>
            <a:rPr lang="en-GB" dirty="0"/>
            <a:t>Then create users with less privileges for less trusted tasks</a:t>
          </a:r>
        </a:p>
      </dgm:t>
    </dgm:pt>
    <dgm:pt modelId="{C978A0C5-8656-4F1A-AC73-2D8F5E3B201D}" type="parTrans" cxnId="{B1209611-BBFF-4262-88CE-638D8DF59CF5}">
      <dgm:prSet/>
      <dgm:spPr/>
      <dgm:t>
        <a:bodyPr/>
        <a:lstStyle/>
        <a:p>
          <a:endParaRPr lang="en-US"/>
        </a:p>
      </dgm:t>
    </dgm:pt>
    <dgm:pt modelId="{FE036747-C32B-45DC-BB2F-533DE4BB3524}" type="sibTrans" cxnId="{B1209611-BBFF-4262-88CE-638D8DF59CF5}">
      <dgm:prSet/>
      <dgm:spPr/>
      <dgm:t>
        <a:bodyPr/>
        <a:lstStyle/>
        <a:p>
          <a:endParaRPr lang="en-US"/>
        </a:p>
      </dgm:t>
    </dgm:pt>
    <dgm:pt modelId="{7DDD8AEC-3670-46C7-94A4-31ED5F3FDC50}">
      <dgm:prSet/>
      <dgm:spPr/>
      <dgm:t>
        <a:bodyPr/>
        <a:lstStyle/>
        <a:p>
          <a:pPr rtl="0"/>
          <a:r>
            <a:rPr lang="en-GB" dirty="0"/>
            <a:t>Each user assigned with certain privileges</a:t>
          </a:r>
        </a:p>
      </dgm:t>
    </dgm:pt>
    <dgm:pt modelId="{88444B1B-5795-49D7-8781-0700A7D9734A}" type="parTrans" cxnId="{3BF2E9E0-8F6C-414B-9309-BBAB2CE424C8}">
      <dgm:prSet/>
      <dgm:spPr/>
      <dgm:t>
        <a:bodyPr/>
        <a:lstStyle/>
        <a:p>
          <a:endParaRPr lang="en-US"/>
        </a:p>
      </dgm:t>
    </dgm:pt>
    <dgm:pt modelId="{E288F321-0088-42A0-8BC8-FD2FB35B9F7D}" type="sibTrans" cxnId="{3BF2E9E0-8F6C-414B-9309-BBAB2CE424C8}">
      <dgm:prSet/>
      <dgm:spPr/>
      <dgm:t>
        <a:bodyPr/>
        <a:lstStyle/>
        <a:p>
          <a:endParaRPr lang="en-US"/>
        </a:p>
      </dgm:t>
    </dgm:pt>
    <dgm:pt modelId="{D0B1C7C5-291D-43BC-BAFC-01A9EAD4D922}">
      <dgm:prSet/>
      <dgm:spPr/>
      <dgm:t>
        <a:bodyPr/>
        <a:lstStyle/>
        <a:p>
          <a:pPr rtl="0"/>
          <a:r>
            <a:rPr lang="en-GB" dirty="0"/>
            <a:t>Access controlled by the privileges</a:t>
          </a:r>
        </a:p>
      </dgm:t>
    </dgm:pt>
    <dgm:pt modelId="{94176ED5-D2FA-4A71-94E6-CE5E72E48E12}" type="parTrans" cxnId="{6B5AD9E2-CBAF-4990-A097-FFFF3B336844}">
      <dgm:prSet/>
      <dgm:spPr/>
      <dgm:t>
        <a:bodyPr/>
        <a:lstStyle/>
        <a:p>
          <a:endParaRPr lang="en-US"/>
        </a:p>
      </dgm:t>
    </dgm:pt>
    <dgm:pt modelId="{161FD4B3-539F-4BC9-8CAE-02162851724A}" type="sibTrans" cxnId="{6B5AD9E2-CBAF-4990-A097-FFFF3B336844}">
      <dgm:prSet/>
      <dgm:spPr/>
      <dgm:t>
        <a:bodyPr/>
        <a:lstStyle/>
        <a:p>
          <a:endParaRPr lang="en-US"/>
        </a:p>
      </dgm:t>
    </dgm:pt>
    <dgm:pt modelId="{27F8D929-9A1E-4661-9EE9-042BBBBB8577}">
      <dgm:prSet/>
      <dgm:spPr/>
      <dgm:t>
        <a:bodyPr/>
        <a:lstStyle/>
        <a:p>
          <a:pPr rtl="0"/>
          <a:r>
            <a:rPr lang="en-GB" dirty="0"/>
            <a:t>Supervisor can GRANT and REVOKE permissions</a:t>
          </a:r>
        </a:p>
      </dgm:t>
    </dgm:pt>
    <dgm:pt modelId="{67ADD9BC-F0A4-4046-B328-148C2AAA94FC}" type="parTrans" cxnId="{DC85E315-4360-4C1E-9B2F-23265FD0D6D2}">
      <dgm:prSet/>
      <dgm:spPr/>
      <dgm:t>
        <a:bodyPr/>
        <a:lstStyle/>
        <a:p>
          <a:endParaRPr lang="en-US"/>
        </a:p>
      </dgm:t>
    </dgm:pt>
    <dgm:pt modelId="{973D37B2-36A0-41C5-9170-8985F059E78E}" type="sibTrans" cxnId="{DC85E315-4360-4C1E-9B2F-23265FD0D6D2}">
      <dgm:prSet/>
      <dgm:spPr/>
      <dgm:t>
        <a:bodyPr/>
        <a:lstStyle/>
        <a:p>
          <a:endParaRPr lang="en-US"/>
        </a:p>
      </dgm:t>
    </dgm:pt>
    <dgm:pt modelId="{27F27E31-2411-4851-B9EF-094AD842A50E}" type="pres">
      <dgm:prSet presAssocID="{25E9E76B-134E-41ED-B3F1-CB6CE5DD70BD}" presName="linear" presStyleCnt="0">
        <dgm:presLayoutVars>
          <dgm:animLvl val="lvl"/>
          <dgm:resizeHandles val="exact"/>
        </dgm:presLayoutVars>
      </dgm:prSet>
      <dgm:spPr/>
    </dgm:pt>
    <dgm:pt modelId="{5AC51F60-3788-48FA-86EC-EB94E447364B}" type="pres">
      <dgm:prSet presAssocID="{070AC130-7DC5-45AA-B269-56A99D3238A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8F0F659-52A9-4D02-AF55-B35466891D25}" type="pres">
      <dgm:prSet presAssocID="{070AC130-7DC5-45AA-B269-56A99D3238A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3A27F03-5BD2-457B-8D64-A3D27440DBA2}" type="presOf" srcId="{25E9E76B-134E-41ED-B3F1-CB6CE5DD70BD}" destId="{27F27E31-2411-4851-B9EF-094AD842A50E}" srcOrd="0" destOrd="0" presId="urn:microsoft.com/office/officeart/2005/8/layout/vList2"/>
    <dgm:cxn modelId="{ECC2F80C-0D6B-45E6-A802-264CD2F04F5F}" srcId="{070AC130-7DC5-45AA-B269-56A99D3238A7}" destId="{D91156A7-A4A6-44FA-9442-927C37F49DF2}" srcOrd="0" destOrd="0" parTransId="{7285E565-E2AE-4CDD-B0D5-156365C733E3}" sibTransId="{755053E4-2DD3-40BB-B63B-1D3D435BB2CD}"/>
    <dgm:cxn modelId="{B1209611-BBFF-4262-88CE-638D8DF59CF5}" srcId="{070AC130-7DC5-45AA-B269-56A99D3238A7}" destId="{02BC9607-B8F0-46D0-AEC2-D599A3ED6AAA}" srcOrd="1" destOrd="0" parTransId="{C978A0C5-8656-4F1A-AC73-2D8F5E3B201D}" sibTransId="{FE036747-C32B-45DC-BB2F-533DE4BB3524}"/>
    <dgm:cxn modelId="{DC85E315-4360-4C1E-9B2F-23265FD0D6D2}" srcId="{070AC130-7DC5-45AA-B269-56A99D3238A7}" destId="{27F8D929-9A1E-4661-9EE9-042BBBBB8577}" srcOrd="4" destOrd="0" parTransId="{67ADD9BC-F0A4-4046-B328-148C2AAA94FC}" sibTransId="{973D37B2-36A0-41C5-9170-8985F059E78E}"/>
    <dgm:cxn modelId="{F5557138-0C9E-47FC-8C4C-E8C7A3A395F8}" srcId="{25E9E76B-134E-41ED-B3F1-CB6CE5DD70BD}" destId="{070AC130-7DC5-45AA-B269-56A99D3238A7}" srcOrd="0" destOrd="0" parTransId="{980FA624-2B8E-4928-BEA7-32E258880DB2}" sibTransId="{2BA90107-8512-4A4A-8DB7-D02E8E0C4790}"/>
    <dgm:cxn modelId="{C8F5F766-83ED-4095-9971-F87CF9CA207A}" type="presOf" srcId="{D0B1C7C5-291D-43BC-BAFC-01A9EAD4D922}" destId="{28F0F659-52A9-4D02-AF55-B35466891D25}" srcOrd="0" destOrd="3" presId="urn:microsoft.com/office/officeart/2005/8/layout/vList2"/>
    <dgm:cxn modelId="{E0465D50-5CB9-4C1B-BB51-754B4760BEBC}" type="presOf" srcId="{070AC130-7DC5-45AA-B269-56A99D3238A7}" destId="{5AC51F60-3788-48FA-86EC-EB94E447364B}" srcOrd="0" destOrd="0" presId="urn:microsoft.com/office/officeart/2005/8/layout/vList2"/>
    <dgm:cxn modelId="{8B77B570-5096-4E71-91E7-0EE8D82B8688}" type="presOf" srcId="{02BC9607-B8F0-46D0-AEC2-D599A3ED6AAA}" destId="{28F0F659-52A9-4D02-AF55-B35466891D25}" srcOrd="0" destOrd="1" presId="urn:microsoft.com/office/officeart/2005/8/layout/vList2"/>
    <dgm:cxn modelId="{1986EEBF-A769-4BB4-B036-3C97CF814C4D}" type="presOf" srcId="{D91156A7-A4A6-44FA-9442-927C37F49DF2}" destId="{28F0F659-52A9-4D02-AF55-B35466891D25}" srcOrd="0" destOrd="0" presId="urn:microsoft.com/office/officeart/2005/8/layout/vList2"/>
    <dgm:cxn modelId="{9C636FC9-7083-450E-97BA-E2AA94BA494C}" type="presOf" srcId="{27F8D929-9A1E-4661-9EE9-042BBBBB8577}" destId="{28F0F659-52A9-4D02-AF55-B35466891D25}" srcOrd="0" destOrd="4" presId="urn:microsoft.com/office/officeart/2005/8/layout/vList2"/>
    <dgm:cxn modelId="{3BF2E9E0-8F6C-414B-9309-BBAB2CE424C8}" srcId="{070AC130-7DC5-45AA-B269-56A99D3238A7}" destId="{7DDD8AEC-3670-46C7-94A4-31ED5F3FDC50}" srcOrd="2" destOrd="0" parTransId="{88444B1B-5795-49D7-8781-0700A7D9734A}" sibTransId="{E288F321-0088-42A0-8BC8-FD2FB35B9F7D}"/>
    <dgm:cxn modelId="{6B5AD9E2-CBAF-4990-A097-FFFF3B336844}" srcId="{070AC130-7DC5-45AA-B269-56A99D3238A7}" destId="{D0B1C7C5-291D-43BC-BAFC-01A9EAD4D922}" srcOrd="3" destOrd="0" parTransId="{94176ED5-D2FA-4A71-94E6-CE5E72E48E12}" sibTransId="{161FD4B3-539F-4BC9-8CAE-02162851724A}"/>
    <dgm:cxn modelId="{49135BFD-46F7-4CF3-B3B8-4CB1F0C90EC5}" type="presOf" srcId="{7DDD8AEC-3670-46C7-94A4-31ED5F3FDC50}" destId="{28F0F659-52A9-4D02-AF55-B35466891D25}" srcOrd="0" destOrd="2" presId="urn:microsoft.com/office/officeart/2005/8/layout/vList2"/>
    <dgm:cxn modelId="{3A9AB578-2487-448A-8782-28E51E89E7FA}" type="presParOf" srcId="{27F27E31-2411-4851-B9EF-094AD842A50E}" destId="{5AC51F60-3788-48FA-86EC-EB94E447364B}" srcOrd="0" destOrd="0" presId="urn:microsoft.com/office/officeart/2005/8/layout/vList2"/>
    <dgm:cxn modelId="{B5999281-5D9D-40E1-9224-0CEEB3B9FA3C}" type="presParOf" srcId="{27F27E31-2411-4851-B9EF-094AD842A50E}" destId="{28F0F659-52A9-4D02-AF55-B35466891D2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1C5C88-37FB-4178-A210-946BD7CA7B4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A44904C-3DA6-44AF-A7B1-03C2F3473495}">
      <dgm:prSet/>
      <dgm:spPr/>
      <dgm:t>
        <a:bodyPr/>
        <a:lstStyle/>
        <a:p>
          <a:pPr rtl="0"/>
          <a:r>
            <a:rPr lang="en-GB" dirty="0"/>
            <a:t>Mandatory Access Control (MAC)</a:t>
          </a:r>
        </a:p>
      </dgm:t>
    </dgm:pt>
    <dgm:pt modelId="{C59A7454-C4FB-4BDB-B49E-D335914E81FC}" type="parTrans" cxnId="{5F221194-804A-4A64-9406-A6305E5F3068}">
      <dgm:prSet/>
      <dgm:spPr/>
      <dgm:t>
        <a:bodyPr/>
        <a:lstStyle/>
        <a:p>
          <a:endParaRPr lang="en-US"/>
        </a:p>
      </dgm:t>
    </dgm:pt>
    <dgm:pt modelId="{01EB9BC1-54B8-4840-87B6-1602D5265E90}" type="sibTrans" cxnId="{5F221194-804A-4A64-9406-A6305E5F3068}">
      <dgm:prSet/>
      <dgm:spPr/>
      <dgm:t>
        <a:bodyPr/>
        <a:lstStyle/>
        <a:p>
          <a:endParaRPr lang="en-US"/>
        </a:p>
      </dgm:t>
    </dgm:pt>
    <dgm:pt modelId="{6F8CE4FD-DA14-484D-93DE-2A616522A3FE}">
      <dgm:prSet/>
      <dgm:spPr/>
      <dgm:t>
        <a:bodyPr/>
        <a:lstStyle/>
        <a:p>
          <a:pPr rtl="0"/>
          <a:r>
            <a:rPr lang="en-GB" dirty="0"/>
            <a:t>US Military Research </a:t>
          </a:r>
        </a:p>
      </dgm:t>
    </dgm:pt>
    <dgm:pt modelId="{01BFF349-154D-4440-BD8C-7734F2051BAF}" type="parTrans" cxnId="{3B45EA56-64AE-48B0-91C6-778AC857C13D}">
      <dgm:prSet/>
      <dgm:spPr/>
      <dgm:t>
        <a:bodyPr/>
        <a:lstStyle/>
        <a:p>
          <a:endParaRPr lang="en-US"/>
        </a:p>
      </dgm:t>
    </dgm:pt>
    <dgm:pt modelId="{D1BA7033-B6ED-4DEF-8EB9-37D579161758}" type="sibTrans" cxnId="{3B45EA56-64AE-48B0-91C6-778AC857C13D}">
      <dgm:prSet/>
      <dgm:spPr/>
      <dgm:t>
        <a:bodyPr/>
        <a:lstStyle/>
        <a:p>
          <a:endParaRPr lang="en-US"/>
        </a:p>
      </dgm:t>
    </dgm:pt>
    <dgm:pt modelId="{CE0D597D-AF5A-4BC7-B4C4-8D12D2827980}">
      <dgm:prSet/>
      <dgm:spPr/>
      <dgm:t>
        <a:bodyPr/>
        <a:lstStyle/>
        <a:p>
          <a:pPr rtl="0"/>
          <a:r>
            <a:rPr lang="en-GB" dirty="0"/>
            <a:t>Files classified as Top Secret would never be available to a user with only Secret Clearance, either by the act of the user or by the supervisor</a:t>
          </a:r>
        </a:p>
      </dgm:t>
    </dgm:pt>
    <dgm:pt modelId="{225231AA-E802-41AD-999E-A4EB7CDB3653}" type="parTrans" cxnId="{93256583-B551-4645-A6F8-7C70F0A94DA4}">
      <dgm:prSet/>
      <dgm:spPr/>
      <dgm:t>
        <a:bodyPr/>
        <a:lstStyle/>
        <a:p>
          <a:endParaRPr lang="en-US"/>
        </a:p>
      </dgm:t>
    </dgm:pt>
    <dgm:pt modelId="{9CB1AE59-418D-4645-B414-F0F69607C639}" type="sibTrans" cxnId="{93256583-B551-4645-A6F8-7C70F0A94DA4}">
      <dgm:prSet/>
      <dgm:spPr/>
      <dgm:t>
        <a:bodyPr/>
        <a:lstStyle/>
        <a:p>
          <a:endParaRPr lang="en-US"/>
        </a:p>
      </dgm:t>
    </dgm:pt>
    <dgm:pt modelId="{F8C8824F-3752-4C7E-AE1D-A0486D4777F4}">
      <dgm:prSet/>
      <dgm:spPr/>
      <dgm:t>
        <a:bodyPr/>
        <a:lstStyle/>
        <a:p>
          <a:pPr rtl="0"/>
          <a:r>
            <a:rPr lang="en-GB" dirty="0"/>
            <a:t>System admin is no longer the boss</a:t>
          </a:r>
        </a:p>
      </dgm:t>
    </dgm:pt>
    <dgm:pt modelId="{21E65AB9-A2AA-449F-AF0B-4E018A1557B7}" type="parTrans" cxnId="{45FE87AF-9192-47B3-8457-DF7175AE2697}">
      <dgm:prSet/>
      <dgm:spPr/>
      <dgm:t>
        <a:bodyPr/>
        <a:lstStyle/>
        <a:p>
          <a:endParaRPr lang="en-US"/>
        </a:p>
      </dgm:t>
    </dgm:pt>
    <dgm:pt modelId="{07E60461-882C-4D0E-B82C-75ACAFEAA814}" type="sibTrans" cxnId="{45FE87AF-9192-47B3-8457-DF7175AE2697}">
      <dgm:prSet/>
      <dgm:spPr/>
      <dgm:t>
        <a:bodyPr/>
        <a:lstStyle/>
        <a:p>
          <a:endParaRPr lang="en-US"/>
        </a:p>
      </dgm:t>
    </dgm:pt>
    <dgm:pt modelId="{02A35D34-B1E6-4A1A-9F6F-DFBEAD358B99}">
      <dgm:prSet/>
      <dgm:spPr/>
      <dgm:t>
        <a:bodyPr/>
        <a:lstStyle/>
        <a:p>
          <a:r>
            <a:rPr lang="en-GB" dirty="0"/>
            <a:t>Subscriber cannot share the files to non subscribers</a:t>
          </a:r>
        </a:p>
      </dgm:t>
    </dgm:pt>
    <dgm:pt modelId="{AE12DE4E-45E0-4467-BC2D-D942290E44C0}" type="parTrans" cxnId="{D79313A1-EB57-4A3C-A0A1-0007F08BEA6F}">
      <dgm:prSet/>
      <dgm:spPr/>
      <dgm:t>
        <a:bodyPr/>
        <a:lstStyle/>
        <a:p>
          <a:endParaRPr lang="en-US"/>
        </a:p>
      </dgm:t>
    </dgm:pt>
    <dgm:pt modelId="{6FD7F83A-767E-473E-BFAE-1FDCC1AF9E21}" type="sibTrans" cxnId="{D79313A1-EB57-4A3C-A0A1-0007F08BEA6F}">
      <dgm:prSet/>
      <dgm:spPr/>
      <dgm:t>
        <a:bodyPr/>
        <a:lstStyle/>
        <a:p>
          <a:endParaRPr lang="en-US"/>
        </a:p>
      </dgm:t>
    </dgm:pt>
    <dgm:pt modelId="{BA285A6C-19A5-4982-96A1-6F3CB47E4AA6}">
      <dgm:prSet/>
      <dgm:spPr/>
      <dgm:t>
        <a:bodyPr/>
        <a:lstStyle/>
        <a:p>
          <a:r>
            <a:rPr lang="en-GB" dirty="0"/>
            <a:t>Stopping the Top secret user sharing the report with a Secret user</a:t>
          </a:r>
        </a:p>
      </dgm:t>
    </dgm:pt>
    <dgm:pt modelId="{73EAB08D-1197-4207-B8A2-4F0D658B3DC7}" type="parTrans" cxnId="{89AE91E5-10C4-469A-AC2E-13A631B1056A}">
      <dgm:prSet/>
      <dgm:spPr/>
      <dgm:t>
        <a:bodyPr/>
        <a:lstStyle/>
        <a:p>
          <a:endParaRPr lang="en-US"/>
        </a:p>
      </dgm:t>
    </dgm:pt>
    <dgm:pt modelId="{5F73E4C4-B8FA-421A-95AB-6AABD72F5A8C}" type="sibTrans" cxnId="{89AE91E5-10C4-469A-AC2E-13A631B1056A}">
      <dgm:prSet/>
      <dgm:spPr/>
      <dgm:t>
        <a:bodyPr/>
        <a:lstStyle/>
        <a:p>
          <a:endParaRPr lang="en-US"/>
        </a:p>
      </dgm:t>
    </dgm:pt>
    <dgm:pt modelId="{D7FE57A7-4907-46EF-A8DC-27228CA4EB6D}">
      <dgm:prSet/>
      <dgm:spPr/>
      <dgm:t>
        <a:bodyPr/>
        <a:lstStyle/>
        <a:p>
          <a:pPr rtl="0"/>
          <a:r>
            <a:rPr lang="en-GB" dirty="0"/>
            <a:t>More dependent system must not rely on less dependent system</a:t>
          </a:r>
        </a:p>
      </dgm:t>
    </dgm:pt>
    <dgm:pt modelId="{FF792804-1824-45BF-9830-4C0FB8F25C98}" type="parTrans" cxnId="{59189347-72A9-4916-B090-D202689CE362}">
      <dgm:prSet/>
      <dgm:spPr/>
      <dgm:t>
        <a:bodyPr/>
        <a:lstStyle/>
        <a:p>
          <a:endParaRPr lang="en-US"/>
        </a:p>
      </dgm:t>
    </dgm:pt>
    <dgm:pt modelId="{A6DAC5DC-4FFA-4E90-9FE7-1773B650F085}" type="sibTrans" cxnId="{59189347-72A9-4916-B090-D202689CE362}">
      <dgm:prSet/>
      <dgm:spPr/>
      <dgm:t>
        <a:bodyPr/>
        <a:lstStyle/>
        <a:p>
          <a:endParaRPr lang="en-US"/>
        </a:p>
      </dgm:t>
    </dgm:pt>
    <dgm:pt modelId="{6AB5A9D6-65BC-4C01-923A-BA5E9063355C}" type="pres">
      <dgm:prSet presAssocID="{101C5C88-37FB-4178-A210-946BD7CA7B41}" presName="linear" presStyleCnt="0">
        <dgm:presLayoutVars>
          <dgm:animLvl val="lvl"/>
          <dgm:resizeHandles val="exact"/>
        </dgm:presLayoutVars>
      </dgm:prSet>
      <dgm:spPr/>
    </dgm:pt>
    <dgm:pt modelId="{340D8805-B59B-4B12-B188-0CEB3BE57A75}" type="pres">
      <dgm:prSet presAssocID="{EA44904C-3DA6-44AF-A7B1-03C2F347349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3D9A58B-6622-4D6E-B607-C2509A73F40C}" type="pres">
      <dgm:prSet presAssocID="{EA44904C-3DA6-44AF-A7B1-03C2F347349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3247618-4DF2-47D8-AAD2-B2A80515C56A}" type="presOf" srcId="{CE0D597D-AF5A-4BC7-B4C4-8D12D2827980}" destId="{33D9A58B-6622-4D6E-B607-C2509A73F40C}" srcOrd="0" destOrd="1" presId="urn:microsoft.com/office/officeart/2005/8/layout/vList2"/>
    <dgm:cxn modelId="{50B5FB36-71E6-440C-93C9-29D158698A83}" type="presOf" srcId="{D7FE57A7-4907-46EF-A8DC-27228CA4EB6D}" destId="{33D9A58B-6622-4D6E-B607-C2509A73F40C}" srcOrd="0" destOrd="3" presId="urn:microsoft.com/office/officeart/2005/8/layout/vList2"/>
    <dgm:cxn modelId="{5F80AC64-DB40-406A-BEB9-56C15494A8FA}" type="presOf" srcId="{BA285A6C-19A5-4982-96A1-6F3CB47E4AA6}" destId="{33D9A58B-6622-4D6E-B607-C2509A73F40C}" srcOrd="0" destOrd="5" presId="urn:microsoft.com/office/officeart/2005/8/layout/vList2"/>
    <dgm:cxn modelId="{59189347-72A9-4916-B090-D202689CE362}" srcId="{EA44904C-3DA6-44AF-A7B1-03C2F3473495}" destId="{D7FE57A7-4907-46EF-A8DC-27228CA4EB6D}" srcOrd="3" destOrd="0" parTransId="{FF792804-1824-45BF-9830-4C0FB8F25C98}" sibTransId="{A6DAC5DC-4FFA-4E90-9FE7-1773B650F085}"/>
    <dgm:cxn modelId="{3B45EA56-64AE-48B0-91C6-778AC857C13D}" srcId="{EA44904C-3DA6-44AF-A7B1-03C2F3473495}" destId="{6F8CE4FD-DA14-484D-93DE-2A616522A3FE}" srcOrd="0" destOrd="0" parTransId="{01BFF349-154D-4440-BD8C-7734F2051BAF}" sibTransId="{D1BA7033-B6ED-4DEF-8EB9-37D579161758}"/>
    <dgm:cxn modelId="{C36A8C58-377E-44BF-A50B-D539782E8C6B}" type="presOf" srcId="{02A35D34-B1E6-4A1A-9F6F-DFBEAD358B99}" destId="{33D9A58B-6622-4D6E-B607-C2509A73F40C}" srcOrd="0" destOrd="4" presId="urn:microsoft.com/office/officeart/2005/8/layout/vList2"/>
    <dgm:cxn modelId="{93256583-B551-4645-A6F8-7C70F0A94DA4}" srcId="{EA44904C-3DA6-44AF-A7B1-03C2F3473495}" destId="{CE0D597D-AF5A-4BC7-B4C4-8D12D2827980}" srcOrd="1" destOrd="0" parTransId="{225231AA-E802-41AD-999E-A4EB7CDB3653}" sibTransId="{9CB1AE59-418D-4645-B414-F0F69607C639}"/>
    <dgm:cxn modelId="{B81EAD8F-A7F9-45A0-9514-CB45DED3BD50}" type="presOf" srcId="{EA44904C-3DA6-44AF-A7B1-03C2F3473495}" destId="{340D8805-B59B-4B12-B188-0CEB3BE57A75}" srcOrd="0" destOrd="0" presId="urn:microsoft.com/office/officeart/2005/8/layout/vList2"/>
    <dgm:cxn modelId="{5F221194-804A-4A64-9406-A6305E5F3068}" srcId="{101C5C88-37FB-4178-A210-946BD7CA7B41}" destId="{EA44904C-3DA6-44AF-A7B1-03C2F3473495}" srcOrd="0" destOrd="0" parTransId="{C59A7454-C4FB-4BDB-B49E-D335914E81FC}" sibTransId="{01EB9BC1-54B8-4840-87B6-1602D5265E90}"/>
    <dgm:cxn modelId="{D79313A1-EB57-4A3C-A0A1-0007F08BEA6F}" srcId="{D7FE57A7-4907-46EF-A8DC-27228CA4EB6D}" destId="{02A35D34-B1E6-4A1A-9F6F-DFBEAD358B99}" srcOrd="0" destOrd="0" parTransId="{AE12DE4E-45E0-4467-BC2D-D942290E44C0}" sibTransId="{6FD7F83A-767E-473E-BFAE-1FDCC1AF9E21}"/>
    <dgm:cxn modelId="{45FE87AF-9192-47B3-8457-DF7175AE2697}" srcId="{EA44904C-3DA6-44AF-A7B1-03C2F3473495}" destId="{F8C8824F-3752-4C7E-AE1D-A0486D4777F4}" srcOrd="2" destOrd="0" parTransId="{21E65AB9-A2AA-449F-AF0B-4E018A1557B7}" sibTransId="{07E60461-882C-4D0E-B82C-75ACAFEAA814}"/>
    <dgm:cxn modelId="{390CE6BD-DCB7-465F-9CFD-3F5CF8F97406}" type="presOf" srcId="{6F8CE4FD-DA14-484D-93DE-2A616522A3FE}" destId="{33D9A58B-6622-4D6E-B607-C2509A73F40C}" srcOrd="0" destOrd="0" presId="urn:microsoft.com/office/officeart/2005/8/layout/vList2"/>
    <dgm:cxn modelId="{51362CD4-D826-435A-9FCE-70BB7C700706}" type="presOf" srcId="{F8C8824F-3752-4C7E-AE1D-A0486D4777F4}" destId="{33D9A58B-6622-4D6E-B607-C2509A73F40C}" srcOrd="0" destOrd="2" presId="urn:microsoft.com/office/officeart/2005/8/layout/vList2"/>
    <dgm:cxn modelId="{89AE91E5-10C4-469A-AC2E-13A631B1056A}" srcId="{02A35D34-B1E6-4A1A-9F6F-DFBEAD358B99}" destId="{BA285A6C-19A5-4982-96A1-6F3CB47E4AA6}" srcOrd="0" destOrd="0" parTransId="{73EAB08D-1197-4207-B8A2-4F0D658B3DC7}" sibTransId="{5F73E4C4-B8FA-421A-95AB-6AABD72F5A8C}"/>
    <dgm:cxn modelId="{4B28AEEB-4070-42B3-A4CB-A7A0FA5A5C60}" type="presOf" srcId="{101C5C88-37FB-4178-A210-946BD7CA7B41}" destId="{6AB5A9D6-65BC-4C01-923A-BA5E9063355C}" srcOrd="0" destOrd="0" presId="urn:microsoft.com/office/officeart/2005/8/layout/vList2"/>
    <dgm:cxn modelId="{FD1B6A6F-006D-439E-BD8A-675A13B78004}" type="presParOf" srcId="{6AB5A9D6-65BC-4C01-923A-BA5E9063355C}" destId="{340D8805-B59B-4B12-B188-0CEB3BE57A75}" srcOrd="0" destOrd="0" presId="urn:microsoft.com/office/officeart/2005/8/layout/vList2"/>
    <dgm:cxn modelId="{52862115-C987-45DB-B367-4C7F00138068}" type="presParOf" srcId="{6AB5A9D6-65BC-4C01-923A-BA5E9063355C}" destId="{33D9A58B-6622-4D6E-B607-C2509A73F40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7C5D351-1D30-4E05-852A-19B4C7E6D204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DF32B81-8F1C-4272-B97D-348374512640}">
      <dgm:prSet/>
      <dgm:spPr/>
      <dgm:t>
        <a:bodyPr/>
        <a:lstStyle/>
        <a:p>
          <a:pPr rtl="0"/>
          <a:r>
            <a:rPr lang="en-GB" dirty="0"/>
            <a:t>DBA in Database Security</a:t>
          </a:r>
        </a:p>
      </dgm:t>
    </dgm:pt>
    <dgm:pt modelId="{50B172AB-4A40-4218-98C6-887697C7F3B1}" type="parTrans" cxnId="{BEC2438F-2052-4708-A324-FA84D95CC0A8}">
      <dgm:prSet/>
      <dgm:spPr/>
      <dgm:t>
        <a:bodyPr/>
        <a:lstStyle/>
        <a:p>
          <a:endParaRPr lang="en-US"/>
        </a:p>
      </dgm:t>
    </dgm:pt>
    <dgm:pt modelId="{6DCDDBF6-94D1-42ED-A66B-D8BADC5F09A9}" type="sibTrans" cxnId="{BEC2438F-2052-4708-A324-FA84D95CC0A8}">
      <dgm:prSet/>
      <dgm:spPr/>
      <dgm:t>
        <a:bodyPr/>
        <a:lstStyle/>
        <a:p>
          <a:endParaRPr lang="en-US"/>
        </a:p>
      </dgm:t>
    </dgm:pt>
    <dgm:pt modelId="{EB0A4CDD-ABDE-46A2-A6F7-88425119A752}">
      <dgm:prSet/>
      <dgm:spPr/>
      <dgm:t>
        <a:bodyPr/>
        <a:lstStyle/>
        <a:p>
          <a:pPr rtl="0"/>
          <a:r>
            <a:rPr lang="en-GB" dirty="0"/>
            <a:t>Implementing Discretionary Access Control mechanisms</a:t>
          </a:r>
        </a:p>
      </dgm:t>
    </dgm:pt>
    <dgm:pt modelId="{1A1D5542-1156-4CC1-816C-47A889F23686}" type="parTrans" cxnId="{712D77D1-B1D7-4982-B6FC-85FBEEE9FA1A}">
      <dgm:prSet/>
      <dgm:spPr/>
      <dgm:t>
        <a:bodyPr/>
        <a:lstStyle/>
        <a:p>
          <a:endParaRPr lang="en-US"/>
        </a:p>
      </dgm:t>
    </dgm:pt>
    <dgm:pt modelId="{8DD3D795-CA68-4AB9-828E-5C20548D2A55}" type="sibTrans" cxnId="{712D77D1-B1D7-4982-B6FC-85FBEEE9FA1A}">
      <dgm:prSet/>
      <dgm:spPr/>
      <dgm:t>
        <a:bodyPr/>
        <a:lstStyle/>
        <a:p>
          <a:endParaRPr lang="en-US"/>
        </a:p>
      </dgm:t>
    </dgm:pt>
    <dgm:pt modelId="{72CA204F-F931-40CA-BCF2-1234CC3DE5EC}" type="pres">
      <dgm:prSet presAssocID="{87C5D351-1D30-4E05-852A-19B4C7E6D204}" presName="Name0" presStyleCnt="0">
        <dgm:presLayoutVars>
          <dgm:chMax/>
          <dgm:chPref/>
          <dgm:dir/>
        </dgm:presLayoutVars>
      </dgm:prSet>
      <dgm:spPr/>
    </dgm:pt>
    <dgm:pt modelId="{5C6765A0-7C27-4FAC-ADE8-C89D00936895}" type="pres">
      <dgm:prSet presAssocID="{1DF32B81-8F1C-4272-B97D-348374512640}" presName="parenttextcomposite" presStyleCnt="0"/>
      <dgm:spPr/>
    </dgm:pt>
    <dgm:pt modelId="{E3B5DF17-5B05-454D-9978-01C1A71B8A18}" type="pres">
      <dgm:prSet presAssocID="{1DF32B81-8F1C-4272-B97D-348374512640}" presName="parenttext" presStyleLbl="revTx" presStyleIdx="0" presStyleCnt="1">
        <dgm:presLayoutVars>
          <dgm:chMax/>
          <dgm:chPref val="2"/>
          <dgm:bulletEnabled val="1"/>
        </dgm:presLayoutVars>
      </dgm:prSet>
      <dgm:spPr/>
    </dgm:pt>
    <dgm:pt modelId="{5B3ED1F2-4454-4A2D-BBC5-2D566AEEDBE6}" type="pres">
      <dgm:prSet presAssocID="{1DF32B81-8F1C-4272-B97D-348374512640}" presName="composite" presStyleCnt="0"/>
      <dgm:spPr/>
    </dgm:pt>
    <dgm:pt modelId="{9CE492A0-CB75-4C0B-8A19-A9749DE9BF67}" type="pres">
      <dgm:prSet presAssocID="{1DF32B81-8F1C-4272-B97D-348374512640}" presName="chevron1" presStyleLbl="alignNode1" presStyleIdx="0" presStyleCnt="7"/>
      <dgm:spPr/>
    </dgm:pt>
    <dgm:pt modelId="{DEAA24F4-064B-4E4F-A37E-6E0969271C8C}" type="pres">
      <dgm:prSet presAssocID="{1DF32B81-8F1C-4272-B97D-348374512640}" presName="chevron2" presStyleLbl="alignNode1" presStyleIdx="1" presStyleCnt="7"/>
      <dgm:spPr/>
    </dgm:pt>
    <dgm:pt modelId="{8874D2C0-121D-459E-AF34-3B93116911E8}" type="pres">
      <dgm:prSet presAssocID="{1DF32B81-8F1C-4272-B97D-348374512640}" presName="chevron3" presStyleLbl="alignNode1" presStyleIdx="2" presStyleCnt="7"/>
      <dgm:spPr/>
    </dgm:pt>
    <dgm:pt modelId="{8B9A983E-960B-479B-8431-C1BE07C0CDC9}" type="pres">
      <dgm:prSet presAssocID="{1DF32B81-8F1C-4272-B97D-348374512640}" presName="chevron4" presStyleLbl="alignNode1" presStyleIdx="3" presStyleCnt="7"/>
      <dgm:spPr/>
    </dgm:pt>
    <dgm:pt modelId="{96321C9A-26D4-4BA0-8DBA-871014CED1EE}" type="pres">
      <dgm:prSet presAssocID="{1DF32B81-8F1C-4272-B97D-348374512640}" presName="chevron5" presStyleLbl="alignNode1" presStyleIdx="4" presStyleCnt="7"/>
      <dgm:spPr/>
    </dgm:pt>
    <dgm:pt modelId="{37935F24-2A7D-4799-B14F-FCD11036F466}" type="pres">
      <dgm:prSet presAssocID="{1DF32B81-8F1C-4272-B97D-348374512640}" presName="chevron6" presStyleLbl="alignNode1" presStyleIdx="5" presStyleCnt="7"/>
      <dgm:spPr/>
    </dgm:pt>
    <dgm:pt modelId="{C4BAD120-9B6D-4BDF-81D8-29CA6610ED64}" type="pres">
      <dgm:prSet presAssocID="{1DF32B81-8F1C-4272-B97D-348374512640}" presName="chevron7" presStyleLbl="alignNode1" presStyleIdx="6" presStyleCnt="7"/>
      <dgm:spPr/>
    </dgm:pt>
    <dgm:pt modelId="{50B79B46-BCA1-45FE-8FC6-7E27B411EBDB}" type="pres">
      <dgm:prSet presAssocID="{1DF32B81-8F1C-4272-B97D-348374512640}" presName="childtext" presStyleLbl="solidFgAcc1" presStyleIdx="0" presStyleCnt="1" custLinFactNeighborX="-553" custLinFactNeighborY="-2661">
        <dgm:presLayoutVars>
          <dgm:chMax/>
          <dgm:chPref val="0"/>
          <dgm:bulletEnabled val="1"/>
        </dgm:presLayoutVars>
      </dgm:prSet>
      <dgm:spPr/>
    </dgm:pt>
  </dgm:ptLst>
  <dgm:cxnLst>
    <dgm:cxn modelId="{6BBA5D6C-C272-46A6-91CA-0485B88CFE00}" type="presOf" srcId="{87C5D351-1D30-4E05-852A-19B4C7E6D204}" destId="{72CA204F-F931-40CA-BCF2-1234CC3DE5EC}" srcOrd="0" destOrd="0" presId="urn:microsoft.com/office/officeart/2008/layout/VerticalAccentList"/>
    <dgm:cxn modelId="{1DC5DA8A-5377-48A7-954D-92CFA3F949CC}" type="presOf" srcId="{EB0A4CDD-ABDE-46A2-A6F7-88425119A752}" destId="{50B79B46-BCA1-45FE-8FC6-7E27B411EBDB}" srcOrd="0" destOrd="0" presId="urn:microsoft.com/office/officeart/2008/layout/VerticalAccentList"/>
    <dgm:cxn modelId="{BEC2438F-2052-4708-A324-FA84D95CC0A8}" srcId="{87C5D351-1D30-4E05-852A-19B4C7E6D204}" destId="{1DF32B81-8F1C-4272-B97D-348374512640}" srcOrd="0" destOrd="0" parTransId="{50B172AB-4A40-4218-98C6-887697C7F3B1}" sibTransId="{6DCDDBF6-94D1-42ED-A66B-D8BADC5F09A9}"/>
    <dgm:cxn modelId="{606FADA9-8796-46EE-88C3-CF1614ED36C5}" type="presOf" srcId="{1DF32B81-8F1C-4272-B97D-348374512640}" destId="{E3B5DF17-5B05-454D-9978-01C1A71B8A18}" srcOrd="0" destOrd="0" presId="urn:microsoft.com/office/officeart/2008/layout/VerticalAccentList"/>
    <dgm:cxn modelId="{712D77D1-B1D7-4982-B6FC-85FBEEE9FA1A}" srcId="{1DF32B81-8F1C-4272-B97D-348374512640}" destId="{EB0A4CDD-ABDE-46A2-A6F7-88425119A752}" srcOrd="0" destOrd="0" parTransId="{1A1D5542-1156-4CC1-816C-47A889F23686}" sibTransId="{8DD3D795-CA68-4AB9-828E-5C20548D2A55}"/>
    <dgm:cxn modelId="{EBC9BFCA-4BD0-4823-85E1-35BE84EDE216}" type="presParOf" srcId="{72CA204F-F931-40CA-BCF2-1234CC3DE5EC}" destId="{5C6765A0-7C27-4FAC-ADE8-C89D00936895}" srcOrd="0" destOrd="0" presId="urn:microsoft.com/office/officeart/2008/layout/VerticalAccentList"/>
    <dgm:cxn modelId="{1670EF52-AAA9-4A85-8FE1-94ED13D3A323}" type="presParOf" srcId="{5C6765A0-7C27-4FAC-ADE8-C89D00936895}" destId="{E3B5DF17-5B05-454D-9978-01C1A71B8A18}" srcOrd="0" destOrd="0" presId="urn:microsoft.com/office/officeart/2008/layout/VerticalAccentList"/>
    <dgm:cxn modelId="{DD60BEFA-7651-4D36-93D7-7B1E905C8F8D}" type="presParOf" srcId="{72CA204F-F931-40CA-BCF2-1234CC3DE5EC}" destId="{5B3ED1F2-4454-4A2D-BBC5-2D566AEEDBE6}" srcOrd="1" destOrd="0" presId="urn:microsoft.com/office/officeart/2008/layout/VerticalAccentList"/>
    <dgm:cxn modelId="{01D7E837-E052-4049-87E1-C8B1DEF3EFC7}" type="presParOf" srcId="{5B3ED1F2-4454-4A2D-BBC5-2D566AEEDBE6}" destId="{9CE492A0-CB75-4C0B-8A19-A9749DE9BF67}" srcOrd="0" destOrd="0" presId="urn:microsoft.com/office/officeart/2008/layout/VerticalAccentList"/>
    <dgm:cxn modelId="{985E6DB9-ADFB-4C03-BCCB-BC3A79E7B9F9}" type="presParOf" srcId="{5B3ED1F2-4454-4A2D-BBC5-2D566AEEDBE6}" destId="{DEAA24F4-064B-4E4F-A37E-6E0969271C8C}" srcOrd="1" destOrd="0" presId="urn:microsoft.com/office/officeart/2008/layout/VerticalAccentList"/>
    <dgm:cxn modelId="{CF12024D-C759-4F86-A1DF-3CF4BA2AB59A}" type="presParOf" srcId="{5B3ED1F2-4454-4A2D-BBC5-2D566AEEDBE6}" destId="{8874D2C0-121D-459E-AF34-3B93116911E8}" srcOrd="2" destOrd="0" presId="urn:microsoft.com/office/officeart/2008/layout/VerticalAccentList"/>
    <dgm:cxn modelId="{851937AC-758D-4243-BC70-69986D2DFC8F}" type="presParOf" srcId="{5B3ED1F2-4454-4A2D-BBC5-2D566AEEDBE6}" destId="{8B9A983E-960B-479B-8431-C1BE07C0CDC9}" srcOrd="3" destOrd="0" presId="urn:microsoft.com/office/officeart/2008/layout/VerticalAccentList"/>
    <dgm:cxn modelId="{A9305609-CE3A-40B3-B782-577EDEAA0DE9}" type="presParOf" srcId="{5B3ED1F2-4454-4A2D-BBC5-2D566AEEDBE6}" destId="{96321C9A-26D4-4BA0-8DBA-871014CED1EE}" srcOrd="4" destOrd="0" presId="urn:microsoft.com/office/officeart/2008/layout/VerticalAccentList"/>
    <dgm:cxn modelId="{332C639E-6061-4626-85F2-143303389614}" type="presParOf" srcId="{5B3ED1F2-4454-4A2D-BBC5-2D566AEEDBE6}" destId="{37935F24-2A7D-4799-B14F-FCD11036F466}" srcOrd="5" destOrd="0" presId="urn:microsoft.com/office/officeart/2008/layout/VerticalAccentList"/>
    <dgm:cxn modelId="{87DCF341-4039-43EF-A9A5-2ABC32C68F5C}" type="presParOf" srcId="{5B3ED1F2-4454-4A2D-BBC5-2D566AEEDBE6}" destId="{C4BAD120-9B6D-4BDF-81D8-29CA6610ED64}" srcOrd="6" destOrd="0" presId="urn:microsoft.com/office/officeart/2008/layout/VerticalAccentList"/>
    <dgm:cxn modelId="{6CAEE130-71A8-4081-9F8C-D7812D7BDAF8}" type="presParOf" srcId="{5B3ED1F2-4454-4A2D-BBC5-2D566AEEDBE6}" destId="{50B79B46-BCA1-45FE-8FC6-7E27B411EBDB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85C2C-0344-4684-B82C-5E187C6B945D}">
      <dsp:nvSpPr>
        <dsp:cNvPr id="0" name=""/>
        <dsp:cNvSpPr/>
      </dsp:nvSpPr>
      <dsp:spPr>
        <a:xfrm>
          <a:off x="1162463" y="17"/>
          <a:ext cx="3486131" cy="3486131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“</a:t>
          </a:r>
          <a:r>
            <a:rPr lang="en-US" sz="2200" i="1" kern="1200" dirty="0"/>
            <a:t>The protection of the database against </a:t>
          </a:r>
          <a:r>
            <a:rPr lang="en-US" sz="2200" i="1" kern="1200" dirty="0" err="1"/>
            <a:t>unauthorised</a:t>
          </a:r>
          <a:r>
            <a:rPr lang="en-US" sz="2200" i="1" kern="1200" dirty="0"/>
            <a:t> access, either intentional or accidental</a:t>
          </a:r>
          <a:r>
            <a:rPr lang="en-US" sz="2200" kern="1200" dirty="0"/>
            <a:t>”</a:t>
          </a:r>
          <a:endParaRPr lang="en-GB" sz="2200" kern="1200" dirty="0"/>
        </a:p>
      </dsp:txBody>
      <dsp:txXfrm>
        <a:off x="1649265" y="411106"/>
        <a:ext cx="2010021" cy="2663952"/>
      </dsp:txXfrm>
    </dsp:sp>
    <dsp:sp modelId="{3C0EFA43-3B83-4E3A-97A9-7FF521AF530A}">
      <dsp:nvSpPr>
        <dsp:cNvPr id="0" name=""/>
        <dsp:cNvSpPr/>
      </dsp:nvSpPr>
      <dsp:spPr>
        <a:xfrm>
          <a:off x="3627997" y="9534"/>
          <a:ext cx="3486131" cy="3486131"/>
        </a:xfrm>
        <a:prstGeom prst="ellipse">
          <a:avLst/>
        </a:prstGeom>
        <a:solidFill>
          <a:schemeClr val="accent5">
            <a:alpha val="50000"/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Security countermeasures should combat threats and the consequences of such threats</a:t>
          </a:r>
          <a:endParaRPr lang="en-GB" sz="2200" kern="1200" dirty="0"/>
        </a:p>
      </dsp:txBody>
      <dsp:txXfrm>
        <a:off x="4617305" y="420624"/>
        <a:ext cx="2010021" cy="26639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629BFE-3F40-4146-B63A-85DC7B357BDF}">
      <dsp:nvSpPr>
        <dsp:cNvPr id="0" name=""/>
        <dsp:cNvSpPr/>
      </dsp:nvSpPr>
      <dsp:spPr>
        <a:xfrm rot="5400000">
          <a:off x="4912203" y="-1778523"/>
          <a:ext cx="1367849" cy="526694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285750" lvl="1" indent="-285750" algn="l" defTabSz="1644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 dirty="0"/>
            <a:t>Only </a:t>
          </a:r>
          <a:r>
            <a:rPr lang="en-US" sz="3700" kern="1200" dirty="0" err="1"/>
            <a:t>authorised</a:t>
          </a:r>
          <a:r>
            <a:rPr lang="en-US" sz="3700" kern="1200" dirty="0"/>
            <a:t> users can access database</a:t>
          </a:r>
          <a:endParaRPr lang="en-GB" sz="3700" kern="1200" dirty="0"/>
        </a:p>
      </dsp:txBody>
      <dsp:txXfrm rot="-5400000">
        <a:off x="2962656" y="237797"/>
        <a:ext cx="5200171" cy="1234303"/>
      </dsp:txXfrm>
    </dsp:sp>
    <dsp:sp modelId="{1C1D8F28-8D60-4CCD-9988-66199556CB05}">
      <dsp:nvSpPr>
        <dsp:cNvPr id="0" name=""/>
        <dsp:cNvSpPr/>
      </dsp:nvSpPr>
      <dsp:spPr>
        <a:xfrm>
          <a:off x="33866" y="8"/>
          <a:ext cx="2962656" cy="170981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Database security</a:t>
          </a:r>
          <a:endParaRPr lang="en-GB" sz="4800" kern="1200" dirty="0"/>
        </a:p>
      </dsp:txBody>
      <dsp:txXfrm>
        <a:off x="117332" y="83474"/>
        <a:ext cx="2795724" cy="1542879"/>
      </dsp:txXfrm>
    </dsp:sp>
    <dsp:sp modelId="{3FBF5BDF-5C3F-42B9-8973-5EA92B941D59}">
      <dsp:nvSpPr>
        <dsp:cNvPr id="0" name=""/>
        <dsp:cNvSpPr/>
      </dsp:nvSpPr>
      <dsp:spPr>
        <a:xfrm rot="5400000">
          <a:off x="4912203" y="16779"/>
          <a:ext cx="1367849" cy="5266944"/>
        </a:xfrm>
        <a:prstGeom prst="round2SameRect">
          <a:avLst/>
        </a:prstGeom>
        <a:solidFill>
          <a:schemeClr val="accent3">
            <a:tint val="40000"/>
            <a:alpha val="90000"/>
            <a:hueOff val="10716854"/>
            <a:satOff val="-13793"/>
            <a:lumOff val="-1075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10716854"/>
              <a:satOff val="-13793"/>
              <a:lumOff val="-10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285750" lvl="1" indent="-285750" algn="l" defTabSz="1644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Data must be consistent and accurate</a:t>
          </a:r>
          <a:endParaRPr lang="en-GB" sz="3700" kern="1200"/>
        </a:p>
      </dsp:txBody>
      <dsp:txXfrm rot="-5400000">
        <a:off x="2962656" y="2033100"/>
        <a:ext cx="5200171" cy="1234303"/>
      </dsp:txXfrm>
    </dsp:sp>
    <dsp:sp modelId="{3BC21CD2-8428-41C9-B223-9A925022FE8D}">
      <dsp:nvSpPr>
        <dsp:cNvPr id="0" name=""/>
        <dsp:cNvSpPr/>
      </dsp:nvSpPr>
      <dsp:spPr>
        <a:xfrm>
          <a:off x="0" y="1795345"/>
          <a:ext cx="2962656" cy="1709811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Data integrity</a:t>
          </a:r>
          <a:endParaRPr lang="en-GB" sz="4800" kern="1200"/>
        </a:p>
      </dsp:txBody>
      <dsp:txXfrm>
        <a:off x="83466" y="1878811"/>
        <a:ext cx="2795724" cy="15428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C88D9-A147-4CDC-9231-6842BA1BDDCB}">
      <dsp:nvSpPr>
        <dsp:cNvPr id="0" name=""/>
        <dsp:cNvSpPr/>
      </dsp:nvSpPr>
      <dsp:spPr>
        <a:xfrm>
          <a:off x="0" y="1199"/>
          <a:ext cx="8229600" cy="11138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Distributed databases and open access to data over networks makes managing security more difficult</a:t>
          </a:r>
          <a:endParaRPr lang="en-GB" sz="2800" kern="1200" dirty="0"/>
        </a:p>
      </dsp:txBody>
      <dsp:txXfrm>
        <a:off x="54373" y="55572"/>
        <a:ext cx="8120854" cy="1005094"/>
      </dsp:txXfrm>
    </dsp:sp>
    <dsp:sp modelId="{BAC35EF8-41B5-4111-8BCE-65F61966D27B}">
      <dsp:nvSpPr>
        <dsp:cNvPr id="0" name=""/>
        <dsp:cNvSpPr/>
      </dsp:nvSpPr>
      <dsp:spPr>
        <a:xfrm>
          <a:off x="0" y="1195680"/>
          <a:ext cx="8229600" cy="1113840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All parts of the system must be secure: building, network, operating system, application, database etc.</a:t>
          </a:r>
          <a:endParaRPr lang="en-GB" sz="2800" kern="1200" dirty="0"/>
        </a:p>
      </dsp:txBody>
      <dsp:txXfrm>
        <a:off x="54373" y="1250053"/>
        <a:ext cx="8120854" cy="1005094"/>
      </dsp:txXfrm>
    </dsp:sp>
    <dsp:sp modelId="{E68873A4-31D6-484A-BEA7-197C5C910C86}">
      <dsp:nvSpPr>
        <dsp:cNvPr id="0" name=""/>
        <dsp:cNvSpPr/>
      </dsp:nvSpPr>
      <dsp:spPr>
        <a:xfrm>
          <a:off x="0" y="2390160"/>
          <a:ext cx="8229600" cy="111384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Must guard against accidental loss, theft, fraud, loss of confidentiality, loss of data integrity, loss of availability</a:t>
          </a:r>
          <a:endParaRPr lang="en-GB" sz="2800" kern="1200" dirty="0"/>
        </a:p>
      </dsp:txBody>
      <dsp:txXfrm>
        <a:off x="54373" y="2444533"/>
        <a:ext cx="8120854" cy="10050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51F60-3788-48FA-86EC-EB94E447364B}">
      <dsp:nvSpPr>
        <dsp:cNvPr id="0" name=""/>
        <dsp:cNvSpPr/>
      </dsp:nvSpPr>
      <dsp:spPr>
        <a:xfrm>
          <a:off x="0" y="42441"/>
          <a:ext cx="3959225" cy="505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Discretionary Access Control (DAC)</a:t>
          </a:r>
        </a:p>
      </dsp:txBody>
      <dsp:txXfrm>
        <a:off x="24674" y="67115"/>
        <a:ext cx="3909877" cy="456092"/>
      </dsp:txXfrm>
    </dsp:sp>
    <dsp:sp modelId="{28F0F659-52A9-4D02-AF55-B35466891D25}">
      <dsp:nvSpPr>
        <dsp:cNvPr id="0" name=""/>
        <dsp:cNvSpPr/>
      </dsp:nvSpPr>
      <dsp:spPr>
        <a:xfrm>
          <a:off x="0" y="547881"/>
          <a:ext cx="3959225" cy="3018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05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 dirty="0"/>
            <a:t>Start with supervisory mode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 dirty="0"/>
            <a:t>Then create users with less privileges for less trusted tasks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 dirty="0"/>
            <a:t>Each user assigned with certain privileges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 dirty="0"/>
            <a:t>Access controlled by the privileges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 dirty="0"/>
            <a:t>Supervisor can GRANT and REVOKE permissions</a:t>
          </a:r>
        </a:p>
      </dsp:txBody>
      <dsp:txXfrm>
        <a:off x="0" y="547881"/>
        <a:ext cx="3959225" cy="30180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0D8805-B59B-4B12-B188-0CEB3BE57A75}">
      <dsp:nvSpPr>
        <dsp:cNvPr id="0" name=""/>
        <dsp:cNvSpPr/>
      </dsp:nvSpPr>
      <dsp:spPr>
        <a:xfrm>
          <a:off x="0" y="22349"/>
          <a:ext cx="3959225" cy="479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Mandatory Access Control (MAC)</a:t>
          </a:r>
        </a:p>
      </dsp:txBody>
      <dsp:txXfrm>
        <a:off x="23417" y="45766"/>
        <a:ext cx="3912391" cy="432866"/>
      </dsp:txXfrm>
    </dsp:sp>
    <dsp:sp modelId="{33D9A58B-6622-4D6E-B607-C2509A73F40C}">
      <dsp:nvSpPr>
        <dsp:cNvPr id="0" name=""/>
        <dsp:cNvSpPr/>
      </dsp:nvSpPr>
      <dsp:spPr>
        <a:xfrm>
          <a:off x="0" y="502050"/>
          <a:ext cx="3959225" cy="298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05" tIns="25400" rIns="142240" bIns="2540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US Military Research 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Files classified as Top Secret would never be available to a user with only Secret Clearance, either by the act of the user or by the supervisor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System admin is no longer the boss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More dependent system must not rely on less dependent system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Subscriber cannot share the files to non subscribers</a:t>
          </a:r>
        </a:p>
        <a:p>
          <a:pPr marL="514350" lvl="3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 dirty="0"/>
            <a:t>Stopping the Top secret user sharing the report with a Secret user</a:t>
          </a:r>
        </a:p>
      </dsp:txBody>
      <dsp:txXfrm>
        <a:off x="0" y="502050"/>
        <a:ext cx="3959225" cy="29808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5DF17-5B05-454D-9978-01C1A71B8A18}">
      <dsp:nvSpPr>
        <dsp:cNvPr id="0" name=""/>
        <dsp:cNvSpPr/>
      </dsp:nvSpPr>
      <dsp:spPr>
        <a:xfrm>
          <a:off x="123855" y="730134"/>
          <a:ext cx="7406640" cy="67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b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/>
            <a:t>DBA in Database Security</a:t>
          </a:r>
        </a:p>
      </dsp:txBody>
      <dsp:txXfrm>
        <a:off x="123855" y="730134"/>
        <a:ext cx="7406640" cy="673330"/>
      </dsp:txXfrm>
    </dsp:sp>
    <dsp:sp modelId="{9CE492A0-CB75-4C0B-8A19-A9749DE9BF67}">
      <dsp:nvSpPr>
        <dsp:cNvPr id="0" name=""/>
        <dsp:cNvSpPr/>
      </dsp:nvSpPr>
      <dsp:spPr>
        <a:xfrm>
          <a:off x="123855" y="1403465"/>
          <a:ext cx="1733153" cy="1371600"/>
        </a:xfrm>
        <a:prstGeom prst="chevron">
          <a:avLst>
            <a:gd name="adj" fmla="val 706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A24F4-064B-4E4F-A37E-6E0969271C8C}">
      <dsp:nvSpPr>
        <dsp:cNvPr id="0" name=""/>
        <dsp:cNvSpPr/>
      </dsp:nvSpPr>
      <dsp:spPr>
        <a:xfrm>
          <a:off x="1164899" y="1403465"/>
          <a:ext cx="1733153" cy="1371600"/>
        </a:xfrm>
        <a:prstGeom prst="chevron">
          <a:avLst>
            <a:gd name="adj" fmla="val 70610"/>
          </a:avLst>
        </a:prstGeom>
        <a:solidFill>
          <a:schemeClr val="accent5">
            <a:hueOff val="-1655646"/>
            <a:satOff val="6635"/>
            <a:lumOff val="1438"/>
            <a:alphaOff val="0"/>
          </a:schemeClr>
        </a:solidFill>
        <a:ln w="25400" cap="flat" cmpd="sng" algn="ctr">
          <a:solidFill>
            <a:schemeClr val="accent5">
              <a:hueOff val="-1655646"/>
              <a:satOff val="6635"/>
              <a:lumOff val="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4D2C0-121D-459E-AF34-3B93116911E8}">
      <dsp:nvSpPr>
        <dsp:cNvPr id="0" name=""/>
        <dsp:cNvSpPr/>
      </dsp:nvSpPr>
      <dsp:spPr>
        <a:xfrm>
          <a:off x="2206767" y="1403465"/>
          <a:ext cx="1733153" cy="1371600"/>
        </a:xfrm>
        <a:prstGeom prst="chevron">
          <a:avLst>
            <a:gd name="adj" fmla="val 70610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9A983E-960B-479B-8431-C1BE07C0CDC9}">
      <dsp:nvSpPr>
        <dsp:cNvPr id="0" name=""/>
        <dsp:cNvSpPr/>
      </dsp:nvSpPr>
      <dsp:spPr>
        <a:xfrm>
          <a:off x="3247811" y="1403465"/>
          <a:ext cx="1733153" cy="1371600"/>
        </a:xfrm>
        <a:prstGeom prst="chevron">
          <a:avLst>
            <a:gd name="adj" fmla="val 7061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21C9A-26D4-4BA0-8DBA-871014CED1EE}">
      <dsp:nvSpPr>
        <dsp:cNvPr id="0" name=""/>
        <dsp:cNvSpPr/>
      </dsp:nvSpPr>
      <dsp:spPr>
        <a:xfrm>
          <a:off x="4289679" y="1403465"/>
          <a:ext cx="1733153" cy="1371600"/>
        </a:xfrm>
        <a:prstGeom prst="chevron">
          <a:avLst>
            <a:gd name="adj" fmla="val 70610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35F24-2A7D-4799-B14F-FCD11036F466}">
      <dsp:nvSpPr>
        <dsp:cNvPr id="0" name=""/>
        <dsp:cNvSpPr/>
      </dsp:nvSpPr>
      <dsp:spPr>
        <a:xfrm>
          <a:off x="5330723" y="1403465"/>
          <a:ext cx="1733153" cy="1371600"/>
        </a:xfrm>
        <a:prstGeom prst="chevron">
          <a:avLst>
            <a:gd name="adj" fmla="val 70610"/>
          </a:avLst>
        </a:prstGeom>
        <a:solidFill>
          <a:schemeClr val="accent5">
            <a:hueOff val="-8278230"/>
            <a:satOff val="33176"/>
            <a:lumOff val="7190"/>
            <a:alphaOff val="0"/>
          </a:schemeClr>
        </a:solidFill>
        <a:ln w="25400" cap="flat" cmpd="sng" algn="ctr">
          <a:solidFill>
            <a:schemeClr val="accent5">
              <a:hueOff val="-8278230"/>
              <a:satOff val="33176"/>
              <a:lumOff val="71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AD120-9B6D-4BDF-81D8-29CA6610ED64}">
      <dsp:nvSpPr>
        <dsp:cNvPr id="0" name=""/>
        <dsp:cNvSpPr/>
      </dsp:nvSpPr>
      <dsp:spPr>
        <a:xfrm>
          <a:off x="6372590" y="1403465"/>
          <a:ext cx="1733153" cy="1371600"/>
        </a:xfrm>
        <a:prstGeom prst="chevron">
          <a:avLst>
            <a:gd name="adj" fmla="val 7061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79B46-BCA1-45FE-8FC6-7E27B411EBDB}">
      <dsp:nvSpPr>
        <dsp:cNvPr id="0" name=""/>
        <dsp:cNvSpPr/>
      </dsp:nvSpPr>
      <dsp:spPr>
        <a:xfrm>
          <a:off x="82364" y="1511426"/>
          <a:ext cx="7502926" cy="10972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40" tIns="78740" rIns="78740" bIns="7874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/>
            <a:t>Implementing Discretionary Access Control mechanisms</a:t>
          </a:r>
        </a:p>
      </dsp:txBody>
      <dsp:txXfrm>
        <a:off x="82364" y="1511426"/>
        <a:ext cx="7502926" cy="1097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90941D-EFFB-B745-9350-96412636191F}" type="datetimeFigureOut"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1122B-0F2E-B341-B8DA-D29E5DAE9B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07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7899A14-3C82-4D7A-A6BE-4EE9FB2A1AB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0599F28-8663-46C7-9050-41009FB8A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87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previous session highlighted that the data is the most valuable resource and must be protected. </a:t>
            </a:r>
          </a:p>
          <a:p>
            <a:endParaRPr lang="en-GB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 threats are present in every part of the system and securing data is an organisation-wide responsibility. </a:t>
            </a:r>
          </a:p>
          <a:p>
            <a:r>
              <a:rPr lang="en-GB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includes securing the premises, the network, securing the application, the data, securing the access, and educating the users etc. </a:t>
            </a:r>
          </a:p>
          <a:p>
            <a:r>
              <a:rPr lang="en-GB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 with the system-wide countermeasures, the database management system takes extra care to safeguard the data.</a:t>
            </a:r>
          </a:p>
          <a:p>
            <a:endParaRPr lang="en-GB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session will discuss DBMS specific countermeasures that are available to ensure and enhance data security.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599F28-8663-46C7-9050-41009FB8A0A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180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dirty="0"/>
              <a:t>As </a:t>
            </a:r>
            <a:r>
              <a:rPr lang="en-GB"/>
              <a:t>we have already </a:t>
            </a:r>
            <a:r>
              <a:rPr lang="en-GB" dirty="0"/>
              <a:t>discussed security is "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protection of the database against </a:t>
            </a:r>
            <a:r>
              <a:rPr lang="en-GB" dirty="0"/>
              <a:t>unauthorised access, either intentional or accidental", and security countermeasures should combat threats and the consequences of such threats.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99F28-8663-46C7-9050-41009FB8A0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95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In terms of a relational </a:t>
            </a:r>
            <a:r>
              <a:rPr lang="en-GB" dirty="0"/>
              <a:t>database management system, we can say the security countermeasures should ensure database-level security as </a:t>
            </a:r>
            <a:r>
              <a:rPr lang="en-GB" b="1" dirty="0"/>
              <a:t>only authorised </a:t>
            </a:r>
            <a:r>
              <a:rPr lang="en-GB" dirty="0"/>
              <a:t>users should access the data. </a:t>
            </a:r>
          </a:p>
          <a:p>
            <a:r>
              <a:rPr lang="en-GB" b="1" dirty="0"/>
              <a:t>And data integrity </a:t>
            </a:r>
            <a:r>
              <a:rPr lang="en-GB" dirty="0"/>
              <a:t>as </a:t>
            </a:r>
            <a:r>
              <a:rPr lang="en-GB" b="1" dirty="0"/>
              <a:t>data must be </a:t>
            </a:r>
            <a:r>
              <a:rPr lang="en-GB" dirty="0"/>
              <a:t>always kept consistent and accurate.</a:t>
            </a:r>
          </a:p>
          <a:p>
            <a:endParaRPr lang="en-GB" dirty="0"/>
          </a:p>
          <a:p>
            <a:r>
              <a:rPr lang="en-GB" dirty="0"/>
              <a:t>So DBMS should ensure data security while guaranteeing that correct data is accessible by the authorised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99F28-8663-46C7-9050-41009FB8A0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50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886200" y="8686577"/>
            <a:ext cx="2971800" cy="457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/>
          <a:p>
            <a:pPr algn="r" eaLnBrk="0" hangingPunct="0"/>
            <a:r>
              <a:rPr lang="en-US" sz="1200" dirty="0">
                <a:latin typeface="Times New Roman" pitchFamily="18" charset="0"/>
              </a:rPr>
              <a:t>3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8686577"/>
            <a:ext cx="2971800" cy="457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0" y="0"/>
            <a:ext cx="2971800" cy="457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17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175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dirty="0"/>
              <a:t>Since we are relying heavily on the computerised system that is connected over the network, you must be aware of some additional security considerations. </a:t>
            </a:r>
          </a:p>
          <a:p>
            <a:pPr eaLnBrk="1" hangingPunct="1"/>
            <a:endParaRPr lang="en-GB" dirty="0"/>
          </a:p>
          <a:p>
            <a:pPr eaLnBrk="1" hangingPunct="1"/>
            <a:r>
              <a:rPr lang="en-GB" b="1" dirty="0"/>
              <a:t>Distributed databases </a:t>
            </a:r>
            <a:r>
              <a:rPr lang="en-GB" dirty="0"/>
              <a:t>and transferring data over networks increases the vulnerability and makes managing the security more difficult. </a:t>
            </a:r>
          </a:p>
          <a:p>
            <a:pPr eaLnBrk="1" hangingPunct="1"/>
            <a:endParaRPr lang="en-GB" dirty="0"/>
          </a:p>
          <a:p>
            <a:pPr eaLnBrk="1" hangingPunct="1"/>
            <a:r>
              <a:rPr lang="en-GB" dirty="0"/>
              <a:t>While the systems are distributed globally additional considerations must be given for securing the data transfer.</a:t>
            </a:r>
          </a:p>
          <a:p>
            <a:pPr eaLnBrk="1" hangingPunct="1"/>
            <a:endParaRPr lang="en-GB" dirty="0"/>
          </a:p>
          <a:p>
            <a:pPr eaLnBrk="1" hangingPunct="1"/>
            <a:r>
              <a:rPr lang="en-GB" b="1" dirty="0"/>
              <a:t>This emphasis </a:t>
            </a:r>
            <a:r>
              <a:rPr lang="en-GB" dirty="0"/>
              <a:t>the fact that every part of the system must be secure including building, network, operating system, application and database against every possible threat.</a:t>
            </a:r>
          </a:p>
          <a:p>
            <a:pPr eaLnBrk="1" hangingPunct="1"/>
            <a:r>
              <a:rPr lang="en-GB" b="1" dirty="0"/>
              <a:t>The entire system </a:t>
            </a:r>
            <a:r>
              <a:rPr lang="en-GB" dirty="0"/>
              <a:t>must be guarded against vulnerabilities to prevent any accidental loss, theft, fraud, loss of confidentiality, loss of data integrity and loss of availability.</a:t>
            </a:r>
          </a:p>
        </p:txBody>
      </p:sp>
    </p:spTree>
    <p:extLst>
      <p:ext uri="{BB962C8B-B14F-4D97-AF65-F5344CB8AC3E}">
        <p14:creationId xmlns:p14="http://schemas.microsoft.com/office/powerpoint/2010/main" val="791475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Implementing appropriate security for a computerised system depends on the existence of guidelines that specify the authorization of subjects to access specific objects. Access implies a flow of information from a subject to an object or from an object to a subject. 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with data updates, the information flows from the subject (user) to the object (data set). 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user reads a record from a data set, the information flows from the object to the subject.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Multilevel security policy allows the classification of data and users based on a system of hierarchical security levels combined with a system of non-hierarchical security categories.</a:t>
            </a:r>
          </a:p>
          <a:p>
            <a:endParaRPr lang="en-GB" dirty="0"/>
          </a:p>
          <a:p>
            <a:r>
              <a:rPr lang="en-GB" b="1" dirty="0"/>
              <a:t>Discretionary Access Control </a:t>
            </a:r>
            <a:r>
              <a:rPr lang="en-GB" dirty="0"/>
              <a:t>mechanisms </a:t>
            </a:r>
            <a:r>
              <a:rPr lang="en-GB" b="1" dirty="0"/>
              <a:t>start with supervisory </a:t>
            </a:r>
            <a:r>
              <a:rPr lang="en-GB" dirty="0"/>
              <a:t>mode, creates users with fewer privileges for less trusted tasks.</a:t>
            </a:r>
          </a:p>
          <a:p>
            <a:r>
              <a:rPr lang="en-GB" dirty="0"/>
              <a:t>Each user is assigned with certain privileges and the data access controlled by the privileges.</a:t>
            </a:r>
          </a:p>
          <a:p>
            <a:r>
              <a:rPr lang="en-GB" dirty="0"/>
              <a:t>Supervisor (DBS) can GRANT and REVOKE permissions.</a:t>
            </a:r>
          </a:p>
          <a:p>
            <a:endParaRPr lang="en-GB" dirty="0"/>
          </a:p>
          <a:p>
            <a:r>
              <a:rPr lang="en-GB" b="1" dirty="0"/>
              <a:t>Mandatory Access control </a:t>
            </a:r>
            <a:r>
              <a:rPr lang="en-GB" dirty="0"/>
              <a:t>is based on policies and procedures that are implemented on the system, which the individuals cannot change or modify.</a:t>
            </a:r>
          </a:p>
          <a:p>
            <a:r>
              <a:rPr lang="en-GB" dirty="0"/>
              <a:t>Each data set / file is assigned to a class to which the security policies are imposed. </a:t>
            </a:r>
          </a:p>
          <a:p>
            <a:r>
              <a:rPr lang="en-GB" dirty="0"/>
              <a:t>Users must get clearance to access the data.</a:t>
            </a:r>
          </a:p>
          <a:p>
            <a:endParaRPr lang="en-GB" dirty="0"/>
          </a:p>
          <a:p>
            <a:r>
              <a:rPr lang="en-GB" b="1" dirty="0"/>
              <a:t>It is based on US Military </a:t>
            </a:r>
            <a:r>
              <a:rPr lang="en-GB" dirty="0"/>
              <a:t>Research where files that are classified as Top Secret would never be available to a user with only Secret Clearance, either by the act of the user or by the supervisor. </a:t>
            </a:r>
          </a:p>
          <a:p>
            <a:r>
              <a:rPr lang="en-GB" dirty="0"/>
              <a:t>The system administrator is no longer the boss. The more dependent system must not rely on less dependent system, for example, a subscriber cannot share the files to non-subscribers just like stopping the Top secret user sharing the report with a Secret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99F28-8663-46C7-9050-41009FB8A0A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87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DBMS has a major role </a:t>
            </a:r>
            <a:r>
              <a:rPr lang="en-GB" dirty="0"/>
              <a:t>in ensuring database security as it provides various measures to secure the data and guarantee that only authorised users have permissions to access the database and data. </a:t>
            </a:r>
          </a:p>
          <a:p>
            <a:endParaRPr lang="en-GB" dirty="0"/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of the DBMS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multi-level security and implement the security measures using both 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Discretionary Access Control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mechanisms and Mandatory Access Control measures. 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Discretionary Access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 mechanisms rely on the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 Administrator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(DBA) assigning an authorisation identifier to each user. 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DBA manages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access control using GRANT and REVOKE.</a:t>
            </a: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DBA can pass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control to the user to manage the privileges.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the user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creates database objects, the user becomes the owner of the object and a supervisory user for that object. 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user can then decide who has access rights for the database object.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99F28-8663-46C7-9050-41009FB8A0A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93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n-GB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been given and overview of DBMS’ role in ensuring data security. The next session will explain how the </a:t>
            </a:r>
            <a:r>
              <a:rPr lang="en-GB" dirty="0"/>
              <a:t>DBA apply these DBMS provided facilities to control data access</a:t>
            </a:r>
            <a:r>
              <a:rPr lang="en-GB" baseline="0" dirty="0"/>
              <a:t> and ensure data security.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/>
              <a:t> </a:t>
            </a:r>
            <a:endParaRPr lang="en-GB" dirty="0"/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99F28-8663-46C7-9050-41009FB8A0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16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520"/>
          <p:cNvSpPr>
            <a:spLocks noGrp="1"/>
          </p:cNvSpPr>
          <p:nvPr>
            <p:ph type="pic" sz="quarter" idx="18"/>
          </p:nvPr>
        </p:nvSpPr>
        <p:spPr>
          <a:xfrm>
            <a:off x="0" y="834880"/>
            <a:ext cx="9144000" cy="3043862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3867150"/>
            <a:ext cx="9144000" cy="1276350"/>
          </a:xfrm>
          <a:prstGeom prst="rect">
            <a:avLst/>
          </a:prstGeom>
          <a:solidFill>
            <a:srgbClr val="034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317075" y="4315056"/>
            <a:ext cx="7574325" cy="604343"/>
          </a:xfrm>
          <a:effectLst/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Lecture title goes here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63120" y="4127915"/>
            <a:ext cx="874800" cy="791483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6" name="Text Placeholder 528"/>
          <p:cNvSpPr>
            <a:spLocks noGrp="1"/>
          </p:cNvSpPr>
          <p:nvPr>
            <p:ph type="body" sz="quarter" idx="15" hasCustomPrompt="1"/>
          </p:nvPr>
        </p:nvSpPr>
        <p:spPr>
          <a:xfrm>
            <a:off x="1313688" y="4127916"/>
            <a:ext cx="7578792" cy="381000"/>
          </a:xfrm>
          <a:effectLst/>
        </p:spPr>
        <p:txBody>
          <a:bodyPr anchor="ctr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Module title goes here</a:t>
            </a:r>
          </a:p>
        </p:txBody>
      </p:sp>
      <p:sp>
        <p:nvSpPr>
          <p:cNvPr id="537" name="Text Placeholder 528"/>
          <p:cNvSpPr>
            <a:spLocks noGrp="1"/>
          </p:cNvSpPr>
          <p:nvPr>
            <p:ph type="body" sz="quarter" idx="16" hasCustomPrompt="1"/>
          </p:nvPr>
        </p:nvSpPr>
        <p:spPr>
          <a:xfrm>
            <a:off x="263120" y="4127916"/>
            <a:ext cx="874800" cy="381000"/>
          </a:xfrm>
          <a:noFill/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800" b="0">
                <a:solidFill>
                  <a:srgbClr val="03456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CONL</a:t>
            </a:r>
          </a:p>
        </p:txBody>
      </p:sp>
      <p:sp>
        <p:nvSpPr>
          <p:cNvPr id="10" name="Text Placeholder 528"/>
          <p:cNvSpPr>
            <a:spLocks noGrp="1"/>
          </p:cNvSpPr>
          <p:nvPr>
            <p:ph type="body" sz="quarter" idx="17" hasCustomPrompt="1"/>
          </p:nvPr>
        </p:nvSpPr>
        <p:spPr>
          <a:xfrm>
            <a:off x="262250" y="4512726"/>
            <a:ext cx="874800" cy="381600"/>
          </a:xfrm>
          <a:noFill/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03456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701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208" y="123478"/>
            <a:ext cx="2625444" cy="553094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01015"/>
            <a:ext cx="9144000" cy="36000"/>
          </a:xfrm>
          <a:prstGeom prst="rect">
            <a:avLst/>
          </a:prstGeom>
          <a:solidFill>
            <a:srgbClr val="034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icture Placeholder 520"/>
          <p:cNvSpPr>
            <a:spLocks noGrp="1"/>
          </p:cNvSpPr>
          <p:nvPr>
            <p:ph type="pic" sz="quarter" idx="10"/>
          </p:nvPr>
        </p:nvSpPr>
        <p:spPr>
          <a:xfrm>
            <a:off x="0" y="818160"/>
            <a:ext cx="9144000" cy="3055342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3874707"/>
            <a:ext cx="9144000" cy="1276350"/>
          </a:xfrm>
          <a:prstGeom prst="rect">
            <a:avLst/>
          </a:prstGeom>
          <a:solidFill>
            <a:srgbClr val="034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317075" y="4371950"/>
            <a:ext cx="7574325" cy="547449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Lecture title goes here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63120" y="4127915"/>
            <a:ext cx="874800" cy="791483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6" name="Text Placeholder 528"/>
          <p:cNvSpPr>
            <a:spLocks noGrp="1"/>
          </p:cNvSpPr>
          <p:nvPr>
            <p:ph type="body" sz="quarter" idx="15" hasCustomPrompt="1"/>
          </p:nvPr>
        </p:nvSpPr>
        <p:spPr>
          <a:xfrm>
            <a:off x="1313688" y="4127916"/>
            <a:ext cx="7578792" cy="381000"/>
          </a:xfrm>
        </p:spPr>
        <p:txBody>
          <a:bodyPr anchor="ctr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Module title goes here</a:t>
            </a:r>
          </a:p>
        </p:txBody>
      </p:sp>
      <p:sp>
        <p:nvSpPr>
          <p:cNvPr id="537" name="Text Placeholder 528"/>
          <p:cNvSpPr>
            <a:spLocks noGrp="1"/>
          </p:cNvSpPr>
          <p:nvPr>
            <p:ph type="body" sz="quarter" idx="16" hasCustomPrompt="1"/>
          </p:nvPr>
        </p:nvSpPr>
        <p:spPr>
          <a:xfrm>
            <a:off x="263120" y="4127916"/>
            <a:ext cx="874800" cy="3810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0">
                <a:solidFill>
                  <a:srgbClr val="03456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CONL</a:t>
            </a:r>
          </a:p>
        </p:txBody>
      </p:sp>
      <p:sp>
        <p:nvSpPr>
          <p:cNvPr id="10" name="Text Placeholder 528"/>
          <p:cNvSpPr>
            <a:spLocks noGrp="1"/>
          </p:cNvSpPr>
          <p:nvPr>
            <p:ph type="body" sz="quarter" idx="17" hasCustomPrompt="1"/>
          </p:nvPr>
        </p:nvSpPr>
        <p:spPr>
          <a:xfrm>
            <a:off x="262250" y="4512726"/>
            <a:ext cx="874800" cy="381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03456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701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208" y="123478"/>
            <a:ext cx="2625444" cy="55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66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1276350"/>
            <a:ext cx="3960000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726800" y="1276350"/>
            <a:ext cx="3960000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692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459795" y="1276350"/>
            <a:ext cx="3959225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/>
          </p:nvPr>
        </p:nvSpPr>
        <p:spPr>
          <a:xfrm>
            <a:off x="4727575" y="1276350"/>
            <a:ext cx="3959225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63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57200" y="1276350"/>
            <a:ext cx="8229600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1281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rted">
    <p:bg>
      <p:bgPr>
        <a:solidFill>
          <a:srgbClr val="0446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533400" y="971550"/>
            <a:ext cx="8153400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1276350"/>
            <a:ext cx="8229600" cy="3505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1026" name="Picture 2" descr="http://tempdevnwms.wpengine.com/wp-content/themes/hep-nwms/dist/images/decal@2x.12df835a8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861" y="3651870"/>
            <a:ext cx="1899310" cy="149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97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verted">
    <p:bg>
      <p:bgPr>
        <a:solidFill>
          <a:srgbClr val="736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533400" y="971550"/>
            <a:ext cx="8153400" cy="0"/>
          </a:xfrm>
          <a:prstGeom prst="line">
            <a:avLst/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1276350"/>
            <a:ext cx="8229600" cy="3505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0403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466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1276350"/>
            <a:ext cx="8229600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33400" y="971550"/>
            <a:ext cx="8153400" cy="0"/>
          </a:xfrm>
          <a:prstGeom prst="line">
            <a:avLst/>
          </a:prstGeom>
          <a:ln w="25400">
            <a:solidFill>
              <a:srgbClr val="0446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71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tempdevnwms.wpengine.com/wp-content/themes/hep-nwms/dist/images/grey-pattern.cb894e6e6f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10"/>
          <a:stretch/>
        </p:blipFill>
        <p:spPr bwMode="auto">
          <a:xfrm>
            <a:off x="0" y="0"/>
            <a:ext cx="918051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466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1276350"/>
            <a:ext cx="8229600" cy="35052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33400" y="971550"/>
            <a:ext cx="8153400" cy="0"/>
          </a:xfrm>
          <a:prstGeom prst="line">
            <a:avLst/>
          </a:prstGeom>
          <a:ln w="25400">
            <a:solidFill>
              <a:srgbClr val="0446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90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tempdevnwms.wpengine.com/wp-content/themes/hep-nwms/dist/images/grey-pattern.cb894e6e6f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10"/>
          <a:stretch/>
        </p:blipFill>
        <p:spPr bwMode="auto">
          <a:xfrm>
            <a:off x="0" y="0"/>
            <a:ext cx="918051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760" y="483518"/>
            <a:ext cx="6120680" cy="2520280"/>
          </a:xfrm>
        </p:spPr>
        <p:txBody>
          <a:bodyPr anchor="ctr"/>
          <a:lstStyle>
            <a:lvl1pPr algn="ctr">
              <a:lnSpc>
                <a:spcPct val="150000"/>
              </a:lnSpc>
              <a:defRPr baseline="0"/>
            </a:lvl1pPr>
          </a:lstStyle>
          <a:p>
            <a:r>
              <a:rPr lang="en-US" dirty="0"/>
              <a:t>Click to edit section title</a:t>
            </a:r>
            <a:endParaRPr lang="en-GB" dirty="0"/>
          </a:p>
        </p:txBody>
      </p:sp>
      <p:pic>
        <p:nvPicPr>
          <p:cNvPr id="1026" name="Picture 2" descr="http://tempdevnwms.wpengine.com/wp-content/themes/hep-nwms/dist/images/emblem.44a935284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47614"/>
            <a:ext cx="984357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02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Slide">
    <p:bg>
      <p:bgPr>
        <a:solidFill>
          <a:srgbClr val="0446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1560" y="2202418"/>
            <a:ext cx="7920880" cy="738664"/>
          </a:xfrm>
        </p:spPr>
        <p:txBody>
          <a:bodyPr anchor="ctr"/>
          <a:lstStyle>
            <a:lvl1pPr algn="ctr">
              <a:lnSpc>
                <a:spcPct val="150000"/>
              </a:lnSpc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title</a:t>
            </a:r>
            <a:endParaRPr lang="en-GB" dirty="0"/>
          </a:p>
        </p:txBody>
      </p:sp>
      <p:pic>
        <p:nvPicPr>
          <p:cNvPr id="4" name="Picture 2" descr="http://tempdevnwms.wpengine.com/wp-content/themes/hep-nwms/dist/images/decal@2x.12df835a8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861" y="3651870"/>
            <a:ext cx="1899310" cy="149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14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020" y="939989"/>
            <a:ext cx="7771960" cy="374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6020" y="1485900"/>
            <a:ext cx="7771960" cy="3086100"/>
          </a:xfrm>
        </p:spPr>
        <p:txBody>
          <a:bodyPr/>
          <a:lstStyle/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48418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8768"/>
            <a:ext cx="7543800" cy="374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A528F9-56C8-4EFC-9F5D-B6B2B9248EDA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49043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en-GB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41E91D9D-E116-435E-920D-F8709803F734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85122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91679"/>
            <a:ext cx="8229600" cy="4506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0B751-15D4-4264-B243-8F97AEC5D62B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26917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7139"/>
            <a:ext cx="8229600" cy="374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485900"/>
            <a:ext cx="8229600" cy="2914650"/>
          </a:xfrm>
        </p:spPr>
        <p:txBody>
          <a:bodyPr/>
          <a:lstStyle/>
          <a:p>
            <a:pPr lvl="0"/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E92872-ECC5-4356-9A29-478CC266B14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7776544"/>
      </p:ext>
    </p:extLst>
  </p:cSld>
  <p:clrMapOvr>
    <a:masterClrMapping/>
  </p:clrMapOvr>
  <p:transition>
    <p:dissolv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7BE6D-C9A5-42FA-A176-2097C44B3C04}" type="datetimeFigureOut">
              <a:rPr lang="en-GB" smtClean="0"/>
              <a:t>03/05/2026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887BB-F6ED-4C3E-8465-7CFA2EFEBB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88155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520"/>
          <p:cNvSpPr>
            <a:spLocks noGrp="1"/>
          </p:cNvSpPr>
          <p:nvPr>
            <p:ph type="pic" sz="quarter" idx="18"/>
          </p:nvPr>
        </p:nvSpPr>
        <p:spPr>
          <a:xfrm>
            <a:off x="0" y="834880"/>
            <a:ext cx="9144000" cy="3043862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3867150"/>
            <a:ext cx="9144000" cy="1276350"/>
          </a:xfrm>
          <a:prstGeom prst="rect">
            <a:avLst/>
          </a:prstGeom>
          <a:solidFill>
            <a:srgbClr val="034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317075" y="4315056"/>
            <a:ext cx="7574325" cy="604343"/>
          </a:xfrm>
          <a:effectLst/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Lecture title goes here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63120" y="4127915"/>
            <a:ext cx="874800" cy="791483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6" name="Text Placeholder 528"/>
          <p:cNvSpPr>
            <a:spLocks noGrp="1"/>
          </p:cNvSpPr>
          <p:nvPr>
            <p:ph type="body" sz="quarter" idx="15" hasCustomPrompt="1"/>
          </p:nvPr>
        </p:nvSpPr>
        <p:spPr>
          <a:xfrm>
            <a:off x="1313688" y="4127916"/>
            <a:ext cx="7578792" cy="381000"/>
          </a:xfrm>
          <a:effectLst/>
        </p:spPr>
        <p:txBody>
          <a:bodyPr anchor="ctr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Module title goes here</a:t>
            </a:r>
          </a:p>
        </p:txBody>
      </p:sp>
      <p:sp>
        <p:nvSpPr>
          <p:cNvPr id="537" name="Text Placeholder 528"/>
          <p:cNvSpPr>
            <a:spLocks noGrp="1"/>
          </p:cNvSpPr>
          <p:nvPr>
            <p:ph type="body" sz="quarter" idx="16" hasCustomPrompt="1"/>
          </p:nvPr>
        </p:nvSpPr>
        <p:spPr>
          <a:xfrm>
            <a:off x="263120" y="4127916"/>
            <a:ext cx="874800" cy="381000"/>
          </a:xfrm>
          <a:noFill/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800" b="0">
                <a:solidFill>
                  <a:srgbClr val="03456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CONL</a:t>
            </a:r>
          </a:p>
        </p:txBody>
      </p:sp>
      <p:sp>
        <p:nvSpPr>
          <p:cNvPr id="10" name="Text Placeholder 528"/>
          <p:cNvSpPr>
            <a:spLocks noGrp="1"/>
          </p:cNvSpPr>
          <p:nvPr>
            <p:ph type="body" sz="quarter" idx="17" hasCustomPrompt="1"/>
          </p:nvPr>
        </p:nvSpPr>
        <p:spPr>
          <a:xfrm>
            <a:off x="262250" y="4512726"/>
            <a:ext cx="874800" cy="381600"/>
          </a:xfrm>
          <a:noFill/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03456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701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801015"/>
            <a:ext cx="9144000" cy="36000"/>
          </a:xfrm>
          <a:prstGeom prst="rect">
            <a:avLst/>
          </a:prstGeom>
          <a:solidFill>
            <a:srgbClr val="034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8C6169D-4AE8-44B3-AFF4-FC5EC60BBE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287" y="8140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3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icture Placeholder 520"/>
          <p:cNvSpPr>
            <a:spLocks noGrp="1"/>
          </p:cNvSpPr>
          <p:nvPr>
            <p:ph type="pic" sz="quarter" idx="10"/>
          </p:nvPr>
        </p:nvSpPr>
        <p:spPr>
          <a:xfrm>
            <a:off x="0" y="818160"/>
            <a:ext cx="9144000" cy="3055342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3874707"/>
            <a:ext cx="9144000" cy="1276350"/>
          </a:xfrm>
          <a:prstGeom prst="rect">
            <a:avLst/>
          </a:prstGeom>
          <a:solidFill>
            <a:srgbClr val="034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317075" y="4371950"/>
            <a:ext cx="7574325" cy="547449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Lecture title goes here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63120" y="4127915"/>
            <a:ext cx="874800" cy="791483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6" name="Text Placeholder 528"/>
          <p:cNvSpPr>
            <a:spLocks noGrp="1"/>
          </p:cNvSpPr>
          <p:nvPr>
            <p:ph type="body" sz="quarter" idx="15" hasCustomPrompt="1"/>
          </p:nvPr>
        </p:nvSpPr>
        <p:spPr>
          <a:xfrm>
            <a:off x="1313688" y="4127916"/>
            <a:ext cx="7578792" cy="381000"/>
          </a:xfrm>
        </p:spPr>
        <p:txBody>
          <a:bodyPr anchor="ctr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Module title goes here</a:t>
            </a:r>
          </a:p>
        </p:txBody>
      </p:sp>
      <p:sp>
        <p:nvSpPr>
          <p:cNvPr id="537" name="Text Placeholder 528"/>
          <p:cNvSpPr>
            <a:spLocks noGrp="1"/>
          </p:cNvSpPr>
          <p:nvPr>
            <p:ph type="body" sz="quarter" idx="16" hasCustomPrompt="1"/>
          </p:nvPr>
        </p:nvSpPr>
        <p:spPr>
          <a:xfrm>
            <a:off x="263120" y="4127916"/>
            <a:ext cx="874800" cy="3810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0">
                <a:solidFill>
                  <a:srgbClr val="03456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CONL</a:t>
            </a:r>
          </a:p>
        </p:txBody>
      </p:sp>
      <p:sp>
        <p:nvSpPr>
          <p:cNvPr id="10" name="Text Placeholder 528"/>
          <p:cNvSpPr>
            <a:spLocks noGrp="1"/>
          </p:cNvSpPr>
          <p:nvPr>
            <p:ph type="body" sz="quarter" idx="17" hasCustomPrompt="1"/>
          </p:nvPr>
        </p:nvSpPr>
        <p:spPr>
          <a:xfrm>
            <a:off x="262250" y="4512726"/>
            <a:ext cx="874800" cy="381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03456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701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E8E23F1B-E794-4BFC-882E-E0548F235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287" y="8140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9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1276350"/>
            <a:ext cx="3960000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726800" y="1276350"/>
            <a:ext cx="3960000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58A0FB72-1B76-4F7F-B002-5B2C2BE62E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0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459795" y="1276350"/>
            <a:ext cx="3959225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/>
          </p:nvPr>
        </p:nvSpPr>
        <p:spPr>
          <a:xfrm>
            <a:off x="4727575" y="1276350"/>
            <a:ext cx="3959225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00B7B23D-DB61-4F45-A2CC-2695882BD7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6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57200" y="1276350"/>
            <a:ext cx="8229600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E6167BB9-AB97-4628-BFB4-DF515673B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80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rted">
    <p:bg>
      <p:bgPr>
        <a:solidFill>
          <a:srgbClr val="0446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533400" y="971550"/>
            <a:ext cx="8153400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1276350"/>
            <a:ext cx="8229600" cy="3505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EAEE50A6-8E45-400C-99B3-2A2BAD454C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4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verted">
    <p:bg>
      <p:bgPr>
        <a:solidFill>
          <a:srgbClr val="736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533400" y="971550"/>
            <a:ext cx="8153400" cy="0"/>
          </a:xfrm>
          <a:prstGeom prst="line">
            <a:avLst/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1276350"/>
            <a:ext cx="8229600" cy="3505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82AFAE68-AD39-4062-96A5-D7BC550DC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5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466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1276350"/>
            <a:ext cx="8229600" cy="3505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33400" y="971550"/>
            <a:ext cx="8153400" cy="0"/>
          </a:xfrm>
          <a:prstGeom prst="line">
            <a:avLst/>
          </a:prstGeom>
          <a:ln w="25400">
            <a:solidFill>
              <a:srgbClr val="0446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FC52837-3E9E-49B3-9713-44DD6ADD8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47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tempdevnwms.wpengine.com/wp-content/themes/hep-nwms/dist/images/grey-pattern.cb894e6e6f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10"/>
          <a:stretch/>
        </p:blipFill>
        <p:spPr bwMode="auto">
          <a:xfrm>
            <a:off x="0" y="0"/>
            <a:ext cx="918051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466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7200" y="1276350"/>
            <a:ext cx="8229600" cy="35052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33400" y="971550"/>
            <a:ext cx="8153400" cy="0"/>
          </a:xfrm>
          <a:prstGeom prst="line">
            <a:avLst/>
          </a:prstGeom>
          <a:ln w="25400">
            <a:solidFill>
              <a:srgbClr val="0446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4633FFA7-FE4E-4469-8216-B7BEF2CD62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1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tempdevnwms.wpengine.com/wp-content/themes/hep-nwms/dist/images/grey-pattern.cb894e6e6f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10"/>
          <a:stretch/>
        </p:blipFill>
        <p:spPr bwMode="auto">
          <a:xfrm>
            <a:off x="0" y="0"/>
            <a:ext cx="918051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760" y="483518"/>
            <a:ext cx="6120680" cy="2520280"/>
          </a:xfrm>
        </p:spPr>
        <p:txBody>
          <a:bodyPr anchor="ctr"/>
          <a:lstStyle>
            <a:lvl1pPr algn="ctr">
              <a:lnSpc>
                <a:spcPct val="150000"/>
              </a:lnSpc>
              <a:defRPr baseline="0"/>
            </a:lvl1pPr>
          </a:lstStyle>
          <a:p>
            <a:r>
              <a:rPr lang="en-US" dirty="0"/>
              <a:t>Click to edit section title</a:t>
            </a:r>
            <a:endParaRPr lang="en-GB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321AE078-C109-4797-9B4E-F1A750F969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75" y="1400666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Slide">
    <p:bg>
      <p:bgPr>
        <a:solidFill>
          <a:srgbClr val="0446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1560" y="2202418"/>
            <a:ext cx="7920880" cy="738664"/>
          </a:xfrm>
        </p:spPr>
        <p:txBody>
          <a:bodyPr anchor="ctr"/>
          <a:lstStyle>
            <a:lvl1pPr algn="ctr">
              <a:lnSpc>
                <a:spcPct val="150000"/>
              </a:lnSpc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title</a:t>
            </a:r>
            <a:endParaRPr lang="en-GB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F2D78AD-81C6-483B-9469-A94C59B2AE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4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020" y="939989"/>
            <a:ext cx="7771960" cy="374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6020" y="1485900"/>
            <a:ext cx="7771960" cy="3086100"/>
          </a:xfrm>
        </p:spPr>
        <p:txBody>
          <a:bodyPr/>
          <a:lstStyle/>
          <a:p>
            <a:pPr lvl="0"/>
            <a:endParaRPr lang="en-GB" noProof="0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142E6A8-5F73-439B-BDEE-7B5BBEB2E2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3227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8768"/>
            <a:ext cx="7543800" cy="374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A528F9-56C8-4EFC-9F5D-B6B2B9248EDA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44A17E67-1031-4E47-97FF-8E7D178F35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273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en-GB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41E91D9D-E116-435E-920D-F8709803F734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en-GB" alt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92FC1329-CCF9-43F9-A859-01DBCA567B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547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91679"/>
            <a:ext cx="8229600" cy="4506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0B751-15D4-4264-B243-8F97AEC5D62B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E6E8EDF-E22B-4ECD-B567-C47C828CF6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75" y="22135"/>
            <a:ext cx="2799425" cy="6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23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20889"/>
            <a:ext cx="8229600" cy="374461"/>
          </a:xfrm>
          <a:prstGeom prst="rect">
            <a:avLst/>
          </a:prstGeom>
          <a:ln w="19050">
            <a:noFill/>
          </a:ln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657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533400" y="971550"/>
            <a:ext cx="8153400" cy="0"/>
          </a:xfrm>
          <a:prstGeom prst="line">
            <a:avLst/>
          </a:prstGeom>
          <a:ln w="25400">
            <a:solidFill>
              <a:srgbClr val="7D00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2" r:id="rId2"/>
    <p:sldLayoutId id="2147483667" r:id="rId3"/>
    <p:sldLayoutId id="2147483678" r:id="rId4"/>
    <p:sldLayoutId id="2147483668" r:id="rId5"/>
    <p:sldLayoutId id="2147483671" r:id="rId6"/>
    <p:sldLayoutId id="2147483674" r:id="rId7"/>
    <p:sldLayoutId id="2147483675" r:id="rId8"/>
    <p:sldLayoutId id="2147483676" r:id="rId9"/>
    <p:sldLayoutId id="2147483670" r:id="rId10"/>
    <p:sldLayoutId id="2147483679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lnSpc>
          <a:spcPts val="2200"/>
        </a:lnSpc>
        <a:spcBef>
          <a:spcPct val="0"/>
        </a:spcBef>
        <a:buNone/>
        <a:defRPr sz="2800" b="1" i="0" kern="1200">
          <a:ln>
            <a:noFill/>
          </a:ln>
          <a:solidFill>
            <a:srgbClr val="034561"/>
          </a:solidFill>
          <a:latin typeface="Century Gothic" panose="020B0502020202020204" pitchFamily="34" charset="0"/>
          <a:ea typeface="Century Gothic" panose="020B0502020202020204" pitchFamily="34" charset="0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Century Gothic" panose="020B0502020202020204" pitchFamily="34" charset="0"/>
          <a:ea typeface="Century Gothic" panose="020B0502020202020204" pitchFamily="34" charset="0"/>
          <a:cs typeface="Helvetica" charset="0"/>
        </a:defRPr>
      </a:lvl1pPr>
      <a:lvl2pPr marL="742950" indent="-28575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1600" kern="1200">
          <a:solidFill>
            <a:schemeClr val="tx1">
              <a:lumMod val="85000"/>
              <a:lumOff val="15000"/>
            </a:schemeClr>
          </a:solidFill>
          <a:latin typeface="Century Gothic" panose="020B0502020202020204" pitchFamily="34" charset="0"/>
          <a:ea typeface="Century Gothic" panose="020B0502020202020204" pitchFamily="34" charset="0"/>
          <a:cs typeface="Helvetica" charset="0"/>
        </a:defRPr>
      </a:lvl2pPr>
      <a:lvl3pPr marL="1143000" indent="-2286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Century Gothic" panose="020B0502020202020204" pitchFamily="34" charset="0"/>
          <a:ea typeface="Century Gothic" panose="020B0502020202020204" pitchFamily="34" charset="0"/>
          <a:cs typeface="Helvetica" charset="0"/>
        </a:defRPr>
      </a:lvl3pPr>
      <a:lvl4pPr marL="1600200" indent="-2286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1200" kern="1200">
          <a:solidFill>
            <a:schemeClr val="tx1">
              <a:lumMod val="85000"/>
              <a:lumOff val="15000"/>
            </a:schemeClr>
          </a:solidFill>
          <a:latin typeface="Century Gothic" panose="020B0502020202020204" pitchFamily="34" charset="0"/>
          <a:ea typeface="Century Gothic" panose="020B0502020202020204" pitchFamily="34" charset="0"/>
          <a:cs typeface="Helvetica" charset="0"/>
        </a:defRPr>
      </a:lvl4pPr>
      <a:lvl5pPr marL="2057400" indent="-2286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»"/>
        <a:defRPr sz="1200" kern="1200">
          <a:solidFill>
            <a:schemeClr val="tx1">
              <a:lumMod val="85000"/>
              <a:lumOff val="15000"/>
            </a:schemeClr>
          </a:solidFill>
          <a:latin typeface="Century Gothic" panose="020B0502020202020204" pitchFamily="34" charset="0"/>
          <a:ea typeface="Century Gothic" panose="020B0502020202020204" pitchFamily="34" charset="0"/>
          <a:cs typeface="Helvetica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20889"/>
            <a:ext cx="8229600" cy="374461"/>
          </a:xfrm>
          <a:prstGeom prst="rect">
            <a:avLst/>
          </a:prstGeom>
          <a:ln w="19050">
            <a:noFill/>
          </a:ln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657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533400" y="971550"/>
            <a:ext cx="8153400" cy="0"/>
          </a:xfrm>
          <a:prstGeom prst="line">
            <a:avLst/>
          </a:prstGeom>
          <a:ln w="25400">
            <a:solidFill>
              <a:srgbClr val="7D00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55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lnSpc>
          <a:spcPts val="2200"/>
        </a:lnSpc>
        <a:spcBef>
          <a:spcPct val="0"/>
        </a:spcBef>
        <a:buNone/>
        <a:defRPr sz="2800" b="1" i="0" kern="1200">
          <a:ln>
            <a:noFill/>
          </a:ln>
          <a:solidFill>
            <a:srgbClr val="034561"/>
          </a:solidFill>
          <a:latin typeface="Century Gothic" panose="020B0502020202020204" pitchFamily="34" charset="0"/>
          <a:ea typeface="Century Gothic" panose="020B0502020202020204" pitchFamily="34" charset="0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Century Gothic" panose="020B0502020202020204" pitchFamily="34" charset="0"/>
          <a:ea typeface="Century Gothic" panose="020B0502020202020204" pitchFamily="34" charset="0"/>
          <a:cs typeface="Helvetica" charset="0"/>
        </a:defRPr>
      </a:lvl1pPr>
      <a:lvl2pPr marL="742950" indent="-28575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1600" kern="1200">
          <a:solidFill>
            <a:schemeClr val="tx1">
              <a:lumMod val="85000"/>
              <a:lumOff val="15000"/>
            </a:schemeClr>
          </a:solidFill>
          <a:latin typeface="Century Gothic" panose="020B0502020202020204" pitchFamily="34" charset="0"/>
          <a:ea typeface="Century Gothic" panose="020B0502020202020204" pitchFamily="34" charset="0"/>
          <a:cs typeface="Helvetica" charset="0"/>
        </a:defRPr>
      </a:lvl2pPr>
      <a:lvl3pPr marL="1143000" indent="-2286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Century Gothic" panose="020B0502020202020204" pitchFamily="34" charset="0"/>
          <a:ea typeface="Century Gothic" panose="020B0502020202020204" pitchFamily="34" charset="0"/>
          <a:cs typeface="Helvetica" charset="0"/>
        </a:defRPr>
      </a:lvl3pPr>
      <a:lvl4pPr marL="1600200" indent="-2286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–"/>
        <a:defRPr sz="1200" kern="1200">
          <a:solidFill>
            <a:schemeClr val="tx1">
              <a:lumMod val="85000"/>
              <a:lumOff val="15000"/>
            </a:schemeClr>
          </a:solidFill>
          <a:latin typeface="Century Gothic" panose="020B0502020202020204" pitchFamily="34" charset="0"/>
          <a:ea typeface="Century Gothic" panose="020B0502020202020204" pitchFamily="34" charset="0"/>
          <a:cs typeface="Helvetica" charset="0"/>
        </a:defRPr>
      </a:lvl4pPr>
      <a:lvl5pPr marL="2057400" indent="-228600" algn="l" defTabSz="457200" rtl="0" eaLnBrk="1" latinLnBrk="0" hangingPunct="1">
        <a:lnSpc>
          <a:spcPct val="150000"/>
        </a:lnSpc>
        <a:spcBef>
          <a:spcPct val="20000"/>
        </a:spcBef>
        <a:buFont typeface="Arial"/>
        <a:buChar char="»"/>
        <a:defRPr sz="1200" kern="1200">
          <a:solidFill>
            <a:schemeClr val="tx1">
              <a:lumMod val="85000"/>
              <a:lumOff val="15000"/>
            </a:schemeClr>
          </a:solidFill>
          <a:latin typeface="Century Gothic" panose="020B0502020202020204" pitchFamily="34" charset="0"/>
          <a:ea typeface="Century Gothic" panose="020B0502020202020204" pitchFamily="34" charset="0"/>
          <a:cs typeface="Helvetica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/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00" b="15900"/>
          <a:stretch/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17075" y="4565135"/>
            <a:ext cx="7574325" cy="354264"/>
          </a:xfrm>
        </p:spPr>
        <p:txBody>
          <a:bodyPr/>
          <a:lstStyle/>
          <a:p>
            <a:r>
              <a:rPr lang="en-GB" dirty="0"/>
              <a:t>DBMS Specific Security Measures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Database Systems and Data Analytics (Week 7 Additional Materials)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COM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736</a:t>
            </a:r>
          </a:p>
        </p:txBody>
      </p:sp>
    </p:spTree>
    <p:extLst>
      <p:ext uri="{BB962C8B-B14F-4D97-AF65-F5344CB8AC3E}">
        <p14:creationId xmlns:p14="http://schemas.microsoft.com/office/powerpoint/2010/main" val="359060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300" dirty="0"/>
              <a:t>Database Security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931589930"/>
              </p:ext>
            </p:extLst>
          </p:nvPr>
        </p:nvGraphicFramePr>
        <p:xfrm>
          <a:off x="457200" y="1276350"/>
          <a:ext cx="8229600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6292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3300" dirty="0"/>
              <a:t>Main Issues: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694009582"/>
              </p:ext>
            </p:extLst>
          </p:nvPr>
        </p:nvGraphicFramePr>
        <p:xfrm>
          <a:off x="539552" y="1203598"/>
          <a:ext cx="8229600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2681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C1D8F28-8D60-4CCD-9988-66199556C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1C1D8F28-8D60-4CCD-9988-66199556C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1C1D8F28-8D60-4CCD-9988-66199556C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E629BFE-3F40-4146-B63A-85DC7B357B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5E629BFE-3F40-4146-B63A-85DC7B357B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5E629BFE-3F40-4146-B63A-85DC7B357B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BC21CD2-8428-41C9-B223-9A925022FE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3BC21CD2-8428-41C9-B223-9A925022FE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3BC21CD2-8428-41C9-B223-9A925022FE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FBF5BDF-5C3F-42B9-8973-5EA92B941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3FBF5BDF-5C3F-42B9-8973-5EA92B941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3FBF5BDF-5C3F-42B9-8973-5EA92B941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657350" y="4686300"/>
            <a:ext cx="14287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3486150" y="4623978"/>
            <a:ext cx="2171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3300" dirty="0"/>
              <a:t>Securing data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211318286"/>
              </p:ext>
            </p:extLst>
          </p:nvPr>
        </p:nvGraphicFramePr>
        <p:xfrm>
          <a:off x="539552" y="1181100"/>
          <a:ext cx="8229600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24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BFC88D9-A147-4CDC-9231-6842BA1BDD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5BFC88D9-A147-4CDC-9231-6842BA1BDD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5BFC88D9-A147-4CDC-9231-6842BA1BDD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AC35EF8-41B5-4111-8BCE-65F61966D2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BAC35EF8-41B5-4111-8BCE-65F61966D2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BAC35EF8-41B5-4111-8BCE-65F61966D2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68873A4-31D6-484A-BEA7-197C5C910C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E68873A4-31D6-484A-BEA7-197C5C910C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E68873A4-31D6-484A-BEA7-197C5C910C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54657408"/>
              </p:ext>
            </p:extLst>
          </p:nvPr>
        </p:nvGraphicFramePr>
        <p:xfrm>
          <a:off x="482699" y="1267622"/>
          <a:ext cx="3959225" cy="3608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3194"/>
            <a:ext cx="8229600" cy="382156"/>
          </a:xfrm>
        </p:spPr>
        <p:txBody>
          <a:bodyPr/>
          <a:lstStyle/>
          <a:p>
            <a:r>
              <a:rPr lang="en-GB" dirty="0"/>
              <a:t>Multi Level Security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561934803"/>
              </p:ext>
            </p:extLst>
          </p:nvPr>
        </p:nvGraphicFramePr>
        <p:xfrm>
          <a:off x="4727575" y="1276350"/>
          <a:ext cx="3959225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84646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AC51F60-3788-48FA-86EC-EB94E44736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5AC51F60-3788-48FA-86EC-EB94E44736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5AC51F60-3788-48FA-86EC-EB94E44736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8F0F659-52A9-4D02-AF55-B35466891D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28F0F659-52A9-4D02-AF55-B35466891D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28F0F659-52A9-4D02-AF55-B35466891D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0D8805-B59B-4B12-B188-0CEB3BE57A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340D8805-B59B-4B12-B188-0CEB3BE57A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340D8805-B59B-4B12-B188-0CEB3BE57A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D9A58B-6622-4D6E-B607-C2509A73F4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33D9A58B-6622-4D6E-B607-C2509A73F4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33D9A58B-6622-4D6E-B607-C2509A73F4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3194"/>
            <a:ext cx="8229600" cy="382156"/>
          </a:xfrm>
        </p:spPr>
        <p:txBody>
          <a:bodyPr/>
          <a:lstStyle/>
          <a:p>
            <a:r>
              <a:rPr lang="en-GB" dirty="0"/>
              <a:t>DBMS in Data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57200" y="1059582"/>
            <a:ext cx="8229600" cy="3721968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r>
              <a:rPr lang="en-GB" dirty="0"/>
              <a:t>DBMS should provide measures to secure the data and ensure that only authorised users have permissions to access the database and data. </a:t>
            </a:r>
          </a:p>
          <a:p>
            <a:r>
              <a:rPr lang="en-GB" dirty="0"/>
              <a:t>DBMS manage the security using </a:t>
            </a:r>
            <a:r>
              <a:rPr lang="en-GB" b="1" i="1" dirty="0">
                <a:solidFill>
                  <a:srgbClr val="044661"/>
                </a:solidFill>
              </a:rPr>
              <a:t>Discretionary Access Control </a:t>
            </a:r>
            <a:r>
              <a:rPr lang="en-GB" dirty="0"/>
              <a:t>mechanisms and Mandatory Access Control measures. </a:t>
            </a:r>
          </a:p>
          <a:p>
            <a:r>
              <a:rPr lang="en-GB" dirty="0"/>
              <a:t>Discretionary Access Control mechanisms</a:t>
            </a:r>
          </a:p>
          <a:p>
            <a:pPr lvl="1"/>
            <a:r>
              <a:rPr lang="en-GB" dirty="0"/>
              <a:t>The Database Administrator (DBA) assigns an authorisation identifier to each user. </a:t>
            </a:r>
          </a:p>
          <a:p>
            <a:pPr lvl="1"/>
            <a:r>
              <a:rPr lang="en-GB" dirty="0"/>
              <a:t>The DBA manage the access control using GRANT and REVOKE.</a:t>
            </a:r>
          </a:p>
          <a:p>
            <a:pPr lvl="1"/>
            <a:r>
              <a:rPr lang="en-GB" dirty="0"/>
              <a:t>DBA can pass the control to the user to manage the privileges.</a:t>
            </a:r>
          </a:p>
          <a:p>
            <a:pPr lvl="1"/>
            <a:r>
              <a:rPr lang="en-GB" dirty="0"/>
              <a:t>Once the user becomes the Owner of an object (for example, the user creates a table), the user can then decide who else has the access rights.</a:t>
            </a:r>
          </a:p>
        </p:txBody>
      </p:sp>
    </p:spTree>
    <p:extLst>
      <p:ext uri="{BB962C8B-B14F-4D97-AF65-F5344CB8AC3E}">
        <p14:creationId xmlns:p14="http://schemas.microsoft.com/office/powerpoint/2010/main" val="314777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3194"/>
            <a:ext cx="8229600" cy="382156"/>
          </a:xfrm>
        </p:spPr>
        <p:txBody>
          <a:bodyPr/>
          <a:lstStyle/>
          <a:p>
            <a:r>
              <a:rPr lang="en-GB" dirty="0"/>
              <a:t>Next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992145121"/>
              </p:ext>
            </p:extLst>
          </p:nvPr>
        </p:nvGraphicFramePr>
        <p:xfrm>
          <a:off x="457200" y="1276350"/>
          <a:ext cx="8229600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534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theme1.xml><?xml version="1.0" encoding="utf-8"?>
<a:theme xmlns:a="http://schemas.openxmlformats.org/drawingml/2006/main" name="1_1055_CyberVista_Template_v5_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lyndwr_PPT_Template.pptx" id="{FF9886FC-8EF3-4818-963F-0DBB129F029F}" vid="{58F1235A-4FA3-496E-9363-9AE62C228B01}"/>
    </a:ext>
  </a:extLst>
</a:theme>
</file>

<file path=ppt/theme/theme2.xml><?xml version="1.0" encoding="utf-8"?>
<a:theme xmlns:a="http://schemas.openxmlformats.org/drawingml/2006/main" name="2_1055_CyberVista_Template_v5_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lyndwr_PPT_Template.pptx" id="{FF9886FC-8EF3-4818-963F-0DBB129F029F}" vid="{58F1235A-4FA3-496E-9363-9AE62C228B0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F2BDA2059DE14F96F626F507B3A9B2" ma:contentTypeVersion="13" ma:contentTypeDescription="Create a new document." ma:contentTypeScope="" ma:versionID="c92155c1383be8cb1fa19117f7afb635">
  <xsd:schema xmlns:xsd="http://www.w3.org/2001/XMLSchema" xmlns:xs="http://www.w3.org/2001/XMLSchema" xmlns:p="http://schemas.microsoft.com/office/2006/metadata/properties" xmlns:ns3="c8aeed56-71ba-4b11-9c6d-d73f89ed7ed7" xmlns:ns4="28245dcd-90e1-4794-bc9d-e2c7612f910f" targetNamespace="http://schemas.microsoft.com/office/2006/metadata/properties" ma:root="true" ma:fieldsID="e1e42451b1158c5e306c1ef97b7420d5" ns3:_="" ns4:_="">
    <xsd:import namespace="c8aeed56-71ba-4b11-9c6d-d73f89ed7ed7"/>
    <xsd:import namespace="28245dcd-90e1-4794-bc9d-e2c7612f910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eed56-71ba-4b11-9c6d-d73f89ed7e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245dcd-90e1-4794-bc9d-e2c7612f910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110C96-DA38-437B-B980-987807F2BF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aeed56-71ba-4b11-9c6d-d73f89ed7ed7"/>
    <ds:schemaRef ds:uri="28245dcd-90e1-4794-bc9d-e2c7612f91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2D02A8-937E-4448-BDAC-AC3D7F1FFE01}">
  <ds:schemaRefs>
    <ds:schemaRef ds:uri="http://www.w3.org/XML/1998/namespace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28245dcd-90e1-4794-bc9d-e2c7612f910f"/>
    <ds:schemaRef ds:uri="c8aeed56-71ba-4b11-9c6d-d73f89ed7ed7"/>
  </ds:schemaRefs>
</ds:datastoreItem>
</file>

<file path=customXml/itemProps3.xml><?xml version="1.0" encoding="utf-8"?>
<ds:datastoreItem xmlns:ds="http://schemas.openxmlformats.org/officeDocument/2006/customXml" ds:itemID="{0B5613BD-0A9B-43D4-B221-7F2CB5B221C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f4ba6ac-c9c0-4c5e-a531-736e3faaed7d}" enabled="1" method="Privileged" siteId="{2081ade3-b577-421e-9935-31961e4ff17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10556</TotalTime>
  <Words>1153</Words>
  <Application>Microsoft Office PowerPoint</Application>
  <PresentationFormat>On-screen Show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Times New Roman</vt:lpstr>
      <vt:lpstr>Century Gothic</vt:lpstr>
      <vt:lpstr>Calibri</vt:lpstr>
      <vt:lpstr>Arial</vt:lpstr>
      <vt:lpstr>1_1055_CyberVista_Template_v5_16x9</vt:lpstr>
      <vt:lpstr>2_1055_CyberVista_Template_v5_16x9</vt:lpstr>
      <vt:lpstr>DBMS Specific Security Measures</vt:lpstr>
      <vt:lpstr>Database Security</vt:lpstr>
      <vt:lpstr>Main Issues:</vt:lpstr>
      <vt:lpstr>Securing data</vt:lpstr>
      <vt:lpstr>Multi Level Security</vt:lpstr>
      <vt:lpstr>DBMS in Data Security</vt:lpstr>
      <vt:lpstr>Next</vt:lpstr>
    </vt:vector>
  </TitlesOfParts>
  <Company>GU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NWMS Template</dc:title>
  <dc:creator>Jessica Muirhead</dc:creator>
  <cp:lastModifiedBy>Thilina Perera</cp:lastModifiedBy>
  <cp:revision>737</cp:revision>
  <cp:lastPrinted>2016-06-30T02:54:45Z</cp:lastPrinted>
  <dcterms:created xsi:type="dcterms:W3CDTF">2019-12-09T09:26:27Z</dcterms:created>
  <dcterms:modified xsi:type="dcterms:W3CDTF">2026-05-03T03:41:08Z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0x0101006CF2BDA2059DE14F96F626F507B3A9B2</vt:lpwstr>
  </property>
</Properties>
</file>