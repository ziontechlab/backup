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63" r:id="rId4"/>
    <p:sldMasterId id="2147483698" r:id="rId5"/>
  </p:sldMasterIdLst>
  <p:notesMasterIdLst>
    <p:notesMasterId r:id="rId17"/>
  </p:notesMasterIdLst>
  <p:handoutMasterIdLst>
    <p:handoutMasterId r:id="rId18"/>
  </p:handoutMasterIdLst>
  <p:sldIdLst>
    <p:sldId id="310" r:id="rId6"/>
    <p:sldId id="299" r:id="rId7"/>
    <p:sldId id="300" r:id="rId8"/>
    <p:sldId id="301" r:id="rId9"/>
    <p:sldId id="302" r:id="rId10"/>
    <p:sldId id="303" r:id="rId11"/>
    <p:sldId id="304" r:id="rId12"/>
    <p:sldId id="305" r:id="rId13"/>
    <p:sldId id="306" r:id="rId14"/>
    <p:sldId id="307" r:id="rId15"/>
    <p:sldId id="308" r:id="rId16"/>
  </p:sldIdLst>
  <p:sldSz cx="9144000" cy="5143500" type="screen16x9"/>
  <p:notesSz cx="7010400" cy="9296400"/>
  <p:embeddedFontLst>
    <p:embeddedFont>
      <p:font typeface="Century Gothic" panose="020B0502020202020204" pitchFamily="34" charset="0"/>
      <p:regular r:id="rId19"/>
      <p:bold r:id="rId20"/>
      <p:italic r:id="rId21"/>
      <p:boldItalic r:id="rId2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1A3B"/>
    <a:srgbClr val="044661"/>
    <a:srgbClr val="736663"/>
    <a:srgbClr val="034561"/>
    <a:srgbClr val="F0F3F7"/>
    <a:srgbClr val="7D0063"/>
    <a:srgbClr val="CCCCCC"/>
    <a:srgbClr val="023F5C"/>
    <a:srgbClr val="3D59CE"/>
    <a:srgbClr val="13729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C41967-3364-D2B7-58AF-D852EEABE9C7}" v="8" dt="2023-01-24T11:23:40.7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14" autoAdjust="0"/>
    <p:restoredTop sz="93090" autoAdjust="0"/>
  </p:normalViewPr>
  <p:slideViewPr>
    <p:cSldViewPr snapToObjects="1">
      <p:cViewPr varScale="1">
        <p:scale>
          <a:sx n="136" d="100"/>
          <a:sy n="136" d="100"/>
        </p:scale>
        <p:origin x="930" y="114"/>
      </p:cViewPr>
      <p:guideLst>
        <p:guide orient="horz" pos="1620"/>
        <p:guide pos="2880"/>
      </p:guideLst>
    </p:cSldViewPr>
  </p:slideViewPr>
  <p:notesTextViewPr>
    <p:cViewPr>
      <p:scale>
        <a:sx n="3" d="2"/>
        <a:sy n="3" d="2"/>
      </p:scale>
      <p:origin x="0" y="0"/>
    </p:cViewPr>
  </p:notesTextViewPr>
  <p:sorterViewPr>
    <p:cViewPr>
      <p:scale>
        <a:sx n="66" d="100"/>
        <a:sy n="66" d="100"/>
      </p:scale>
      <p:origin x="0" y="0"/>
    </p:cViewPr>
  </p:sorterViewPr>
  <p:notesViewPr>
    <p:cSldViewPr snapToObjects="1" showGuides="1">
      <p:cViewPr varScale="1">
        <p:scale>
          <a:sx n="63" d="100"/>
          <a:sy n="63" d="100"/>
        </p:scale>
        <p:origin x="2314" y="6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handoutMaster" Target="handoutMasters/handoutMaster1.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font" Target="fonts/font3.fntdata"/><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notesMaster" Target="notesMasters/notesMaster1.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font" Target="fonts/font2.fntdata"/><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5.xml"/><Relationship Id="rId19" Type="http://schemas.openxmlformats.org/officeDocument/2006/relationships/font" Target="fonts/font1.fntdata"/><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font" Target="fonts/font4.fntdata"/><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ssica Muirhead" userId="4348b7c2-15d4-41d3-a169-9dcf16fd4128" providerId="ADAL" clId="{819F4FB7-54DF-4C72-97BE-0D2365ABDCD6}"/>
    <pc:docChg chg="modSld">
      <pc:chgData name="Jessica Muirhead" userId="4348b7c2-15d4-41d3-a169-9dcf16fd4128" providerId="ADAL" clId="{819F4FB7-54DF-4C72-97BE-0D2365ABDCD6}" dt="2020-04-26T14:11:14.314" v="2" actId="20577"/>
      <pc:docMkLst>
        <pc:docMk/>
      </pc:docMkLst>
      <pc:sldChg chg="modSp">
        <pc:chgData name="Jessica Muirhead" userId="4348b7c2-15d4-41d3-a169-9dcf16fd4128" providerId="ADAL" clId="{819F4FB7-54DF-4C72-97BE-0D2365ABDCD6}" dt="2020-04-26T14:11:14.314" v="2" actId="20577"/>
        <pc:sldMkLst>
          <pc:docMk/>
          <pc:sldMk cId="3057038417" sldId="289"/>
        </pc:sldMkLst>
        <pc:spChg chg="mod">
          <ac:chgData name="Jessica Muirhead" userId="4348b7c2-15d4-41d3-a169-9dcf16fd4128" providerId="ADAL" clId="{819F4FB7-54DF-4C72-97BE-0D2365ABDCD6}" dt="2020-04-26T14:11:14.314" v="2" actId="20577"/>
          <ac:spMkLst>
            <pc:docMk/>
            <pc:sldMk cId="3057038417" sldId="289"/>
            <ac:spMk id="2" creationId="{E2F503F5-729A-41DB-BE9B-995D6171841C}"/>
          </ac:spMkLst>
        </pc:spChg>
      </pc:sldChg>
    </pc:docChg>
  </pc:docChgLst>
  <pc:docChgLst>
    <pc:chgData name="Phoey Teh" userId="S::tehp@glyndwr.ac.uk::571c81f7-801e-4564-bb90-5a4bb1086599" providerId="AD" clId="Web-{24C41967-3364-D2B7-58AF-D852EEABE9C7}"/>
    <pc:docChg chg="addSld delSld modSld addMainMaster">
      <pc:chgData name="Phoey Teh" userId="S::tehp@glyndwr.ac.uk::571c81f7-801e-4564-bb90-5a4bb1086599" providerId="AD" clId="Web-{24C41967-3364-D2B7-58AF-D852EEABE9C7}" dt="2023-01-24T11:23:40.761" v="7"/>
      <pc:docMkLst>
        <pc:docMk/>
      </pc:docMkLst>
      <pc:sldChg chg="del">
        <pc:chgData name="Phoey Teh" userId="S::tehp@glyndwr.ac.uk::571c81f7-801e-4564-bb90-5a4bb1086599" providerId="AD" clId="Web-{24C41967-3364-D2B7-58AF-D852EEABE9C7}" dt="2023-01-24T11:23:29.714" v="4"/>
        <pc:sldMkLst>
          <pc:docMk/>
          <pc:sldMk cId="3750980746" sldId="298"/>
        </pc:sldMkLst>
      </pc:sldChg>
      <pc:sldChg chg="new del">
        <pc:chgData name="Phoey Teh" userId="S::tehp@glyndwr.ac.uk::571c81f7-801e-4564-bb90-5a4bb1086599" providerId="AD" clId="Web-{24C41967-3364-D2B7-58AF-D852EEABE9C7}" dt="2023-01-24T11:23:19.760" v="2"/>
        <pc:sldMkLst>
          <pc:docMk/>
          <pc:sldMk cId="463180546" sldId="309"/>
        </pc:sldMkLst>
      </pc:sldChg>
      <pc:sldChg chg="addSp delSp modSp add addAnim">
        <pc:chgData name="Phoey Teh" userId="S::tehp@glyndwr.ac.uk::571c81f7-801e-4564-bb90-5a4bb1086599" providerId="AD" clId="Web-{24C41967-3364-D2B7-58AF-D852EEABE9C7}" dt="2023-01-24T11:23:40.761" v="7"/>
        <pc:sldMkLst>
          <pc:docMk/>
          <pc:sldMk cId="1362376125" sldId="310"/>
        </pc:sldMkLst>
        <pc:spChg chg="mod">
          <ac:chgData name="Phoey Teh" userId="S::tehp@glyndwr.ac.uk::571c81f7-801e-4564-bb90-5a4bb1086599" providerId="AD" clId="Web-{24C41967-3364-D2B7-58AF-D852EEABE9C7}" dt="2023-01-24T11:23:40.761" v="5"/>
          <ac:spMkLst>
            <pc:docMk/>
            <pc:sldMk cId="1362376125" sldId="310"/>
            <ac:spMk id="2" creationId="{00000000-0000-0000-0000-000000000000}"/>
          </ac:spMkLst>
        </pc:spChg>
        <pc:spChg chg="mod">
          <ac:chgData name="Phoey Teh" userId="S::tehp@glyndwr.ac.uk::571c81f7-801e-4564-bb90-5a4bb1086599" providerId="AD" clId="Web-{24C41967-3364-D2B7-58AF-D852EEABE9C7}" dt="2023-01-24T11:23:40.761" v="5"/>
          <ac:spMkLst>
            <pc:docMk/>
            <pc:sldMk cId="1362376125" sldId="310"/>
            <ac:spMk id="3" creationId="{00000000-0000-0000-0000-000000000000}"/>
          </ac:spMkLst>
        </pc:spChg>
        <pc:spChg chg="del">
          <ac:chgData name="Phoey Teh" userId="S::tehp@glyndwr.ac.uk::571c81f7-801e-4564-bb90-5a4bb1086599" providerId="AD" clId="Web-{24C41967-3364-D2B7-58AF-D852EEABE9C7}" dt="2023-01-24T11:23:40.761" v="5"/>
          <ac:spMkLst>
            <pc:docMk/>
            <pc:sldMk cId="1362376125" sldId="310"/>
            <ac:spMk id="99" creationId="{FFD48BC7-DC40-47DE-87EE-9F4B6ECB9ABB}"/>
          </ac:spMkLst>
        </pc:spChg>
        <pc:spChg chg="del">
          <ac:chgData name="Phoey Teh" userId="S::tehp@glyndwr.ac.uk::571c81f7-801e-4564-bb90-5a4bb1086599" providerId="AD" clId="Web-{24C41967-3364-D2B7-58AF-D852EEABE9C7}" dt="2023-01-24T11:23:40.761" v="5"/>
          <ac:spMkLst>
            <pc:docMk/>
            <pc:sldMk cId="1362376125" sldId="310"/>
            <ac:spMk id="101" creationId="{E502BBC7-2C76-46F3-BC24-5985BC13DB88}"/>
          </ac:spMkLst>
        </pc:spChg>
        <pc:spChg chg="del">
          <ac:chgData name="Phoey Teh" userId="S::tehp@glyndwr.ac.uk::571c81f7-801e-4564-bb90-5a4bb1086599" providerId="AD" clId="Web-{24C41967-3364-D2B7-58AF-D852EEABE9C7}" dt="2023-01-24T11:23:40.761" v="5"/>
          <ac:spMkLst>
            <pc:docMk/>
            <pc:sldMk cId="1362376125" sldId="310"/>
            <ac:spMk id="103" creationId="{C7F28D52-2A5F-4D23-81AE-7CB8B591C7AF}"/>
          </ac:spMkLst>
        </pc:spChg>
        <pc:spChg chg="del">
          <ac:chgData name="Phoey Teh" userId="S::tehp@glyndwr.ac.uk::571c81f7-801e-4564-bb90-5a4bb1086599" providerId="AD" clId="Web-{24C41967-3364-D2B7-58AF-D852EEABE9C7}" dt="2023-01-24T11:23:40.761" v="5"/>
          <ac:spMkLst>
            <pc:docMk/>
            <pc:sldMk cId="1362376125" sldId="310"/>
            <ac:spMk id="105" creationId="{3629484E-3792-4B3D-89AD-7C8A1ED0E0D4}"/>
          </ac:spMkLst>
        </pc:spChg>
        <pc:spChg chg="add">
          <ac:chgData name="Phoey Teh" userId="S::tehp@glyndwr.ac.uk::571c81f7-801e-4564-bb90-5a4bb1086599" providerId="AD" clId="Web-{24C41967-3364-D2B7-58AF-D852EEABE9C7}" dt="2023-01-24T11:23:40.761" v="5"/>
          <ac:spMkLst>
            <pc:docMk/>
            <pc:sldMk cId="1362376125" sldId="310"/>
            <ac:spMk id="112" creationId="{2643BE6C-86B7-4AB9-91E8-9B5DB45AC8EA}"/>
          </ac:spMkLst>
        </pc:spChg>
        <pc:picChg chg="add">
          <ac:chgData name="Phoey Teh" userId="S::tehp@glyndwr.ac.uk::571c81f7-801e-4564-bb90-5a4bb1086599" providerId="AD" clId="Web-{24C41967-3364-D2B7-58AF-D852EEABE9C7}" dt="2023-01-24T11:23:40.761" v="5"/>
          <ac:picMkLst>
            <pc:docMk/>
            <pc:sldMk cId="1362376125" sldId="310"/>
            <ac:picMk id="109" creationId="{5F0F3ED3-9763-5F86-848B-825F1937F81D}"/>
          </ac:picMkLst>
        </pc:picChg>
      </pc:sldChg>
      <pc:sldMasterChg chg="add addSldLayout">
        <pc:chgData name="Phoey Teh" userId="S::tehp@glyndwr.ac.uk::571c81f7-801e-4564-bb90-5a4bb1086599" providerId="AD" clId="Web-{24C41967-3364-D2B7-58AF-D852EEABE9C7}" dt="2023-01-24T11:23:16.666" v="1"/>
        <pc:sldMasterMkLst>
          <pc:docMk/>
          <pc:sldMasterMk cId="3512674556" sldId="2147483698"/>
        </pc:sldMasterMkLst>
        <pc:sldLayoutChg chg="add">
          <pc:chgData name="Phoey Teh" userId="S::tehp@glyndwr.ac.uk::571c81f7-801e-4564-bb90-5a4bb1086599" providerId="AD" clId="Web-{24C41967-3364-D2B7-58AF-D852EEABE9C7}" dt="2023-01-24T11:23:16.666" v="1"/>
          <pc:sldLayoutMkLst>
            <pc:docMk/>
            <pc:sldMasterMk cId="3512674556" sldId="2147483698"/>
            <pc:sldLayoutMk cId="794524096" sldId="2147483716"/>
          </pc:sldLayoutMkLst>
        </pc:sldLayoutChg>
        <pc:sldLayoutChg chg="add">
          <pc:chgData name="Phoey Teh" userId="S::tehp@glyndwr.ac.uk::571c81f7-801e-4564-bb90-5a4bb1086599" providerId="AD" clId="Web-{24C41967-3364-D2B7-58AF-D852EEABE9C7}" dt="2023-01-24T11:23:16.666" v="1"/>
          <pc:sldLayoutMkLst>
            <pc:docMk/>
            <pc:sldMasterMk cId="3512674556" sldId="2147483698"/>
            <pc:sldLayoutMk cId="3676831553" sldId="2147483717"/>
          </pc:sldLayoutMkLst>
        </pc:sldLayoutChg>
        <pc:sldLayoutChg chg="add">
          <pc:chgData name="Phoey Teh" userId="S::tehp@glyndwr.ac.uk::571c81f7-801e-4564-bb90-5a4bb1086599" providerId="AD" clId="Web-{24C41967-3364-D2B7-58AF-D852EEABE9C7}" dt="2023-01-24T11:23:16.666" v="1"/>
          <pc:sldLayoutMkLst>
            <pc:docMk/>
            <pc:sldMasterMk cId="3512674556" sldId="2147483698"/>
            <pc:sldLayoutMk cId="3701389538" sldId="2147483718"/>
          </pc:sldLayoutMkLst>
        </pc:sldLayoutChg>
        <pc:sldLayoutChg chg="add">
          <pc:chgData name="Phoey Teh" userId="S::tehp@glyndwr.ac.uk::571c81f7-801e-4564-bb90-5a4bb1086599" providerId="AD" clId="Web-{24C41967-3364-D2B7-58AF-D852EEABE9C7}" dt="2023-01-24T11:23:16.666" v="1"/>
          <pc:sldLayoutMkLst>
            <pc:docMk/>
            <pc:sldMasterMk cId="3512674556" sldId="2147483698"/>
            <pc:sldLayoutMk cId="2868666973" sldId="2147483719"/>
          </pc:sldLayoutMkLst>
        </pc:sldLayoutChg>
        <pc:sldLayoutChg chg="add">
          <pc:chgData name="Phoey Teh" userId="S::tehp@glyndwr.ac.uk::571c81f7-801e-4564-bb90-5a4bb1086599" providerId="AD" clId="Web-{24C41967-3364-D2B7-58AF-D852EEABE9C7}" dt="2023-01-24T11:23:16.666" v="1"/>
          <pc:sldLayoutMkLst>
            <pc:docMk/>
            <pc:sldMasterMk cId="3512674556" sldId="2147483698"/>
            <pc:sldLayoutMk cId="1319094750" sldId="2147483720"/>
          </pc:sldLayoutMkLst>
        </pc:sldLayoutChg>
        <pc:sldLayoutChg chg="add">
          <pc:chgData name="Phoey Teh" userId="S::tehp@glyndwr.ac.uk::571c81f7-801e-4564-bb90-5a4bb1086599" providerId="AD" clId="Web-{24C41967-3364-D2B7-58AF-D852EEABE9C7}" dt="2023-01-24T11:23:16.666" v="1"/>
          <pc:sldLayoutMkLst>
            <pc:docMk/>
            <pc:sldMasterMk cId="3512674556" sldId="2147483698"/>
            <pc:sldLayoutMk cId="3695417589" sldId="2147483721"/>
          </pc:sldLayoutMkLst>
        </pc:sldLayoutChg>
        <pc:sldLayoutChg chg="add">
          <pc:chgData name="Phoey Teh" userId="S::tehp@glyndwr.ac.uk::571c81f7-801e-4564-bb90-5a4bb1086599" providerId="AD" clId="Web-{24C41967-3364-D2B7-58AF-D852EEABE9C7}" dt="2023-01-24T11:23:16.666" v="1"/>
          <pc:sldLayoutMkLst>
            <pc:docMk/>
            <pc:sldMasterMk cId="3512674556" sldId="2147483698"/>
            <pc:sldLayoutMk cId="671830804" sldId="2147483722"/>
          </pc:sldLayoutMkLst>
        </pc:sldLayoutChg>
        <pc:sldLayoutChg chg="add">
          <pc:chgData name="Phoey Teh" userId="S::tehp@glyndwr.ac.uk::571c81f7-801e-4564-bb90-5a4bb1086599" providerId="AD" clId="Web-{24C41967-3364-D2B7-58AF-D852EEABE9C7}" dt="2023-01-24T11:23:16.666" v="1"/>
          <pc:sldLayoutMkLst>
            <pc:docMk/>
            <pc:sldMasterMk cId="3512674556" sldId="2147483698"/>
            <pc:sldLayoutMk cId="3128551333" sldId="2147483723"/>
          </pc:sldLayoutMkLst>
        </pc:sldLayoutChg>
        <pc:sldLayoutChg chg="add">
          <pc:chgData name="Phoey Teh" userId="S::tehp@glyndwr.ac.uk::571c81f7-801e-4564-bb90-5a4bb1086599" providerId="AD" clId="Web-{24C41967-3364-D2B7-58AF-D852EEABE9C7}" dt="2023-01-24T11:23:16.666" v="1"/>
          <pc:sldLayoutMkLst>
            <pc:docMk/>
            <pc:sldMasterMk cId="3512674556" sldId="2147483698"/>
            <pc:sldLayoutMk cId="1837757284" sldId="2147483724"/>
          </pc:sldLayoutMkLst>
        </pc:sldLayoutChg>
        <pc:sldLayoutChg chg="add">
          <pc:chgData name="Phoey Teh" userId="S::tehp@glyndwr.ac.uk::571c81f7-801e-4564-bb90-5a4bb1086599" providerId="AD" clId="Web-{24C41967-3364-D2B7-58AF-D852EEABE9C7}" dt="2023-01-24T11:23:16.666" v="1"/>
          <pc:sldLayoutMkLst>
            <pc:docMk/>
            <pc:sldMasterMk cId="3512674556" sldId="2147483698"/>
            <pc:sldLayoutMk cId="3513396639" sldId="2147483725"/>
          </pc:sldLayoutMkLst>
        </pc:sldLayoutChg>
        <pc:sldLayoutChg chg="add">
          <pc:chgData name="Phoey Teh" userId="S::tehp@glyndwr.ac.uk::571c81f7-801e-4564-bb90-5a4bb1086599" providerId="AD" clId="Web-{24C41967-3364-D2B7-58AF-D852EEABE9C7}" dt="2023-01-24T11:23:16.666" v="1"/>
          <pc:sldLayoutMkLst>
            <pc:docMk/>
            <pc:sldMasterMk cId="3512674556" sldId="2147483698"/>
            <pc:sldLayoutMk cId="394009369" sldId="2147483726"/>
          </pc:sldLayoutMkLst>
        </pc:sldLayoutChg>
      </pc:sldMasterChg>
    </pc:docChg>
  </pc:docChgLst>
  <pc:docChgLst>
    <pc:chgData name="Amanda Macmaster" userId="17b365522d9d56c3" providerId="LiveId" clId="{07214E62-1357-448D-8CE1-B2B8655A6AB6}"/>
    <pc:docChg chg="delSld">
      <pc:chgData name="Amanda Macmaster" userId="17b365522d9d56c3" providerId="LiveId" clId="{07214E62-1357-448D-8CE1-B2B8655A6AB6}" dt="2020-09-29T21:35:53.630" v="0" actId="47"/>
      <pc:docMkLst>
        <pc:docMk/>
      </pc:docMkLst>
      <pc:sldChg chg="del">
        <pc:chgData name="Amanda Macmaster" userId="17b365522d9d56c3" providerId="LiveId" clId="{07214E62-1357-448D-8CE1-B2B8655A6AB6}" dt="2020-09-29T21:35:53.630" v="0" actId="47"/>
        <pc:sldMkLst>
          <pc:docMk/>
          <pc:sldMk cId="516750824" sldId="256"/>
        </pc:sldMkLst>
      </pc:sldChg>
    </pc:docChg>
  </pc:docChgLst>
  <pc:docChgLst>
    <pc:chgData name="Amanda Macmaster" userId="17b365522d9d56c3" providerId="LiveId" clId="{1EE5E50F-1206-4CB2-8585-20C19DE62ECB}"/>
    <pc:docChg chg="undo custSel delSld modSld modMainMaster">
      <pc:chgData name="Amanda Macmaster" userId="17b365522d9d56c3" providerId="LiveId" clId="{1EE5E50F-1206-4CB2-8585-20C19DE62ECB}" dt="2020-09-27T13:24:14.902" v="205" actId="1076"/>
      <pc:docMkLst>
        <pc:docMk/>
      </pc:docMkLst>
      <pc:sldChg chg="modSp mod">
        <pc:chgData name="Amanda Macmaster" userId="17b365522d9d56c3" providerId="LiveId" clId="{1EE5E50F-1206-4CB2-8585-20C19DE62ECB}" dt="2020-09-27T13:23:13.722" v="137" actId="6549"/>
        <pc:sldMkLst>
          <pc:docMk/>
          <pc:sldMk cId="516750824" sldId="256"/>
        </pc:sldMkLst>
        <pc:spChg chg="mod">
          <ac:chgData name="Amanda Macmaster" userId="17b365522d9d56c3" providerId="LiveId" clId="{1EE5E50F-1206-4CB2-8585-20C19DE62ECB}" dt="2020-09-27T13:23:13.722" v="137" actId="6549"/>
          <ac:spMkLst>
            <pc:docMk/>
            <pc:sldMk cId="516750824" sldId="256"/>
            <ac:spMk id="3" creationId="{00000000-0000-0000-0000-000000000000}"/>
          </ac:spMkLst>
        </pc:spChg>
        <pc:spChg chg="mod">
          <ac:chgData name="Amanda Macmaster" userId="17b365522d9d56c3" providerId="LiveId" clId="{1EE5E50F-1206-4CB2-8585-20C19DE62ECB}" dt="2020-09-27T13:23:10.377" v="136" actId="20577"/>
          <ac:spMkLst>
            <pc:docMk/>
            <pc:sldMk cId="516750824" sldId="256"/>
            <ac:spMk id="4" creationId="{00000000-0000-0000-0000-000000000000}"/>
          </ac:spMkLst>
        </pc:spChg>
        <pc:spChg chg="mod">
          <ac:chgData name="Amanda Macmaster" userId="17b365522d9d56c3" providerId="LiveId" clId="{1EE5E50F-1206-4CB2-8585-20C19DE62ECB}" dt="2020-09-27T13:22:59.540" v="102" actId="20577"/>
          <ac:spMkLst>
            <pc:docMk/>
            <pc:sldMk cId="516750824" sldId="256"/>
            <ac:spMk id="5" creationId="{00000000-0000-0000-0000-000000000000}"/>
          </ac:spMkLst>
        </pc:spChg>
        <pc:spChg chg="mod">
          <ac:chgData name="Amanda Macmaster" userId="17b365522d9d56c3" providerId="LiveId" clId="{1EE5E50F-1206-4CB2-8585-20C19DE62ECB}" dt="2020-09-27T13:23:02.888" v="108" actId="20577"/>
          <ac:spMkLst>
            <pc:docMk/>
            <pc:sldMk cId="516750824" sldId="256"/>
            <ac:spMk id="6" creationId="{00000000-0000-0000-0000-000000000000}"/>
          </ac:spMkLst>
        </pc:spChg>
      </pc:sldChg>
      <pc:sldChg chg="modSp mod">
        <pc:chgData name="Amanda Macmaster" userId="17b365522d9d56c3" providerId="LiveId" clId="{1EE5E50F-1206-4CB2-8585-20C19DE62ECB}" dt="2020-09-27T13:23:32.532" v="169" actId="6549"/>
        <pc:sldMkLst>
          <pc:docMk/>
          <pc:sldMk cId="3750980746" sldId="298"/>
        </pc:sldMkLst>
        <pc:spChg chg="mod">
          <ac:chgData name="Amanda Macmaster" userId="17b365522d9d56c3" providerId="LiveId" clId="{1EE5E50F-1206-4CB2-8585-20C19DE62ECB}" dt="2020-09-27T13:23:32.532" v="169" actId="6549"/>
          <ac:spMkLst>
            <pc:docMk/>
            <pc:sldMk cId="3750980746" sldId="298"/>
            <ac:spMk id="3" creationId="{00000000-0000-0000-0000-000000000000}"/>
          </ac:spMkLst>
        </pc:spChg>
        <pc:spChg chg="mod">
          <ac:chgData name="Amanda Macmaster" userId="17b365522d9d56c3" providerId="LiveId" clId="{1EE5E50F-1206-4CB2-8585-20C19DE62ECB}" dt="2020-09-27T13:23:29.162" v="168" actId="20577"/>
          <ac:spMkLst>
            <pc:docMk/>
            <pc:sldMk cId="3750980746" sldId="298"/>
            <ac:spMk id="4" creationId="{00000000-0000-0000-0000-000000000000}"/>
          </ac:spMkLst>
        </pc:spChg>
        <pc:spChg chg="mod">
          <ac:chgData name="Amanda Macmaster" userId="17b365522d9d56c3" providerId="LiveId" clId="{1EE5E50F-1206-4CB2-8585-20C19DE62ECB}" dt="2020-09-27T13:23:19.378" v="140" actId="20577"/>
          <ac:spMkLst>
            <pc:docMk/>
            <pc:sldMk cId="3750980746" sldId="298"/>
            <ac:spMk id="5" creationId="{00000000-0000-0000-0000-000000000000}"/>
          </ac:spMkLst>
        </pc:spChg>
        <pc:spChg chg="mod">
          <ac:chgData name="Amanda Macmaster" userId="17b365522d9d56c3" providerId="LiveId" clId="{1EE5E50F-1206-4CB2-8585-20C19DE62ECB}" dt="2020-09-27T13:23:23.054" v="146" actId="20577"/>
          <ac:spMkLst>
            <pc:docMk/>
            <pc:sldMk cId="3750980746" sldId="298"/>
            <ac:spMk id="6" creationId="{00000000-0000-0000-0000-000000000000}"/>
          </ac:spMkLst>
        </pc:spChg>
      </pc:sldChg>
      <pc:sldChg chg="modSp mod">
        <pc:chgData name="Amanda Macmaster" userId="17b365522d9d56c3" providerId="LiveId" clId="{1EE5E50F-1206-4CB2-8585-20C19DE62ECB}" dt="2020-09-27T13:23:57.045" v="203" actId="1076"/>
        <pc:sldMkLst>
          <pc:docMk/>
          <pc:sldMk cId="427161518" sldId="303"/>
        </pc:sldMkLst>
        <pc:spChg chg="mod">
          <ac:chgData name="Amanda Macmaster" userId="17b365522d9d56c3" providerId="LiveId" clId="{1EE5E50F-1206-4CB2-8585-20C19DE62ECB}" dt="2020-09-27T13:23:57.045" v="203" actId="1076"/>
          <ac:spMkLst>
            <pc:docMk/>
            <pc:sldMk cId="427161518" sldId="303"/>
            <ac:spMk id="39" creationId="{00000000-0000-0000-0000-000000000000}"/>
          </ac:spMkLst>
        </pc:spChg>
      </pc:sldChg>
      <pc:sldChg chg="modSp mod">
        <pc:chgData name="Amanda Macmaster" userId="17b365522d9d56c3" providerId="LiveId" clId="{1EE5E50F-1206-4CB2-8585-20C19DE62ECB}" dt="2020-09-27T13:24:14.902" v="205" actId="1076"/>
        <pc:sldMkLst>
          <pc:docMk/>
          <pc:sldMk cId="1006591214" sldId="306"/>
        </pc:sldMkLst>
        <pc:spChg chg="mod">
          <ac:chgData name="Amanda Macmaster" userId="17b365522d9d56c3" providerId="LiveId" clId="{1EE5E50F-1206-4CB2-8585-20C19DE62ECB}" dt="2020-09-27T13:24:14.902" v="205" actId="1076"/>
          <ac:spMkLst>
            <pc:docMk/>
            <pc:sldMk cId="1006591214" sldId="306"/>
            <ac:spMk id="45" creationId="{00000000-0000-0000-0000-000000000000}"/>
          </ac:spMkLst>
        </pc:spChg>
      </pc:sldChg>
      <pc:sldChg chg="modSp mod modAnim">
        <pc:chgData name="Amanda Macmaster" userId="17b365522d9d56c3" providerId="LiveId" clId="{1EE5E50F-1206-4CB2-8585-20C19DE62ECB}" dt="2020-09-27T13:19:19.188" v="6" actId="27636"/>
        <pc:sldMkLst>
          <pc:docMk/>
          <pc:sldMk cId="1232581811" sldId="308"/>
        </pc:sldMkLst>
        <pc:spChg chg="mod">
          <ac:chgData name="Amanda Macmaster" userId="17b365522d9d56c3" providerId="LiveId" clId="{1EE5E50F-1206-4CB2-8585-20C19DE62ECB}" dt="2020-09-27T13:19:19.188" v="6" actId="27636"/>
          <ac:spMkLst>
            <pc:docMk/>
            <pc:sldMk cId="1232581811" sldId="308"/>
            <ac:spMk id="3" creationId="{00000000-0000-0000-0000-000000000000}"/>
          </ac:spMkLst>
        </pc:spChg>
      </pc:sldChg>
      <pc:sldChg chg="del">
        <pc:chgData name="Amanda Macmaster" userId="17b365522d9d56c3" providerId="LiveId" clId="{1EE5E50F-1206-4CB2-8585-20C19DE62ECB}" dt="2020-09-27T13:19:07.483" v="0" actId="47"/>
        <pc:sldMkLst>
          <pc:docMk/>
          <pc:sldMk cId="2648496163" sldId="309"/>
        </pc:sldMkLst>
      </pc:sldChg>
      <pc:sldMasterChg chg="modSldLayout sldLayoutOrd">
        <pc:chgData name="Amanda Macmaster" userId="17b365522d9d56c3" providerId="LiveId" clId="{1EE5E50F-1206-4CB2-8585-20C19DE62ECB}" dt="2020-09-27T13:22:49.279" v="99" actId="1036"/>
        <pc:sldMasterMkLst>
          <pc:docMk/>
          <pc:sldMasterMk cId="0" sldId="2147483663"/>
        </pc:sldMasterMkLst>
        <pc:sldLayoutChg chg="addSp delSp modSp mod">
          <pc:chgData name="Amanda Macmaster" userId="17b365522d9d56c3" providerId="LiveId" clId="{1EE5E50F-1206-4CB2-8585-20C19DE62ECB}" dt="2020-09-27T13:20:54.317" v="46" actId="20577"/>
          <pc:sldLayoutMkLst>
            <pc:docMk/>
            <pc:sldMasterMk cId="0" sldId="2147483663"/>
            <pc:sldLayoutMk cId="0" sldId="2147483665"/>
          </pc:sldLayoutMkLst>
          <pc:spChg chg="mod">
            <ac:chgData name="Amanda Macmaster" userId="17b365522d9d56c3" providerId="LiveId" clId="{1EE5E50F-1206-4CB2-8585-20C19DE62ECB}" dt="2020-09-27T13:20:37.993" v="27" actId="20577"/>
            <ac:spMkLst>
              <pc:docMk/>
              <pc:sldMasterMk cId="0" sldId="2147483663"/>
              <pc:sldLayoutMk cId="0" sldId="2147483665"/>
              <ac:spMk id="10" creationId="{00000000-0000-0000-0000-000000000000}"/>
            </ac:spMkLst>
          </pc:spChg>
          <pc:spChg chg="add del">
            <ac:chgData name="Amanda Macmaster" userId="17b365522d9d56c3" providerId="LiveId" clId="{1EE5E50F-1206-4CB2-8585-20C19DE62ECB}" dt="2020-09-27T13:19:33.885" v="9" actId="22"/>
            <ac:spMkLst>
              <pc:docMk/>
              <pc:sldMasterMk cId="0" sldId="2147483663"/>
              <pc:sldLayoutMk cId="0" sldId="2147483665"/>
              <ac:spMk id="12" creationId="{6EDE4F82-BF12-4BEF-9339-003C5EE54963}"/>
            </ac:spMkLst>
          </pc:spChg>
          <pc:spChg chg="mod">
            <ac:chgData name="Amanda Macmaster" userId="17b365522d9d56c3" providerId="LiveId" clId="{1EE5E50F-1206-4CB2-8585-20C19DE62ECB}" dt="2020-09-27T13:20:54.317" v="46" actId="20577"/>
            <ac:spMkLst>
              <pc:docMk/>
              <pc:sldMasterMk cId="0" sldId="2147483663"/>
              <pc:sldLayoutMk cId="0" sldId="2147483665"/>
              <ac:spMk id="536" creationId="{00000000-0000-0000-0000-000000000000}"/>
            </ac:spMkLst>
          </pc:spChg>
          <pc:spChg chg="mod">
            <ac:chgData name="Amanda Macmaster" userId="17b365522d9d56c3" providerId="LiveId" clId="{1EE5E50F-1206-4CB2-8585-20C19DE62ECB}" dt="2020-09-27T13:20:32.297" v="17" actId="20577"/>
            <ac:spMkLst>
              <pc:docMk/>
              <pc:sldMasterMk cId="0" sldId="2147483663"/>
              <pc:sldLayoutMk cId="0" sldId="2147483665"/>
              <ac:spMk id="537" creationId="{00000000-0000-0000-0000-000000000000}"/>
            </ac:spMkLst>
          </pc:spChg>
          <pc:picChg chg="del">
            <ac:chgData name="Amanda Macmaster" userId="17b365522d9d56c3" providerId="LiveId" clId="{1EE5E50F-1206-4CB2-8585-20C19DE62ECB}" dt="2020-09-27T13:19:30.738" v="7" actId="478"/>
            <ac:picMkLst>
              <pc:docMk/>
              <pc:sldMasterMk cId="0" sldId="2147483663"/>
              <pc:sldLayoutMk cId="0" sldId="2147483665"/>
              <ac:picMk id="5" creationId="{00000000-0000-0000-0000-000000000000}"/>
            </ac:picMkLst>
          </pc:picChg>
          <pc:picChg chg="add">
            <ac:chgData name="Amanda Macmaster" userId="17b365522d9d56c3" providerId="LiveId" clId="{1EE5E50F-1206-4CB2-8585-20C19DE62ECB}" dt="2020-09-27T13:20:21.023" v="10" actId="22"/>
            <ac:picMkLst>
              <pc:docMk/>
              <pc:sldMasterMk cId="0" sldId="2147483663"/>
              <pc:sldLayoutMk cId="0" sldId="2147483665"/>
              <ac:picMk id="6" creationId="{B5F6073D-4B39-4E2C-9B09-4350AB2DF07B}"/>
            </ac:picMkLst>
          </pc:picChg>
        </pc:sldLayoutChg>
        <pc:sldLayoutChg chg="addSp modSp mod">
          <pc:chgData name="Amanda Macmaster" userId="17b365522d9d56c3" providerId="LiveId" clId="{1EE5E50F-1206-4CB2-8585-20C19DE62ECB}" dt="2020-09-27T13:22:49.279" v="99" actId="1036"/>
          <pc:sldLayoutMkLst>
            <pc:docMk/>
            <pc:sldMasterMk cId="0" sldId="2147483663"/>
            <pc:sldLayoutMk cId="2806921321" sldId="2147483667"/>
          </pc:sldLayoutMkLst>
          <pc:picChg chg="add mod">
            <ac:chgData name="Amanda Macmaster" userId="17b365522d9d56c3" providerId="LiveId" clId="{1EE5E50F-1206-4CB2-8585-20C19DE62ECB}" dt="2020-09-27T13:22:49.279" v="99" actId="1036"/>
            <ac:picMkLst>
              <pc:docMk/>
              <pc:sldMasterMk cId="0" sldId="2147483663"/>
              <pc:sldLayoutMk cId="2806921321" sldId="2147483667"/>
              <ac:picMk id="3" creationId="{0A433CEC-A379-43F8-B666-4D9DFE69CC8B}"/>
            </ac:picMkLst>
          </pc:picChg>
        </pc:sldLayoutChg>
        <pc:sldLayoutChg chg="addSp modSp mod">
          <pc:chgData name="Amanda Macmaster" userId="17b365522d9d56c3" providerId="LiveId" clId="{1EE5E50F-1206-4CB2-8585-20C19DE62ECB}" dt="2020-09-27T13:22:41.847" v="97" actId="1036"/>
          <pc:sldLayoutMkLst>
            <pc:docMk/>
            <pc:sldMasterMk cId="0" sldId="2147483663"/>
            <pc:sldLayoutMk cId="2471281729" sldId="2147483668"/>
          </pc:sldLayoutMkLst>
          <pc:picChg chg="add mod">
            <ac:chgData name="Amanda Macmaster" userId="17b365522d9d56c3" providerId="LiveId" clId="{1EE5E50F-1206-4CB2-8585-20C19DE62ECB}" dt="2020-09-27T13:22:41.847" v="97" actId="1036"/>
            <ac:picMkLst>
              <pc:docMk/>
              <pc:sldMasterMk cId="0" sldId="2147483663"/>
              <pc:sldLayoutMk cId="2471281729" sldId="2147483668"/>
              <ac:picMk id="3" creationId="{FCA57AD7-ED8A-4C10-A31D-B7C38E970718}"/>
            </ac:picMkLst>
          </pc:picChg>
        </pc:sldLayoutChg>
        <pc:sldLayoutChg chg="addSp delSp modSp mod">
          <pc:chgData name="Amanda Macmaster" userId="17b365522d9d56c3" providerId="LiveId" clId="{1EE5E50F-1206-4CB2-8585-20C19DE62ECB}" dt="2020-09-27T13:21:53.586" v="83" actId="1076"/>
          <pc:sldLayoutMkLst>
            <pc:docMk/>
            <pc:sldMasterMk cId="0" sldId="2147483663"/>
            <pc:sldLayoutMk cId="1314029481" sldId="2147483670"/>
          </pc:sldLayoutMkLst>
          <pc:picChg chg="add mod">
            <ac:chgData name="Amanda Macmaster" userId="17b365522d9d56c3" providerId="LiveId" clId="{1EE5E50F-1206-4CB2-8585-20C19DE62ECB}" dt="2020-09-27T13:21:53.586" v="83" actId="1076"/>
            <ac:picMkLst>
              <pc:docMk/>
              <pc:sldMasterMk cId="0" sldId="2147483663"/>
              <pc:sldLayoutMk cId="1314029481" sldId="2147483670"/>
              <ac:picMk id="3" creationId="{E30308CB-2A5D-4545-952F-F30BCA9D45FA}"/>
            </ac:picMkLst>
          </pc:picChg>
          <pc:picChg chg="del">
            <ac:chgData name="Amanda Macmaster" userId="17b365522d9d56c3" providerId="LiveId" clId="{1EE5E50F-1206-4CB2-8585-20C19DE62ECB}" dt="2020-09-27T13:21:45.684" v="81" actId="478"/>
            <ac:picMkLst>
              <pc:docMk/>
              <pc:sldMasterMk cId="0" sldId="2147483663"/>
              <pc:sldLayoutMk cId="1314029481" sldId="2147483670"/>
              <ac:picMk id="1026" creationId="{00000000-0000-0000-0000-000000000000}"/>
            </ac:picMkLst>
          </pc:picChg>
        </pc:sldLayoutChg>
        <pc:sldLayoutChg chg="addSp delSp modSp mod">
          <pc:chgData name="Amanda Macmaster" userId="17b365522d9d56c3" providerId="LiveId" clId="{1EE5E50F-1206-4CB2-8585-20C19DE62ECB}" dt="2020-09-27T13:22:38.583" v="96" actId="478"/>
          <pc:sldLayoutMkLst>
            <pc:docMk/>
            <pc:sldMasterMk cId="0" sldId="2147483663"/>
            <pc:sldLayoutMk cId="3685978206" sldId="2147483671"/>
          </pc:sldLayoutMkLst>
          <pc:picChg chg="add mod">
            <ac:chgData name="Amanda Macmaster" userId="17b365522d9d56c3" providerId="LiveId" clId="{1EE5E50F-1206-4CB2-8585-20C19DE62ECB}" dt="2020-09-27T13:22:36.390" v="95" actId="1036"/>
            <ac:picMkLst>
              <pc:docMk/>
              <pc:sldMasterMk cId="0" sldId="2147483663"/>
              <pc:sldLayoutMk cId="3685978206" sldId="2147483671"/>
              <ac:picMk id="5" creationId="{B7038460-7B63-4FE7-9432-2DAB64BB35B9}"/>
            </ac:picMkLst>
          </pc:picChg>
          <pc:picChg chg="del">
            <ac:chgData name="Amanda Macmaster" userId="17b365522d9d56c3" providerId="LiveId" clId="{1EE5E50F-1206-4CB2-8585-20C19DE62ECB}" dt="2020-09-27T13:22:38.583" v="96" actId="478"/>
            <ac:picMkLst>
              <pc:docMk/>
              <pc:sldMasterMk cId="0" sldId="2147483663"/>
              <pc:sldLayoutMk cId="3685978206" sldId="2147483671"/>
              <ac:picMk id="1026" creationId="{00000000-0000-0000-0000-000000000000}"/>
            </ac:picMkLst>
          </pc:picChg>
        </pc:sldLayoutChg>
        <pc:sldLayoutChg chg="addSp delSp modSp mod">
          <pc:chgData name="Amanda Macmaster" userId="17b365522d9d56c3" providerId="LiveId" clId="{1EE5E50F-1206-4CB2-8585-20C19DE62ECB}" dt="2020-09-27T13:21:08.121" v="68" actId="20577"/>
          <pc:sldLayoutMkLst>
            <pc:docMk/>
            <pc:sldMasterMk cId="0" sldId="2147483663"/>
            <pc:sldLayoutMk cId="4032662665" sldId="2147483672"/>
          </pc:sldLayoutMkLst>
          <pc:spChg chg="mod">
            <ac:chgData name="Amanda Macmaster" userId="17b365522d9d56c3" providerId="LiveId" clId="{1EE5E50F-1206-4CB2-8585-20C19DE62ECB}" dt="2020-09-27T13:21:03.521" v="55" actId="20577"/>
            <ac:spMkLst>
              <pc:docMk/>
              <pc:sldMasterMk cId="0" sldId="2147483663"/>
              <pc:sldLayoutMk cId="4032662665" sldId="2147483672"/>
              <ac:spMk id="10" creationId="{00000000-0000-0000-0000-000000000000}"/>
            </ac:spMkLst>
          </pc:spChg>
          <pc:spChg chg="mod">
            <ac:chgData name="Amanda Macmaster" userId="17b365522d9d56c3" providerId="LiveId" clId="{1EE5E50F-1206-4CB2-8585-20C19DE62ECB}" dt="2020-09-27T13:21:08.121" v="68" actId="20577"/>
            <ac:spMkLst>
              <pc:docMk/>
              <pc:sldMasterMk cId="0" sldId="2147483663"/>
              <pc:sldLayoutMk cId="4032662665" sldId="2147483672"/>
              <ac:spMk id="536" creationId="{00000000-0000-0000-0000-000000000000}"/>
            </ac:spMkLst>
          </pc:spChg>
          <pc:spChg chg="mod">
            <ac:chgData name="Amanda Macmaster" userId="17b365522d9d56c3" providerId="LiveId" clId="{1EE5E50F-1206-4CB2-8585-20C19DE62ECB}" dt="2020-09-27T13:20:59.293" v="49" actId="20577"/>
            <ac:spMkLst>
              <pc:docMk/>
              <pc:sldMasterMk cId="0" sldId="2147483663"/>
              <pc:sldLayoutMk cId="4032662665" sldId="2147483672"/>
              <ac:spMk id="537" creationId="{00000000-0000-0000-0000-000000000000}"/>
            </ac:spMkLst>
          </pc:spChg>
          <pc:picChg chg="add">
            <ac:chgData name="Amanda Macmaster" userId="17b365522d9d56c3" providerId="LiveId" clId="{1EE5E50F-1206-4CB2-8585-20C19DE62ECB}" dt="2020-09-27T13:20:25.243" v="12" actId="22"/>
            <ac:picMkLst>
              <pc:docMk/>
              <pc:sldMasterMk cId="0" sldId="2147483663"/>
              <pc:sldLayoutMk cId="4032662665" sldId="2147483672"/>
              <ac:picMk id="4" creationId="{B710DDC1-BBAE-42CF-863B-88D510B11E38}"/>
            </ac:picMkLst>
          </pc:picChg>
          <pc:picChg chg="del">
            <ac:chgData name="Amanda Macmaster" userId="17b365522d9d56c3" providerId="LiveId" clId="{1EE5E50F-1206-4CB2-8585-20C19DE62ECB}" dt="2020-09-27T13:20:24.922" v="11" actId="478"/>
            <ac:picMkLst>
              <pc:docMk/>
              <pc:sldMasterMk cId="0" sldId="2147483663"/>
              <pc:sldLayoutMk cId="4032662665" sldId="2147483672"/>
              <ac:picMk id="5" creationId="{00000000-0000-0000-0000-000000000000}"/>
            </ac:picMkLst>
          </pc:picChg>
        </pc:sldLayoutChg>
        <pc:sldLayoutChg chg="addSp modSp mod">
          <pc:chgData name="Amanda Macmaster" userId="17b365522d9d56c3" providerId="LiveId" clId="{1EE5E50F-1206-4CB2-8585-20C19DE62ECB}" dt="2020-09-27T13:22:29.466" v="94" actId="1036"/>
          <pc:sldLayoutMkLst>
            <pc:docMk/>
            <pc:sldMasterMk cId="0" sldId="2147483663"/>
            <pc:sldLayoutMk cId="690403449" sldId="2147483674"/>
          </pc:sldLayoutMkLst>
          <pc:picChg chg="add mod">
            <ac:chgData name="Amanda Macmaster" userId="17b365522d9d56c3" providerId="LiveId" clId="{1EE5E50F-1206-4CB2-8585-20C19DE62ECB}" dt="2020-09-27T13:22:29.466" v="94" actId="1036"/>
            <ac:picMkLst>
              <pc:docMk/>
              <pc:sldMasterMk cId="0" sldId="2147483663"/>
              <pc:sldLayoutMk cId="690403449" sldId="2147483674"/>
              <ac:picMk id="6" creationId="{486D5C6E-909C-4FF6-A417-77963244061D}"/>
            </ac:picMkLst>
          </pc:picChg>
        </pc:sldLayoutChg>
        <pc:sldLayoutChg chg="addSp modSp mod">
          <pc:chgData name="Amanda Macmaster" userId="17b365522d9d56c3" providerId="LiveId" clId="{1EE5E50F-1206-4CB2-8585-20C19DE62ECB}" dt="2020-09-27T13:22:19.058" v="92" actId="1036"/>
          <pc:sldLayoutMkLst>
            <pc:docMk/>
            <pc:sldMasterMk cId="0" sldId="2147483663"/>
            <pc:sldLayoutMk cId="2986719527" sldId="2147483675"/>
          </pc:sldLayoutMkLst>
          <pc:picChg chg="add mod">
            <ac:chgData name="Amanda Macmaster" userId="17b365522d9d56c3" providerId="LiveId" clId="{1EE5E50F-1206-4CB2-8585-20C19DE62ECB}" dt="2020-09-27T13:22:19.058" v="92" actId="1036"/>
            <ac:picMkLst>
              <pc:docMk/>
              <pc:sldMasterMk cId="0" sldId="2147483663"/>
              <pc:sldLayoutMk cId="2986719527" sldId="2147483675"/>
              <ac:picMk id="3" creationId="{7E9E4A76-0C41-4F46-AF18-239AAD133C79}"/>
            </ac:picMkLst>
          </pc:picChg>
        </pc:sldLayoutChg>
        <pc:sldLayoutChg chg="addSp modSp mod">
          <pc:chgData name="Amanda Macmaster" userId="17b365522d9d56c3" providerId="LiveId" clId="{1EE5E50F-1206-4CB2-8585-20C19DE62ECB}" dt="2020-09-27T13:22:23.646" v="93" actId="1036"/>
          <pc:sldLayoutMkLst>
            <pc:docMk/>
            <pc:sldMasterMk cId="0" sldId="2147483663"/>
            <pc:sldLayoutMk cId="2305907217" sldId="2147483676"/>
          </pc:sldLayoutMkLst>
          <pc:picChg chg="add mod">
            <ac:chgData name="Amanda Macmaster" userId="17b365522d9d56c3" providerId="LiveId" clId="{1EE5E50F-1206-4CB2-8585-20C19DE62ECB}" dt="2020-09-27T13:22:23.646" v="93" actId="1036"/>
            <ac:picMkLst>
              <pc:docMk/>
              <pc:sldMasterMk cId="0" sldId="2147483663"/>
              <pc:sldLayoutMk cId="2305907217" sldId="2147483676"/>
              <ac:picMk id="3" creationId="{9D66264F-0D19-49CD-B18B-8DE6BEB793D5}"/>
            </ac:picMkLst>
          </pc:picChg>
        </pc:sldLayoutChg>
        <pc:sldLayoutChg chg="addSp modSp mod ord">
          <pc:chgData name="Amanda Macmaster" userId="17b365522d9d56c3" providerId="LiveId" clId="{1EE5E50F-1206-4CB2-8585-20C19DE62ECB}" dt="2020-09-27T13:22:45.489" v="98" actId="1036"/>
          <pc:sldLayoutMkLst>
            <pc:docMk/>
            <pc:sldMasterMk cId="0" sldId="2147483663"/>
            <pc:sldLayoutMk cId="2173635959" sldId="2147483678"/>
          </pc:sldLayoutMkLst>
          <pc:picChg chg="add mod">
            <ac:chgData name="Amanda Macmaster" userId="17b365522d9d56c3" providerId="LiveId" clId="{1EE5E50F-1206-4CB2-8585-20C19DE62ECB}" dt="2020-09-27T13:22:45.489" v="98" actId="1036"/>
            <ac:picMkLst>
              <pc:docMk/>
              <pc:sldMasterMk cId="0" sldId="2147483663"/>
              <pc:sldLayoutMk cId="2173635959" sldId="2147483678"/>
              <ac:picMk id="3" creationId="{73D44647-EBDB-4CE5-988B-D843D23D4D7C}"/>
            </ac:picMkLst>
          </pc:picChg>
        </pc:sldLayoutChg>
        <pc:sldLayoutChg chg="addSp delSp modSp mod">
          <pc:chgData name="Amanda Macmaster" userId="17b365522d9d56c3" providerId="LiveId" clId="{1EE5E50F-1206-4CB2-8585-20C19DE62ECB}" dt="2020-09-27T13:22:07.045" v="87"/>
          <pc:sldLayoutMkLst>
            <pc:docMk/>
            <pc:sldMasterMk cId="0" sldId="2147483663"/>
            <pc:sldLayoutMk cId="2203140963" sldId="2147483679"/>
          </pc:sldLayoutMkLst>
          <pc:picChg chg="add mod">
            <ac:chgData name="Amanda Macmaster" userId="17b365522d9d56c3" providerId="LiveId" clId="{1EE5E50F-1206-4CB2-8585-20C19DE62ECB}" dt="2020-09-27T13:22:07.045" v="87"/>
            <ac:picMkLst>
              <pc:docMk/>
              <pc:sldMasterMk cId="0" sldId="2147483663"/>
              <pc:sldLayoutMk cId="2203140963" sldId="2147483679"/>
              <ac:picMk id="3" creationId="{8B2E9064-424A-49D4-A542-D9D54AFDEE80}"/>
            </ac:picMkLst>
          </pc:picChg>
          <pc:picChg chg="del">
            <ac:chgData name="Amanda Macmaster" userId="17b365522d9d56c3" providerId="LiveId" clId="{1EE5E50F-1206-4CB2-8585-20C19DE62ECB}" dt="2020-09-27T13:22:01.782" v="85" actId="478"/>
            <ac:picMkLst>
              <pc:docMk/>
              <pc:sldMasterMk cId="0" sldId="2147483663"/>
              <pc:sldLayoutMk cId="2203140963" sldId="2147483679"/>
              <ac:picMk id="4" creationId="{00000000-0000-0000-0000-000000000000}"/>
            </ac:picMkLst>
          </pc:picChg>
        </pc:sldLayoutChg>
        <pc:sldLayoutChg chg="addSp modSp mod">
          <pc:chgData name="Amanda Macmaster" userId="17b365522d9d56c3" providerId="LiveId" clId="{1EE5E50F-1206-4CB2-8585-20C19DE62ECB}" dt="2020-09-27T13:22:11.876" v="89" actId="1036"/>
          <pc:sldLayoutMkLst>
            <pc:docMk/>
            <pc:sldMasterMk cId="0" sldId="2147483663"/>
            <pc:sldLayoutMk cId="448418147" sldId="2147483681"/>
          </pc:sldLayoutMkLst>
          <pc:picChg chg="add mod">
            <ac:chgData name="Amanda Macmaster" userId="17b365522d9d56c3" providerId="LiveId" clId="{1EE5E50F-1206-4CB2-8585-20C19DE62ECB}" dt="2020-09-27T13:22:11.876" v="89" actId="1036"/>
            <ac:picMkLst>
              <pc:docMk/>
              <pc:sldMasterMk cId="0" sldId="2147483663"/>
              <pc:sldLayoutMk cId="448418147" sldId="2147483681"/>
              <ac:picMk id="5" creationId="{52FDEEAB-5432-4EB4-9233-93E2C9A7508E}"/>
            </ac:picMkLst>
          </pc:picChg>
        </pc:sldLayoutChg>
        <pc:sldLayoutChg chg="addSp modSp mod">
          <pc:chgData name="Amanda Macmaster" userId="17b365522d9d56c3" providerId="LiveId" clId="{1EE5E50F-1206-4CB2-8585-20C19DE62ECB}" dt="2020-09-27T13:22:14.523" v="91" actId="1036"/>
          <pc:sldLayoutMkLst>
            <pc:docMk/>
            <pc:sldMasterMk cId="0" sldId="2147483663"/>
            <pc:sldLayoutMk cId="1380397680" sldId="2147483682"/>
          </pc:sldLayoutMkLst>
          <pc:picChg chg="add mod">
            <ac:chgData name="Amanda Macmaster" userId="17b365522d9d56c3" providerId="LiveId" clId="{1EE5E50F-1206-4CB2-8585-20C19DE62ECB}" dt="2020-09-27T13:22:14.523" v="91" actId="1036"/>
            <ac:picMkLst>
              <pc:docMk/>
              <pc:sldMasterMk cId="0" sldId="2147483663"/>
              <pc:sldLayoutMk cId="1380397680" sldId="2147483682"/>
              <ac:picMk id="3" creationId="{55BD70EF-0156-4EBF-A71D-C53D38B44FD6}"/>
            </ac:picMkLst>
          </pc:picChg>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D0751BC-8683-4F5F-B814-27F1C7FFAF40}" type="doc">
      <dgm:prSet loTypeId="urn:microsoft.com/office/officeart/2005/8/layout/vList2" loCatId="list" qsTypeId="urn:microsoft.com/office/officeart/2005/8/quickstyle/simple1" qsCatId="simple" csTypeId="urn:microsoft.com/office/officeart/2005/8/colors/colorful4" csCatId="colorful"/>
      <dgm:spPr/>
      <dgm:t>
        <a:bodyPr/>
        <a:lstStyle/>
        <a:p>
          <a:endParaRPr lang="en-US"/>
        </a:p>
      </dgm:t>
    </dgm:pt>
    <dgm:pt modelId="{FD68641D-F580-4E35-A8F9-83E7EBACD8C6}">
      <dgm:prSet/>
      <dgm:spPr/>
      <dgm:t>
        <a:bodyPr/>
        <a:lstStyle/>
        <a:p>
          <a:pPr rtl="0"/>
          <a:r>
            <a:rPr lang="en-GB"/>
            <a:t>A University maintains information about the student registered for courses.  Each student is registered for one course at a time. A course consists of a number of modules. A module is associated with one course only.  For each student on a module a grade is awarded. Each module is led by one member of staff who belongs to a department.  A department employs a number of staff.  A department runs a number of courses.</a:t>
          </a:r>
        </a:p>
      </dgm:t>
    </dgm:pt>
    <dgm:pt modelId="{2FDEEA7C-1A62-43E1-8E5F-892607C664DE}" type="parTrans" cxnId="{1ADED360-32D6-44D5-8F41-54E8AE956339}">
      <dgm:prSet/>
      <dgm:spPr/>
      <dgm:t>
        <a:bodyPr/>
        <a:lstStyle/>
        <a:p>
          <a:endParaRPr lang="en-US"/>
        </a:p>
      </dgm:t>
    </dgm:pt>
    <dgm:pt modelId="{139B0F80-8065-49C1-81E4-8E0EA0AB934C}" type="sibTrans" cxnId="{1ADED360-32D6-44D5-8F41-54E8AE956339}">
      <dgm:prSet/>
      <dgm:spPr/>
      <dgm:t>
        <a:bodyPr/>
        <a:lstStyle/>
        <a:p>
          <a:endParaRPr lang="en-US"/>
        </a:p>
      </dgm:t>
    </dgm:pt>
    <dgm:pt modelId="{BDEAD6BF-6EE3-4887-B0EA-C6E59964E569}" type="pres">
      <dgm:prSet presAssocID="{4D0751BC-8683-4F5F-B814-27F1C7FFAF40}" presName="linear" presStyleCnt="0">
        <dgm:presLayoutVars>
          <dgm:animLvl val="lvl"/>
          <dgm:resizeHandles val="exact"/>
        </dgm:presLayoutVars>
      </dgm:prSet>
      <dgm:spPr/>
    </dgm:pt>
    <dgm:pt modelId="{D554FC58-6CB6-43C7-B8CF-BE83CCE723AE}" type="pres">
      <dgm:prSet presAssocID="{FD68641D-F580-4E35-A8F9-83E7EBACD8C6}" presName="parentText" presStyleLbl="node1" presStyleIdx="0" presStyleCnt="1">
        <dgm:presLayoutVars>
          <dgm:chMax val="0"/>
          <dgm:bulletEnabled val="1"/>
        </dgm:presLayoutVars>
      </dgm:prSet>
      <dgm:spPr/>
    </dgm:pt>
  </dgm:ptLst>
  <dgm:cxnLst>
    <dgm:cxn modelId="{1ADED360-32D6-44D5-8F41-54E8AE956339}" srcId="{4D0751BC-8683-4F5F-B814-27F1C7FFAF40}" destId="{FD68641D-F580-4E35-A8F9-83E7EBACD8C6}" srcOrd="0" destOrd="0" parTransId="{2FDEEA7C-1A62-43E1-8E5F-892607C664DE}" sibTransId="{139B0F80-8065-49C1-81E4-8E0EA0AB934C}"/>
    <dgm:cxn modelId="{7B61369C-0A2C-4A59-A9CA-BBA5D5DC80CC}" type="presOf" srcId="{4D0751BC-8683-4F5F-B814-27F1C7FFAF40}" destId="{BDEAD6BF-6EE3-4887-B0EA-C6E59964E569}" srcOrd="0" destOrd="0" presId="urn:microsoft.com/office/officeart/2005/8/layout/vList2"/>
    <dgm:cxn modelId="{6A9949E2-08B6-415C-BCD9-AD2845132667}" type="presOf" srcId="{FD68641D-F580-4E35-A8F9-83E7EBACD8C6}" destId="{D554FC58-6CB6-43C7-B8CF-BE83CCE723AE}" srcOrd="0" destOrd="0" presId="urn:microsoft.com/office/officeart/2005/8/layout/vList2"/>
    <dgm:cxn modelId="{1B602071-5357-4CDB-858A-2AFF0AB5C00E}" type="presParOf" srcId="{BDEAD6BF-6EE3-4887-B0EA-C6E59964E569}" destId="{D554FC58-6CB6-43C7-B8CF-BE83CCE723AE}"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62571B9-F24B-4293-BD4A-60196CA02683}" type="doc">
      <dgm:prSet loTypeId="urn:microsoft.com/office/officeart/2005/8/layout/chevron2" loCatId="list" qsTypeId="urn:microsoft.com/office/officeart/2005/8/quickstyle/simple1" qsCatId="simple" csTypeId="urn:microsoft.com/office/officeart/2005/8/colors/colorful4" csCatId="colorful" phldr="1"/>
      <dgm:spPr/>
      <dgm:t>
        <a:bodyPr/>
        <a:lstStyle/>
        <a:p>
          <a:endParaRPr lang="en-US"/>
        </a:p>
      </dgm:t>
    </dgm:pt>
    <dgm:pt modelId="{195229F0-14F8-472D-A341-EFB883C7A28D}">
      <dgm:prSet/>
      <dgm:spPr/>
      <dgm:t>
        <a:bodyPr/>
        <a:lstStyle/>
        <a:p>
          <a:pPr rtl="0"/>
          <a:r>
            <a:rPr lang="en-GB" dirty="0"/>
            <a:t>University may have different </a:t>
          </a:r>
          <a:r>
            <a:rPr lang="en-GB" b="1" dirty="0"/>
            <a:t>course</a:t>
          </a:r>
          <a:r>
            <a:rPr lang="en-GB" dirty="0"/>
            <a:t>, course details must be recorded</a:t>
          </a:r>
        </a:p>
      </dgm:t>
    </dgm:pt>
    <dgm:pt modelId="{5364C6D7-8CA8-4E3C-9F2B-1CB319D9289B}" type="parTrans" cxnId="{CB867A8E-83B2-4918-8AE4-EFB2616820EB}">
      <dgm:prSet/>
      <dgm:spPr/>
      <dgm:t>
        <a:bodyPr/>
        <a:lstStyle/>
        <a:p>
          <a:endParaRPr lang="en-US"/>
        </a:p>
      </dgm:t>
    </dgm:pt>
    <dgm:pt modelId="{28726164-8010-424C-BF5E-A7F5109C0FBD}" type="sibTrans" cxnId="{CB867A8E-83B2-4918-8AE4-EFB2616820EB}">
      <dgm:prSet/>
      <dgm:spPr/>
      <dgm:t>
        <a:bodyPr/>
        <a:lstStyle/>
        <a:p>
          <a:endParaRPr lang="en-US"/>
        </a:p>
      </dgm:t>
    </dgm:pt>
    <dgm:pt modelId="{C3CE330C-DC06-465A-AC81-53FCBF8A5AC7}">
      <dgm:prSet/>
      <dgm:spPr/>
      <dgm:t>
        <a:bodyPr/>
        <a:lstStyle/>
        <a:p>
          <a:pPr rtl="0"/>
          <a:r>
            <a:rPr lang="en-GB" dirty="0"/>
            <a:t>Course have many </a:t>
          </a:r>
          <a:r>
            <a:rPr lang="en-GB" b="1" dirty="0"/>
            <a:t>modules</a:t>
          </a:r>
          <a:r>
            <a:rPr lang="en-GB" dirty="0"/>
            <a:t>, modules details must be stored</a:t>
          </a:r>
        </a:p>
      </dgm:t>
    </dgm:pt>
    <dgm:pt modelId="{AEAA4EC5-40F0-4680-938C-52A855747E2A}" type="parTrans" cxnId="{B1A84ADE-AC28-46B3-8FA2-BEEB60071F05}">
      <dgm:prSet/>
      <dgm:spPr/>
      <dgm:t>
        <a:bodyPr/>
        <a:lstStyle/>
        <a:p>
          <a:endParaRPr lang="en-US"/>
        </a:p>
      </dgm:t>
    </dgm:pt>
    <dgm:pt modelId="{788DEF76-ECBD-4BA5-B81A-68DC1E68A9FD}" type="sibTrans" cxnId="{B1A84ADE-AC28-46B3-8FA2-BEEB60071F05}">
      <dgm:prSet/>
      <dgm:spPr/>
      <dgm:t>
        <a:bodyPr/>
        <a:lstStyle/>
        <a:p>
          <a:endParaRPr lang="en-US"/>
        </a:p>
      </dgm:t>
    </dgm:pt>
    <dgm:pt modelId="{F1B55D9B-5F39-4CFE-8C62-F104DFC77D73}">
      <dgm:prSet/>
      <dgm:spPr/>
      <dgm:t>
        <a:bodyPr/>
        <a:lstStyle/>
        <a:p>
          <a:pPr rtl="0"/>
          <a:r>
            <a:rPr lang="en-GB" b="1" dirty="0"/>
            <a:t>Staff</a:t>
          </a:r>
          <a:r>
            <a:rPr lang="en-GB" dirty="0"/>
            <a:t> details and </a:t>
          </a:r>
          <a:r>
            <a:rPr lang="en-GB" b="1" dirty="0"/>
            <a:t>Department</a:t>
          </a:r>
          <a:r>
            <a:rPr lang="en-GB" dirty="0"/>
            <a:t> details must be recorded</a:t>
          </a:r>
        </a:p>
      </dgm:t>
    </dgm:pt>
    <dgm:pt modelId="{FB43819C-0A2E-4523-A2B3-97561B2796E4}" type="parTrans" cxnId="{31724089-2168-4D3D-86D7-EB21FB6BD64B}">
      <dgm:prSet/>
      <dgm:spPr/>
      <dgm:t>
        <a:bodyPr/>
        <a:lstStyle/>
        <a:p>
          <a:endParaRPr lang="en-US"/>
        </a:p>
      </dgm:t>
    </dgm:pt>
    <dgm:pt modelId="{D87137C5-B4FB-4111-AA9F-D06640753B34}" type="sibTrans" cxnId="{31724089-2168-4D3D-86D7-EB21FB6BD64B}">
      <dgm:prSet/>
      <dgm:spPr/>
      <dgm:t>
        <a:bodyPr/>
        <a:lstStyle/>
        <a:p>
          <a:endParaRPr lang="en-US"/>
        </a:p>
      </dgm:t>
    </dgm:pt>
    <dgm:pt modelId="{3D7DD342-D884-4C8B-8D9D-6980E97EEE30}">
      <dgm:prSet/>
      <dgm:spPr/>
      <dgm:t>
        <a:bodyPr/>
        <a:lstStyle/>
        <a:p>
          <a:pPr rtl="0"/>
          <a:r>
            <a:rPr lang="en-GB" dirty="0"/>
            <a:t>When a </a:t>
          </a:r>
          <a:r>
            <a:rPr lang="en-GB" b="1" dirty="0"/>
            <a:t>student</a:t>
          </a:r>
          <a:r>
            <a:rPr lang="en-GB" dirty="0"/>
            <a:t> register for a course, the details about the students and the course they are enrolled for must be recorded</a:t>
          </a:r>
        </a:p>
      </dgm:t>
    </dgm:pt>
    <dgm:pt modelId="{75727C72-ED4C-4BF8-B565-6B372E312FCF}" type="parTrans" cxnId="{9729CE97-EC3D-4728-B0A7-893409D73413}">
      <dgm:prSet/>
      <dgm:spPr/>
      <dgm:t>
        <a:bodyPr/>
        <a:lstStyle/>
        <a:p>
          <a:endParaRPr lang="en-US"/>
        </a:p>
      </dgm:t>
    </dgm:pt>
    <dgm:pt modelId="{BFA5DE0E-BB7C-4E37-B1F2-7ACDB72D644F}" type="sibTrans" cxnId="{9729CE97-EC3D-4728-B0A7-893409D73413}">
      <dgm:prSet/>
      <dgm:spPr/>
      <dgm:t>
        <a:bodyPr/>
        <a:lstStyle/>
        <a:p>
          <a:endParaRPr lang="en-US"/>
        </a:p>
      </dgm:t>
    </dgm:pt>
    <dgm:pt modelId="{03F28276-5A5C-4866-8BF5-3C5BA623A9C4}">
      <dgm:prSet/>
      <dgm:spPr/>
      <dgm:t>
        <a:bodyPr/>
        <a:lstStyle/>
        <a:p>
          <a:pPr rtl="0"/>
          <a:r>
            <a:rPr lang="en-GB" dirty="0"/>
            <a:t>Students will be completing many modules as they take the course</a:t>
          </a:r>
        </a:p>
      </dgm:t>
    </dgm:pt>
    <dgm:pt modelId="{4904F578-DC7A-484B-AB1A-48D32CB4D0B4}" type="parTrans" cxnId="{BC5FB917-A940-48AB-AB0D-E6C39BE8FBFC}">
      <dgm:prSet/>
      <dgm:spPr/>
      <dgm:t>
        <a:bodyPr/>
        <a:lstStyle/>
        <a:p>
          <a:endParaRPr lang="en-US"/>
        </a:p>
      </dgm:t>
    </dgm:pt>
    <dgm:pt modelId="{02552A88-D64A-4701-BD1C-9C9A01796E2A}" type="sibTrans" cxnId="{BC5FB917-A940-48AB-AB0D-E6C39BE8FBFC}">
      <dgm:prSet/>
      <dgm:spPr/>
      <dgm:t>
        <a:bodyPr/>
        <a:lstStyle/>
        <a:p>
          <a:endParaRPr lang="en-US"/>
        </a:p>
      </dgm:t>
    </dgm:pt>
    <dgm:pt modelId="{7DD1339B-548F-4113-A74C-FBE3C0E08FC8}">
      <dgm:prSet/>
      <dgm:spPr/>
      <dgm:t>
        <a:bodyPr/>
        <a:lstStyle/>
        <a:p>
          <a:pPr rtl="0"/>
          <a:r>
            <a:rPr lang="en-GB" dirty="0"/>
            <a:t>For each module they will be awarded a grade</a:t>
          </a:r>
        </a:p>
      </dgm:t>
    </dgm:pt>
    <dgm:pt modelId="{91059116-50D0-43D3-B98C-BCB4B59B732E}" type="parTrans" cxnId="{1E775F72-0951-4A05-8420-26B11E13B2C3}">
      <dgm:prSet/>
      <dgm:spPr/>
      <dgm:t>
        <a:bodyPr/>
        <a:lstStyle/>
        <a:p>
          <a:endParaRPr lang="en-US"/>
        </a:p>
      </dgm:t>
    </dgm:pt>
    <dgm:pt modelId="{BF6CF528-D3B6-4B44-BC3A-D9FAEABDC248}" type="sibTrans" cxnId="{1E775F72-0951-4A05-8420-26B11E13B2C3}">
      <dgm:prSet/>
      <dgm:spPr/>
      <dgm:t>
        <a:bodyPr/>
        <a:lstStyle/>
        <a:p>
          <a:endParaRPr lang="en-US"/>
        </a:p>
      </dgm:t>
    </dgm:pt>
    <dgm:pt modelId="{EA395127-33BF-405E-9B69-F0A38F8239EB}">
      <dgm:prSet/>
      <dgm:spPr/>
      <dgm:t>
        <a:bodyPr/>
        <a:lstStyle/>
        <a:p>
          <a:pPr rtl="0"/>
          <a:endParaRPr lang="en-GB" dirty="0"/>
        </a:p>
      </dgm:t>
    </dgm:pt>
    <dgm:pt modelId="{0899A37C-B987-42EF-9E16-B3BBB3AD16ED}" type="parTrans" cxnId="{242822E8-AE59-41DC-BCCE-B644FE4F4D13}">
      <dgm:prSet/>
      <dgm:spPr/>
      <dgm:t>
        <a:bodyPr/>
        <a:lstStyle/>
        <a:p>
          <a:endParaRPr lang="en-US"/>
        </a:p>
      </dgm:t>
    </dgm:pt>
    <dgm:pt modelId="{45CD8FE9-2E50-4C07-98C4-4E058039F810}" type="sibTrans" cxnId="{242822E8-AE59-41DC-BCCE-B644FE4F4D13}">
      <dgm:prSet/>
      <dgm:spPr/>
      <dgm:t>
        <a:bodyPr/>
        <a:lstStyle/>
        <a:p>
          <a:endParaRPr lang="en-US"/>
        </a:p>
      </dgm:t>
    </dgm:pt>
    <dgm:pt modelId="{38F38111-7046-4344-8811-D36D022DB84F}">
      <dgm:prSet/>
      <dgm:spPr/>
      <dgm:t>
        <a:bodyPr/>
        <a:lstStyle/>
        <a:p>
          <a:pPr rtl="0"/>
          <a:endParaRPr lang="en-GB" dirty="0"/>
        </a:p>
      </dgm:t>
    </dgm:pt>
    <dgm:pt modelId="{B03ECE6F-CBC2-4BD3-84C1-A6351631AB9B}" type="parTrans" cxnId="{8C0A63BE-ACE2-4962-BA93-D5D80504843A}">
      <dgm:prSet/>
      <dgm:spPr/>
      <dgm:t>
        <a:bodyPr/>
        <a:lstStyle/>
        <a:p>
          <a:endParaRPr lang="en-US"/>
        </a:p>
      </dgm:t>
    </dgm:pt>
    <dgm:pt modelId="{377071FD-867C-480C-87C7-AA52C7FA0E8F}" type="sibTrans" cxnId="{8C0A63BE-ACE2-4962-BA93-D5D80504843A}">
      <dgm:prSet/>
      <dgm:spPr/>
      <dgm:t>
        <a:bodyPr/>
        <a:lstStyle/>
        <a:p>
          <a:endParaRPr lang="en-US"/>
        </a:p>
      </dgm:t>
    </dgm:pt>
    <dgm:pt modelId="{284CFB0C-5D80-4DC1-AC0F-9C0A51CEC319}">
      <dgm:prSet/>
      <dgm:spPr/>
      <dgm:t>
        <a:bodyPr/>
        <a:lstStyle/>
        <a:p>
          <a:pPr rtl="0"/>
          <a:endParaRPr lang="en-GB" dirty="0"/>
        </a:p>
      </dgm:t>
    </dgm:pt>
    <dgm:pt modelId="{58373077-DBD2-4035-A973-8D83AE5B7F5F}" type="parTrans" cxnId="{89026F2B-225B-4682-BC04-71E9ED0A02CD}">
      <dgm:prSet/>
      <dgm:spPr/>
      <dgm:t>
        <a:bodyPr/>
        <a:lstStyle/>
        <a:p>
          <a:endParaRPr lang="en-US"/>
        </a:p>
      </dgm:t>
    </dgm:pt>
    <dgm:pt modelId="{0DB8E095-62E7-4AF3-9523-DFF88A0CCEAA}" type="sibTrans" cxnId="{89026F2B-225B-4682-BC04-71E9ED0A02CD}">
      <dgm:prSet/>
      <dgm:spPr/>
      <dgm:t>
        <a:bodyPr/>
        <a:lstStyle/>
        <a:p>
          <a:endParaRPr lang="en-US"/>
        </a:p>
      </dgm:t>
    </dgm:pt>
    <dgm:pt modelId="{08C566B6-F8BA-4542-BEC6-08488AC67B16}">
      <dgm:prSet/>
      <dgm:spPr/>
      <dgm:t>
        <a:bodyPr/>
        <a:lstStyle/>
        <a:p>
          <a:pPr rtl="0"/>
          <a:endParaRPr lang="en-GB" dirty="0"/>
        </a:p>
      </dgm:t>
    </dgm:pt>
    <dgm:pt modelId="{3B38442F-5472-4637-9E60-41BF171A767E}" type="parTrans" cxnId="{075B6A66-E3AC-4545-9AB1-BC0007B4ACA6}">
      <dgm:prSet/>
      <dgm:spPr/>
      <dgm:t>
        <a:bodyPr/>
        <a:lstStyle/>
        <a:p>
          <a:endParaRPr lang="en-US"/>
        </a:p>
      </dgm:t>
    </dgm:pt>
    <dgm:pt modelId="{22CE68B6-7333-485A-A23D-E1E1A235A50D}" type="sibTrans" cxnId="{075B6A66-E3AC-4545-9AB1-BC0007B4ACA6}">
      <dgm:prSet/>
      <dgm:spPr/>
      <dgm:t>
        <a:bodyPr/>
        <a:lstStyle/>
        <a:p>
          <a:endParaRPr lang="en-US"/>
        </a:p>
      </dgm:t>
    </dgm:pt>
    <dgm:pt modelId="{6DA5A52F-512D-4A38-9F9D-B6E3D28CDE98}">
      <dgm:prSet/>
      <dgm:spPr/>
      <dgm:t>
        <a:bodyPr/>
        <a:lstStyle/>
        <a:p>
          <a:pPr rtl="0"/>
          <a:endParaRPr lang="en-GB" dirty="0"/>
        </a:p>
      </dgm:t>
    </dgm:pt>
    <dgm:pt modelId="{71DF2B1B-2E7F-4BCD-BE59-773537C5D710}" type="parTrans" cxnId="{C8D3548E-CE9D-4058-8D42-C4A10E71484D}">
      <dgm:prSet/>
      <dgm:spPr/>
      <dgm:t>
        <a:bodyPr/>
        <a:lstStyle/>
        <a:p>
          <a:endParaRPr lang="en-US"/>
        </a:p>
      </dgm:t>
    </dgm:pt>
    <dgm:pt modelId="{5EBA982D-C6B0-4833-99A8-0AA4EC5FF1BA}" type="sibTrans" cxnId="{C8D3548E-CE9D-4058-8D42-C4A10E71484D}">
      <dgm:prSet/>
      <dgm:spPr/>
      <dgm:t>
        <a:bodyPr/>
        <a:lstStyle/>
        <a:p>
          <a:endParaRPr lang="en-US"/>
        </a:p>
      </dgm:t>
    </dgm:pt>
    <dgm:pt modelId="{92E229C7-BCBD-42A7-8F9D-86FFFA602FBF}" type="pres">
      <dgm:prSet presAssocID="{862571B9-F24B-4293-BD4A-60196CA02683}" presName="linearFlow" presStyleCnt="0">
        <dgm:presLayoutVars>
          <dgm:dir/>
          <dgm:animLvl val="lvl"/>
          <dgm:resizeHandles val="exact"/>
        </dgm:presLayoutVars>
      </dgm:prSet>
      <dgm:spPr/>
    </dgm:pt>
    <dgm:pt modelId="{66A978EF-1590-42FB-9428-379A079E7251}" type="pres">
      <dgm:prSet presAssocID="{EA395127-33BF-405E-9B69-F0A38F8239EB}" presName="composite" presStyleCnt="0"/>
      <dgm:spPr/>
    </dgm:pt>
    <dgm:pt modelId="{F6CBBB7B-89D3-4F53-94B9-98B9AC1B27A7}" type="pres">
      <dgm:prSet presAssocID="{EA395127-33BF-405E-9B69-F0A38F8239EB}" presName="parentText" presStyleLbl="alignNode1" presStyleIdx="0" presStyleCnt="5">
        <dgm:presLayoutVars>
          <dgm:chMax val="1"/>
          <dgm:bulletEnabled val="1"/>
        </dgm:presLayoutVars>
      </dgm:prSet>
      <dgm:spPr/>
    </dgm:pt>
    <dgm:pt modelId="{2E22978B-33BF-4439-9B62-E5A4F466A940}" type="pres">
      <dgm:prSet presAssocID="{EA395127-33BF-405E-9B69-F0A38F8239EB}" presName="descendantText" presStyleLbl="alignAcc1" presStyleIdx="0" presStyleCnt="5">
        <dgm:presLayoutVars>
          <dgm:bulletEnabled val="1"/>
        </dgm:presLayoutVars>
      </dgm:prSet>
      <dgm:spPr/>
    </dgm:pt>
    <dgm:pt modelId="{02FD553F-6B70-4A86-8CA9-C03617731BA7}" type="pres">
      <dgm:prSet presAssocID="{45CD8FE9-2E50-4C07-98C4-4E058039F810}" presName="sp" presStyleCnt="0"/>
      <dgm:spPr/>
    </dgm:pt>
    <dgm:pt modelId="{D68A3034-4A97-4E74-968D-9C5AF8E110A4}" type="pres">
      <dgm:prSet presAssocID="{38F38111-7046-4344-8811-D36D022DB84F}" presName="composite" presStyleCnt="0"/>
      <dgm:spPr/>
    </dgm:pt>
    <dgm:pt modelId="{D7627DEC-7E85-4BD2-B448-A49993040328}" type="pres">
      <dgm:prSet presAssocID="{38F38111-7046-4344-8811-D36D022DB84F}" presName="parentText" presStyleLbl="alignNode1" presStyleIdx="1" presStyleCnt="5">
        <dgm:presLayoutVars>
          <dgm:chMax val="1"/>
          <dgm:bulletEnabled val="1"/>
        </dgm:presLayoutVars>
      </dgm:prSet>
      <dgm:spPr/>
    </dgm:pt>
    <dgm:pt modelId="{6C5CBF98-D992-41EB-B494-24F4747A7C19}" type="pres">
      <dgm:prSet presAssocID="{38F38111-7046-4344-8811-D36D022DB84F}" presName="descendantText" presStyleLbl="alignAcc1" presStyleIdx="1" presStyleCnt="5">
        <dgm:presLayoutVars>
          <dgm:bulletEnabled val="1"/>
        </dgm:presLayoutVars>
      </dgm:prSet>
      <dgm:spPr/>
    </dgm:pt>
    <dgm:pt modelId="{AD419166-ED16-41E9-834E-68121E063E39}" type="pres">
      <dgm:prSet presAssocID="{377071FD-867C-480C-87C7-AA52C7FA0E8F}" presName="sp" presStyleCnt="0"/>
      <dgm:spPr/>
    </dgm:pt>
    <dgm:pt modelId="{F74B9741-9CE3-4E9D-A3D9-00561FF1E33C}" type="pres">
      <dgm:prSet presAssocID="{284CFB0C-5D80-4DC1-AC0F-9C0A51CEC319}" presName="composite" presStyleCnt="0"/>
      <dgm:spPr/>
    </dgm:pt>
    <dgm:pt modelId="{5E0A008C-A948-419B-9FD6-A92FE249AB31}" type="pres">
      <dgm:prSet presAssocID="{284CFB0C-5D80-4DC1-AC0F-9C0A51CEC319}" presName="parentText" presStyleLbl="alignNode1" presStyleIdx="2" presStyleCnt="5">
        <dgm:presLayoutVars>
          <dgm:chMax val="1"/>
          <dgm:bulletEnabled val="1"/>
        </dgm:presLayoutVars>
      </dgm:prSet>
      <dgm:spPr/>
    </dgm:pt>
    <dgm:pt modelId="{C926C2C6-8076-455D-A5EB-DF6F89CC3289}" type="pres">
      <dgm:prSet presAssocID="{284CFB0C-5D80-4DC1-AC0F-9C0A51CEC319}" presName="descendantText" presStyleLbl="alignAcc1" presStyleIdx="2" presStyleCnt="5">
        <dgm:presLayoutVars>
          <dgm:bulletEnabled val="1"/>
        </dgm:presLayoutVars>
      </dgm:prSet>
      <dgm:spPr/>
    </dgm:pt>
    <dgm:pt modelId="{F6E9A1D7-55A8-4BCB-BB10-22B38CCC13AC}" type="pres">
      <dgm:prSet presAssocID="{0DB8E095-62E7-4AF3-9523-DFF88A0CCEAA}" presName="sp" presStyleCnt="0"/>
      <dgm:spPr/>
    </dgm:pt>
    <dgm:pt modelId="{E8FEB692-9A0B-44F4-95CA-07D1CB63379F}" type="pres">
      <dgm:prSet presAssocID="{08C566B6-F8BA-4542-BEC6-08488AC67B16}" presName="composite" presStyleCnt="0"/>
      <dgm:spPr/>
    </dgm:pt>
    <dgm:pt modelId="{48E5F75C-98EE-41AF-B954-7C194C064334}" type="pres">
      <dgm:prSet presAssocID="{08C566B6-F8BA-4542-BEC6-08488AC67B16}" presName="parentText" presStyleLbl="alignNode1" presStyleIdx="3" presStyleCnt="5">
        <dgm:presLayoutVars>
          <dgm:chMax val="1"/>
          <dgm:bulletEnabled val="1"/>
        </dgm:presLayoutVars>
      </dgm:prSet>
      <dgm:spPr/>
    </dgm:pt>
    <dgm:pt modelId="{9BC7ADFF-8E44-46A9-B392-EAD05A5AB409}" type="pres">
      <dgm:prSet presAssocID="{08C566B6-F8BA-4542-BEC6-08488AC67B16}" presName="descendantText" presStyleLbl="alignAcc1" presStyleIdx="3" presStyleCnt="5">
        <dgm:presLayoutVars>
          <dgm:bulletEnabled val="1"/>
        </dgm:presLayoutVars>
      </dgm:prSet>
      <dgm:spPr/>
    </dgm:pt>
    <dgm:pt modelId="{EEB57A9A-2156-47DB-B77E-F901EC374BF1}" type="pres">
      <dgm:prSet presAssocID="{22CE68B6-7333-485A-A23D-E1E1A235A50D}" presName="sp" presStyleCnt="0"/>
      <dgm:spPr/>
    </dgm:pt>
    <dgm:pt modelId="{4D3FBD1E-691E-4D9F-AEA9-F31682D3CB89}" type="pres">
      <dgm:prSet presAssocID="{6DA5A52F-512D-4A38-9F9D-B6E3D28CDE98}" presName="composite" presStyleCnt="0"/>
      <dgm:spPr/>
    </dgm:pt>
    <dgm:pt modelId="{5A99EB31-3CDA-4B0B-8A36-E420152B903E}" type="pres">
      <dgm:prSet presAssocID="{6DA5A52F-512D-4A38-9F9D-B6E3D28CDE98}" presName="parentText" presStyleLbl="alignNode1" presStyleIdx="4" presStyleCnt="5">
        <dgm:presLayoutVars>
          <dgm:chMax val="1"/>
          <dgm:bulletEnabled val="1"/>
        </dgm:presLayoutVars>
      </dgm:prSet>
      <dgm:spPr/>
    </dgm:pt>
    <dgm:pt modelId="{AC7DA247-E217-466D-B93C-10C69F671660}" type="pres">
      <dgm:prSet presAssocID="{6DA5A52F-512D-4A38-9F9D-B6E3D28CDE98}" presName="descendantText" presStyleLbl="alignAcc1" presStyleIdx="4" presStyleCnt="5">
        <dgm:presLayoutVars>
          <dgm:bulletEnabled val="1"/>
        </dgm:presLayoutVars>
      </dgm:prSet>
      <dgm:spPr/>
    </dgm:pt>
  </dgm:ptLst>
  <dgm:cxnLst>
    <dgm:cxn modelId="{F931EF0D-40DA-4A95-BC91-FD8A1C82B6A7}" type="presOf" srcId="{08C566B6-F8BA-4542-BEC6-08488AC67B16}" destId="{48E5F75C-98EE-41AF-B954-7C194C064334}" srcOrd="0" destOrd="0" presId="urn:microsoft.com/office/officeart/2005/8/layout/chevron2"/>
    <dgm:cxn modelId="{036B7210-3826-4807-A64E-A80CF67944AA}" type="presOf" srcId="{C3CE330C-DC06-465A-AC81-53FCBF8A5AC7}" destId="{6C5CBF98-D992-41EB-B494-24F4747A7C19}" srcOrd="0" destOrd="0" presId="urn:microsoft.com/office/officeart/2005/8/layout/chevron2"/>
    <dgm:cxn modelId="{BC5FB917-A940-48AB-AB0D-E6C39BE8FBFC}" srcId="{6DA5A52F-512D-4A38-9F9D-B6E3D28CDE98}" destId="{03F28276-5A5C-4866-8BF5-3C5BA623A9C4}" srcOrd="0" destOrd="0" parTransId="{4904F578-DC7A-484B-AB1A-48D32CB4D0B4}" sibTransId="{02552A88-D64A-4701-BD1C-9C9A01796E2A}"/>
    <dgm:cxn modelId="{B4379320-7EDB-4E17-B09C-0F9D9FEF2C49}" type="presOf" srcId="{3D7DD342-D884-4C8B-8D9D-6980E97EEE30}" destId="{9BC7ADFF-8E44-46A9-B392-EAD05A5AB409}" srcOrd="0" destOrd="0" presId="urn:microsoft.com/office/officeart/2005/8/layout/chevron2"/>
    <dgm:cxn modelId="{89026F2B-225B-4682-BC04-71E9ED0A02CD}" srcId="{862571B9-F24B-4293-BD4A-60196CA02683}" destId="{284CFB0C-5D80-4DC1-AC0F-9C0A51CEC319}" srcOrd="2" destOrd="0" parTransId="{58373077-DBD2-4035-A973-8D83AE5B7F5F}" sibTransId="{0DB8E095-62E7-4AF3-9523-DFF88A0CCEAA}"/>
    <dgm:cxn modelId="{95EF3537-A9D6-40C3-8C5C-9BDE49255A5F}" type="presOf" srcId="{03F28276-5A5C-4866-8BF5-3C5BA623A9C4}" destId="{AC7DA247-E217-466D-B93C-10C69F671660}" srcOrd="0" destOrd="0" presId="urn:microsoft.com/office/officeart/2005/8/layout/chevron2"/>
    <dgm:cxn modelId="{B48BEE38-6268-4944-BFAB-892EA29018AE}" type="presOf" srcId="{284CFB0C-5D80-4DC1-AC0F-9C0A51CEC319}" destId="{5E0A008C-A948-419B-9FD6-A92FE249AB31}" srcOrd="0" destOrd="0" presId="urn:microsoft.com/office/officeart/2005/8/layout/chevron2"/>
    <dgm:cxn modelId="{032B1E45-78CA-4EBF-9ABC-A71502B4349F}" type="presOf" srcId="{EA395127-33BF-405E-9B69-F0A38F8239EB}" destId="{F6CBBB7B-89D3-4F53-94B9-98B9AC1B27A7}" srcOrd="0" destOrd="0" presId="urn:microsoft.com/office/officeart/2005/8/layout/chevron2"/>
    <dgm:cxn modelId="{442B2866-DE27-4CE0-B87D-1BB366F70213}" type="presOf" srcId="{38F38111-7046-4344-8811-D36D022DB84F}" destId="{D7627DEC-7E85-4BD2-B448-A49993040328}" srcOrd="0" destOrd="0" presId="urn:microsoft.com/office/officeart/2005/8/layout/chevron2"/>
    <dgm:cxn modelId="{075B6A66-E3AC-4545-9AB1-BC0007B4ACA6}" srcId="{862571B9-F24B-4293-BD4A-60196CA02683}" destId="{08C566B6-F8BA-4542-BEC6-08488AC67B16}" srcOrd="3" destOrd="0" parTransId="{3B38442F-5472-4637-9E60-41BF171A767E}" sibTransId="{22CE68B6-7333-485A-A23D-E1E1A235A50D}"/>
    <dgm:cxn modelId="{24767366-85D2-4D59-A9CA-C8A4A95E2B2B}" type="presOf" srcId="{195229F0-14F8-472D-A341-EFB883C7A28D}" destId="{2E22978B-33BF-4439-9B62-E5A4F466A940}" srcOrd="0" destOrd="0" presId="urn:microsoft.com/office/officeart/2005/8/layout/chevron2"/>
    <dgm:cxn modelId="{1E775F72-0951-4A05-8420-26B11E13B2C3}" srcId="{03F28276-5A5C-4866-8BF5-3C5BA623A9C4}" destId="{7DD1339B-548F-4113-A74C-FBE3C0E08FC8}" srcOrd="0" destOrd="0" parTransId="{91059116-50D0-43D3-B98C-BCB4B59B732E}" sibTransId="{BF6CF528-D3B6-4B44-BC3A-D9FAEABDC248}"/>
    <dgm:cxn modelId="{8B8EAC5A-E16D-42F8-A37A-0172744E2284}" type="presOf" srcId="{7DD1339B-548F-4113-A74C-FBE3C0E08FC8}" destId="{AC7DA247-E217-466D-B93C-10C69F671660}" srcOrd="0" destOrd="1" presId="urn:microsoft.com/office/officeart/2005/8/layout/chevron2"/>
    <dgm:cxn modelId="{31724089-2168-4D3D-86D7-EB21FB6BD64B}" srcId="{284CFB0C-5D80-4DC1-AC0F-9C0A51CEC319}" destId="{F1B55D9B-5F39-4CFE-8C62-F104DFC77D73}" srcOrd="0" destOrd="0" parTransId="{FB43819C-0A2E-4523-A2B3-97561B2796E4}" sibTransId="{D87137C5-B4FB-4111-AA9F-D06640753B34}"/>
    <dgm:cxn modelId="{C8D3548E-CE9D-4058-8D42-C4A10E71484D}" srcId="{862571B9-F24B-4293-BD4A-60196CA02683}" destId="{6DA5A52F-512D-4A38-9F9D-B6E3D28CDE98}" srcOrd="4" destOrd="0" parTransId="{71DF2B1B-2E7F-4BCD-BE59-773537C5D710}" sibTransId="{5EBA982D-C6B0-4833-99A8-0AA4EC5FF1BA}"/>
    <dgm:cxn modelId="{CB867A8E-83B2-4918-8AE4-EFB2616820EB}" srcId="{EA395127-33BF-405E-9B69-F0A38F8239EB}" destId="{195229F0-14F8-472D-A341-EFB883C7A28D}" srcOrd="0" destOrd="0" parTransId="{5364C6D7-8CA8-4E3C-9F2B-1CB319D9289B}" sibTransId="{28726164-8010-424C-BF5E-A7F5109C0FBD}"/>
    <dgm:cxn modelId="{9729CE97-EC3D-4728-B0A7-893409D73413}" srcId="{08C566B6-F8BA-4542-BEC6-08488AC67B16}" destId="{3D7DD342-D884-4C8B-8D9D-6980E97EEE30}" srcOrd="0" destOrd="0" parTransId="{75727C72-ED4C-4BF8-B565-6B372E312FCF}" sibTransId="{BFA5DE0E-BB7C-4E37-B1F2-7ACDB72D644F}"/>
    <dgm:cxn modelId="{C7D480A8-2BF9-48B9-B97B-8D6A2472022B}" type="presOf" srcId="{F1B55D9B-5F39-4CFE-8C62-F104DFC77D73}" destId="{C926C2C6-8076-455D-A5EB-DF6F89CC3289}" srcOrd="0" destOrd="0" presId="urn:microsoft.com/office/officeart/2005/8/layout/chevron2"/>
    <dgm:cxn modelId="{AFD8F9BD-0CE7-46E0-B927-EF471DB92F62}" type="presOf" srcId="{862571B9-F24B-4293-BD4A-60196CA02683}" destId="{92E229C7-BCBD-42A7-8F9D-86FFFA602FBF}" srcOrd="0" destOrd="0" presId="urn:microsoft.com/office/officeart/2005/8/layout/chevron2"/>
    <dgm:cxn modelId="{8C0A63BE-ACE2-4962-BA93-D5D80504843A}" srcId="{862571B9-F24B-4293-BD4A-60196CA02683}" destId="{38F38111-7046-4344-8811-D36D022DB84F}" srcOrd="1" destOrd="0" parTransId="{B03ECE6F-CBC2-4BD3-84C1-A6351631AB9B}" sibTransId="{377071FD-867C-480C-87C7-AA52C7FA0E8F}"/>
    <dgm:cxn modelId="{B1A84ADE-AC28-46B3-8FA2-BEEB60071F05}" srcId="{38F38111-7046-4344-8811-D36D022DB84F}" destId="{C3CE330C-DC06-465A-AC81-53FCBF8A5AC7}" srcOrd="0" destOrd="0" parTransId="{AEAA4EC5-40F0-4680-938C-52A855747E2A}" sibTransId="{788DEF76-ECBD-4BA5-B81A-68DC1E68A9FD}"/>
    <dgm:cxn modelId="{242822E8-AE59-41DC-BCCE-B644FE4F4D13}" srcId="{862571B9-F24B-4293-BD4A-60196CA02683}" destId="{EA395127-33BF-405E-9B69-F0A38F8239EB}" srcOrd="0" destOrd="0" parTransId="{0899A37C-B987-42EF-9E16-B3BBB3AD16ED}" sibTransId="{45CD8FE9-2E50-4C07-98C4-4E058039F810}"/>
    <dgm:cxn modelId="{F8160AEC-3806-4E5C-8954-826520363FA5}" type="presOf" srcId="{6DA5A52F-512D-4A38-9F9D-B6E3D28CDE98}" destId="{5A99EB31-3CDA-4B0B-8A36-E420152B903E}" srcOrd="0" destOrd="0" presId="urn:microsoft.com/office/officeart/2005/8/layout/chevron2"/>
    <dgm:cxn modelId="{63329E56-9B2E-41C3-A41A-02FF92F3AF99}" type="presParOf" srcId="{92E229C7-BCBD-42A7-8F9D-86FFFA602FBF}" destId="{66A978EF-1590-42FB-9428-379A079E7251}" srcOrd="0" destOrd="0" presId="urn:microsoft.com/office/officeart/2005/8/layout/chevron2"/>
    <dgm:cxn modelId="{5F6098E9-6856-4374-AB95-1E429AE668F5}" type="presParOf" srcId="{66A978EF-1590-42FB-9428-379A079E7251}" destId="{F6CBBB7B-89D3-4F53-94B9-98B9AC1B27A7}" srcOrd="0" destOrd="0" presId="urn:microsoft.com/office/officeart/2005/8/layout/chevron2"/>
    <dgm:cxn modelId="{6854E9F5-BD78-4F87-93B0-CB0DF95FF294}" type="presParOf" srcId="{66A978EF-1590-42FB-9428-379A079E7251}" destId="{2E22978B-33BF-4439-9B62-E5A4F466A940}" srcOrd="1" destOrd="0" presId="urn:microsoft.com/office/officeart/2005/8/layout/chevron2"/>
    <dgm:cxn modelId="{E6A4B572-3AD0-42DC-9212-6E40A65136A6}" type="presParOf" srcId="{92E229C7-BCBD-42A7-8F9D-86FFFA602FBF}" destId="{02FD553F-6B70-4A86-8CA9-C03617731BA7}" srcOrd="1" destOrd="0" presId="urn:microsoft.com/office/officeart/2005/8/layout/chevron2"/>
    <dgm:cxn modelId="{0144214E-9BED-4597-BB3D-E9FEA942C3F1}" type="presParOf" srcId="{92E229C7-BCBD-42A7-8F9D-86FFFA602FBF}" destId="{D68A3034-4A97-4E74-968D-9C5AF8E110A4}" srcOrd="2" destOrd="0" presId="urn:microsoft.com/office/officeart/2005/8/layout/chevron2"/>
    <dgm:cxn modelId="{079FC7DA-2AFF-4800-9F26-512C55D81779}" type="presParOf" srcId="{D68A3034-4A97-4E74-968D-9C5AF8E110A4}" destId="{D7627DEC-7E85-4BD2-B448-A49993040328}" srcOrd="0" destOrd="0" presId="urn:microsoft.com/office/officeart/2005/8/layout/chevron2"/>
    <dgm:cxn modelId="{A38B833E-011D-41DB-B285-CFD430F5980A}" type="presParOf" srcId="{D68A3034-4A97-4E74-968D-9C5AF8E110A4}" destId="{6C5CBF98-D992-41EB-B494-24F4747A7C19}" srcOrd="1" destOrd="0" presId="urn:microsoft.com/office/officeart/2005/8/layout/chevron2"/>
    <dgm:cxn modelId="{8A62033C-D426-4AFE-A387-B1368012D3DF}" type="presParOf" srcId="{92E229C7-BCBD-42A7-8F9D-86FFFA602FBF}" destId="{AD419166-ED16-41E9-834E-68121E063E39}" srcOrd="3" destOrd="0" presId="urn:microsoft.com/office/officeart/2005/8/layout/chevron2"/>
    <dgm:cxn modelId="{EB54EF69-8067-419F-A11D-13982AE68F39}" type="presParOf" srcId="{92E229C7-BCBD-42A7-8F9D-86FFFA602FBF}" destId="{F74B9741-9CE3-4E9D-A3D9-00561FF1E33C}" srcOrd="4" destOrd="0" presId="urn:microsoft.com/office/officeart/2005/8/layout/chevron2"/>
    <dgm:cxn modelId="{B059F5A3-59C4-49D9-8591-53BC7ACD024C}" type="presParOf" srcId="{F74B9741-9CE3-4E9D-A3D9-00561FF1E33C}" destId="{5E0A008C-A948-419B-9FD6-A92FE249AB31}" srcOrd="0" destOrd="0" presId="urn:microsoft.com/office/officeart/2005/8/layout/chevron2"/>
    <dgm:cxn modelId="{3BB8BF4F-A309-4BB4-8AEB-310309A74218}" type="presParOf" srcId="{F74B9741-9CE3-4E9D-A3D9-00561FF1E33C}" destId="{C926C2C6-8076-455D-A5EB-DF6F89CC3289}" srcOrd="1" destOrd="0" presId="urn:microsoft.com/office/officeart/2005/8/layout/chevron2"/>
    <dgm:cxn modelId="{338E9362-61B0-43CA-84A8-312AEDA490BC}" type="presParOf" srcId="{92E229C7-BCBD-42A7-8F9D-86FFFA602FBF}" destId="{F6E9A1D7-55A8-4BCB-BB10-22B38CCC13AC}" srcOrd="5" destOrd="0" presId="urn:microsoft.com/office/officeart/2005/8/layout/chevron2"/>
    <dgm:cxn modelId="{33C74526-CF2F-4192-B922-E151F66A3150}" type="presParOf" srcId="{92E229C7-BCBD-42A7-8F9D-86FFFA602FBF}" destId="{E8FEB692-9A0B-44F4-95CA-07D1CB63379F}" srcOrd="6" destOrd="0" presId="urn:microsoft.com/office/officeart/2005/8/layout/chevron2"/>
    <dgm:cxn modelId="{316B6AC1-3ED1-4765-830A-386B7B2F3B54}" type="presParOf" srcId="{E8FEB692-9A0B-44F4-95CA-07D1CB63379F}" destId="{48E5F75C-98EE-41AF-B954-7C194C064334}" srcOrd="0" destOrd="0" presId="urn:microsoft.com/office/officeart/2005/8/layout/chevron2"/>
    <dgm:cxn modelId="{5C44215A-8893-4859-BFF5-7C6D4D3E3CCA}" type="presParOf" srcId="{E8FEB692-9A0B-44F4-95CA-07D1CB63379F}" destId="{9BC7ADFF-8E44-46A9-B392-EAD05A5AB409}" srcOrd="1" destOrd="0" presId="urn:microsoft.com/office/officeart/2005/8/layout/chevron2"/>
    <dgm:cxn modelId="{8B343768-2F23-4F01-958B-70B194B408F4}" type="presParOf" srcId="{92E229C7-BCBD-42A7-8F9D-86FFFA602FBF}" destId="{EEB57A9A-2156-47DB-B77E-F901EC374BF1}" srcOrd="7" destOrd="0" presId="urn:microsoft.com/office/officeart/2005/8/layout/chevron2"/>
    <dgm:cxn modelId="{DF6DB161-50A9-41F6-A6E9-80F177723FF4}" type="presParOf" srcId="{92E229C7-BCBD-42A7-8F9D-86FFFA602FBF}" destId="{4D3FBD1E-691E-4D9F-AEA9-F31682D3CB89}" srcOrd="8" destOrd="0" presId="urn:microsoft.com/office/officeart/2005/8/layout/chevron2"/>
    <dgm:cxn modelId="{8DDB86B8-EADC-4BFE-B194-0E4B50A973CD}" type="presParOf" srcId="{4D3FBD1E-691E-4D9F-AEA9-F31682D3CB89}" destId="{5A99EB31-3CDA-4B0B-8A36-E420152B903E}" srcOrd="0" destOrd="0" presId="urn:microsoft.com/office/officeart/2005/8/layout/chevron2"/>
    <dgm:cxn modelId="{F4E83D11-23DF-4ABE-B92B-FCB31DC095B9}" type="presParOf" srcId="{4D3FBD1E-691E-4D9F-AEA9-F31682D3CB89}" destId="{AC7DA247-E217-466D-B93C-10C69F67166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4F0766E-33F7-4A3D-8E4D-CC248699BA08}" type="doc">
      <dgm:prSet loTypeId="urn:microsoft.com/office/officeart/2005/8/layout/hierarchy3" loCatId="hierarchy" qsTypeId="urn:microsoft.com/office/officeart/2005/8/quickstyle/simple1" qsCatId="simple" csTypeId="urn:microsoft.com/office/officeart/2005/8/colors/colorful4" csCatId="colorful" phldr="1"/>
      <dgm:spPr/>
      <dgm:t>
        <a:bodyPr/>
        <a:lstStyle/>
        <a:p>
          <a:endParaRPr lang="en-US"/>
        </a:p>
      </dgm:t>
    </dgm:pt>
    <dgm:pt modelId="{4C0BBFEA-D966-4275-B32B-C6D4CDB6C437}">
      <dgm:prSet custT="1"/>
      <dgm:spPr/>
      <dgm:t>
        <a:bodyPr/>
        <a:lstStyle/>
        <a:p>
          <a:pPr rtl="0"/>
          <a:r>
            <a:rPr lang="en-GB" sz="2000" dirty="0"/>
            <a:t>Possible Entities</a:t>
          </a:r>
        </a:p>
      </dgm:t>
    </dgm:pt>
    <dgm:pt modelId="{BBEA859B-2FBB-4A30-A2EA-9353AB43E4F7}" type="parTrans" cxnId="{45DB0836-7D70-4227-8AA5-FE0004ACC23F}">
      <dgm:prSet/>
      <dgm:spPr/>
      <dgm:t>
        <a:bodyPr/>
        <a:lstStyle/>
        <a:p>
          <a:endParaRPr lang="en-US" sz="2400"/>
        </a:p>
      </dgm:t>
    </dgm:pt>
    <dgm:pt modelId="{5DF6F99F-4827-4AD1-9F29-86EE0C3D2593}" type="sibTrans" cxnId="{45DB0836-7D70-4227-8AA5-FE0004ACC23F}">
      <dgm:prSet/>
      <dgm:spPr/>
      <dgm:t>
        <a:bodyPr/>
        <a:lstStyle/>
        <a:p>
          <a:endParaRPr lang="en-US" sz="2400"/>
        </a:p>
      </dgm:t>
    </dgm:pt>
    <dgm:pt modelId="{9D754114-E2F9-47E6-AFD2-D1AA2FA074AB}">
      <dgm:prSet custT="1"/>
      <dgm:spPr/>
      <dgm:t>
        <a:bodyPr/>
        <a:lstStyle/>
        <a:p>
          <a:pPr rtl="0"/>
          <a:r>
            <a:rPr lang="en-GB" sz="1600" dirty="0"/>
            <a:t>Student </a:t>
          </a:r>
        </a:p>
      </dgm:t>
    </dgm:pt>
    <dgm:pt modelId="{2EA054D1-B59E-4234-84AB-3B426B9AE87A}" type="parTrans" cxnId="{C0D91CE2-05FE-4500-9363-205E1796107E}">
      <dgm:prSet/>
      <dgm:spPr/>
      <dgm:t>
        <a:bodyPr/>
        <a:lstStyle/>
        <a:p>
          <a:endParaRPr lang="en-US" sz="2800"/>
        </a:p>
      </dgm:t>
    </dgm:pt>
    <dgm:pt modelId="{6CFB5DD0-010D-42E1-9100-D87EAFC91B04}" type="sibTrans" cxnId="{C0D91CE2-05FE-4500-9363-205E1796107E}">
      <dgm:prSet/>
      <dgm:spPr/>
      <dgm:t>
        <a:bodyPr/>
        <a:lstStyle/>
        <a:p>
          <a:endParaRPr lang="en-US" sz="2400"/>
        </a:p>
      </dgm:t>
    </dgm:pt>
    <dgm:pt modelId="{EF97F00D-FA25-4B23-9484-0B9E48C3EE65}">
      <dgm:prSet custT="1"/>
      <dgm:spPr/>
      <dgm:t>
        <a:bodyPr/>
        <a:lstStyle/>
        <a:p>
          <a:pPr rtl="0"/>
          <a:r>
            <a:rPr lang="en-GB" sz="1600"/>
            <a:t>Course</a:t>
          </a:r>
        </a:p>
      </dgm:t>
    </dgm:pt>
    <dgm:pt modelId="{3CDEE3EA-BC28-4E06-B37A-226522B17B2C}" type="parTrans" cxnId="{C66BE69D-1E26-4BA2-9A02-A2DCD93B19A3}">
      <dgm:prSet/>
      <dgm:spPr/>
      <dgm:t>
        <a:bodyPr/>
        <a:lstStyle/>
        <a:p>
          <a:endParaRPr lang="en-US" sz="2800"/>
        </a:p>
      </dgm:t>
    </dgm:pt>
    <dgm:pt modelId="{9CD545E4-46F8-40E8-88F0-EE9EC966C551}" type="sibTrans" cxnId="{C66BE69D-1E26-4BA2-9A02-A2DCD93B19A3}">
      <dgm:prSet/>
      <dgm:spPr/>
      <dgm:t>
        <a:bodyPr/>
        <a:lstStyle/>
        <a:p>
          <a:endParaRPr lang="en-US" sz="2400"/>
        </a:p>
      </dgm:t>
    </dgm:pt>
    <dgm:pt modelId="{9467CB1A-CC25-4E5F-8CFD-7B4B39D572C9}">
      <dgm:prSet custT="1"/>
      <dgm:spPr/>
      <dgm:t>
        <a:bodyPr/>
        <a:lstStyle/>
        <a:p>
          <a:pPr rtl="0"/>
          <a:r>
            <a:rPr lang="en-GB" sz="1600"/>
            <a:t>Module </a:t>
          </a:r>
        </a:p>
      </dgm:t>
    </dgm:pt>
    <dgm:pt modelId="{0836D579-CA29-4CFC-B676-C8E3979F54C4}" type="parTrans" cxnId="{ED1F6ACC-3E61-4849-84CF-EAE829C9FE9F}">
      <dgm:prSet/>
      <dgm:spPr/>
      <dgm:t>
        <a:bodyPr/>
        <a:lstStyle/>
        <a:p>
          <a:endParaRPr lang="en-US" sz="2800"/>
        </a:p>
      </dgm:t>
    </dgm:pt>
    <dgm:pt modelId="{126F4414-5F88-4B4C-85DC-DAFEFB4C3749}" type="sibTrans" cxnId="{ED1F6ACC-3E61-4849-84CF-EAE829C9FE9F}">
      <dgm:prSet/>
      <dgm:spPr/>
      <dgm:t>
        <a:bodyPr/>
        <a:lstStyle/>
        <a:p>
          <a:endParaRPr lang="en-US" sz="2400"/>
        </a:p>
      </dgm:t>
    </dgm:pt>
    <dgm:pt modelId="{AB8A9627-6E93-4DEC-9CB4-5961BB6712D9}">
      <dgm:prSet custT="1"/>
      <dgm:spPr/>
      <dgm:t>
        <a:bodyPr/>
        <a:lstStyle/>
        <a:p>
          <a:pPr rtl="0"/>
          <a:r>
            <a:rPr lang="en-GB" sz="1600"/>
            <a:t>Staff </a:t>
          </a:r>
        </a:p>
      </dgm:t>
    </dgm:pt>
    <dgm:pt modelId="{7266929A-AF89-46A0-83C6-7F4801A13A7A}" type="parTrans" cxnId="{58DAB56C-B521-479F-836F-35343E8F6361}">
      <dgm:prSet/>
      <dgm:spPr/>
      <dgm:t>
        <a:bodyPr/>
        <a:lstStyle/>
        <a:p>
          <a:endParaRPr lang="en-US" sz="2800"/>
        </a:p>
      </dgm:t>
    </dgm:pt>
    <dgm:pt modelId="{93570017-1A05-45CB-A14F-14617C9EC041}" type="sibTrans" cxnId="{58DAB56C-B521-479F-836F-35343E8F6361}">
      <dgm:prSet/>
      <dgm:spPr/>
      <dgm:t>
        <a:bodyPr/>
        <a:lstStyle/>
        <a:p>
          <a:endParaRPr lang="en-US" sz="2400"/>
        </a:p>
      </dgm:t>
    </dgm:pt>
    <dgm:pt modelId="{7D562A75-3ED1-494D-90DB-D692E02F5570}">
      <dgm:prSet custT="1"/>
      <dgm:spPr/>
      <dgm:t>
        <a:bodyPr/>
        <a:lstStyle/>
        <a:p>
          <a:pPr rtl="0"/>
          <a:r>
            <a:rPr lang="en-GB" sz="1600"/>
            <a:t>Department</a:t>
          </a:r>
        </a:p>
      </dgm:t>
    </dgm:pt>
    <dgm:pt modelId="{3B3C630B-34A2-4B12-9E59-1F883CDF2B86}" type="parTrans" cxnId="{6DE4EAD9-9300-4AA4-BA4C-43A7F9A9D3A3}">
      <dgm:prSet/>
      <dgm:spPr/>
      <dgm:t>
        <a:bodyPr/>
        <a:lstStyle/>
        <a:p>
          <a:endParaRPr lang="en-US" sz="2800"/>
        </a:p>
      </dgm:t>
    </dgm:pt>
    <dgm:pt modelId="{0F0B0BBA-8782-47CD-AEB6-1CE446D0CDB8}" type="sibTrans" cxnId="{6DE4EAD9-9300-4AA4-BA4C-43A7F9A9D3A3}">
      <dgm:prSet/>
      <dgm:spPr/>
      <dgm:t>
        <a:bodyPr/>
        <a:lstStyle/>
        <a:p>
          <a:endParaRPr lang="en-US" sz="2400"/>
        </a:p>
      </dgm:t>
    </dgm:pt>
    <dgm:pt modelId="{CA29E021-B788-4D69-8293-63B07D8C3188}" type="pres">
      <dgm:prSet presAssocID="{A4F0766E-33F7-4A3D-8E4D-CC248699BA08}" presName="diagram" presStyleCnt="0">
        <dgm:presLayoutVars>
          <dgm:chPref val="1"/>
          <dgm:dir/>
          <dgm:animOne val="branch"/>
          <dgm:animLvl val="lvl"/>
          <dgm:resizeHandles/>
        </dgm:presLayoutVars>
      </dgm:prSet>
      <dgm:spPr/>
    </dgm:pt>
    <dgm:pt modelId="{A77D33DC-9D44-47EA-8C4B-F29C8AF2BF81}" type="pres">
      <dgm:prSet presAssocID="{4C0BBFEA-D966-4275-B32B-C6D4CDB6C437}" presName="root" presStyleCnt="0"/>
      <dgm:spPr/>
    </dgm:pt>
    <dgm:pt modelId="{5464FC90-D57F-4B6B-89E7-8C7D720BCE9C}" type="pres">
      <dgm:prSet presAssocID="{4C0BBFEA-D966-4275-B32B-C6D4CDB6C437}" presName="rootComposite" presStyleCnt="0"/>
      <dgm:spPr/>
    </dgm:pt>
    <dgm:pt modelId="{40B2803A-ED86-4880-BB2F-077CC96FB6F8}" type="pres">
      <dgm:prSet presAssocID="{4C0BBFEA-D966-4275-B32B-C6D4CDB6C437}" presName="rootText" presStyleLbl="node1" presStyleIdx="0" presStyleCnt="1" custScaleX="126377"/>
      <dgm:spPr/>
    </dgm:pt>
    <dgm:pt modelId="{07081970-5288-4770-B0FF-DD63B6AF260F}" type="pres">
      <dgm:prSet presAssocID="{4C0BBFEA-D966-4275-B32B-C6D4CDB6C437}" presName="rootConnector" presStyleLbl="node1" presStyleIdx="0" presStyleCnt="1"/>
      <dgm:spPr/>
    </dgm:pt>
    <dgm:pt modelId="{8A427D9E-D90A-447F-8F83-B0E59356B8F3}" type="pres">
      <dgm:prSet presAssocID="{4C0BBFEA-D966-4275-B32B-C6D4CDB6C437}" presName="childShape" presStyleCnt="0"/>
      <dgm:spPr/>
    </dgm:pt>
    <dgm:pt modelId="{F2FC0C57-6CE5-42A5-B80F-D38F161FF06E}" type="pres">
      <dgm:prSet presAssocID="{2EA054D1-B59E-4234-84AB-3B426B9AE87A}" presName="Name13" presStyleLbl="parChTrans1D2" presStyleIdx="0" presStyleCnt="5"/>
      <dgm:spPr/>
    </dgm:pt>
    <dgm:pt modelId="{D68E84D0-7FDB-4DA7-A5D2-22C80CC42681}" type="pres">
      <dgm:prSet presAssocID="{9D754114-E2F9-47E6-AFD2-D1AA2FA074AB}" presName="childText" presStyleLbl="bgAcc1" presStyleIdx="0" presStyleCnt="5" custScaleX="135306">
        <dgm:presLayoutVars>
          <dgm:bulletEnabled val="1"/>
        </dgm:presLayoutVars>
      </dgm:prSet>
      <dgm:spPr/>
    </dgm:pt>
    <dgm:pt modelId="{EA21565F-54F9-4907-B616-263EB18BC89C}" type="pres">
      <dgm:prSet presAssocID="{3CDEE3EA-BC28-4E06-B37A-226522B17B2C}" presName="Name13" presStyleLbl="parChTrans1D2" presStyleIdx="1" presStyleCnt="5"/>
      <dgm:spPr/>
    </dgm:pt>
    <dgm:pt modelId="{BC524C01-558F-470B-80EA-9AAFF2C70F8C}" type="pres">
      <dgm:prSet presAssocID="{EF97F00D-FA25-4B23-9484-0B9E48C3EE65}" presName="childText" presStyleLbl="bgAcc1" presStyleIdx="1" presStyleCnt="5" custScaleX="135306">
        <dgm:presLayoutVars>
          <dgm:bulletEnabled val="1"/>
        </dgm:presLayoutVars>
      </dgm:prSet>
      <dgm:spPr/>
    </dgm:pt>
    <dgm:pt modelId="{DEC4EA42-4E1D-40D3-8357-3427C86925FE}" type="pres">
      <dgm:prSet presAssocID="{0836D579-CA29-4CFC-B676-C8E3979F54C4}" presName="Name13" presStyleLbl="parChTrans1D2" presStyleIdx="2" presStyleCnt="5"/>
      <dgm:spPr/>
    </dgm:pt>
    <dgm:pt modelId="{3B499A43-1A21-41D2-ABCF-7771F9AA9EFC}" type="pres">
      <dgm:prSet presAssocID="{9467CB1A-CC25-4E5F-8CFD-7B4B39D572C9}" presName="childText" presStyleLbl="bgAcc1" presStyleIdx="2" presStyleCnt="5" custScaleX="135306">
        <dgm:presLayoutVars>
          <dgm:bulletEnabled val="1"/>
        </dgm:presLayoutVars>
      </dgm:prSet>
      <dgm:spPr/>
    </dgm:pt>
    <dgm:pt modelId="{5CC03F74-5803-4F38-A62F-D2428C5EBB41}" type="pres">
      <dgm:prSet presAssocID="{7266929A-AF89-46A0-83C6-7F4801A13A7A}" presName="Name13" presStyleLbl="parChTrans1D2" presStyleIdx="3" presStyleCnt="5"/>
      <dgm:spPr/>
    </dgm:pt>
    <dgm:pt modelId="{44322C00-38ED-4F8F-8A73-A8B187277F4B}" type="pres">
      <dgm:prSet presAssocID="{AB8A9627-6E93-4DEC-9CB4-5961BB6712D9}" presName="childText" presStyleLbl="bgAcc1" presStyleIdx="3" presStyleCnt="5" custScaleX="135306">
        <dgm:presLayoutVars>
          <dgm:bulletEnabled val="1"/>
        </dgm:presLayoutVars>
      </dgm:prSet>
      <dgm:spPr/>
    </dgm:pt>
    <dgm:pt modelId="{D8BC1F04-5219-409F-A3CD-D8F1C3E8FD3F}" type="pres">
      <dgm:prSet presAssocID="{3B3C630B-34A2-4B12-9E59-1F883CDF2B86}" presName="Name13" presStyleLbl="parChTrans1D2" presStyleIdx="4" presStyleCnt="5"/>
      <dgm:spPr/>
    </dgm:pt>
    <dgm:pt modelId="{37FE8208-6D7B-404A-B55B-96C4F3F54455}" type="pres">
      <dgm:prSet presAssocID="{7D562A75-3ED1-494D-90DB-D692E02F5570}" presName="childText" presStyleLbl="bgAcc1" presStyleIdx="4" presStyleCnt="5" custScaleX="135306">
        <dgm:presLayoutVars>
          <dgm:bulletEnabled val="1"/>
        </dgm:presLayoutVars>
      </dgm:prSet>
      <dgm:spPr/>
    </dgm:pt>
  </dgm:ptLst>
  <dgm:cxnLst>
    <dgm:cxn modelId="{6FF87908-4DE1-476D-8458-878F3C751038}" type="presOf" srcId="{A4F0766E-33F7-4A3D-8E4D-CC248699BA08}" destId="{CA29E021-B788-4D69-8293-63B07D8C3188}" srcOrd="0" destOrd="0" presId="urn:microsoft.com/office/officeart/2005/8/layout/hierarchy3"/>
    <dgm:cxn modelId="{45DB0836-7D70-4227-8AA5-FE0004ACC23F}" srcId="{A4F0766E-33F7-4A3D-8E4D-CC248699BA08}" destId="{4C0BBFEA-D966-4275-B32B-C6D4CDB6C437}" srcOrd="0" destOrd="0" parTransId="{BBEA859B-2FBB-4A30-A2EA-9353AB43E4F7}" sibTransId="{5DF6F99F-4827-4AD1-9F29-86EE0C3D2593}"/>
    <dgm:cxn modelId="{7E2F5242-E2FC-46AD-8A43-5175DBC84716}" type="presOf" srcId="{3B3C630B-34A2-4B12-9E59-1F883CDF2B86}" destId="{D8BC1F04-5219-409F-A3CD-D8F1C3E8FD3F}" srcOrd="0" destOrd="0" presId="urn:microsoft.com/office/officeart/2005/8/layout/hierarchy3"/>
    <dgm:cxn modelId="{94213549-29FD-403F-9053-A9F699307062}" type="presOf" srcId="{4C0BBFEA-D966-4275-B32B-C6D4CDB6C437}" destId="{07081970-5288-4770-B0FF-DD63B6AF260F}" srcOrd="1" destOrd="0" presId="urn:microsoft.com/office/officeart/2005/8/layout/hierarchy3"/>
    <dgm:cxn modelId="{58DAB56C-B521-479F-836F-35343E8F6361}" srcId="{4C0BBFEA-D966-4275-B32B-C6D4CDB6C437}" destId="{AB8A9627-6E93-4DEC-9CB4-5961BB6712D9}" srcOrd="3" destOrd="0" parTransId="{7266929A-AF89-46A0-83C6-7F4801A13A7A}" sibTransId="{93570017-1A05-45CB-A14F-14617C9EC041}"/>
    <dgm:cxn modelId="{D30C2573-08F0-448B-9FBA-1925D1D19B6E}" type="presOf" srcId="{2EA054D1-B59E-4234-84AB-3B426B9AE87A}" destId="{F2FC0C57-6CE5-42A5-B80F-D38F161FF06E}" srcOrd="0" destOrd="0" presId="urn:microsoft.com/office/officeart/2005/8/layout/hierarchy3"/>
    <dgm:cxn modelId="{73AF2278-C2EA-4605-AE4A-84CD138F9FD9}" type="presOf" srcId="{9D754114-E2F9-47E6-AFD2-D1AA2FA074AB}" destId="{D68E84D0-7FDB-4DA7-A5D2-22C80CC42681}" srcOrd="0" destOrd="0" presId="urn:microsoft.com/office/officeart/2005/8/layout/hierarchy3"/>
    <dgm:cxn modelId="{3C2DD588-B2CC-4633-86DC-625290DA7D6F}" type="presOf" srcId="{0836D579-CA29-4CFC-B676-C8E3979F54C4}" destId="{DEC4EA42-4E1D-40D3-8357-3427C86925FE}" srcOrd="0" destOrd="0" presId="urn:microsoft.com/office/officeart/2005/8/layout/hierarchy3"/>
    <dgm:cxn modelId="{5DEAB88C-8306-4F90-9D53-AB37DDC6C2E5}" type="presOf" srcId="{AB8A9627-6E93-4DEC-9CB4-5961BB6712D9}" destId="{44322C00-38ED-4F8F-8A73-A8B187277F4B}" srcOrd="0" destOrd="0" presId="urn:microsoft.com/office/officeart/2005/8/layout/hierarchy3"/>
    <dgm:cxn modelId="{3498C293-01C9-46E4-8AE3-D79F743EF466}" type="presOf" srcId="{7266929A-AF89-46A0-83C6-7F4801A13A7A}" destId="{5CC03F74-5803-4F38-A62F-D2428C5EBB41}" srcOrd="0" destOrd="0" presId="urn:microsoft.com/office/officeart/2005/8/layout/hierarchy3"/>
    <dgm:cxn modelId="{C66BE69D-1E26-4BA2-9A02-A2DCD93B19A3}" srcId="{4C0BBFEA-D966-4275-B32B-C6D4CDB6C437}" destId="{EF97F00D-FA25-4B23-9484-0B9E48C3EE65}" srcOrd="1" destOrd="0" parTransId="{3CDEE3EA-BC28-4E06-B37A-226522B17B2C}" sibTransId="{9CD545E4-46F8-40E8-88F0-EE9EC966C551}"/>
    <dgm:cxn modelId="{69D568A2-0299-487D-9D0A-DFB800426DE5}" type="presOf" srcId="{7D562A75-3ED1-494D-90DB-D692E02F5570}" destId="{37FE8208-6D7B-404A-B55B-96C4F3F54455}" srcOrd="0" destOrd="0" presId="urn:microsoft.com/office/officeart/2005/8/layout/hierarchy3"/>
    <dgm:cxn modelId="{912D46CB-3EF2-4595-9D5D-C49DB9D22318}" type="presOf" srcId="{3CDEE3EA-BC28-4E06-B37A-226522B17B2C}" destId="{EA21565F-54F9-4907-B616-263EB18BC89C}" srcOrd="0" destOrd="0" presId="urn:microsoft.com/office/officeart/2005/8/layout/hierarchy3"/>
    <dgm:cxn modelId="{ED1F6ACC-3E61-4849-84CF-EAE829C9FE9F}" srcId="{4C0BBFEA-D966-4275-B32B-C6D4CDB6C437}" destId="{9467CB1A-CC25-4E5F-8CFD-7B4B39D572C9}" srcOrd="2" destOrd="0" parTransId="{0836D579-CA29-4CFC-B676-C8E3979F54C4}" sibTransId="{126F4414-5F88-4B4C-85DC-DAFEFB4C3749}"/>
    <dgm:cxn modelId="{931FCAD3-BD34-49C4-A97C-B61F20096F54}" type="presOf" srcId="{EF97F00D-FA25-4B23-9484-0B9E48C3EE65}" destId="{BC524C01-558F-470B-80EA-9AAFF2C70F8C}" srcOrd="0" destOrd="0" presId="urn:microsoft.com/office/officeart/2005/8/layout/hierarchy3"/>
    <dgm:cxn modelId="{334DBBD7-8EDD-46AB-9318-A00533FCC11A}" type="presOf" srcId="{4C0BBFEA-D966-4275-B32B-C6D4CDB6C437}" destId="{40B2803A-ED86-4880-BB2F-077CC96FB6F8}" srcOrd="0" destOrd="0" presId="urn:microsoft.com/office/officeart/2005/8/layout/hierarchy3"/>
    <dgm:cxn modelId="{6DE4EAD9-9300-4AA4-BA4C-43A7F9A9D3A3}" srcId="{4C0BBFEA-D966-4275-B32B-C6D4CDB6C437}" destId="{7D562A75-3ED1-494D-90DB-D692E02F5570}" srcOrd="4" destOrd="0" parTransId="{3B3C630B-34A2-4B12-9E59-1F883CDF2B86}" sibTransId="{0F0B0BBA-8782-47CD-AEB6-1CE446D0CDB8}"/>
    <dgm:cxn modelId="{C0D91CE2-05FE-4500-9363-205E1796107E}" srcId="{4C0BBFEA-D966-4275-B32B-C6D4CDB6C437}" destId="{9D754114-E2F9-47E6-AFD2-D1AA2FA074AB}" srcOrd="0" destOrd="0" parTransId="{2EA054D1-B59E-4234-84AB-3B426B9AE87A}" sibTransId="{6CFB5DD0-010D-42E1-9100-D87EAFC91B04}"/>
    <dgm:cxn modelId="{98F46EE5-5363-4AE7-8222-09618591BBBC}" type="presOf" srcId="{9467CB1A-CC25-4E5F-8CFD-7B4B39D572C9}" destId="{3B499A43-1A21-41D2-ABCF-7771F9AA9EFC}" srcOrd="0" destOrd="0" presId="urn:microsoft.com/office/officeart/2005/8/layout/hierarchy3"/>
    <dgm:cxn modelId="{C184E347-6BE2-48E7-A8E8-88A0867C00E8}" type="presParOf" srcId="{CA29E021-B788-4D69-8293-63B07D8C3188}" destId="{A77D33DC-9D44-47EA-8C4B-F29C8AF2BF81}" srcOrd="0" destOrd="0" presId="urn:microsoft.com/office/officeart/2005/8/layout/hierarchy3"/>
    <dgm:cxn modelId="{7E2D1CEB-A3E8-44D2-9995-87AB8473ED5A}" type="presParOf" srcId="{A77D33DC-9D44-47EA-8C4B-F29C8AF2BF81}" destId="{5464FC90-D57F-4B6B-89E7-8C7D720BCE9C}" srcOrd="0" destOrd="0" presId="urn:microsoft.com/office/officeart/2005/8/layout/hierarchy3"/>
    <dgm:cxn modelId="{A4A6E391-7CC5-462C-8C8F-857FC414CA7B}" type="presParOf" srcId="{5464FC90-D57F-4B6B-89E7-8C7D720BCE9C}" destId="{40B2803A-ED86-4880-BB2F-077CC96FB6F8}" srcOrd="0" destOrd="0" presId="urn:microsoft.com/office/officeart/2005/8/layout/hierarchy3"/>
    <dgm:cxn modelId="{C3C4CB26-0AD6-424E-B9F1-41F9E98A8CCB}" type="presParOf" srcId="{5464FC90-D57F-4B6B-89E7-8C7D720BCE9C}" destId="{07081970-5288-4770-B0FF-DD63B6AF260F}" srcOrd="1" destOrd="0" presId="urn:microsoft.com/office/officeart/2005/8/layout/hierarchy3"/>
    <dgm:cxn modelId="{2F2DCBE0-20CF-48B1-925C-2E473F10A8F6}" type="presParOf" srcId="{A77D33DC-9D44-47EA-8C4B-F29C8AF2BF81}" destId="{8A427D9E-D90A-447F-8F83-B0E59356B8F3}" srcOrd="1" destOrd="0" presId="urn:microsoft.com/office/officeart/2005/8/layout/hierarchy3"/>
    <dgm:cxn modelId="{2A5AA368-E299-476C-A7FE-65CD4D160F23}" type="presParOf" srcId="{8A427D9E-D90A-447F-8F83-B0E59356B8F3}" destId="{F2FC0C57-6CE5-42A5-B80F-D38F161FF06E}" srcOrd="0" destOrd="0" presId="urn:microsoft.com/office/officeart/2005/8/layout/hierarchy3"/>
    <dgm:cxn modelId="{C7B446AC-0375-4B5A-85B2-8433F107DB68}" type="presParOf" srcId="{8A427D9E-D90A-447F-8F83-B0E59356B8F3}" destId="{D68E84D0-7FDB-4DA7-A5D2-22C80CC42681}" srcOrd="1" destOrd="0" presId="urn:microsoft.com/office/officeart/2005/8/layout/hierarchy3"/>
    <dgm:cxn modelId="{1479968F-51EC-4C7F-B462-639AFFA36C63}" type="presParOf" srcId="{8A427D9E-D90A-447F-8F83-B0E59356B8F3}" destId="{EA21565F-54F9-4907-B616-263EB18BC89C}" srcOrd="2" destOrd="0" presId="urn:microsoft.com/office/officeart/2005/8/layout/hierarchy3"/>
    <dgm:cxn modelId="{4C54A0E8-6BAB-4498-B90F-461BBAA8CE7E}" type="presParOf" srcId="{8A427D9E-D90A-447F-8F83-B0E59356B8F3}" destId="{BC524C01-558F-470B-80EA-9AAFF2C70F8C}" srcOrd="3" destOrd="0" presId="urn:microsoft.com/office/officeart/2005/8/layout/hierarchy3"/>
    <dgm:cxn modelId="{A0EBB94A-09E2-4366-9BD1-C69E58DE7965}" type="presParOf" srcId="{8A427D9E-D90A-447F-8F83-B0E59356B8F3}" destId="{DEC4EA42-4E1D-40D3-8357-3427C86925FE}" srcOrd="4" destOrd="0" presId="urn:microsoft.com/office/officeart/2005/8/layout/hierarchy3"/>
    <dgm:cxn modelId="{59487CB0-0F11-4F1B-A629-D862B9C0438C}" type="presParOf" srcId="{8A427D9E-D90A-447F-8F83-B0E59356B8F3}" destId="{3B499A43-1A21-41D2-ABCF-7771F9AA9EFC}" srcOrd="5" destOrd="0" presId="urn:microsoft.com/office/officeart/2005/8/layout/hierarchy3"/>
    <dgm:cxn modelId="{2F97C5A9-BD59-41E9-A132-091E31B894F0}" type="presParOf" srcId="{8A427D9E-D90A-447F-8F83-B0E59356B8F3}" destId="{5CC03F74-5803-4F38-A62F-D2428C5EBB41}" srcOrd="6" destOrd="0" presId="urn:microsoft.com/office/officeart/2005/8/layout/hierarchy3"/>
    <dgm:cxn modelId="{00C0608F-56DB-4D25-BED6-EF6B6469A6B0}" type="presParOf" srcId="{8A427D9E-D90A-447F-8F83-B0E59356B8F3}" destId="{44322C00-38ED-4F8F-8A73-A8B187277F4B}" srcOrd="7" destOrd="0" presId="urn:microsoft.com/office/officeart/2005/8/layout/hierarchy3"/>
    <dgm:cxn modelId="{7A5C95DC-8002-407A-8906-196072233F14}" type="presParOf" srcId="{8A427D9E-D90A-447F-8F83-B0E59356B8F3}" destId="{D8BC1F04-5219-409F-A3CD-D8F1C3E8FD3F}" srcOrd="8" destOrd="0" presId="urn:microsoft.com/office/officeart/2005/8/layout/hierarchy3"/>
    <dgm:cxn modelId="{CC9C9683-0664-4E11-AD43-97318E6F3120}" type="presParOf" srcId="{8A427D9E-D90A-447F-8F83-B0E59356B8F3}" destId="{37FE8208-6D7B-404A-B55B-96C4F3F54455}" srcOrd="9"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3CE1312-9E9B-4884-A9EA-C8A3D2FF2AF0}" type="doc">
      <dgm:prSet loTypeId="urn:microsoft.com/office/officeart/2005/8/layout/hierarchy3" loCatId="hierarchy" qsTypeId="urn:microsoft.com/office/officeart/2005/8/quickstyle/simple1" qsCatId="simple" csTypeId="urn:microsoft.com/office/officeart/2005/8/colors/colorful4" csCatId="colorful" phldr="1"/>
      <dgm:spPr/>
      <dgm:t>
        <a:bodyPr/>
        <a:lstStyle/>
        <a:p>
          <a:endParaRPr lang="en-US"/>
        </a:p>
      </dgm:t>
    </dgm:pt>
    <dgm:pt modelId="{B7A95D9E-E7B3-41CA-92E9-72103ED89E30}">
      <dgm:prSet custT="1"/>
      <dgm:spPr/>
      <dgm:t>
        <a:bodyPr/>
        <a:lstStyle/>
        <a:p>
          <a:pPr rtl="0"/>
          <a:r>
            <a:rPr lang="en-GB" sz="2000" dirty="0"/>
            <a:t>Possible relationships</a:t>
          </a:r>
        </a:p>
      </dgm:t>
    </dgm:pt>
    <dgm:pt modelId="{04153EB4-F32F-4642-A419-748693D85820}" type="parTrans" cxnId="{72A2A129-6113-4272-9653-91DE9AAD39A8}">
      <dgm:prSet/>
      <dgm:spPr/>
      <dgm:t>
        <a:bodyPr/>
        <a:lstStyle/>
        <a:p>
          <a:endParaRPr lang="en-US"/>
        </a:p>
      </dgm:t>
    </dgm:pt>
    <dgm:pt modelId="{C85CF0D7-7751-4765-9706-A5989CAB0A81}" type="sibTrans" cxnId="{72A2A129-6113-4272-9653-91DE9AAD39A8}">
      <dgm:prSet/>
      <dgm:spPr/>
      <dgm:t>
        <a:bodyPr/>
        <a:lstStyle/>
        <a:p>
          <a:endParaRPr lang="en-US"/>
        </a:p>
      </dgm:t>
    </dgm:pt>
    <dgm:pt modelId="{1E3B80E0-F648-4B86-A9C7-555FB651C167}">
      <dgm:prSet custT="1"/>
      <dgm:spPr/>
      <dgm:t>
        <a:bodyPr/>
        <a:lstStyle/>
        <a:p>
          <a:pPr rtl="0"/>
          <a:r>
            <a:rPr lang="en-GB" sz="1600" dirty="0"/>
            <a:t>Student is registered for one course</a:t>
          </a:r>
        </a:p>
      </dgm:t>
    </dgm:pt>
    <dgm:pt modelId="{4BB7F909-78D9-45EE-9387-6EEBE2B00B01}" type="parTrans" cxnId="{AADB91E1-D67C-4E34-A149-005096C4970E}">
      <dgm:prSet/>
      <dgm:spPr/>
      <dgm:t>
        <a:bodyPr/>
        <a:lstStyle/>
        <a:p>
          <a:endParaRPr lang="en-US" sz="2000"/>
        </a:p>
      </dgm:t>
    </dgm:pt>
    <dgm:pt modelId="{05977319-4BEE-4B69-9025-AFE6EF891C29}" type="sibTrans" cxnId="{AADB91E1-D67C-4E34-A149-005096C4970E}">
      <dgm:prSet/>
      <dgm:spPr/>
      <dgm:t>
        <a:bodyPr/>
        <a:lstStyle/>
        <a:p>
          <a:endParaRPr lang="en-US"/>
        </a:p>
      </dgm:t>
    </dgm:pt>
    <dgm:pt modelId="{7C80C419-BF81-44E0-B172-AE244ACA6F6A}">
      <dgm:prSet custT="1"/>
      <dgm:spPr/>
      <dgm:t>
        <a:bodyPr/>
        <a:lstStyle/>
        <a:p>
          <a:pPr rtl="0"/>
          <a:r>
            <a:rPr lang="en-GB" sz="1600"/>
            <a:t>Course consists of a number of modules</a:t>
          </a:r>
        </a:p>
      </dgm:t>
    </dgm:pt>
    <dgm:pt modelId="{68D39B12-65FB-4BF6-997D-26F5760FB499}" type="parTrans" cxnId="{8505329F-CE8F-4A6E-A936-02071DBB7612}">
      <dgm:prSet/>
      <dgm:spPr/>
      <dgm:t>
        <a:bodyPr/>
        <a:lstStyle/>
        <a:p>
          <a:endParaRPr lang="en-US" sz="2000"/>
        </a:p>
      </dgm:t>
    </dgm:pt>
    <dgm:pt modelId="{EC363502-27FA-4543-8C81-A28FE02CA1F0}" type="sibTrans" cxnId="{8505329F-CE8F-4A6E-A936-02071DBB7612}">
      <dgm:prSet/>
      <dgm:spPr/>
      <dgm:t>
        <a:bodyPr/>
        <a:lstStyle/>
        <a:p>
          <a:endParaRPr lang="en-US"/>
        </a:p>
      </dgm:t>
    </dgm:pt>
    <dgm:pt modelId="{C47DE212-3B12-4DF5-9982-6B2465EE2D1C}">
      <dgm:prSet custT="1"/>
      <dgm:spPr/>
      <dgm:t>
        <a:bodyPr/>
        <a:lstStyle/>
        <a:p>
          <a:pPr rtl="0"/>
          <a:r>
            <a:rPr lang="en-GB" sz="1600" dirty="0"/>
            <a:t>Module is led by one member of staff</a:t>
          </a:r>
        </a:p>
      </dgm:t>
    </dgm:pt>
    <dgm:pt modelId="{D9ADA4F7-BA56-4707-BEDD-9967C666CBB2}" type="parTrans" cxnId="{0C684BAC-390E-44B7-8D89-81E2AAB3F3D8}">
      <dgm:prSet/>
      <dgm:spPr/>
      <dgm:t>
        <a:bodyPr/>
        <a:lstStyle/>
        <a:p>
          <a:endParaRPr lang="en-US" sz="2000"/>
        </a:p>
      </dgm:t>
    </dgm:pt>
    <dgm:pt modelId="{6E3D9BE2-CF54-45EA-8857-6DE35B25AFFC}" type="sibTrans" cxnId="{0C684BAC-390E-44B7-8D89-81E2AAB3F3D8}">
      <dgm:prSet/>
      <dgm:spPr/>
      <dgm:t>
        <a:bodyPr/>
        <a:lstStyle/>
        <a:p>
          <a:endParaRPr lang="en-US"/>
        </a:p>
      </dgm:t>
    </dgm:pt>
    <dgm:pt modelId="{BA2230F6-F97C-4149-9B32-2B2A937B4422}">
      <dgm:prSet custT="1"/>
      <dgm:spPr/>
      <dgm:t>
        <a:bodyPr/>
        <a:lstStyle/>
        <a:p>
          <a:pPr rtl="0"/>
          <a:r>
            <a:rPr lang="en-GB" sz="1600" dirty="0"/>
            <a:t>Department employs many staff</a:t>
          </a:r>
        </a:p>
      </dgm:t>
    </dgm:pt>
    <dgm:pt modelId="{AD88ED0A-F286-4C6F-9EC3-831D88E98D9C}" type="parTrans" cxnId="{0FF2B2F8-5157-4C33-9D37-D04B6B6D019D}">
      <dgm:prSet/>
      <dgm:spPr/>
      <dgm:t>
        <a:bodyPr/>
        <a:lstStyle/>
        <a:p>
          <a:endParaRPr lang="en-US" sz="2000"/>
        </a:p>
      </dgm:t>
    </dgm:pt>
    <dgm:pt modelId="{CD49200A-FF01-44F3-9009-C8AD2335B014}" type="sibTrans" cxnId="{0FF2B2F8-5157-4C33-9D37-D04B6B6D019D}">
      <dgm:prSet/>
      <dgm:spPr/>
      <dgm:t>
        <a:bodyPr/>
        <a:lstStyle/>
        <a:p>
          <a:endParaRPr lang="en-US"/>
        </a:p>
      </dgm:t>
    </dgm:pt>
    <dgm:pt modelId="{6DF21400-C3BC-4ED8-AC77-995A3D71AAFE}">
      <dgm:prSet custT="1"/>
      <dgm:spPr/>
      <dgm:t>
        <a:bodyPr/>
        <a:lstStyle/>
        <a:p>
          <a:pPr rtl="0"/>
          <a:r>
            <a:rPr lang="en-GB" sz="1600" dirty="0"/>
            <a:t>Department  runs many courses</a:t>
          </a:r>
        </a:p>
      </dgm:t>
    </dgm:pt>
    <dgm:pt modelId="{0A336C53-A881-443D-8FBA-6CEC008BC12D}" type="parTrans" cxnId="{D6EF67C2-A296-4CA3-92E8-33EA392A12BD}">
      <dgm:prSet/>
      <dgm:spPr/>
      <dgm:t>
        <a:bodyPr/>
        <a:lstStyle/>
        <a:p>
          <a:endParaRPr lang="en-US" sz="2000"/>
        </a:p>
      </dgm:t>
    </dgm:pt>
    <dgm:pt modelId="{5141F541-3EFF-4683-85C3-79E7201B0248}" type="sibTrans" cxnId="{D6EF67C2-A296-4CA3-92E8-33EA392A12BD}">
      <dgm:prSet/>
      <dgm:spPr/>
      <dgm:t>
        <a:bodyPr/>
        <a:lstStyle/>
        <a:p>
          <a:endParaRPr lang="en-US"/>
        </a:p>
      </dgm:t>
    </dgm:pt>
    <dgm:pt modelId="{820FD251-E037-428E-B09E-5E0A0110F893}" type="pres">
      <dgm:prSet presAssocID="{03CE1312-9E9B-4884-A9EA-C8A3D2FF2AF0}" presName="diagram" presStyleCnt="0">
        <dgm:presLayoutVars>
          <dgm:chPref val="1"/>
          <dgm:dir/>
          <dgm:animOne val="branch"/>
          <dgm:animLvl val="lvl"/>
          <dgm:resizeHandles/>
        </dgm:presLayoutVars>
      </dgm:prSet>
      <dgm:spPr/>
    </dgm:pt>
    <dgm:pt modelId="{9879C59C-A1B4-414E-A52D-599B41D49F8A}" type="pres">
      <dgm:prSet presAssocID="{B7A95D9E-E7B3-41CA-92E9-72103ED89E30}" presName="root" presStyleCnt="0"/>
      <dgm:spPr/>
    </dgm:pt>
    <dgm:pt modelId="{43CF2D44-5546-4D7D-BE7C-242A5E8BC36F}" type="pres">
      <dgm:prSet presAssocID="{B7A95D9E-E7B3-41CA-92E9-72103ED89E30}" presName="rootComposite" presStyleCnt="0"/>
      <dgm:spPr/>
    </dgm:pt>
    <dgm:pt modelId="{DA44C081-7642-4D93-84C2-081C73834DFC}" type="pres">
      <dgm:prSet presAssocID="{B7A95D9E-E7B3-41CA-92E9-72103ED89E30}" presName="rootText" presStyleLbl="node1" presStyleIdx="0" presStyleCnt="1" custScaleX="212162"/>
      <dgm:spPr/>
    </dgm:pt>
    <dgm:pt modelId="{E2B131CA-5E56-476C-87C1-89B03D2C1813}" type="pres">
      <dgm:prSet presAssocID="{B7A95D9E-E7B3-41CA-92E9-72103ED89E30}" presName="rootConnector" presStyleLbl="node1" presStyleIdx="0" presStyleCnt="1"/>
      <dgm:spPr/>
    </dgm:pt>
    <dgm:pt modelId="{E4679B1D-4C4E-495B-9D55-3C26B3B7E6B7}" type="pres">
      <dgm:prSet presAssocID="{B7A95D9E-E7B3-41CA-92E9-72103ED89E30}" presName="childShape" presStyleCnt="0"/>
      <dgm:spPr/>
    </dgm:pt>
    <dgm:pt modelId="{134AFBF0-063D-4699-B904-717F2A8DE3D3}" type="pres">
      <dgm:prSet presAssocID="{4BB7F909-78D9-45EE-9387-6EEBE2B00B01}" presName="Name13" presStyleLbl="parChTrans1D2" presStyleIdx="0" presStyleCnt="5" custSzX="214868"/>
      <dgm:spPr/>
    </dgm:pt>
    <dgm:pt modelId="{D57C44EA-DC59-4A5A-85D4-DC3A701FFA42}" type="pres">
      <dgm:prSet presAssocID="{1E3B80E0-F648-4B86-A9C7-555FB651C167}" presName="childText" presStyleLbl="bgAcc1" presStyleIdx="0" presStyleCnt="5" custScaleX="384750">
        <dgm:presLayoutVars>
          <dgm:bulletEnabled val="1"/>
        </dgm:presLayoutVars>
      </dgm:prSet>
      <dgm:spPr/>
    </dgm:pt>
    <dgm:pt modelId="{2049A476-4F82-4C9A-A104-0E98AB6AA634}" type="pres">
      <dgm:prSet presAssocID="{68D39B12-65FB-4BF6-997D-26F5760FB499}" presName="Name13" presStyleLbl="parChTrans1D2" presStyleIdx="1" presStyleCnt="5" custSzX="214868"/>
      <dgm:spPr/>
    </dgm:pt>
    <dgm:pt modelId="{31BB5BCE-7438-49A4-92B0-89461B5DBEEB}" type="pres">
      <dgm:prSet presAssocID="{7C80C419-BF81-44E0-B172-AE244ACA6F6A}" presName="childText" presStyleLbl="bgAcc1" presStyleIdx="1" presStyleCnt="5" custScaleX="384750">
        <dgm:presLayoutVars>
          <dgm:bulletEnabled val="1"/>
        </dgm:presLayoutVars>
      </dgm:prSet>
      <dgm:spPr/>
    </dgm:pt>
    <dgm:pt modelId="{24502CB3-AEB2-4939-9970-77B1E8956601}" type="pres">
      <dgm:prSet presAssocID="{D9ADA4F7-BA56-4707-BEDD-9967C666CBB2}" presName="Name13" presStyleLbl="parChTrans1D2" presStyleIdx="2" presStyleCnt="5" custSzX="214868"/>
      <dgm:spPr/>
    </dgm:pt>
    <dgm:pt modelId="{26A83695-3068-4C68-B5A1-F7F3282C89FF}" type="pres">
      <dgm:prSet presAssocID="{C47DE212-3B12-4DF5-9982-6B2465EE2D1C}" presName="childText" presStyleLbl="bgAcc1" presStyleIdx="2" presStyleCnt="5" custScaleX="384750">
        <dgm:presLayoutVars>
          <dgm:bulletEnabled val="1"/>
        </dgm:presLayoutVars>
      </dgm:prSet>
      <dgm:spPr/>
    </dgm:pt>
    <dgm:pt modelId="{F01DA7FC-565C-4875-A813-6299909B661E}" type="pres">
      <dgm:prSet presAssocID="{AD88ED0A-F286-4C6F-9EC3-831D88E98D9C}" presName="Name13" presStyleLbl="parChTrans1D2" presStyleIdx="3" presStyleCnt="5" custSzX="214868"/>
      <dgm:spPr/>
    </dgm:pt>
    <dgm:pt modelId="{C5F6884B-21D9-4AF4-87B4-0D73FC7E6C6A}" type="pres">
      <dgm:prSet presAssocID="{BA2230F6-F97C-4149-9B32-2B2A937B4422}" presName="childText" presStyleLbl="bgAcc1" presStyleIdx="3" presStyleCnt="5" custScaleX="384750">
        <dgm:presLayoutVars>
          <dgm:bulletEnabled val="1"/>
        </dgm:presLayoutVars>
      </dgm:prSet>
      <dgm:spPr/>
    </dgm:pt>
    <dgm:pt modelId="{9AC868FD-43BA-4C8F-B6DF-C01A6CF047CA}" type="pres">
      <dgm:prSet presAssocID="{0A336C53-A881-443D-8FBA-6CEC008BC12D}" presName="Name13" presStyleLbl="parChTrans1D2" presStyleIdx="4" presStyleCnt="5" custSzX="214868"/>
      <dgm:spPr/>
    </dgm:pt>
    <dgm:pt modelId="{E88CB326-B30E-470C-B9FB-1C11E6FF91B4}" type="pres">
      <dgm:prSet presAssocID="{6DF21400-C3BC-4ED8-AC77-995A3D71AAFE}" presName="childText" presStyleLbl="bgAcc1" presStyleIdx="4" presStyleCnt="5" custScaleX="384750">
        <dgm:presLayoutVars>
          <dgm:bulletEnabled val="1"/>
        </dgm:presLayoutVars>
      </dgm:prSet>
      <dgm:spPr/>
    </dgm:pt>
  </dgm:ptLst>
  <dgm:cxnLst>
    <dgm:cxn modelId="{B8DA3401-8930-41F8-959B-19CCB4F20A84}" type="presOf" srcId="{0A336C53-A881-443D-8FBA-6CEC008BC12D}" destId="{9AC868FD-43BA-4C8F-B6DF-C01A6CF047CA}" srcOrd="0" destOrd="0" presId="urn:microsoft.com/office/officeart/2005/8/layout/hierarchy3"/>
    <dgm:cxn modelId="{F3761204-2276-482A-80F7-08100E7D2746}" type="presOf" srcId="{6DF21400-C3BC-4ED8-AC77-995A3D71AAFE}" destId="{E88CB326-B30E-470C-B9FB-1C11E6FF91B4}" srcOrd="0" destOrd="0" presId="urn:microsoft.com/office/officeart/2005/8/layout/hierarchy3"/>
    <dgm:cxn modelId="{FA553D27-96F1-4E2A-80C8-91A4C4C88149}" type="presOf" srcId="{4BB7F909-78D9-45EE-9387-6EEBE2B00B01}" destId="{134AFBF0-063D-4699-B904-717F2A8DE3D3}" srcOrd="0" destOrd="0" presId="urn:microsoft.com/office/officeart/2005/8/layout/hierarchy3"/>
    <dgm:cxn modelId="{72A2A129-6113-4272-9653-91DE9AAD39A8}" srcId="{03CE1312-9E9B-4884-A9EA-C8A3D2FF2AF0}" destId="{B7A95D9E-E7B3-41CA-92E9-72103ED89E30}" srcOrd="0" destOrd="0" parTransId="{04153EB4-F32F-4642-A419-748693D85820}" sibTransId="{C85CF0D7-7751-4765-9706-A5989CAB0A81}"/>
    <dgm:cxn modelId="{406F6B3D-D449-4A85-ACA2-AE5FC3B61AC2}" type="presOf" srcId="{D9ADA4F7-BA56-4707-BEDD-9967C666CBB2}" destId="{24502CB3-AEB2-4939-9970-77B1E8956601}" srcOrd="0" destOrd="0" presId="urn:microsoft.com/office/officeart/2005/8/layout/hierarchy3"/>
    <dgm:cxn modelId="{18689160-AD04-4CB9-83BB-561DBA325800}" type="presOf" srcId="{68D39B12-65FB-4BF6-997D-26F5760FB499}" destId="{2049A476-4F82-4C9A-A104-0E98AB6AA634}" srcOrd="0" destOrd="0" presId="urn:microsoft.com/office/officeart/2005/8/layout/hierarchy3"/>
    <dgm:cxn modelId="{CC873C66-E564-444D-B2DC-9A124FAEBC11}" type="presOf" srcId="{03CE1312-9E9B-4884-A9EA-C8A3D2FF2AF0}" destId="{820FD251-E037-428E-B09E-5E0A0110F893}" srcOrd="0" destOrd="0" presId="urn:microsoft.com/office/officeart/2005/8/layout/hierarchy3"/>
    <dgm:cxn modelId="{9D003B71-6A27-4A2B-9335-0C0860A91F7E}" type="presOf" srcId="{C47DE212-3B12-4DF5-9982-6B2465EE2D1C}" destId="{26A83695-3068-4C68-B5A1-F7F3282C89FF}" srcOrd="0" destOrd="0" presId="urn:microsoft.com/office/officeart/2005/8/layout/hierarchy3"/>
    <dgm:cxn modelId="{14051854-246C-4E08-A0B8-1C42953305B9}" type="presOf" srcId="{B7A95D9E-E7B3-41CA-92E9-72103ED89E30}" destId="{E2B131CA-5E56-476C-87C1-89B03D2C1813}" srcOrd="1" destOrd="0" presId="urn:microsoft.com/office/officeart/2005/8/layout/hierarchy3"/>
    <dgm:cxn modelId="{3EA3288D-AB01-4E2E-8DB0-FEECB6CCA2FA}" type="presOf" srcId="{AD88ED0A-F286-4C6F-9EC3-831D88E98D9C}" destId="{F01DA7FC-565C-4875-A813-6299909B661E}" srcOrd="0" destOrd="0" presId="urn:microsoft.com/office/officeart/2005/8/layout/hierarchy3"/>
    <dgm:cxn modelId="{8505329F-CE8F-4A6E-A936-02071DBB7612}" srcId="{B7A95D9E-E7B3-41CA-92E9-72103ED89E30}" destId="{7C80C419-BF81-44E0-B172-AE244ACA6F6A}" srcOrd="1" destOrd="0" parTransId="{68D39B12-65FB-4BF6-997D-26F5760FB499}" sibTransId="{EC363502-27FA-4543-8C81-A28FE02CA1F0}"/>
    <dgm:cxn modelId="{FB3C83A0-19CD-447A-ACDC-88CC23B48285}" type="presOf" srcId="{7C80C419-BF81-44E0-B172-AE244ACA6F6A}" destId="{31BB5BCE-7438-49A4-92B0-89461B5DBEEB}" srcOrd="0" destOrd="0" presId="urn:microsoft.com/office/officeart/2005/8/layout/hierarchy3"/>
    <dgm:cxn modelId="{EDA30BA6-0E3A-4231-B345-E9AC431D83B8}" type="presOf" srcId="{1E3B80E0-F648-4B86-A9C7-555FB651C167}" destId="{D57C44EA-DC59-4A5A-85D4-DC3A701FFA42}" srcOrd="0" destOrd="0" presId="urn:microsoft.com/office/officeart/2005/8/layout/hierarchy3"/>
    <dgm:cxn modelId="{0C684BAC-390E-44B7-8D89-81E2AAB3F3D8}" srcId="{B7A95D9E-E7B3-41CA-92E9-72103ED89E30}" destId="{C47DE212-3B12-4DF5-9982-6B2465EE2D1C}" srcOrd="2" destOrd="0" parTransId="{D9ADA4F7-BA56-4707-BEDD-9967C666CBB2}" sibTransId="{6E3D9BE2-CF54-45EA-8857-6DE35B25AFFC}"/>
    <dgm:cxn modelId="{D6EF67C2-A296-4CA3-92E8-33EA392A12BD}" srcId="{B7A95D9E-E7B3-41CA-92E9-72103ED89E30}" destId="{6DF21400-C3BC-4ED8-AC77-995A3D71AAFE}" srcOrd="4" destOrd="0" parTransId="{0A336C53-A881-443D-8FBA-6CEC008BC12D}" sibTransId="{5141F541-3EFF-4683-85C3-79E7201B0248}"/>
    <dgm:cxn modelId="{5B83C4D9-4486-412E-8AAF-DC6CC74B9463}" type="presOf" srcId="{B7A95D9E-E7B3-41CA-92E9-72103ED89E30}" destId="{DA44C081-7642-4D93-84C2-081C73834DFC}" srcOrd="0" destOrd="0" presId="urn:microsoft.com/office/officeart/2005/8/layout/hierarchy3"/>
    <dgm:cxn modelId="{AADB91E1-D67C-4E34-A149-005096C4970E}" srcId="{B7A95D9E-E7B3-41CA-92E9-72103ED89E30}" destId="{1E3B80E0-F648-4B86-A9C7-555FB651C167}" srcOrd="0" destOrd="0" parTransId="{4BB7F909-78D9-45EE-9387-6EEBE2B00B01}" sibTransId="{05977319-4BEE-4B69-9025-AFE6EF891C29}"/>
    <dgm:cxn modelId="{0FF2B2F8-5157-4C33-9D37-D04B6B6D019D}" srcId="{B7A95D9E-E7B3-41CA-92E9-72103ED89E30}" destId="{BA2230F6-F97C-4149-9B32-2B2A937B4422}" srcOrd="3" destOrd="0" parTransId="{AD88ED0A-F286-4C6F-9EC3-831D88E98D9C}" sibTransId="{CD49200A-FF01-44F3-9009-C8AD2335B014}"/>
    <dgm:cxn modelId="{6E1269FC-FC0B-4EFC-9322-D1C8A3681EB5}" type="presOf" srcId="{BA2230F6-F97C-4149-9B32-2B2A937B4422}" destId="{C5F6884B-21D9-4AF4-87B4-0D73FC7E6C6A}" srcOrd="0" destOrd="0" presId="urn:microsoft.com/office/officeart/2005/8/layout/hierarchy3"/>
    <dgm:cxn modelId="{149ED044-7DDF-4967-87AF-847CA84630FA}" type="presParOf" srcId="{820FD251-E037-428E-B09E-5E0A0110F893}" destId="{9879C59C-A1B4-414E-A52D-599B41D49F8A}" srcOrd="0" destOrd="0" presId="urn:microsoft.com/office/officeart/2005/8/layout/hierarchy3"/>
    <dgm:cxn modelId="{A512428B-77CC-4E0F-AA06-385C10777F88}" type="presParOf" srcId="{9879C59C-A1B4-414E-A52D-599B41D49F8A}" destId="{43CF2D44-5546-4D7D-BE7C-242A5E8BC36F}" srcOrd="0" destOrd="0" presId="urn:microsoft.com/office/officeart/2005/8/layout/hierarchy3"/>
    <dgm:cxn modelId="{B92DB48E-1291-4C77-94EC-9FA59FC516A7}" type="presParOf" srcId="{43CF2D44-5546-4D7D-BE7C-242A5E8BC36F}" destId="{DA44C081-7642-4D93-84C2-081C73834DFC}" srcOrd="0" destOrd="0" presId="urn:microsoft.com/office/officeart/2005/8/layout/hierarchy3"/>
    <dgm:cxn modelId="{694D66F2-C3BD-4A8B-9BF5-DFFA5C0232F3}" type="presParOf" srcId="{43CF2D44-5546-4D7D-BE7C-242A5E8BC36F}" destId="{E2B131CA-5E56-476C-87C1-89B03D2C1813}" srcOrd="1" destOrd="0" presId="urn:microsoft.com/office/officeart/2005/8/layout/hierarchy3"/>
    <dgm:cxn modelId="{8D707493-7ED8-424D-95D2-DEF70674B11F}" type="presParOf" srcId="{9879C59C-A1B4-414E-A52D-599B41D49F8A}" destId="{E4679B1D-4C4E-495B-9D55-3C26B3B7E6B7}" srcOrd="1" destOrd="0" presId="urn:microsoft.com/office/officeart/2005/8/layout/hierarchy3"/>
    <dgm:cxn modelId="{2119D6A8-5EF0-4FD2-BF69-866375EF479C}" type="presParOf" srcId="{E4679B1D-4C4E-495B-9D55-3C26B3B7E6B7}" destId="{134AFBF0-063D-4699-B904-717F2A8DE3D3}" srcOrd="0" destOrd="0" presId="urn:microsoft.com/office/officeart/2005/8/layout/hierarchy3"/>
    <dgm:cxn modelId="{5F5384D0-987C-4312-969A-B426A0672110}" type="presParOf" srcId="{E4679B1D-4C4E-495B-9D55-3C26B3B7E6B7}" destId="{D57C44EA-DC59-4A5A-85D4-DC3A701FFA42}" srcOrd="1" destOrd="0" presId="urn:microsoft.com/office/officeart/2005/8/layout/hierarchy3"/>
    <dgm:cxn modelId="{0621E108-75A7-4016-B5D7-66A6606CEB22}" type="presParOf" srcId="{E4679B1D-4C4E-495B-9D55-3C26B3B7E6B7}" destId="{2049A476-4F82-4C9A-A104-0E98AB6AA634}" srcOrd="2" destOrd="0" presId="urn:microsoft.com/office/officeart/2005/8/layout/hierarchy3"/>
    <dgm:cxn modelId="{C8A43193-009A-434F-99E0-470F803CEBE2}" type="presParOf" srcId="{E4679B1D-4C4E-495B-9D55-3C26B3B7E6B7}" destId="{31BB5BCE-7438-49A4-92B0-89461B5DBEEB}" srcOrd="3" destOrd="0" presId="urn:microsoft.com/office/officeart/2005/8/layout/hierarchy3"/>
    <dgm:cxn modelId="{46D2A6AD-0579-4E17-90D0-7AC85B0E7349}" type="presParOf" srcId="{E4679B1D-4C4E-495B-9D55-3C26B3B7E6B7}" destId="{24502CB3-AEB2-4939-9970-77B1E8956601}" srcOrd="4" destOrd="0" presId="urn:microsoft.com/office/officeart/2005/8/layout/hierarchy3"/>
    <dgm:cxn modelId="{A9ABDDD8-EF41-419B-9728-8C1FB1A9F587}" type="presParOf" srcId="{E4679B1D-4C4E-495B-9D55-3C26B3B7E6B7}" destId="{26A83695-3068-4C68-B5A1-F7F3282C89FF}" srcOrd="5" destOrd="0" presId="urn:microsoft.com/office/officeart/2005/8/layout/hierarchy3"/>
    <dgm:cxn modelId="{B6C22AB9-5E29-4716-83F0-8731A2FD7D5F}" type="presParOf" srcId="{E4679B1D-4C4E-495B-9D55-3C26B3B7E6B7}" destId="{F01DA7FC-565C-4875-A813-6299909B661E}" srcOrd="6" destOrd="0" presId="urn:microsoft.com/office/officeart/2005/8/layout/hierarchy3"/>
    <dgm:cxn modelId="{9D9DF0A2-DF72-4F29-B9B8-C81831660B95}" type="presParOf" srcId="{E4679B1D-4C4E-495B-9D55-3C26B3B7E6B7}" destId="{C5F6884B-21D9-4AF4-87B4-0D73FC7E6C6A}" srcOrd="7" destOrd="0" presId="urn:microsoft.com/office/officeart/2005/8/layout/hierarchy3"/>
    <dgm:cxn modelId="{CAC6CF2D-2C4A-43A7-9C31-8B40A8CDA394}" type="presParOf" srcId="{E4679B1D-4C4E-495B-9D55-3C26B3B7E6B7}" destId="{9AC868FD-43BA-4C8F-B6DF-C01A6CF047CA}" srcOrd="8" destOrd="0" presId="urn:microsoft.com/office/officeart/2005/8/layout/hierarchy3"/>
    <dgm:cxn modelId="{E4F6BEA8-EC1E-4B8F-9628-4D343AAEDCF8}" type="presParOf" srcId="{E4679B1D-4C4E-495B-9D55-3C26B3B7E6B7}" destId="{E88CB326-B30E-470C-B9FB-1C11E6FF91B4}" srcOrd="9" destOrd="0" presId="urn:microsoft.com/office/officeart/2005/8/layout/hierarchy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08180E5-D6AE-4E17-8927-455FBC5EADE6}" type="doc">
      <dgm:prSet loTypeId="urn:microsoft.com/office/officeart/2005/8/layout/hierarchy3" loCatId="list" qsTypeId="urn:microsoft.com/office/officeart/2005/8/quickstyle/simple1" qsCatId="simple" csTypeId="urn:microsoft.com/office/officeart/2005/8/colors/colorful3" csCatId="colorful" phldr="1"/>
      <dgm:spPr/>
      <dgm:t>
        <a:bodyPr/>
        <a:lstStyle/>
        <a:p>
          <a:endParaRPr lang="en-US"/>
        </a:p>
      </dgm:t>
    </dgm:pt>
    <dgm:pt modelId="{11484642-1412-4A76-BB76-8AA1D00F4EAD}">
      <dgm:prSet phldrT="[Text]" custT="1"/>
      <dgm:spPr/>
      <dgm:t>
        <a:bodyPr/>
        <a:lstStyle/>
        <a:p>
          <a:r>
            <a:rPr lang="en-GB" sz="900" dirty="0"/>
            <a:t>Department</a:t>
          </a:r>
          <a:endParaRPr lang="en-US" sz="900" dirty="0"/>
        </a:p>
      </dgm:t>
    </dgm:pt>
    <dgm:pt modelId="{7F4E6291-845A-467D-AD12-67C61E688B47}" type="parTrans" cxnId="{64F70180-7A83-4297-8758-F1280B00FCD7}">
      <dgm:prSet/>
      <dgm:spPr/>
      <dgm:t>
        <a:bodyPr/>
        <a:lstStyle/>
        <a:p>
          <a:endParaRPr lang="en-US"/>
        </a:p>
      </dgm:t>
    </dgm:pt>
    <dgm:pt modelId="{341E5C03-6006-41C3-A128-38CCBE4DC250}" type="sibTrans" cxnId="{64F70180-7A83-4297-8758-F1280B00FCD7}">
      <dgm:prSet/>
      <dgm:spPr/>
      <dgm:t>
        <a:bodyPr/>
        <a:lstStyle/>
        <a:p>
          <a:endParaRPr lang="en-US"/>
        </a:p>
      </dgm:t>
    </dgm:pt>
    <dgm:pt modelId="{E2F0E632-A074-4213-B569-5C3074F1B78D}">
      <dgm:prSet phldrT="[Text]" custT="1"/>
      <dgm:spPr/>
      <dgm:t>
        <a:bodyPr/>
        <a:lstStyle/>
        <a:p>
          <a:r>
            <a:rPr lang="en-GB" sz="900" dirty="0" err="1"/>
            <a:t>Department_No</a:t>
          </a:r>
          <a:endParaRPr lang="en-US" sz="900" dirty="0"/>
        </a:p>
      </dgm:t>
    </dgm:pt>
    <dgm:pt modelId="{48C17E12-7DCF-4C3E-882B-2DEE3191A3D0}" type="parTrans" cxnId="{A5127225-F3F6-44E8-83AD-C4202DD537C5}">
      <dgm:prSet/>
      <dgm:spPr/>
      <dgm:t>
        <a:bodyPr/>
        <a:lstStyle/>
        <a:p>
          <a:endParaRPr lang="en-US"/>
        </a:p>
      </dgm:t>
    </dgm:pt>
    <dgm:pt modelId="{E4A78FB8-F595-4831-9A7B-4DC7A86528EB}" type="sibTrans" cxnId="{A5127225-F3F6-44E8-83AD-C4202DD537C5}">
      <dgm:prSet/>
      <dgm:spPr/>
      <dgm:t>
        <a:bodyPr/>
        <a:lstStyle/>
        <a:p>
          <a:endParaRPr lang="en-US"/>
        </a:p>
      </dgm:t>
    </dgm:pt>
    <dgm:pt modelId="{35973823-ADC9-44E5-903B-905BE37F8326}">
      <dgm:prSet phldrT="[Text]" custT="1"/>
      <dgm:spPr/>
      <dgm:t>
        <a:bodyPr/>
        <a:lstStyle/>
        <a:p>
          <a:r>
            <a:rPr lang="en-GB" sz="900" dirty="0"/>
            <a:t>Staff</a:t>
          </a:r>
          <a:endParaRPr lang="en-US" sz="900" dirty="0"/>
        </a:p>
      </dgm:t>
    </dgm:pt>
    <dgm:pt modelId="{D185D616-B5D3-4AC1-A19A-57B8F8209260}" type="parTrans" cxnId="{3E779F35-A66B-4CC7-814C-917D2912E68D}">
      <dgm:prSet/>
      <dgm:spPr/>
      <dgm:t>
        <a:bodyPr/>
        <a:lstStyle/>
        <a:p>
          <a:endParaRPr lang="en-US"/>
        </a:p>
      </dgm:t>
    </dgm:pt>
    <dgm:pt modelId="{8BFC1E26-E555-435C-9210-CFA208F1D21E}" type="sibTrans" cxnId="{3E779F35-A66B-4CC7-814C-917D2912E68D}">
      <dgm:prSet/>
      <dgm:spPr/>
      <dgm:t>
        <a:bodyPr/>
        <a:lstStyle/>
        <a:p>
          <a:endParaRPr lang="en-US"/>
        </a:p>
      </dgm:t>
    </dgm:pt>
    <dgm:pt modelId="{D0F884D2-D06D-4D56-BBCB-44619B308AF8}">
      <dgm:prSet phldrT="[Text]" custT="1"/>
      <dgm:spPr/>
      <dgm:t>
        <a:bodyPr/>
        <a:lstStyle/>
        <a:p>
          <a:r>
            <a:rPr lang="en-GB" sz="900" dirty="0"/>
            <a:t> Name</a:t>
          </a:r>
          <a:endParaRPr lang="en-US" sz="900" dirty="0"/>
        </a:p>
      </dgm:t>
    </dgm:pt>
    <dgm:pt modelId="{78FA59C7-0DB2-47FD-8B50-6DF50360BAD2}" type="parTrans" cxnId="{98DEE446-3570-4F6D-83AE-96574CECE339}">
      <dgm:prSet/>
      <dgm:spPr/>
      <dgm:t>
        <a:bodyPr/>
        <a:lstStyle/>
        <a:p>
          <a:endParaRPr lang="en-US"/>
        </a:p>
      </dgm:t>
    </dgm:pt>
    <dgm:pt modelId="{C81EAF10-E6EC-49CF-A983-9A1BD17928A4}" type="sibTrans" cxnId="{98DEE446-3570-4F6D-83AE-96574CECE339}">
      <dgm:prSet/>
      <dgm:spPr/>
      <dgm:t>
        <a:bodyPr/>
        <a:lstStyle/>
        <a:p>
          <a:endParaRPr lang="en-US"/>
        </a:p>
      </dgm:t>
    </dgm:pt>
    <dgm:pt modelId="{511614F0-EF20-4B2B-98B1-5E706833D66D}">
      <dgm:prSet phldrT="[Text]" custT="1"/>
      <dgm:spPr/>
      <dgm:t>
        <a:bodyPr/>
        <a:lstStyle/>
        <a:p>
          <a:r>
            <a:rPr lang="en-GB" sz="900" dirty="0"/>
            <a:t> Location</a:t>
          </a:r>
          <a:endParaRPr lang="en-US" sz="900" dirty="0"/>
        </a:p>
      </dgm:t>
    </dgm:pt>
    <dgm:pt modelId="{375630C7-A052-42AA-81DC-B62DFC242279}" type="parTrans" cxnId="{6EDC9EE1-E107-4F4E-A13E-B6E1A9E4C49E}">
      <dgm:prSet/>
      <dgm:spPr/>
      <dgm:t>
        <a:bodyPr/>
        <a:lstStyle/>
        <a:p>
          <a:endParaRPr lang="en-US"/>
        </a:p>
      </dgm:t>
    </dgm:pt>
    <dgm:pt modelId="{5C5032F3-8016-4314-8B37-0458E9893E11}" type="sibTrans" cxnId="{6EDC9EE1-E107-4F4E-A13E-B6E1A9E4C49E}">
      <dgm:prSet/>
      <dgm:spPr/>
      <dgm:t>
        <a:bodyPr/>
        <a:lstStyle/>
        <a:p>
          <a:endParaRPr lang="en-US"/>
        </a:p>
      </dgm:t>
    </dgm:pt>
    <dgm:pt modelId="{793C505E-B0EF-496D-A8EF-C69EF64068C2}">
      <dgm:prSet phldrT="[Text]" custT="1"/>
      <dgm:spPr/>
      <dgm:t>
        <a:bodyPr/>
        <a:lstStyle/>
        <a:p>
          <a:r>
            <a:rPr lang="en-GB" sz="900" dirty="0"/>
            <a:t> </a:t>
          </a:r>
          <a:r>
            <a:rPr lang="en-GB" sz="900" dirty="0" err="1"/>
            <a:t>Tel_no</a:t>
          </a:r>
          <a:endParaRPr lang="en-US" sz="900" dirty="0"/>
        </a:p>
      </dgm:t>
    </dgm:pt>
    <dgm:pt modelId="{2C0AEC7B-31B7-4BDF-A785-F0E5EE17A53D}" type="parTrans" cxnId="{FC16C40A-449B-44ED-9071-9A92B8C73565}">
      <dgm:prSet/>
      <dgm:spPr/>
      <dgm:t>
        <a:bodyPr/>
        <a:lstStyle/>
        <a:p>
          <a:endParaRPr lang="en-US"/>
        </a:p>
      </dgm:t>
    </dgm:pt>
    <dgm:pt modelId="{67859296-4A92-4B86-A515-97ABA1BEE55A}" type="sibTrans" cxnId="{FC16C40A-449B-44ED-9071-9A92B8C73565}">
      <dgm:prSet/>
      <dgm:spPr/>
      <dgm:t>
        <a:bodyPr/>
        <a:lstStyle/>
        <a:p>
          <a:endParaRPr lang="en-US"/>
        </a:p>
      </dgm:t>
    </dgm:pt>
    <dgm:pt modelId="{C98261DC-109F-4B37-A8AF-C99DFE4BE9AF}">
      <dgm:prSet phldrT="[Text]" custT="1"/>
      <dgm:spPr/>
      <dgm:t>
        <a:bodyPr/>
        <a:lstStyle/>
        <a:p>
          <a:r>
            <a:rPr lang="en-GB" sz="900" dirty="0" err="1"/>
            <a:t>Staff_No</a:t>
          </a:r>
          <a:endParaRPr lang="en-US" sz="900" dirty="0"/>
        </a:p>
      </dgm:t>
    </dgm:pt>
    <dgm:pt modelId="{402D07BF-2F06-42E1-86CE-AE40AF303B29}" type="parTrans" cxnId="{CD95522E-D682-41E7-90B7-5023518E9058}">
      <dgm:prSet/>
      <dgm:spPr/>
      <dgm:t>
        <a:bodyPr/>
        <a:lstStyle/>
        <a:p>
          <a:endParaRPr lang="en-US"/>
        </a:p>
      </dgm:t>
    </dgm:pt>
    <dgm:pt modelId="{CD0CA4FD-A75F-43BF-8D62-D34D4487CAEC}" type="sibTrans" cxnId="{CD95522E-D682-41E7-90B7-5023518E9058}">
      <dgm:prSet/>
      <dgm:spPr/>
      <dgm:t>
        <a:bodyPr/>
        <a:lstStyle/>
        <a:p>
          <a:endParaRPr lang="en-US"/>
        </a:p>
      </dgm:t>
    </dgm:pt>
    <dgm:pt modelId="{C9AF06CD-9362-4958-A954-530AAF601244}">
      <dgm:prSet custT="1"/>
      <dgm:spPr/>
      <dgm:t>
        <a:bodyPr/>
        <a:lstStyle/>
        <a:p>
          <a:r>
            <a:rPr lang="en-GB" sz="900" dirty="0"/>
            <a:t>Course</a:t>
          </a:r>
        </a:p>
      </dgm:t>
    </dgm:pt>
    <dgm:pt modelId="{E5FF773C-4183-42D1-A66C-272588FA1F0A}" type="parTrans" cxnId="{5DE3AE96-27D1-45EA-8F86-673C5CF9B810}">
      <dgm:prSet/>
      <dgm:spPr/>
      <dgm:t>
        <a:bodyPr/>
        <a:lstStyle/>
        <a:p>
          <a:endParaRPr lang="en-US"/>
        </a:p>
      </dgm:t>
    </dgm:pt>
    <dgm:pt modelId="{AF1E5ED1-3137-41D6-B6FD-1691307640AB}" type="sibTrans" cxnId="{5DE3AE96-27D1-45EA-8F86-673C5CF9B810}">
      <dgm:prSet/>
      <dgm:spPr/>
      <dgm:t>
        <a:bodyPr/>
        <a:lstStyle/>
        <a:p>
          <a:endParaRPr lang="en-US"/>
        </a:p>
      </dgm:t>
    </dgm:pt>
    <dgm:pt modelId="{3709D1A0-0159-4E9A-969C-E619CAD7A972}">
      <dgm:prSet custT="1"/>
      <dgm:spPr/>
      <dgm:t>
        <a:bodyPr/>
        <a:lstStyle/>
        <a:p>
          <a:r>
            <a:rPr lang="en-GB" sz="900" dirty="0" err="1"/>
            <a:t>Course_No</a:t>
          </a:r>
          <a:endParaRPr lang="en-GB" sz="900" dirty="0"/>
        </a:p>
      </dgm:t>
    </dgm:pt>
    <dgm:pt modelId="{FCC17158-6D9C-454A-88C7-EF3DB5F771BA}" type="parTrans" cxnId="{3A1A5AC9-5602-4314-8D26-23F3C9F0BD6E}">
      <dgm:prSet/>
      <dgm:spPr/>
      <dgm:t>
        <a:bodyPr/>
        <a:lstStyle/>
        <a:p>
          <a:endParaRPr lang="en-US"/>
        </a:p>
      </dgm:t>
    </dgm:pt>
    <dgm:pt modelId="{6C4124E4-6936-4885-A16F-5C6EF38E51AB}" type="sibTrans" cxnId="{3A1A5AC9-5602-4314-8D26-23F3C9F0BD6E}">
      <dgm:prSet/>
      <dgm:spPr/>
      <dgm:t>
        <a:bodyPr/>
        <a:lstStyle/>
        <a:p>
          <a:endParaRPr lang="en-US"/>
        </a:p>
      </dgm:t>
    </dgm:pt>
    <dgm:pt modelId="{548BAE5A-B922-4A04-9B9A-55459F6991AE}">
      <dgm:prSet custT="1"/>
      <dgm:spPr/>
      <dgm:t>
        <a:bodyPr/>
        <a:lstStyle/>
        <a:p>
          <a:r>
            <a:rPr lang="en-GB" sz="900" dirty="0"/>
            <a:t>Modules</a:t>
          </a:r>
        </a:p>
      </dgm:t>
    </dgm:pt>
    <dgm:pt modelId="{35BB185E-32C4-43EC-94FD-D62AC0A16B4E}" type="parTrans" cxnId="{14DEA792-CF54-4A5E-A8F7-6AA311124F37}">
      <dgm:prSet/>
      <dgm:spPr/>
      <dgm:t>
        <a:bodyPr/>
        <a:lstStyle/>
        <a:p>
          <a:endParaRPr lang="en-US"/>
        </a:p>
      </dgm:t>
    </dgm:pt>
    <dgm:pt modelId="{E8D0B3F9-D36F-4B88-A78C-406706AC8E82}" type="sibTrans" cxnId="{14DEA792-CF54-4A5E-A8F7-6AA311124F37}">
      <dgm:prSet/>
      <dgm:spPr/>
      <dgm:t>
        <a:bodyPr/>
        <a:lstStyle/>
        <a:p>
          <a:endParaRPr lang="en-US"/>
        </a:p>
      </dgm:t>
    </dgm:pt>
    <dgm:pt modelId="{A5C246B6-E8DC-4844-8969-980BEA521CF6}">
      <dgm:prSet custT="1"/>
      <dgm:spPr/>
      <dgm:t>
        <a:bodyPr/>
        <a:lstStyle/>
        <a:p>
          <a:r>
            <a:rPr lang="en-GB" sz="900" dirty="0" err="1"/>
            <a:t>Module_No</a:t>
          </a:r>
          <a:endParaRPr lang="en-GB" sz="900" dirty="0"/>
        </a:p>
      </dgm:t>
    </dgm:pt>
    <dgm:pt modelId="{9E0342A1-5CD5-4090-940F-6692E1544CA0}" type="parTrans" cxnId="{5E29D511-7734-425E-8537-EAF6FB7C59D2}">
      <dgm:prSet/>
      <dgm:spPr/>
      <dgm:t>
        <a:bodyPr/>
        <a:lstStyle/>
        <a:p>
          <a:endParaRPr lang="en-US"/>
        </a:p>
      </dgm:t>
    </dgm:pt>
    <dgm:pt modelId="{19B5F1DE-9E3F-4A0D-B1CD-88139629A473}" type="sibTrans" cxnId="{5E29D511-7734-425E-8537-EAF6FB7C59D2}">
      <dgm:prSet/>
      <dgm:spPr/>
      <dgm:t>
        <a:bodyPr/>
        <a:lstStyle/>
        <a:p>
          <a:endParaRPr lang="en-US"/>
        </a:p>
      </dgm:t>
    </dgm:pt>
    <dgm:pt modelId="{38772E9B-0025-472F-A64F-99DD82934B74}">
      <dgm:prSet custT="1"/>
      <dgm:spPr/>
      <dgm:t>
        <a:bodyPr/>
        <a:lstStyle/>
        <a:p>
          <a:r>
            <a:rPr lang="en-GB" sz="900" dirty="0"/>
            <a:t>Student</a:t>
          </a:r>
        </a:p>
      </dgm:t>
    </dgm:pt>
    <dgm:pt modelId="{567572C6-4927-4F96-809E-5E9A7D91D840}" type="parTrans" cxnId="{8E48381B-368C-4EC8-B360-657187DE809D}">
      <dgm:prSet/>
      <dgm:spPr/>
      <dgm:t>
        <a:bodyPr/>
        <a:lstStyle/>
        <a:p>
          <a:endParaRPr lang="en-US"/>
        </a:p>
      </dgm:t>
    </dgm:pt>
    <dgm:pt modelId="{384321DB-B44F-4908-9AC2-34AFC451F337}" type="sibTrans" cxnId="{8E48381B-368C-4EC8-B360-657187DE809D}">
      <dgm:prSet/>
      <dgm:spPr/>
      <dgm:t>
        <a:bodyPr/>
        <a:lstStyle/>
        <a:p>
          <a:endParaRPr lang="en-US"/>
        </a:p>
      </dgm:t>
    </dgm:pt>
    <dgm:pt modelId="{92E9E104-AF0E-4BA7-871E-7F7AC22E7521}">
      <dgm:prSet custT="1"/>
      <dgm:spPr/>
      <dgm:t>
        <a:bodyPr/>
        <a:lstStyle/>
        <a:p>
          <a:r>
            <a:rPr lang="en-GB" sz="900" dirty="0" err="1"/>
            <a:t>Student_No</a:t>
          </a:r>
          <a:endParaRPr lang="en-GB" sz="900" dirty="0"/>
        </a:p>
      </dgm:t>
    </dgm:pt>
    <dgm:pt modelId="{1DA0E241-CCE2-4042-BFBA-6738A201FB9D}" type="parTrans" cxnId="{7E0920E5-F91C-410E-B1AB-90A9CCFAA95C}">
      <dgm:prSet/>
      <dgm:spPr/>
      <dgm:t>
        <a:bodyPr/>
        <a:lstStyle/>
        <a:p>
          <a:endParaRPr lang="en-US"/>
        </a:p>
      </dgm:t>
    </dgm:pt>
    <dgm:pt modelId="{7DD0D55A-0C73-40F0-A16A-2D80E10375E1}" type="sibTrans" cxnId="{7E0920E5-F91C-410E-B1AB-90A9CCFAA95C}">
      <dgm:prSet/>
      <dgm:spPr/>
      <dgm:t>
        <a:bodyPr/>
        <a:lstStyle/>
        <a:p>
          <a:endParaRPr lang="en-US"/>
        </a:p>
      </dgm:t>
    </dgm:pt>
    <dgm:pt modelId="{7BB9E301-CB67-4658-A79F-CA4BF5C5FDFC}">
      <dgm:prSet custT="1"/>
      <dgm:spPr/>
      <dgm:t>
        <a:bodyPr/>
        <a:lstStyle/>
        <a:p>
          <a:r>
            <a:rPr lang="en-GB" sz="900" dirty="0" err="1"/>
            <a:t>Module_Register</a:t>
          </a:r>
          <a:endParaRPr lang="en-GB" sz="900" dirty="0"/>
        </a:p>
      </dgm:t>
    </dgm:pt>
    <dgm:pt modelId="{C0B8AFB4-65E2-4D68-B1A7-D5EFC88F63BC}" type="parTrans" cxnId="{0DC2B668-F1B9-4A7E-9F56-450019DC2E55}">
      <dgm:prSet/>
      <dgm:spPr/>
      <dgm:t>
        <a:bodyPr/>
        <a:lstStyle/>
        <a:p>
          <a:endParaRPr lang="en-US"/>
        </a:p>
      </dgm:t>
    </dgm:pt>
    <dgm:pt modelId="{D5C79DB2-57FF-4A9F-9B35-5544C81EF3CC}" type="sibTrans" cxnId="{0DC2B668-F1B9-4A7E-9F56-450019DC2E55}">
      <dgm:prSet/>
      <dgm:spPr/>
      <dgm:t>
        <a:bodyPr/>
        <a:lstStyle/>
        <a:p>
          <a:endParaRPr lang="en-US"/>
        </a:p>
      </dgm:t>
    </dgm:pt>
    <dgm:pt modelId="{A4F7A935-8A9B-43F6-9CF2-9543BBB89F21}">
      <dgm:prSet custT="1"/>
      <dgm:spPr/>
      <dgm:t>
        <a:bodyPr/>
        <a:lstStyle/>
        <a:p>
          <a:r>
            <a:rPr lang="en-GB" sz="900" dirty="0" err="1"/>
            <a:t>Module_Grade_no</a:t>
          </a:r>
          <a:endParaRPr lang="en-GB" sz="900" dirty="0"/>
        </a:p>
      </dgm:t>
    </dgm:pt>
    <dgm:pt modelId="{D43B64C7-803D-4545-80AB-CBAA84D375AA}" type="parTrans" cxnId="{8CD0499E-7DCD-4375-BAF2-4CB60CB757AC}">
      <dgm:prSet/>
      <dgm:spPr/>
      <dgm:t>
        <a:bodyPr/>
        <a:lstStyle/>
        <a:p>
          <a:endParaRPr lang="en-US"/>
        </a:p>
      </dgm:t>
    </dgm:pt>
    <dgm:pt modelId="{36C719D1-66A7-4C73-9497-F49F79EFAC70}" type="sibTrans" cxnId="{8CD0499E-7DCD-4375-BAF2-4CB60CB757AC}">
      <dgm:prSet/>
      <dgm:spPr/>
      <dgm:t>
        <a:bodyPr/>
        <a:lstStyle/>
        <a:p>
          <a:endParaRPr lang="en-US"/>
        </a:p>
      </dgm:t>
    </dgm:pt>
    <dgm:pt modelId="{DF0E9CDE-B827-4DB8-A48A-E130A0E0E91A}">
      <dgm:prSet phldrT="[Text]" custT="1"/>
      <dgm:spPr/>
      <dgm:t>
        <a:bodyPr anchor="ctr"/>
        <a:lstStyle/>
        <a:p>
          <a:r>
            <a:rPr lang="en-GB" sz="700" dirty="0" err="1"/>
            <a:t>Department_No</a:t>
          </a:r>
          <a:endParaRPr lang="en-US" sz="700" dirty="0"/>
        </a:p>
      </dgm:t>
    </dgm:pt>
    <dgm:pt modelId="{E7B20386-06C3-41C9-ACE1-13E2F40BF3F9}" type="parTrans" cxnId="{73DBBA0B-FAA5-43D5-87F2-EBB6E333BF29}">
      <dgm:prSet/>
      <dgm:spPr/>
      <dgm:t>
        <a:bodyPr/>
        <a:lstStyle/>
        <a:p>
          <a:endParaRPr lang="en-US"/>
        </a:p>
      </dgm:t>
    </dgm:pt>
    <dgm:pt modelId="{92FF341E-1A1D-4B95-ACAB-88AA8074B14A}" type="sibTrans" cxnId="{73DBBA0B-FAA5-43D5-87F2-EBB6E333BF29}">
      <dgm:prSet/>
      <dgm:spPr/>
      <dgm:t>
        <a:bodyPr/>
        <a:lstStyle/>
        <a:p>
          <a:endParaRPr lang="en-US"/>
        </a:p>
      </dgm:t>
    </dgm:pt>
    <dgm:pt modelId="{2225A17F-DE4D-4386-B43E-494CA314EAB4}">
      <dgm:prSet phldrT="[Text]" custT="1"/>
      <dgm:spPr/>
      <dgm:t>
        <a:bodyPr/>
        <a:lstStyle/>
        <a:p>
          <a:r>
            <a:rPr lang="en-GB" sz="900" dirty="0"/>
            <a:t> Title</a:t>
          </a:r>
          <a:endParaRPr lang="en-US" sz="900" dirty="0"/>
        </a:p>
      </dgm:t>
    </dgm:pt>
    <dgm:pt modelId="{DC2069B4-4253-4C55-BA52-480E47F04728}" type="parTrans" cxnId="{9C5561AD-80FA-4A4D-98A9-3D194822B5BB}">
      <dgm:prSet/>
      <dgm:spPr/>
      <dgm:t>
        <a:bodyPr/>
        <a:lstStyle/>
        <a:p>
          <a:endParaRPr lang="en-US"/>
        </a:p>
      </dgm:t>
    </dgm:pt>
    <dgm:pt modelId="{664D4753-E83A-462C-8FD8-EE63B0EEC0B1}" type="sibTrans" cxnId="{9C5561AD-80FA-4A4D-98A9-3D194822B5BB}">
      <dgm:prSet/>
      <dgm:spPr/>
      <dgm:t>
        <a:bodyPr/>
        <a:lstStyle/>
        <a:p>
          <a:endParaRPr lang="en-US"/>
        </a:p>
      </dgm:t>
    </dgm:pt>
    <dgm:pt modelId="{01908B41-7E26-4523-B98D-6CC400858FC6}">
      <dgm:prSet phldrT="[Text]" custT="1"/>
      <dgm:spPr/>
      <dgm:t>
        <a:bodyPr/>
        <a:lstStyle/>
        <a:p>
          <a:r>
            <a:rPr lang="en-GB" sz="900" dirty="0"/>
            <a:t> </a:t>
          </a:r>
          <a:r>
            <a:rPr lang="en-GB" sz="900" dirty="0" err="1"/>
            <a:t>F_name</a:t>
          </a:r>
          <a:endParaRPr lang="en-US" sz="900" dirty="0"/>
        </a:p>
      </dgm:t>
    </dgm:pt>
    <dgm:pt modelId="{62991F59-68D8-4118-9051-69A95E534F84}" type="parTrans" cxnId="{0F025D25-F3AA-4789-A0E6-D55C57FFB03A}">
      <dgm:prSet/>
      <dgm:spPr/>
      <dgm:t>
        <a:bodyPr/>
        <a:lstStyle/>
        <a:p>
          <a:endParaRPr lang="en-US"/>
        </a:p>
      </dgm:t>
    </dgm:pt>
    <dgm:pt modelId="{72DC5C86-E763-42CF-8C90-AAC906C2EAFE}" type="sibTrans" cxnId="{0F025D25-F3AA-4789-A0E6-D55C57FFB03A}">
      <dgm:prSet/>
      <dgm:spPr/>
      <dgm:t>
        <a:bodyPr/>
        <a:lstStyle/>
        <a:p>
          <a:endParaRPr lang="en-US"/>
        </a:p>
      </dgm:t>
    </dgm:pt>
    <dgm:pt modelId="{CB3C5D0A-1BA9-4C58-97FF-A3D639B0BA26}">
      <dgm:prSet phldrT="[Text]" custT="1"/>
      <dgm:spPr/>
      <dgm:t>
        <a:bodyPr/>
        <a:lstStyle/>
        <a:p>
          <a:r>
            <a:rPr lang="en-GB" sz="900" dirty="0"/>
            <a:t> </a:t>
          </a:r>
          <a:r>
            <a:rPr lang="en-GB" sz="900" dirty="0" err="1"/>
            <a:t>L_name</a:t>
          </a:r>
          <a:r>
            <a:rPr lang="en-GB" sz="900" dirty="0"/>
            <a:t>,</a:t>
          </a:r>
          <a:endParaRPr lang="en-US" sz="900" dirty="0"/>
        </a:p>
      </dgm:t>
    </dgm:pt>
    <dgm:pt modelId="{38DE84D0-0FE1-4138-9D42-05650ADE1A80}" type="parTrans" cxnId="{7B2CB67F-8911-4668-AD04-8F8B04F136E3}">
      <dgm:prSet/>
      <dgm:spPr/>
      <dgm:t>
        <a:bodyPr/>
        <a:lstStyle/>
        <a:p>
          <a:endParaRPr lang="en-US"/>
        </a:p>
      </dgm:t>
    </dgm:pt>
    <dgm:pt modelId="{88B3E0AD-4409-4B49-A994-D74F05287D67}" type="sibTrans" cxnId="{7B2CB67F-8911-4668-AD04-8F8B04F136E3}">
      <dgm:prSet/>
      <dgm:spPr/>
      <dgm:t>
        <a:bodyPr/>
        <a:lstStyle/>
        <a:p>
          <a:endParaRPr lang="en-US"/>
        </a:p>
      </dgm:t>
    </dgm:pt>
    <dgm:pt modelId="{CD5C6437-12A7-4896-B948-643662827370}">
      <dgm:prSet phldrT="[Text]" custT="1"/>
      <dgm:spPr/>
      <dgm:t>
        <a:bodyPr/>
        <a:lstStyle/>
        <a:p>
          <a:r>
            <a:rPr lang="en-GB" sz="900" dirty="0" err="1"/>
            <a:t>H_No</a:t>
          </a:r>
          <a:endParaRPr lang="en-US" sz="900" dirty="0"/>
        </a:p>
      </dgm:t>
    </dgm:pt>
    <dgm:pt modelId="{EADAAB0D-08D9-4668-8B44-5819CE0A154B}" type="parTrans" cxnId="{7CE7EE85-5A73-4B31-977D-7C5D4ECB0D15}">
      <dgm:prSet/>
      <dgm:spPr/>
      <dgm:t>
        <a:bodyPr/>
        <a:lstStyle/>
        <a:p>
          <a:endParaRPr lang="en-US"/>
        </a:p>
      </dgm:t>
    </dgm:pt>
    <dgm:pt modelId="{7FD736C0-666E-4B35-A273-99360DAFA62A}" type="sibTrans" cxnId="{7CE7EE85-5A73-4B31-977D-7C5D4ECB0D15}">
      <dgm:prSet/>
      <dgm:spPr/>
      <dgm:t>
        <a:bodyPr/>
        <a:lstStyle/>
        <a:p>
          <a:endParaRPr lang="en-US"/>
        </a:p>
      </dgm:t>
    </dgm:pt>
    <dgm:pt modelId="{86115A41-5BE5-43D9-966C-71B9A3B07392}">
      <dgm:prSet phldrT="[Text]" custT="1"/>
      <dgm:spPr/>
      <dgm:t>
        <a:bodyPr/>
        <a:lstStyle/>
        <a:p>
          <a:r>
            <a:rPr lang="en-GB" sz="900" dirty="0"/>
            <a:t> City</a:t>
          </a:r>
          <a:endParaRPr lang="en-US" sz="900" dirty="0"/>
        </a:p>
      </dgm:t>
    </dgm:pt>
    <dgm:pt modelId="{0355506E-1F07-4B2C-AE99-F2325E0AB498}" type="parTrans" cxnId="{7602828D-12E4-42A8-8CAE-6D82CC1F8B69}">
      <dgm:prSet/>
      <dgm:spPr/>
      <dgm:t>
        <a:bodyPr/>
        <a:lstStyle/>
        <a:p>
          <a:endParaRPr lang="en-US"/>
        </a:p>
      </dgm:t>
    </dgm:pt>
    <dgm:pt modelId="{3C6F71D2-FFD4-4691-8884-88D0786F4D70}" type="sibTrans" cxnId="{7602828D-12E4-42A8-8CAE-6D82CC1F8B69}">
      <dgm:prSet/>
      <dgm:spPr/>
      <dgm:t>
        <a:bodyPr/>
        <a:lstStyle/>
        <a:p>
          <a:endParaRPr lang="en-US"/>
        </a:p>
      </dgm:t>
    </dgm:pt>
    <dgm:pt modelId="{26F58A9A-52A2-4C60-91EF-0C0DA8CC47B8}">
      <dgm:prSet phldrT="[Text]" custT="1"/>
      <dgm:spPr/>
      <dgm:t>
        <a:bodyPr/>
        <a:lstStyle/>
        <a:p>
          <a:r>
            <a:rPr lang="en-GB" sz="900" dirty="0"/>
            <a:t>Postcode</a:t>
          </a:r>
          <a:endParaRPr lang="en-US" sz="900" dirty="0"/>
        </a:p>
      </dgm:t>
    </dgm:pt>
    <dgm:pt modelId="{72A5D216-3743-4101-9D8C-A79EF3BB257F}" type="parTrans" cxnId="{428A71AC-0A9D-4A0B-8689-FF0AD49FF4F4}">
      <dgm:prSet/>
      <dgm:spPr/>
      <dgm:t>
        <a:bodyPr/>
        <a:lstStyle/>
        <a:p>
          <a:endParaRPr lang="en-US"/>
        </a:p>
      </dgm:t>
    </dgm:pt>
    <dgm:pt modelId="{815D880C-6108-4F17-AEE0-738C5658A5CC}" type="sibTrans" cxnId="{428A71AC-0A9D-4A0B-8689-FF0AD49FF4F4}">
      <dgm:prSet/>
      <dgm:spPr/>
      <dgm:t>
        <a:bodyPr/>
        <a:lstStyle/>
        <a:p>
          <a:endParaRPr lang="en-US"/>
        </a:p>
      </dgm:t>
    </dgm:pt>
    <dgm:pt modelId="{5A6F6709-94AA-4D7D-8500-CD00952C1074}">
      <dgm:prSet phldrT="[Text]" custT="1"/>
      <dgm:spPr/>
      <dgm:t>
        <a:bodyPr/>
        <a:lstStyle/>
        <a:p>
          <a:r>
            <a:rPr lang="en-GB" sz="900" dirty="0"/>
            <a:t> </a:t>
          </a:r>
          <a:r>
            <a:rPr lang="en-GB" sz="900" dirty="0" err="1"/>
            <a:t>Home_Tel_No</a:t>
          </a:r>
          <a:endParaRPr lang="en-US" sz="900" dirty="0"/>
        </a:p>
      </dgm:t>
    </dgm:pt>
    <dgm:pt modelId="{E9FFB820-E64D-4271-B4CC-6AA943860A6B}" type="parTrans" cxnId="{13679BB8-8BE5-471E-8036-524E91A8AC92}">
      <dgm:prSet/>
      <dgm:spPr/>
      <dgm:t>
        <a:bodyPr/>
        <a:lstStyle/>
        <a:p>
          <a:endParaRPr lang="en-US"/>
        </a:p>
      </dgm:t>
    </dgm:pt>
    <dgm:pt modelId="{C6508E88-9B6B-4A18-8032-BBBC3FFCFB02}" type="sibTrans" cxnId="{13679BB8-8BE5-471E-8036-524E91A8AC92}">
      <dgm:prSet/>
      <dgm:spPr/>
      <dgm:t>
        <a:bodyPr/>
        <a:lstStyle/>
        <a:p>
          <a:endParaRPr lang="en-US"/>
        </a:p>
      </dgm:t>
    </dgm:pt>
    <dgm:pt modelId="{2758411C-51DF-40C8-B156-6D78B5A98D2C}">
      <dgm:prSet phldrT="[Text]" custT="1"/>
      <dgm:spPr/>
      <dgm:t>
        <a:bodyPr/>
        <a:lstStyle/>
        <a:p>
          <a:r>
            <a:rPr lang="en-GB" sz="900" dirty="0" err="1"/>
            <a:t>Mob_No</a:t>
          </a:r>
          <a:endParaRPr lang="en-US" sz="900" dirty="0"/>
        </a:p>
      </dgm:t>
    </dgm:pt>
    <dgm:pt modelId="{627664CE-7EAE-41CE-B5E8-03483C05F67C}" type="parTrans" cxnId="{51D80E42-3D17-463C-A8B8-18EDE58F20AD}">
      <dgm:prSet/>
      <dgm:spPr/>
      <dgm:t>
        <a:bodyPr/>
        <a:lstStyle/>
        <a:p>
          <a:endParaRPr lang="en-US"/>
        </a:p>
      </dgm:t>
    </dgm:pt>
    <dgm:pt modelId="{361CC24B-9200-42B7-9EFE-82E4CF9EDECB}" type="sibTrans" cxnId="{51D80E42-3D17-463C-A8B8-18EDE58F20AD}">
      <dgm:prSet/>
      <dgm:spPr/>
      <dgm:t>
        <a:bodyPr/>
        <a:lstStyle/>
        <a:p>
          <a:endParaRPr lang="en-US"/>
        </a:p>
      </dgm:t>
    </dgm:pt>
    <dgm:pt modelId="{43FD624D-8691-4DA7-8C1C-4CEFEF921B59}">
      <dgm:prSet phldrT="[Text]" custT="1"/>
      <dgm:spPr/>
      <dgm:t>
        <a:bodyPr/>
        <a:lstStyle/>
        <a:p>
          <a:r>
            <a:rPr lang="en-GB" sz="900" dirty="0"/>
            <a:t> DOB</a:t>
          </a:r>
          <a:endParaRPr lang="en-US" sz="900" dirty="0"/>
        </a:p>
      </dgm:t>
    </dgm:pt>
    <dgm:pt modelId="{20765624-48D2-4D1A-AADB-3B832D2ABCA5}" type="parTrans" cxnId="{F254413B-B5F8-43E7-987A-DFE7C37C82A6}">
      <dgm:prSet/>
      <dgm:spPr/>
      <dgm:t>
        <a:bodyPr/>
        <a:lstStyle/>
        <a:p>
          <a:endParaRPr lang="en-US"/>
        </a:p>
      </dgm:t>
    </dgm:pt>
    <dgm:pt modelId="{4876C277-007F-4CC8-AF89-C85F76B5886A}" type="sibTrans" cxnId="{F254413B-B5F8-43E7-987A-DFE7C37C82A6}">
      <dgm:prSet/>
      <dgm:spPr/>
      <dgm:t>
        <a:bodyPr/>
        <a:lstStyle/>
        <a:p>
          <a:endParaRPr lang="en-US"/>
        </a:p>
      </dgm:t>
    </dgm:pt>
    <dgm:pt modelId="{03087347-65F9-4D3E-94BB-E6E332970B97}">
      <dgm:prSet phldrT="[Text]" custT="1"/>
      <dgm:spPr/>
      <dgm:t>
        <a:bodyPr/>
        <a:lstStyle/>
        <a:p>
          <a:r>
            <a:rPr lang="en-GB" sz="900" dirty="0" err="1"/>
            <a:t>Job_Ttile</a:t>
          </a:r>
          <a:endParaRPr lang="en-US" sz="900" dirty="0"/>
        </a:p>
      </dgm:t>
    </dgm:pt>
    <dgm:pt modelId="{62C1CA3B-63E0-48C6-A896-5A9433002F74}" type="parTrans" cxnId="{0B2811DE-F179-4D9A-A2E8-DA8BF805830C}">
      <dgm:prSet/>
      <dgm:spPr/>
      <dgm:t>
        <a:bodyPr/>
        <a:lstStyle/>
        <a:p>
          <a:endParaRPr lang="en-US"/>
        </a:p>
      </dgm:t>
    </dgm:pt>
    <dgm:pt modelId="{C12D6F66-CFEA-4A86-92CD-99FF8BA3145B}" type="sibTrans" cxnId="{0B2811DE-F179-4D9A-A2E8-DA8BF805830C}">
      <dgm:prSet/>
      <dgm:spPr/>
      <dgm:t>
        <a:bodyPr/>
        <a:lstStyle/>
        <a:p>
          <a:endParaRPr lang="en-US"/>
        </a:p>
      </dgm:t>
    </dgm:pt>
    <dgm:pt modelId="{0A905985-BBA2-4282-A465-B0E5B9A6356E}">
      <dgm:prSet phldrT="[Text]" custT="1"/>
      <dgm:spPr/>
      <dgm:t>
        <a:bodyPr/>
        <a:lstStyle/>
        <a:p>
          <a:r>
            <a:rPr lang="en-GB" sz="900" dirty="0"/>
            <a:t>Salary</a:t>
          </a:r>
          <a:endParaRPr lang="en-US" sz="900" dirty="0"/>
        </a:p>
      </dgm:t>
    </dgm:pt>
    <dgm:pt modelId="{957BC782-C311-4772-B195-F038FD422E82}" type="parTrans" cxnId="{A523AD8C-1A6C-4BBE-BD53-140A4FBDD33B}">
      <dgm:prSet/>
      <dgm:spPr/>
      <dgm:t>
        <a:bodyPr/>
        <a:lstStyle/>
        <a:p>
          <a:endParaRPr lang="en-US"/>
        </a:p>
      </dgm:t>
    </dgm:pt>
    <dgm:pt modelId="{51683225-F249-4F7E-B227-00E0EF6D3F95}" type="sibTrans" cxnId="{A523AD8C-1A6C-4BBE-BD53-140A4FBDD33B}">
      <dgm:prSet/>
      <dgm:spPr/>
      <dgm:t>
        <a:bodyPr/>
        <a:lstStyle/>
        <a:p>
          <a:endParaRPr lang="en-US"/>
        </a:p>
      </dgm:t>
    </dgm:pt>
    <dgm:pt modelId="{8E452B2E-02B6-409A-9B52-3AC746172742}">
      <dgm:prSet custT="1"/>
      <dgm:spPr/>
      <dgm:t>
        <a:bodyPr/>
        <a:lstStyle/>
        <a:p>
          <a:r>
            <a:rPr lang="en-GB" sz="700" dirty="0" err="1"/>
            <a:t>Department_No</a:t>
          </a:r>
          <a:endParaRPr lang="en-GB" sz="700" dirty="0"/>
        </a:p>
      </dgm:t>
    </dgm:pt>
    <dgm:pt modelId="{107C137D-718E-4034-B551-AD9BE6CE1676}" type="parTrans" cxnId="{07698184-5AD2-4D2A-95B8-7828C5F88F75}">
      <dgm:prSet/>
      <dgm:spPr/>
      <dgm:t>
        <a:bodyPr/>
        <a:lstStyle/>
        <a:p>
          <a:endParaRPr lang="en-US"/>
        </a:p>
      </dgm:t>
    </dgm:pt>
    <dgm:pt modelId="{08C51531-6D2D-4C38-A302-D898E8F6C8AC}" type="sibTrans" cxnId="{07698184-5AD2-4D2A-95B8-7828C5F88F75}">
      <dgm:prSet/>
      <dgm:spPr/>
      <dgm:t>
        <a:bodyPr/>
        <a:lstStyle/>
        <a:p>
          <a:endParaRPr lang="en-US"/>
        </a:p>
      </dgm:t>
    </dgm:pt>
    <dgm:pt modelId="{B05944F1-9F05-4FDE-9A75-F7363AEA2676}">
      <dgm:prSet custT="1"/>
      <dgm:spPr/>
      <dgm:t>
        <a:bodyPr/>
        <a:lstStyle/>
        <a:p>
          <a:r>
            <a:rPr lang="en-GB" sz="900" dirty="0"/>
            <a:t> Name,</a:t>
          </a:r>
        </a:p>
      </dgm:t>
    </dgm:pt>
    <dgm:pt modelId="{EF1BED5A-94D9-404E-A5D0-8FFFBCF955CF}" type="parTrans" cxnId="{CA593CC1-B2CB-4073-837B-D68668FD6DB4}">
      <dgm:prSet/>
      <dgm:spPr/>
      <dgm:t>
        <a:bodyPr/>
        <a:lstStyle/>
        <a:p>
          <a:endParaRPr lang="en-US"/>
        </a:p>
      </dgm:t>
    </dgm:pt>
    <dgm:pt modelId="{2A322E85-4F57-453F-A538-D297707A9D99}" type="sibTrans" cxnId="{CA593CC1-B2CB-4073-837B-D68668FD6DB4}">
      <dgm:prSet/>
      <dgm:spPr/>
      <dgm:t>
        <a:bodyPr/>
        <a:lstStyle/>
        <a:p>
          <a:endParaRPr lang="en-US"/>
        </a:p>
      </dgm:t>
    </dgm:pt>
    <dgm:pt modelId="{B4746960-D5FB-4925-875E-64226DC94CFE}">
      <dgm:prSet custT="1"/>
      <dgm:spPr/>
      <dgm:t>
        <a:bodyPr/>
        <a:lstStyle/>
        <a:p>
          <a:r>
            <a:rPr lang="en-GB" sz="900" dirty="0"/>
            <a:t>Duration</a:t>
          </a:r>
        </a:p>
      </dgm:t>
    </dgm:pt>
    <dgm:pt modelId="{911ADA81-7017-44FD-B8AF-B61E8A88FC23}" type="parTrans" cxnId="{80F02E17-34B1-4A3D-B790-3B3FD8DB399E}">
      <dgm:prSet/>
      <dgm:spPr/>
      <dgm:t>
        <a:bodyPr/>
        <a:lstStyle/>
        <a:p>
          <a:endParaRPr lang="en-US"/>
        </a:p>
      </dgm:t>
    </dgm:pt>
    <dgm:pt modelId="{C8E0A3DA-EFFA-4A18-8A29-2D9289836BD7}" type="sibTrans" cxnId="{80F02E17-34B1-4A3D-B790-3B3FD8DB399E}">
      <dgm:prSet/>
      <dgm:spPr/>
      <dgm:t>
        <a:bodyPr/>
        <a:lstStyle/>
        <a:p>
          <a:endParaRPr lang="en-US"/>
        </a:p>
      </dgm:t>
    </dgm:pt>
    <dgm:pt modelId="{6DD10B5C-AE74-4761-837A-AA6FE0A39201}">
      <dgm:prSet custT="1"/>
      <dgm:spPr/>
      <dgm:t>
        <a:bodyPr/>
        <a:lstStyle/>
        <a:p>
          <a:r>
            <a:rPr lang="en-GB" sz="900" dirty="0"/>
            <a:t> Level</a:t>
          </a:r>
        </a:p>
      </dgm:t>
    </dgm:pt>
    <dgm:pt modelId="{D2CF7780-B0F1-47DA-821B-3109B5C2C312}" type="parTrans" cxnId="{C2B2278C-56FF-495A-89BA-4CEBFB838177}">
      <dgm:prSet/>
      <dgm:spPr/>
      <dgm:t>
        <a:bodyPr/>
        <a:lstStyle/>
        <a:p>
          <a:endParaRPr lang="en-US"/>
        </a:p>
      </dgm:t>
    </dgm:pt>
    <dgm:pt modelId="{A21C8F1D-9E3C-4A0F-ACDD-DEB231792DAE}" type="sibTrans" cxnId="{C2B2278C-56FF-495A-89BA-4CEBFB838177}">
      <dgm:prSet/>
      <dgm:spPr/>
      <dgm:t>
        <a:bodyPr/>
        <a:lstStyle/>
        <a:p>
          <a:endParaRPr lang="en-US"/>
        </a:p>
      </dgm:t>
    </dgm:pt>
    <dgm:pt modelId="{4A480DED-77EE-4964-9680-3939D7680A8C}">
      <dgm:prSet custT="1"/>
      <dgm:spPr/>
      <dgm:t>
        <a:bodyPr/>
        <a:lstStyle/>
        <a:p>
          <a:r>
            <a:rPr lang="en-GB" sz="900" dirty="0" err="1"/>
            <a:t>Course_No</a:t>
          </a:r>
          <a:endParaRPr lang="en-GB" sz="900" dirty="0"/>
        </a:p>
      </dgm:t>
    </dgm:pt>
    <dgm:pt modelId="{6C8624F9-88CC-4C8C-949B-8F73597D6FEF}" type="parTrans" cxnId="{02505BED-29DB-4F96-8F96-BF3647EA7E33}">
      <dgm:prSet/>
      <dgm:spPr/>
      <dgm:t>
        <a:bodyPr/>
        <a:lstStyle/>
        <a:p>
          <a:endParaRPr lang="en-US"/>
        </a:p>
      </dgm:t>
    </dgm:pt>
    <dgm:pt modelId="{1EF85E9C-7F09-430A-A69D-B6B76D5C16DB}" type="sibTrans" cxnId="{02505BED-29DB-4F96-8F96-BF3647EA7E33}">
      <dgm:prSet/>
      <dgm:spPr/>
      <dgm:t>
        <a:bodyPr/>
        <a:lstStyle/>
        <a:p>
          <a:endParaRPr lang="en-US"/>
        </a:p>
      </dgm:t>
    </dgm:pt>
    <dgm:pt modelId="{59362730-EB8C-4302-A1CC-AEF05DD396E6}">
      <dgm:prSet custT="1"/>
      <dgm:spPr/>
      <dgm:t>
        <a:bodyPr/>
        <a:lstStyle/>
        <a:p>
          <a:r>
            <a:rPr lang="en-GB" sz="900" dirty="0" err="1"/>
            <a:t>Staff_No</a:t>
          </a:r>
          <a:endParaRPr lang="en-GB" sz="900" dirty="0"/>
        </a:p>
      </dgm:t>
    </dgm:pt>
    <dgm:pt modelId="{830271DD-64F3-47F9-A10E-0FF1A4A93683}" type="parTrans" cxnId="{1C30322D-F14D-44C4-A2A0-E658F241F0F0}">
      <dgm:prSet/>
      <dgm:spPr/>
      <dgm:t>
        <a:bodyPr/>
        <a:lstStyle/>
        <a:p>
          <a:endParaRPr lang="en-US"/>
        </a:p>
      </dgm:t>
    </dgm:pt>
    <dgm:pt modelId="{2F5082B9-541D-4B6A-9402-3F3EC1C55D7B}" type="sibTrans" cxnId="{1C30322D-F14D-44C4-A2A0-E658F241F0F0}">
      <dgm:prSet/>
      <dgm:spPr/>
      <dgm:t>
        <a:bodyPr/>
        <a:lstStyle/>
        <a:p>
          <a:endParaRPr lang="en-US"/>
        </a:p>
      </dgm:t>
    </dgm:pt>
    <dgm:pt modelId="{79FDD870-5C82-47BF-A31E-4E9B2FCFB20A}">
      <dgm:prSet custT="1"/>
      <dgm:spPr/>
      <dgm:t>
        <a:bodyPr/>
        <a:lstStyle/>
        <a:p>
          <a:r>
            <a:rPr lang="en-GB" sz="900" dirty="0"/>
            <a:t> Name</a:t>
          </a:r>
        </a:p>
      </dgm:t>
    </dgm:pt>
    <dgm:pt modelId="{03522DB8-5F56-402B-9084-32E259E96BB1}" type="parTrans" cxnId="{C988AD7A-E375-45C0-8B20-6B54A7A75E06}">
      <dgm:prSet/>
      <dgm:spPr/>
      <dgm:t>
        <a:bodyPr/>
        <a:lstStyle/>
        <a:p>
          <a:endParaRPr lang="en-US"/>
        </a:p>
      </dgm:t>
    </dgm:pt>
    <dgm:pt modelId="{1DBFAABD-8EF8-44A4-8BF4-67ACB3FC628A}" type="sibTrans" cxnId="{C988AD7A-E375-45C0-8B20-6B54A7A75E06}">
      <dgm:prSet/>
      <dgm:spPr/>
      <dgm:t>
        <a:bodyPr/>
        <a:lstStyle/>
        <a:p>
          <a:endParaRPr lang="en-US"/>
        </a:p>
      </dgm:t>
    </dgm:pt>
    <dgm:pt modelId="{FC8A06A3-DB83-4CD6-B448-A2C91C91469C}">
      <dgm:prSet custT="1"/>
      <dgm:spPr/>
      <dgm:t>
        <a:bodyPr/>
        <a:lstStyle/>
        <a:p>
          <a:r>
            <a:rPr lang="en-GB" sz="900" dirty="0"/>
            <a:t>Credit</a:t>
          </a:r>
        </a:p>
      </dgm:t>
    </dgm:pt>
    <dgm:pt modelId="{D922B60A-9B17-4C59-A7BF-85DA1191F21C}" type="parTrans" cxnId="{4D7B24B8-249B-41CB-B872-BE907E9EACF3}">
      <dgm:prSet/>
      <dgm:spPr/>
      <dgm:t>
        <a:bodyPr/>
        <a:lstStyle/>
        <a:p>
          <a:endParaRPr lang="en-US"/>
        </a:p>
      </dgm:t>
    </dgm:pt>
    <dgm:pt modelId="{3252BC60-5A56-457A-A358-EB1BFD2FFC98}" type="sibTrans" cxnId="{4D7B24B8-249B-41CB-B872-BE907E9EACF3}">
      <dgm:prSet/>
      <dgm:spPr/>
      <dgm:t>
        <a:bodyPr/>
        <a:lstStyle/>
        <a:p>
          <a:endParaRPr lang="en-US"/>
        </a:p>
      </dgm:t>
    </dgm:pt>
    <dgm:pt modelId="{ACE6EFFD-D0AF-4188-827B-3C8BCBC92369}">
      <dgm:prSet custT="1"/>
      <dgm:spPr/>
      <dgm:t>
        <a:bodyPr/>
        <a:lstStyle/>
        <a:p>
          <a:r>
            <a:rPr lang="en-GB" sz="900" dirty="0"/>
            <a:t>Duration</a:t>
          </a:r>
        </a:p>
      </dgm:t>
    </dgm:pt>
    <dgm:pt modelId="{0444A08A-E007-435F-9ABB-6F1BDFF8C11F}" type="parTrans" cxnId="{307D5560-CDED-4400-ABEC-1EE801961806}">
      <dgm:prSet/>
      <dgm:spPr/>
      <dgm:t>
        <a:bodyPr/>
        <a:lstStyle/>
        <a:p>
          <a:endParaRPr lang="en-US"/>
        </a:p>
      </dgm:t>
    </dgm:pt>
    <dgm:pt modelId="{72144F3B-5BD7-48D2-8FEE-D6040F3BB4BB}" type="sibTrans" cxnId="{307D5560-CDED-4400-ABEC-1EE801961806}">
      <dgm:prSet/>
      <dgm:spPr/>
      <dgm:t>
        <a:bodyPr/>
        <a:lstStyle/>
        <a:p>
          <a:endParaRPr lang="en-US"/>
        </a:p>
      </dgm:t>
    </dgm:pt>
    <dgm:pt modelId="{D52CB9CD-5BF4-4FFA-B735-1AA8EC5C814A}">
      <dgm:prSet custT="1"/>
      <dgm:spPr/>
      <dgm:t>
        <a:bodyPr/>
        <a:lstStyle/>
        <a:p>
          <a:r>
            <a:rPr lang="en-GB" sz="900" dirty="0"/>
            <a:t>Description</a:t>
          </a:r>
        </a:p>
      </dgm:t>
    </dgm:pt>
    <dgm:pt modelId="{B8F6DA7F-4B2B-4018-852F-EB563020D73C}" type="parTrans" cxnId="{39996548-E1AA-41D7-B414-56681F41CA9E}">
      <dgm:prSet/>
      <dgm:spPr/>
      <dgm:t>
        <a:bodyPr/>
        <a:lstStyle/>
        <a:p>
          <a:endParaRPr lang="en-US"/>
        </a:p>
      </dgm:t>
    </dgm:pt>
    <dgm:pt modelId="{8E63657B-C7FE-4FEC-A5BF-46D4EE1FBA3E}" type="sibTrans" cxnId="{39996548-E1AA-41D7-B414-56681F41CA9E}">
      <dgm:prSet/>
      <dgm:spPr/>
      <dgm:t>
        <a:bodyPr/>
        <a:lstStyle/>
        <a:p>
          <a:endParaRPr lang="en-US"/>
        </a:p>
      </dgm:t>
    </dgm:pt>
    <dgm:pt modelId="{5BF7973C-981F-41DD-9F25-1683F5550B3D}">
      <dgm:prSet custT="1"/>
      <dgm:spPr/>
      <dgm:t>
        <a:bodyPr/>
        <a:lstStyle/>
        <a:p>
          <a:r>
            <a:rPr lang="en-GB" sz="900" dirty="0" err="1"/>
            <a:t>Course_No</a:t>
          </a:r>
          <a:endParaRPr lang="en-GB" sz="900" dirty="0"/>
        </a:p>
      </dgm:t>
    </dgm:pt>
    <dgm:pt modelId="{3E424B2B-CDEF-4A81-9751-5F7D3D6F873C}" type="parTrans" cxnId="{277975F3-BC27-44DA-BC21-7BF2A0383997}">
      <dgm:prSet/>
      <dgm:spPr/>
      <dgm:t>
        <a:bodyPr/>
        <a:lstStyle/>
        <a:p>
          <a:endParaRPr lang="en-US"/>
        </a:p>
      </dgm:t>
    </dgm:pt>
    <dgm:pt modelId="{291F9C2C-14E1-4BFE-AD17-FA759A0B2AD1}" type="sibTrans" cxnId="{277975F3-BC27-44DA-BC21-7BF2A0383997}">
      <dgm:prSet/>
      <dgm:spPr/>
      <dgm:t>
        <a:bodyPr/>
        <a:lstStyle/>
        <a:p>
          <a:endParaRPr lang="en-US"/>
        </a:p>
      </dgm:t>
    </dgm:pt>
    <dgm:pt modelId="{EE872F26-397D-4C40-9BAE-2FF95E18D58C}">
      <dgm:prSet custT="1"/>
      <dgm:spPr/>
      <dgm:t>
        <a:bodyPr/>
        <a:lstStyle/>
        <a:p>
          <a:r>
            <a:rPr lang="en-GB" sz="900" dirty="0"/>
            <a:t>Title</a:t>
          </a:r>
        </a:p>
      </dgm:t>
    </dgm:pt>
    <dgm:pt modelId="{266510E9-0D6B-477C-A7F4-40BFBC8C9BEA}" type="parTrans" cxnId="{D9F5071D-BB5E-4ADA-A24C-F4BEF20BBC4E}">
      <dgm:prSet/>
      <dgm:spPr/>
      <dgm:t>
        <a:bodyPr/>
        <a:lstStyle/>
        <a:p>
          <a:endParaRPr lang="en-US"/>
        </a:p>
      </dgm:t>
    </dgm:pt>
    <dgm:pt modelId="{9F959C7F-07F3-42C6-B4F2-E088D46C29CE}" type="sibTrans" cxnId="{D9F5071D-BB5E-4ADA-A24C-F4BEF20BBC4E}">
      <dgm:prSet/>
      <dgm:spPr/>
      <dgm:t>
        <a:bodyPr/>
        <a:lstStyle/>
        <a:p>
          <a:endParaRPr lang="en-US"/>
        </a:p>
      </dgm:t>
    </dgm:pt>
    <dgm:pt modelId="{7687D4FB-5C37-4948-8718-D6A6A925FA6A}">
      <dgm:prSet custT="1"/>
      <dgm:spPr/>
      <dgm:t>
        <a:bodyPr/>
        <a:lstStyle/>
        <a:p>
          <a:r>
            <a:rPr lang="en-GB" sz="900" dirty="0" err="1"/>
            <a:t>F_name</a:t>
          </a:r>
          <a:endParaRPr lang="en-GB" sz="900" dirty="0"/>
        </a:p>
      </dgm:t>
    </dgm:pt>
    <dgm:pt modelId="{5B0B78C2-0B09-464C-8FA0-C491534079E2}" type="parTrans" cxnId="{AC9C0960-0653-4852-9B07-C81BCE792D4E}">
      <dgm:prSet/>
      <dgm:spPr/>
      <dgm:t>
        <a:bodyPr/>
        <a:lstStyle/>
        <a:p>
          <a:endParaRPr lang="en-US"/>
        </a:p>
      </dgm:t>
    </dgm:pt>
    <dgm:pt modelId="{DEA813CE-A6CC-440C-B25D-201F0FB2568E}" type="sibTrans" cxnId="{AC9C0960-0653-4852-9B07-C81BCE792D4E}">
      <dgm:prSet/>
      <dgm:spPr/>
      <dgm:t>
        <a:bodyPr/>
        <a:lstStyle/>
        <a:p>
          <a:endParaRPr lang="en-US"/>
        </a:p>
      </dgm:t>
    </dgm:pt>
    <dgm:pt modelId="{B5428021-00C7-4BEC-B9F3-4DACD78B55EB}">
      <dgm:prSet custT="1"/>
      <dgm:spPr/>
      <dgm:t>
        <a:bodyPr/>
        <a:lstStyle/>
        <a:p>
          <a:r>
            <a:rPr lang="en-GB" sz="900" dirty="0"/>
            <a:t> </a:t>
          </a:r>
          <a:r>
            <a:rPr lang="en-GB" sz="900" dirty="0" err="1"/>
            <a:t>L_name</a:t>
          </a:r>
          <a:endParaRPr lang="en-GB" sz="900" dirty="0"/>
        </a:p>
      </dgm:t>
    </dgm:pt>
    <dgm:pt modelId="{0C1FB33F-FE17-45E4-8BCA-26EF04531726}" type="parTrans" cxnId="{3BC4C630-6481-4AA8-9F19-B0CE8064B602}">
      <dgm:prSet/>
      <dgm:spPr/>
      <dgm:t>
        <a:bodyPr/>
        <a:lstStyle/>
        <a:p>
          <a:endParaRPr lang="en-US"/>
        </a:p>
      </dgm:t>
    </dgm:pt>
    <dgm:pt modelId="{BA907CCC-0D00-4CBB-BF1B-0A44BC990D3D}" type="sibTrans" cxnId="{3BC4C630-6481-4AA8-9F19-B0CE8064B602}">
      <dgm:prSet/>
      <dgm:spPr/>
      <dgm:t>
        <a:bodyPr/>
        <a:lstStyle/>
        <a:p>
          <a:endParaRPr lang="en-US"/>
        </a:p>
      </dgm:t>
    </dgm:pt>
    <dgm:pt modelId="{CBDE1956-9341-48A4-B6C7-CB46FA048999}">
      <dgm:prSet custT="1"/>
      <dgm:spPr/>
      <dgm:t>
        <a:bodyPr/>
        <a:lstStyle/>
        <a:p>
          <a:r>
            <a:rPr lang="en-GB" sz="900" dirty="0" err="1"/>
            <a:t>H_No</a:t>
          </a:r>
          <a:endParaRPr lang="en-GB" sz="900" dirty="0"/>
        </a:p>
      </dgm:t>
    </dgm:pt>
    <dgm:pt modelId="{8820FB27-050D-4CD2-AB27-8E5866DB1C5A}" type="parTrans" cxnId="{CD8F2004-25C0-47CD-9881-C85AFD0463DC}">
      <dgm:prSet/>
      <dgm:spPr/>
      <dgm:t>
        <a:bodyPr/>
        <a:lstStyle/>
        <a:p>
          <a:endParaRPr lang="en-US"/>
        </a:p>
      </dgm:t>
    </dgm:pt>
    <dgm:pt modelId="{E0869DC8-C6FB-4F17-A837-CBBE8ECEB988}" type="sibTrans" cxnId="{CD8F2004-25C0-47CD-9881-C85AFD0463DC}">
      <dgm:prSet/>
      <dgm:spPr/>
      <dgm:t>
        <a:bodyPr/>
        <a:lstStyle/>
        <a:p>
          <a:endParaRPr lang="en-US"/>
        </a:p>
      </dgm:t>
    </dgm:pt>
    <dgm:pt modelId="{1BB1F29C-63AE-4824-9842-8ED7236C62C3}">
      <dgm:prSet custT="1"/>
      <dgm:spPr/>
      <dgm:t>
        <a:bodyPr/>
        <a:lstStyle/>
        <a:p>
          <a:r>
            <a:rPr lang="en-GB" sz="900" dirty="0"/>
            <a:t>Street</a:t>
          </a:r>
        </a:p>
      </dgm:t>
    </dgm:pt>
    <dgm:pt modelId="{36227250-22E3-4C32-9BF5-3F7E47FF6669}" type="parTrans" cxnId="{D6FE473A-423E-4149-B195-B5A58ADCB688}">
      <dgm:prSet/>
      <dgm:spPr/>
      <dgm:t>
        <a:bodyPr/>
        <a:lstStyle/>
        <a:p>
          <a:endParaRPr lang="en-US"/>
        </a:p>
      </dgm:t>
    </dgm:pt>
    <dgm:pt modelId="{3BBFAC09-339E-4AC6-99B2-168BA10EB3BA}" type="sibTrans" cxnId="{D6FE473A-423E-4149-B195-B5A58ADCB688}">
      <dgm:prSet/>
      <dgm:spPr/>
      <dgm:t>
        <a:bodyPr/>
        <a:lstStyle/>
        <a:p>
          <a:endParaRPr lang="en-US"/>
        </a:p>
      </dgm:t>
    </dgm:pt>
    <dgm:pt modelId="{D86A2965-922C-48A6-A5AF-26964C2793FE}">
      <dgm:prSet custT="1"/>
      <dgm:spPr/>
      <dgm:t>
        <a:bodyPr/>
        <a:lstStyle/>
        <a:p>
          <a:r>
            <a:rPr lang="en-GB" sz="900" dirty="0"/>
            <a:t>City</a:t>
          </a:r>
        </a:p>
      </dgm:t>
    </dgm:pt>
    <dgm:pt modelId="{43001020-FF65-43B2-9FBA-8B54B6EB0140}" type="parTrans" cxnId="{146041BA-DCE0-493E-AE73-B5A9C02170D4}">
      <dgm:prSet/>
      <dgm:spPr/>
      <dgm:t>
        <a:bodyPr/>
        <a:lstStyle/>
        <a:p>
          <a:endParaRPr lang="en-US"/>
        </a:p>
      </dgm:t>
    </dgm:pt>
    <dgm:pt modelId="{752B5D36-F52B-4604-B662-E8E19C52E71B}" type="sibTrans" cxnId="{146041BA-DCE0-493E-AE73-B5A9C02170D4}">
      <dgm:prSet/>
      <dgm:spPr/>
      <dgm:t>
        <a:bodyPr/>
        <a:lstStyle/>
        <a:p>
          <a:endParaRPr lang="en-US"/>
        </a:p>
      </dgm:t>
    </dgm:pt>
    <dgm:pt modelId="{51D51245-D03C-4FF4-96CC-CCF8E2188CC8}">
      <dgm:prSet custT="1"/>
      <dgm:spPr/>
      <dgm:t>
        <a:bodyPr/>
        <a:lstStyle/>
        <a:p>
          <a:r>
            <a:rPr lang="en-GB" sz="900" dirty="0"/>
            <a:t>Postcode</a:t>
          </a:r>
        </a:p>
      </dgm:t>
    </dgm:pt>
    <dgm:pt modelId="{9F291129-CBD3-4E95-9A6B-C97FA1A36003}" type="parTrans" cxnId="{B4ED74DC-CAAE-446E-8A24-2A658834786D}">
      <dgm:prSet/>
      <dgm:spPr/>
      <dgm:t>
        <a:bodyPr/>
        <a:lstStyle/>
        <a:p>
          <a:endParaRPr lang="en-US"/>
        </a:p>
      </dgm:t>
    </dgm:pt>
    <dgm:pt modelId="{531E4CB3-AD46-4B97-AA0F-FC8B022035A2}" type="sibTrans" cxnId="{B4ED74DC-CAAE-446E-8A24-2A658834786D}">
      <dgm:prSet/>
      <dgm:spPr/>
      <dgm:t>
        <a:bodyPr/>
        <a:lstStyle/>
        <a:p>
          <a:endParaRPr lang="en-US"/>
        </a:p>
      </dgm:t>
    </dgm:pt>
    <dgm:pt modelId="{F31DDD17-B24E-4C94-9A6D-87ECC81DF1CF}">
      <dgm:prSet custT="1"/>
      <dgm:spPr/>
      <dgm:t>
        <a:bodyPr/>
        <a:lstStyle/>
        <a:p>
          <a:r>
            <a:rPr lang="en-GB" sz="850" dirty="0" err="1"/>
            <a:t>Home_Tel_No</a:t>
          </a:r>
          <a:endParaRPr lang="en-GB" sz="850" dirty="0"/>
        </a:p>
      </dgm:t>
    </dgm:pt>
    <dgm:pt modelId="{CF0BE247-2B2E-4127-BA30-2B40292FDE83}" type="parTrans" cxnId="{E95B2CE1-B0F8-47BE-80B3-57A0A9A62CCD}">
      <dgm:prSet/>
      <dgm:spPr/>
      <dgm:t>
        <a:bodyPr/>
        <a:lstStyle/>
        <a:p>
          <a:endParaRPr lang="en-US"/>
        </a:p>
      </dgm:t>
    </dgm:pt>
    <dgm:pt modelId="{950C2846-C1DC-43DF-8A3A-F8790EB8456A}" type="sibTrans" cxnId="{E95B2CE1-B0F8-47BE-80B3-57A0A9A62CCD}">
      <dgm:prSet/>
      <dgm:spPr/>
      <dgm:t>
        <a:bodyPr/>
        <a:lstStyle/>
        <a:p>
          <a:endParaRPr lang="en-US"/>
        </a:p>
      </dgm:t>
    </dgm:pt>
    <dgm:pt modelId="{CEA622AB-0C7A-468A-B546-332CB1BAD1B5}">
      <dgm:prSet custT="1"/>
      <dgm:spPr/>
      <dgm:t>
        <a:bodyPr/>
        <a:lstStyle/>
        <a:p>
          <a:r>
            <a:rPr lang="en-GB" sz="900" dirty="0" err="1"/>
            <a:t>Mob_No</a:t>
          </a:r>
          <a:endParaRPr lang="en-GB" sz="900" dirty="0"/>
        </a:p>
      </dgm:t>
    </dgm:pt>
    <dgm:pt modelId="{10411FAE-8025-4602-AAA6-E04D1646C5B6}" type="parTrans" cxnId="{B5AF7CD4-6FD1-4386-8126-AA2053F46738}">
      <dgm:prSet/>
      <dgm:spPr/>
      <dgm:t>
        <a:bodyPr/>
        <a:lstStyle/>
        <a:p>
          <a:endParaRPr lang="en-US"/>
        </a:p>
      </dgm:t>
    </dgm:pt>
    <dgm:pt modelId="{1F82F599-A0C3-4F9E-B43D-4525C14B6007}" type="sibTrans" cxnId="{B5AF7CD4-6FD1-4386-8126-AA2053F46738}">
      <dgm:prSet/>
      <dgm:spPr/>
      <dgm:t>
        <a:bodyPr/>
        <a:lstStyle/>
        <a:p>
          <a:endParaRPr lang="en-US"/>
        </a:p>
      </dgm:t>
    </dgm:pt>
    <dgm:pt modelId="{39909815-F79E-4220-A3A9-8E65E87BC13F}">
      <dgm:prSet custT="1"/>
      <dgm:spPr/>
      <dgm:t>
        <a:bodyPr/>
        <a:lstStyle/>
        <a:p>
          <a:r>
            <a:rPr lang="en-GB" sz="900" dirty="0"/>
            <a:t>DOB</a:t>
          </a:r>
        </a:p>
      </dgm:t>
    </dgm:pt>
    <dgm:pt modelId="{60EFEFB2-1241-4FE2-A5AA-8AFF7D886C04}" type="parTrans" cxnId="{339A93D4-3D8C-45F1-BC7D-5FDD9926F3B6}">
      <dgm:prSet/>
      <dgm:spPr/>
      <dgm:t>
        <a:bodyPr/>
        <a:lstStyle/>
        <a:p>
          <a:endParaRPr lang="en-US"/>
        </a:p>
      </dgm:t>
    </dgm:pt>
    <dgm:pt modelId="{D02F3476-F5EE-474C-A431-B67507E18BAC}" type="sibTrans" cxnId="{339A93D4-3D8C-45F1-BC7D-5FDD9926F3B6}">
      <dgm:prSet/>
      <dgm:spPr/>
      <dgm:t>
        <a:bodyPr/>
        <a:lstStyle/>
        <a:p>
          <a:endParaRPr lang="en-US"/>
        </a:p>
      </dgm:t>
    </dgm:pt>
    <dgm:pt modelId="{130299F7-6545-4FBD-B89D-AAD84F58B044}">
      <dgm:prSet custT="1"/>
      <dgm:spPr/>
      <dgm:t>
        <a:bodyPr/>
        <a:lstStyle/>
        <a:p>
          <a:r>
            <a:rPr lang="en-GB" sz="900" dirty="0" err="1"/>
            <a:t>Start_Date</a:t>
          </a:r>
          <a:endParaRPr lang="en-GB" sz="900" dirty="0"/>
        </a:p>
      </dgm:t>
    </dgm:pt>
    <dgm:pt modelId="{2295B8FF-44E9-400A-9CFF-500093FF260D}" type="parTrans" cxnId="{FC5E08EF-8CC3-4DD3-BBD9-FC2D57A25939}">
      <dgm:prSet/>
      <dgm:spPr/>
      <dgm:t>
        <a:bodyPr/>
        <a:lstStyle/>
        <a:p>
          <a:endParaRPr lang="en-US"/>
        </a:p>
      </dgm:t>
    </dgm:pt>
    <dgm:pt modelId="{CD0364C4-E52F-4D62-95A7-FBEF2A8D7D62}" type="sibTrans" cxnId="{FC5E08EF-8CC3-4DD3-BBD9-FC2D57A25939}">
      <dgm:prSet/>
      <dgm:spPr/>
      <dgm:t>
        <a:bodyPr/>
        <a:lstStyle/>
        <a:p>
          <a:endParaRPr lang="en-US"/>
        </a:p>
      </dgm:t>
    </dgm:pt>
    <dgm:pt modelId="{C7B4F5F4-1B41-4B71-B4CA-A64D6098E825}">
      <dgm:prSet custT="1"/>
      <dgm:spPr/>
      <dgm:t>
        <a:bodyPr/>
        <a:lstStyle/>
        <a:p>
          <a:r>
            <a:rPr lang="en-GB" sz="900"/>
            <a:t> Student_No</a:t>
          </a:r>
          <a:endParaRPr lang="en-GB" sz="900" dirty="0"/>
        </a:p>
      </dgm:t>
    </dgm:pt>
    <dgm:pt modelId="{DC3CEE3C-5180-4A7C-B34E-03580CE3322F}" type="parTrans" cxnId="{918AE576-AEFF-4978-A2DE-7DD4D0DBA5BA}">
      <dgm:prSet/>
      <dgm:spPr/>
      <dgm:t>
        <a:bodyPr/>
        <a:lstStyle/>
        <a:p>
          <a:endParaRPr lang="en-US"/>
        </a:p>
      </dgm:t>
    </dgm:pt>
    <dgm:pt modelId="{6C9E7470-AD41-4B79-9E0D-0E62416CD969}" type="sibTrans" cxnId="{918AE576-AEFF-4978-A2DE-7DD4D0DBA5BA}">
      <dgm:prSet/>
      <dgm:spPr/>
      <dgm:t>
        <a:bodyPr/>
        <a:lstStyle/>
        <a:p>
          <a:endParaRPr lang="en-US"/>
        </a:p>
      </dgm:t>
    </dgm:pt>
    <dgm:pt modelId="{063AE7DF-88E4-4EF5-BACB-5A018563D4F5}">
      <dgm:prSet custT="1"/>
      <dgm:spPr/>
      <dgm:t>
        <a:bodyPr/>
        <a:lstStyle/>
        <a:p>
          <a:r>
            <a:rPr lang="en-GB" sz="900"/>
            <a:t>Module_No</a:t>
          </a:r>
          <a:endParaRPr lang="en-GB" sz="900" dirty="0"/>
        </a:p>
      </dgm:t>
    </dgm:pt>
    <dgm:pt modelId="{A844FD17-8326-480B-928A-B08D88625EA7}" type="parTrans" cxnId="{1088E516-2A81-48A9-8FFC-6D34107701BE}">
      <dgm:prSet/>
      <dgm:spPr/>
      <dgm:t>
        <a:bodyPr/>
        <a:lstStyle/>
        <a:p>
          <a:endParaRPr lang="en-US"/>
        </a:p>
      </dgm:t>
    </dgm:pt>
    <dgm:pt modelId="{7166CFE9-9A00-4645-A47D-55ED2A83E044}" type="sibTrans" cxnId="{1088E516-2A81-48A9-8FFC-6D34107701BE}">
      <dgm:prSet/>
      <dgm:spPr/>
      <dgm:t>
        <a:bodyPr/>
        <a:lstStyle/>
        <a:p>
          <a:endParaRPr lang="en-US"/>
        </a:p>
      </dgm:t>
    </dgm:pt>
    <dgm:pt modelId="{8E126A6A-2781-48F1-A17D-335C999A6838}">
      <dgm:prSet custT="1"/>
      <dgm:spPr/>
      <dgm:t>
        <a:bodyPr/>
        <a:lstStyle/>
        <a:p>
          <a:r>
            <a:rPr lang="en-GB" sz="900"/>
            <a:t>Assignment</a:t>
          </a:r>
          <a:endParaRPr lang="en-GB" sz="900" dirty="0"/>
        </a:p>
      </dgm:t>
    </dgm:pt>
    <dgm:pt modelId="{58A9905D-56A2-4177-8941-A1C959BC3867}" type="parTrans" cxnId="{703797D9-ED34-4B07-AB8B-801BBB5FF38B}">
      <dgm:prSet/>
      <dgm:spPr/>
      <dgm:t>
        <a:bodyPr/>
        <a:lstStyle/>
        <a:p>
          <a:endParaRPr lang="en-US"/>
        </a:p>
      </dgm:t>
    </dgm:pt>
    <dgm:pt modelId="{236491A1-E524-44FC-8F86-0DF5700C22AA}" type="sibTrans" cxnId="{703797D9-ED34-4B07-AB8B-801BBB5FF38B}">
      <dgm:prSet/>
      <dgm:spPr/>
      <dgm:t>
        <a:bodyPr/>
        <a:lstStyle/>
        <a:p>
          <a:endParaRPr lang="en-US"/>
        </a:p>
      </dgm:t>
    </dgm:pt>
    <dgm:pt modelId="{FFC10275-8866-4E49-BB4E-C7EF607760E6}">
      <dgm:prSet custT="1"/>
      <dgm:spPr/>
      <dgm:t>
        <a:bodyPr/>
        <a:lstStyle/>
        <a:p>
          <a:r>
            <a:rPr lang="en-GB" sz="900" dirty="0">
              <a:solidFill>
                <a:srgbClr val="FF0000"/>
              </a:solidFill>
            </a:rPr>
            <a:t>Grade</a:t>
          </a:r>
        </a:p>
      </dgm:t>
    </dgm:pt>
    <dgm:pt modelId="{ED50F9C0-0EF4-4EEE-A42B-C5BB4653105F}" type="parTrans" cxnId="{11EE214E-99DD-4BEA-AE37-4EB07FBC70AE}">
      <dgm:prSet/>
      <dgm:spPr/>
      <dgm:t>
        <a:bodyPr/>
        <a:lstStyle/>
        <a:p>
          <a:endParaRPr lang="en-US"/>
        </a:p>
      </dgm:t>
    </dgm:pt>
    <dgm:pt modelId="{214F999F-46ED-4D17-B54E-AF67BA0F37E7}" type="sibTrans" cxnId="{11EE214E-99DD-4BEA-AE37-4EB07FBC70AE}">
      <dgm:prSet/>
      <dgm:spPr/>
      <dgm:t>
        <a:bodyPr/>
        <a:lstStyle/>
        <a:p>
          <a:endParaRPr lang="en-US"/>
        </a:p>
      </dgm:t>
    </dgm:pt>
    <dgm:pt modelId="{75ADD083-B409-44FB-8DB9-045C0DD122E0}">
      <dgm:prSet custT="1"/>
      <dgm:spPr/>
      <dgm:t>
        <a:bodyPr/>
        <a:lstStyle/>
        <a:p>
          <a:r>
            <a:rPr lang="en-GB" sz="900">
              <a:solidFill>
                <a:srgbClr val="FF0000"/>
              </a:solidFill>
            </a:rPr>
            <a:t>Min_Range</a:t>
          </a:r>
          <a:endParaRPr lang="en-GB" sz="900" dirty="0">
            <a:solidFill>
              <a:srgbClr val="FF0000"/>
            </a:solidFill>
          </a:endParaRPr>
        </a:p>
      </dgm:t>
    </dgm:pt>
    <dgm:pt modelId="{7DE18C4A-38CE-404B-86E2-FC2938651234}" type="parTrans" cxnId="{220780F0-8214-41E2-ABC7-422665A34618}">
      <dgm:prSet/>
      <dgm:spPr/>
      <dgm:t>
        <a:bodyPr/>
        <a:lstStyle/>
        <a:p>
          <a:endParaRPr lang="en-US"/>
        </a:p>
      </dgm:t>
    </dgm:pt>
    <dgm:pt modelId="{83082B08-AE16-49CC-8C44-04697184FEBD}" type="sibTrans" cxnId="{220780F0-8214-41E2-ABC7-422665A34618}">
      <dgm:prSet/>
      <dgm:spPr/>
      <dgm:t>
        <a:bodyPr/>
        <a:lstStyle/>
        <a:p>
          <a:endParaRPr lang="en-US"/>
        </a:p>
      </dgm:t>
    </dgm:pt>
    <dgm:pt modelId="{672C8129-AA04-410E-A7B1-3CFCBD07DD9F}">
      <dgm:prSet custT="1"/>
      <dgm:spPr/>
      <dgm:t>
        <a:bodyPr/>
        <a:lstStyle/>
        <a:p>
          <a:r>
            <a:rPr lang="en-GB" sz="900" dirty="0" err="1">
              <a:solidFill>
                <a:srgbClr val="FF0000"/>
              </a:solidFill>
            </a:rPr>
            <a:t>Max_ange</a:t>
          </a:r>
          <a:endParaRPr lang="en-GB" sz="900" dirty="0">
            <a:solidFill>
              <a:srgbClr val="FF0000"/>
            </a:solidFill>
          </a:endParaRPr>
        </a:p>
      </dgm:t>
    </dgm:pt>
    <dgm:pt modelId="{850DE0D0-711F-4ED6-AD58-DF23377D4ED0}" type="parTrans" cxnId="{1852BAE6-BAF9-4072-8630-508BB070C117}">
      <dgm:prSet/>
      <dgm:spPr/>
      <dgm:t>
        <a:bodyPr/>
        <a:lstStyle/>
        <a:p>
          <a:endParaRPr lang="en-US"/>
        </a:p>
      </dgm:t>
    </dgm:pt>
    <dgm:pt modelId="{966E9A98-7718-4748-A47A-38DA7065C51B}" type="sibTrans" cxnId="{1852BAE6-BAF9-4072-8630-508BB070C117}">
      <dgm:prSet/>
      <dgm:spPr/>
      <dgm:t>
        <a:bodyPr/>
        <a:lstStyle/>
        <a:p>
          <a:endParaRPr lang="en-US"/>
        </a:p>
      </dgm:t>
    </dgm:pt>
    <dgm:pt modelId="{1BB1EE1A-57D1-4EB0-A5F8-844D36FD8D7B}">
      <dgm:prSet custT="1"/>
      <dgm:spPr/>
      <dgm:t>
        <a:bodyPr/>
        <a:lstStyle/>
        <a:p>
          <a:r>
            <a:rPr lang="en-GB" sz="900" dirty="0">
              <a:solidFill>
                <a:srgbClr val="FF0000"/>
              </a:solidFill>
            </a:rPr>
            <a:t>Description</a:t>
          </a:r>
        </a:p>
      </dgm:t>
    </dgm:pt>
    <dgm:pt modelId="{F0AAA8E4-C6CD-4A99-A9B8-AB3399DCE6F4}" type="parTrans" cxnId="{749CB95A-CDFE-4086-91F1-DDDD08939558}">
      <dgm:prSet/>
      <dgm:spPr/>
      <dgm:t>
        <a:bodyPr/>
        <a:lstStyle/>
        <a:p>
          <a:endParaRPr lang="en-US"/>
        </a:p>
      </dgm:t>
    </dgm:pt>
    <dgm:pt modelId="{1F589B36-663A-40FA-90A1-62A43BBCE8EC}" type="sibTrans" cxnId="{749CB95A-CDFE-4086-91F1-DDDD08939558}">
      <dgm:prSet/>
      <dgm:spPr/>
      <dgm:t>
        <a:bodyPr/>
        <a:lstStyle/>
        <a:p>
          <a:endParaRPr lang="en-US"/>
        </a:p>
      </dgm:t>
    </dgm:pt>
    <dgm:pt modelId="{E4E3731B-CB6A-4AC9-90A3-F8E0CF51B79A}">
      <dgm:prSet custT="1"/>
      <dgm:spPr/>
      <dgm:t>
        <a:bodyPr/>
        <a:lstStyle/>
        <a:p>
          <a:r>
            <a:rPr lang="en-GB" sz="900" dirty="0"/>
            <a:t>Mark</a:t>
          </a:r>
        </a:p>
      </dgm:t>
    </dgm:pt>
    <dgm:pt modelId="{D0CE11BC-F643-4187-BA86-8221734CA544}" type="parTrans" cxnId="{67CE9205-997B-48F0-AC60-CEBCF3E8C4B7}">
      <dgm:prSet/>
      <dgm:spPr/>
      <dgm:t>
        <a:bodyPr/>
        <a:lstStyle/>
        <a:p>
          <a:endParaRPr lang="en-US"/>
        </a:p>
      </dgm:t>
    </dgm:pt>
    <dgm:pt modelId="{52CE0C5E-0F37-4826-8E3C-B5CA3909392F}" type="sibTrans" cxnId="{67CE9205-997B-48F0-AC60-CEBCF3E8C4B7}">
      <dgm:prSet/>
      <dgm:spPr/>
      <dgm:t>
        <a:bodyPr/>
        <a:lstStyle/>
        <a:p>
          <a:endParaRPr lang="en-US"/>
        </a:p>
      </dgm:t>
    </dgm:pt>
    <dgm:pt modelId="{E761E3C7-4346-497C-AE3E-0EED38A8C747}">
      <dgm:prSet phldrT="[Text]" custT="1"/>
      <dgm:spPr/>
      <dgm:t>
        <a:bodyPr/>
        <a:lstStyle/>
        <a:p>
          <a:r>
            <a:rPr lang="en-GB" sz="900" dirty="0"/>
            <a:t>Street</a:t>
          </a:r>
          <a:endParaRPr lang="en-US" sz="900" dirty="0"/>
        </a:p>
      </dgm:t>
    </dgm:pt>
    <dgm:pt modelId="{B5590BB2-AABC-4431-A185-780BD203B703}" type="parTrans" cxnId="{8C6D9631-5782-40F8-A35A-9AF9EC7EB260}">
      <dgm:prSet/>
      <dgm:spPr/>
      <dgm:t>
        <a:bodyPr/>
        <a:lstStyle/>
        <a:p>
          <a:endParaRPr lang="en-US"/>
        </a:p>
      </dgm:t>
    </dgm:pt>
    <dgm:pt modelId="{8FF6A130-051F-40A4-8529-3B59EFCD54FE}" type="sibTrans" cxnId="{8C6D9631-5782-40F8-A35A-9AF9EC7EB260}">
      <dgm:prSet/>
      <dgm:spPr/>
      <dgm:t>
        <a:bodyPr/>
        <a:lstStyle/>
        <a:p>
          <a:endParaRPr lang="en-US"/>
        </a:p>
      </dgm:t>
    </dgm:pt>
    <dgm:pt modelId="{487CFD5C-82A0-4988-BFDB-3E8E7DD1EE9E}" type="pres">
      <dgm:prSet presAssocID="{C08180E5-D6AE-4E17-8927-455FBC5EADE6}" presName="diagram" presStyleCnt="0">
        <dgm:presLayoutVars>
          <dgm:chPref val="1"/>
          <dgm:dir/>
          <dgm:animOne val="branch"/>
          <dgm:animLvl val="lvl"/>
          <dgm:resizeHandles/>
        </dgm:presLayoutVars>
      </dgm:prSet>
      <dgm:spPr/>
    </dgm:pt>
    <dgm:pt modelId="{A45CDA16-9787-4A22-B356-53A9DB068ADB}" type="pres">
      <dgm:prSet presAssocID="{11484642-1412-4A76-BB76-8AA1D00F4EAD}" presName="root" presStyleCnt="0"/>
      <dgm:spPr/>
    </dgm:pt>
    <dgm:pt modelId="{012B141F-AF85-4E7E-A227-9E6D51A05CAE}" type="pres">
      <dgm:prSet presAssocID="{11484642-1412-4A76-BB76-8AA1D00F4EAD}" presName="rootComposite" presStyleCnt="0"/>
      <dgm:spPr/>
    </dgm:pt>
    <dgm:pt modelId="{52393983-AD39-4D03-A365-6CDC41FF93FA}" type="pres">
      <dgm:prSet presAssocID="{11484642-1412-4A76-BB76-8AA1D00F4EAD}" presName="rootText" presStyleLbl="node1" presStyleIdx="0" presStyleCnt="6" custScaleX="1440509" custScaleY="655098"/>
      <dgm:spPr/>
    </dgm:pt>
    <dgm:pt modelId="{5B1D7D47-CBD8-40CD-B139-ECD69886FE35}" type="pres">
      <dgm:prSet presAssocID="{11484642-1412-4A76-BB76-8AA1D00F4EAD}" presName="rootConnector" presStyleLbl="node1" presStyleIdx="0" presStyleCnt="6"/>
      <dgm:spPr/>
    </dgm:pt>
    <dgm:pt modelId="{0F392141-D5C8-45CF-B051-10C739CB38B2}" type="pres">
      <dgm:prSet presAssocID="{11484642-1412-4A76-BB76-8AA1D00F4EAD}" presName="childShape" presStyleCnt="0"/>
      <dgm:spPr/>
    </dgm:pt>
    <dgm:pt modelId="{9E4F4C99-5FCB-45E9-8156-E0BF62E32153}" type="pres">
      <dgm:prSet presAssocID="{48C17E12-7DCF-4C3E-882B-2DEE3191A3D0}" presName="Name13" presStyleLbl="parChTrans1D2" presStyleIdx="0" presStyleCnt="52" custSzX="187955" custSzY="220548"/>
      <dgm:spPr/>
    </dgm:pt>
    <dgm:pt modelId="{EC8E08DB-FA9E-4CDE-9A4E-9520E1FE44AF}" type="pres">
      <dgm:prSet presAssocID="{E2F0E632-A074-4213-B569-5C3074F1B78D}" presName="childText" presStyleLbl="bgAcc1" presStyleIdx="0" presStyleCnt="52" custScaleX="1440512" custScaleY="655098">
        <dgm:presLayoutVars>
          <dgm:bulletEnabled val="1"/>
        </dgm:presLayoutVars>
      </dgm:prSet>
      <dgm:spPr/>
    </dgm:pt>
    <dgm:pt modelId="{1DB632A0-CC22-40F6-95F1-1DFF80973CD7}" type="pres">
      <dgm:prSet presAssocID="{78FA59C7-0DB2-47FD-8B50-6DF50360BAD2}" presName="Name13" presStyleLbl="parChTrans1D2" presStyleIdx="1" presStyleCnt="52" custSzX="187955" custSzY="637727"/>
      <dgm:spPr/>
    </dgm:pt>
    <dgm:pt modelId="{CEBA5262-CC6F-4D1C-9739-2569B76A2BB0}" type="pres">
      <dgm:prSet presAssocID="{D0F884D2-D06D-4D56-BBCB-44619B308AF8}" presName="childText" presStyleLbl="bgAcc1" presStyleIdx="1" presStyleCnt="52" custScaleX="1440512" custScaleY="655098">
        <dgm:presLayoutVars>
          <dgm:bulletEnabled val="1"/>
        </dgm:presLayoutVars>
      </dgm:prSet>
      <dgm:spPr/>
    </dgm:pt>
    <dgm:pt modelId="{4738DFC3-A04D-44DF-A7A5-702F8CD6E6BA}" type="pres">
      <dgm:prSet presAssocID="{375630C7-A052-42AA-81DC-B62DFC242279}" presName="Name13" presStyleLbl="parChTrans1D2" presStyleIdx="2" presStyleCnt="52" custSzX="187955" custSzY="1054906"/>
      <dgm:spPr/>
    </dgm:pt>
    <dgm:pt modelId="{A751D26D-CF2F-4C9A-A700-743C4C6E95EC}" type="pres">
      <dgm:prSet presAssocID="{511614F0-EF20-4B2B-98B1-5E706833D66D}" presName="childText" presStyleLbl="bgAcc1" presStyleIdx="2" presStyleCnt="52" custScaleX="1440512" custScaleY="655098">
        <dgm:presLayoutVars>
          <dgm:bulletEnabled val="1"/>
        </dgm:presLayoutVars>
      </dgm:prSet>
      <dgm:spPr/>
    </dgm:pt>
    <dgm:pt modelId="{24A50372-BF7A-46AA-9641-57F834429A71}" type="pres">
      <dgm:prSet presAssocID="{2C0AEC7B-31B7-4BDF-A785-F0E5EE17A53D}" presName="Name13" presStyleLbl="parChTrans1D2" presStyleIdx="3" presStyleCnt="52" custSzX="187955" custSzY="1472085"/>
      <dgm:spPr/>
    </dgm:pt>
    <dgm:pt modelId="{210FFFD5-79BF-4411-AF53-F914F537FB6C}" type="pres">
      <dgm:prSet presAssocID="{793C505E-B0EF-496D-A8EF-C69EF64068C2}" presName="childText" presStyleLbl="bgAcc1" presStyleIdx="3" presStyleCnt="52" custScaleX="1440512" custScaleY="655098">
        <dgm:presLayoutVars>
          <dgm:bulletEnabled val="1"/>
        </dgm:presLayoutVars>
      </dgm:prSet>
      <dgm:spPr/>
    </dgm:pt>
    <dgm:pt modelId="{AD2C52A7-BFB2-42DC-9CB3-D20C72D20649}" type="pres">
      <dgm:prSet presAssocID="{35973823-ADC9-44E5-903B-905BE37F8326}" presName="root" presStyleCnt="0"/>
      <dgm:spPr/>
    </dgm:pt>
    <dgm:pt modelId="{8CBB034D-6916-4D84-9B8A-8270E27758DA}" type="pres">
      <dgm:prSet presAssocID="{35973823-ADC9-44E5-903B-905BE37F8326}" presName="rootComposite" presStyleCnt="0"/>
      <dgm:spPr/>
    </dgm:pt>
    <dgm:pt modelId="{0691A92A-F060-49B7-A552-3111C7FFD37D}" type="pres">
      <dgm:prSet presAssocID="{35973823-ADC9-44E5-903B-905BE37F8326}" presName="rootText" presStyleLbl="node1" presStyleIdx="1" presStyleCnt="6" custScaleX="1440509" custScaleY="655098"/>
      <dgm:spPr/>
    </dgm:pt>
    <dgm:pt modelId="{C6F82AF5-2C8A-4D40-8BEC-4B69277FED2B}" type="pres">
      <dgm:prSet presAssocID="{35973823-ADC9-44E5-903B-905BE37F8326}" presName="rootConnector" presStyleLbl="node1" presStyleIdx="1" presStyleCnt="6"/>
      <dgm:spPr/>
    </dgm:pt>
    <dgm:pt modelId="{7AE039DE-01A9-4DEC-82A4-A3CFA131F2BF}" type="pres">
      <dgm:prSet presAssocID="{35973823-ADC9-44E5-903B-905BE37F8326}" presName="childShape" presStyleCnt="0"/>
      <dgm:spPr/>
    </dgm:pt>
    <dgm:pt modelId="{7D0B856D-40DF-4088-8D8E-7C0D9386682E}" type="pres">
      <dgm:prSet presAssocID="{402D07BF-2F06-42E1-86CE-AE40AF303B29}" presName="Name13" presStyleLbl="parChTrans1D2" presStyleIdx="4" presStyleCnt="52" custSzX="187955" custSzY="220548"/>
      <dgm:spPr/>
    </dgm:pt>
    <dgm:pt modelId="{F0FB2447-F469-473F-BB46-52D7AF19048D}" type="pres">
      <dgm:prSet presAssocID="{C98261DC-109F-4B37-A8AF-C99DFE4BE9AF}" presName="childText" presStyleLbl="bgAcc1" presStyleIdx="4" presStyleCnt="52" custScaleX="1440512" custScaleY="655098">
        <dgm:presLayoutVars>
          <dgm:bulletEnabled val="1"/>
        </dgm:presLayoutVars>
      </dgm:prSet>
      <dgm:spPr/>
    </dgm:pt>
    <dgm:pt modelId="{3C2BBE2A-467B-436E-9F1F-7D35B9E84A6A}" type="pres">
      <dgm:prSet presAssocID="{E7B20386-06C3-41C9-ACE1-13E2F40BF3F9}" presName="Name13" presStyleLbl="parChTrans1D2" presStyleIdx="5" presStyleCnt="52" custSzX="187955" custSzY="637727"/>
      <dgm:spPr/>
    </dgm:pt>
    <dgm:pt modelId="{832D968D-69F0-47E6-816C-E8E0DE0B866A}" type="pres">
      <dgm:prSet presAssocID="{DF0E9CDE-B827-4DB8-A48A-E130A0E0E91A}" presName="childText" presStyleLbl="bgAcc1" presStyleIdx="5" presStyleCnt="52" custScaleX="1440512" custScaleY="655098">
        <dgm:presLayoutVars>
          <dgm:bulletEnabled val="1"/>
        </dgm:presLayoutVars>
      </dgm:prSet>
      <dgm:spPr/>
    </dgm:pt>
    <dgm:pt modelId="{00F36D22-4021-46EC-88B2-BEB32DB1C8C8}" type="pres">
      <dgm:prSet presAssocID="{DC2069B4-4253-4C55-BA52-480E47F04728}" presName="Name13" presStyleLbl="parChTrans1D2" presStyleIdx="6" presStyleCnt="52" custSzX="187955" custSzY="1054906"/>
      <dgm:spPr/>
    </dgm:pt>
    <dgm:pt modelId="{16FB561A-5B9C-45B0-B44B-CFAE4D2A7945}" type="pres">
      <dgm:prSet presAssocID="{2225A17F-DE4D-4386-B43E-494CA314EAB4}" presName="childText" presStyleLbl="bgAcc1" presStyleIdx="6" presStyleCnt="52" custScaleX="1440512" custScaleY="655098">
        <dgm:presLayoutVars>
          <dgm:bulletEnabled val="1"/>
        </dgm:presLayoutVars>
      </dgm:prSet>
      <dgm:spPr/>
    </dgm:pt>
    <dgm:pt modelId="{B2B53CE6-CC33-4E53-9518-CC1323088B79}" type="pres">
      <dgm:prSet presAssocID="{62991F59-68D8-4118-9051-69A95E534F84}" presName="Name13" presStyleLbl="parChTrans1D2" presStyleIdx="7" presStyleCnt="52" custSzX="187955" custSzY="1472085"/>
      <dgm:spPr/>
    </dgm:pt>
    <dgm:pt modelId="{D6984842-8A67-40F9-9BBF-E333012CAFD4}" type="pres">
      <dgm:prSet presAssocID="{01908B41-7E26-4523-B98D-6CC400858FC6}" presName="childText" presStyleLbl="bgAcc1" presStyleIdx="7" presStyleCnt="52" custScaleX="1440512" custScaleY="655098">
        <dgm:presLayoutVars>
          <dgm:bulletEnabled val="1"/>
        </dgm:presLayoutVars>
      </dgm:prSet>
      <dgm:spPr/>
    </dgm:pt>
    <dgm:pt modelId="{25BB6C47-E65B-4165-9AB5-4883B2867A8C}" type="pres">
      <dgm:prSet presAssocID="{38DE84D0-0FE1-4138-9D42-05650ADE1A80}" presName="Name13" presStyleLbl="parChTrans1D2" presStyleIdx="8" presStyleCnt="52" custSzX="187955" custSzY="1889264"/>
      <dgm:spPr/>
    </dgm:pt>
    <dgm:pt modelId="{E18E893D-709B-43B1-9996-435BBE557998}" type="pres">
      <dgm:prSet presAssocID="{CB3C5D0A-1BA9-4C58-97FF-A3D639B0BA26}" presName="childText" presStyleLbl="bgAcc1" presStyleIdx="8" presStyleCnt="52" custScaleX="1440512" custScaleY="655098">
        <dgm:presLayoutVars>
          <dgm:bulletEnabled val="1"/>
        </dgm:presLayoutVars>
      </dgm:prSet>
      <dgm:spPr/>
    </dgm:pt>
    <dgm:pt modelId="{D5746C1A-BF1B-45CA-BD04-539F3003AC77}" type="pres">
      <dgm:prSet presAssocID="{EADAAB0D-08D9-4668-8B44-5819CE0A154B}" presName="Name13" presStyleLbl="parChTrans1D2" presStyleIdx="9" presStyleCnt="52" custSzX="187955" custSzY="2306443"/>
      <dgm:spPr/>
    </dgm:pt>
    <dgm:pt modelId="{093179E9-1138-4B3B-AD06-ABB0357BD24F}" type="pres">
      <dgm:prSet presAssocID="{CD5C6437-12A7-4896-B948-643662827370}" presName="childText" presStyleLbl="bgAcc1" presStyleIdx="9" presStyleCnt="52" custScaleX="1440512" custScaleY="655098">
        <dgm:presLayoutVars>
          <dgm:bulletEnabled val="1"/>
        </dgm:presLayoutVars>
      </dgm:prSet>
      <dgm:spPr/>
    </dgm:pt>
    <dgm:pt modelId="{C8B2F7D9-D0FE-4C98-A392-651EE0F31E49}" type="pres">
      <dgm:prSet presAssocID="{B5590BB2-AABC-4431-A185-780BD203B703}" presName="Name13" presStyleLbl="parChTrans1D2" presStyleIdx="10" presStyleCnt="52" custSzX="187955" custSzY="2760858"/>
      <dgm:spPr/>
    </dgm:pt>
    <dgm:pt modelId="{E0795796-7D0B-45FF-B269-77E8CFACF81D}" type="pres">
      <dgm:prSet presAssocID="{E761E3C7-4346-497C-AE3E-0EED38A8C747}" presName="childText" presStyleLbl="bgAcc1" presStyleIdx="10" presStyleCnt="52" custScaleX="1386512" custScaleY="779150">
        <dgm:presLayoutVars>
          <dgm:bulletEnabled val="1"/>
        </dgm:presLayoutVars>
      </dgm:prSet>
      <dgm:spPr/>
    </dgm:pt>
    <dgm:pt modelId="{B0EAA89B-2C9F-488F-B0AF-134E43D241D9}" type="pres">
      <dgm:prSet presAssocID="{0355506E-1F07-4B2C-AE99-F2325E0AB498}" presName="Name13" presStyleLbl="parChTrans1D2" presStyleIdx="11" presStyleCnt="52" custSzX="187955" custSzY="3215272"/>
      <dgm:spPr/>
    </dgm:pt>
    <dgm:pt modelId="{0264F852-CB61-4786-9619-744CD408E144}" type="pres">
      <dgm:prSet presAssocID="{86115A41-5BE5-43D9-966C-71B9A3B07392}" presName="childText" presStyleLbl="bgAcc1" presStyleIdx="11" presStyleCnt="52" custScaleX="1440512" custScaleY="655098">
        <dgm:presLayoutVars>
          <dgm:bulletEnabled val="1"/>
        </dgm:presLayoutVars>
      </dgm:prSet>
      <dgm:spPr/>
    </dgm:pt>
    <dgm:pt modelId="{5C80B08F-E0A7-47C9-B5E6-09F8383E2F5D}" type="pres">
      <dgm:prSet presAssocID="{72A5D216-3743-4101-9D8C-A79EF3BB257F}" presName="Name13" presStyleLbl="parChTrans1D2" presStyleIdx="12" presStyleCnt="52" custSzX="187955" custSzY="3632451"/>
      <dgm:spPr/>
    </dgm:pt>
    <dgm:pt modelId="{D1A36072-1C0F-4270-A78A-ECE8C20BEF49}" type="pres">
      <dgm:prSet presAssocID="{26F58A9A-52A2-4C60-91EF-0C0DA8CC47B8}" presName="childText" presStyleLbl="bgAcc1" presStyleIdx="12" presStyleCnt="52" custScaleX="1440512" custScaleY="655098">
        <dgm:presLayoutVars>
          <dgm:bulletEnabled val="1"/>
        </dgm:presLayoutVars>
      </dgm:prSet>
      <dgm:spPr/>
    </dgm:pt>
    <dgm:pt modelId="{A136091F-38A7-4209-8A7C-E90D18311416}" type="pres">
      <dgm:prSet presAssocID="{E9FFB820-E64D-4271-B4CC-6AA943860A6B}" presName="Name13" presStyleLbl="parChTrans1D2" presStyleIdx="13" presStyleCnt="52" custSzX="187955" custSzY="4049630"/>
      <dgm:spPr/>
    </dgm:pt>
    <dgm:pt modelId="{B751D328-744C-42A3-80C7-3A20DF85E29A}" type="pres">
      <dgm:prSet presAssocID="{5A6F6709-94AA-4D7D-8500-CD00952C1074}" presName="childText" presStyleLbl="bgAcc1" presStyleIdx="13" presStyleCnt="52" custScaleX="1630715" custScaleY="655098">
        <dgm:presLayoutVars>
          <dgm:bulletEnabled val="1"/>
        </dgm:presLayoutVars>
      </dgm:prSet>
      <dgm:spPr/>
    </dgm:pt>
    <dgm:pt modelId="{EFD0B9AD-F493-480C-A301-007AF5FB9136}" type="pres">
      <dgm:prSet presAssocID="{627664CE-7EAE-41CE-B5E8-03483C05F67C}" presName="Name13" presStyleLbl="parChTrans1D2" presStyleIdx="14" presStyleCnt="52" custSzX="187955" custSzY="4466809"/>
      <dgm:spPr/>
    </dgm:pt>
    <dgm:pt modelId="{1A68D458-A506-4BAC-B5A3-D8E389BEB9FE}" type="pres">
      <dgm:prSet presAssocID="{2758411C-51DF-40C8-B156-6D78B5A98D2C}" presName="childText" presStyleLbl="bgAcc1" presStyleIdx="14" presStyleCnt="52" custScaleX="1440512" custScaleY="655098">
        <dgm:presLayoutVars>
          <dgm:bulletEnabled val="1"/>
        </dgm:presLayoutVars>
      </dgm:prSet>
      <dgm:spPr/>
    </dgm:pt>
    <dgm:pt modelId="{CA6811CC-C21E-4EFE-A5BB-029BCD2A1B0C}" type="pres">
      <dgm:prSet presAssocID="{20765624-48D2-4D1A-AADB-3B832D2ABCA5}" presName="Name13" presStyleLbl="parChTrans1D2" presStyleIdx="15" presStyleCnt="52" custSzX="187955" custSzY="4883989"/>
      <dgm:spPr/>
    </dgm:pt>
    <dgm:pt modelId="{79DFE6D4-6DD1-4E9F-981C-3EE4003811F7}" type="pres">
      <dgm:prSet presAssocID="{43FD624D-8691-4DA7-8C1C-4CEFEF921B59}" presName="childText" presStyleLbl="bgAcc1" presStyleIdx="15" presStyleCnt="52" custScaleX="1440512" custScaleY="655098">
        <dgm:presLayoutVars>
          <dgm:bulletEnabled val="1"/>
        </dgm:presLayoutVars>
      </dgm:prSet>
      <dgm:spPr/>
    </dgm:pt>
    <dgm:pt modelId="{02307ACA-4FE9-4D80-8148-CD8B0120ABFB}" type="pres">
      <dgm:prSet presAssocID="{62C1CA3B-63E0-48C6-A896-5A9433002F74}" presName="Name13" presStyleLbl="parChTrans1D2" presStyleIdx="16" presStyleCnt="52" custSzX="187955" custSzY="5301168"/>
      <dgm:spPr/>
    </dgm:pt>
    <dgm:pt modelId="{54ADBEDB-1EE4-4996-B75C-47C02DC28371}" type="pres">
      <dgm:prSet presAssocID="{03087347-65F9-4D3E-94BB-E6E332970B97}" presName="childText" presStyleLbl="bgAcc1" presStyleIdx="16" presStyleCnt="52" custScaleX="1440512" custScaleY="655098">
        <dgm:presLayoutVars>
          <dgm:bulletEnabled val="1"/>
        </dgm:presLayoutVars>
      </dgm:prSet>
      <dgm:spPr/>
    </dgm:pt>
    <dgm:pt modelId="{747BABC4-84D7-4882-BD64-5759CEEDF562}" type="pres">
      <dgm:prSet presAssocID="{957BC782-C311-4772-B195-F038FD422E82}" presName="Name13" presStyleLbl="parChTrans1D2" presStyleIdx="17" presStyleCnt="52" custSzX="187955" custSzY="5718347"/>
      <dgm:spPr/>
    </dgm:pt>
    <dgm:pt modelId="{E5E28453-B6E6-466F-A0D0-A612772E1C13}" type="pres">
      <dgm:prSet presAssocID="{0A905985-BBA2-4282-A465-B0E5B9A6356E}" presName="childText" presStyleLbl="bgAcc1" presStyleIdx="17" presStyleCnt="52" custScaleX="1440512" custScaleY="655098">
        <dgm:presLayoutVars>
          <dgm:bulletEnabled val="1"/>
        </dgm:presLayoutVars>
      </dgm:prSet>
      <dgm:spPr/>
    </dgm:pt>
    <dgm:pt modelId="{8C433600-D40B-4702-BD56-7C4C092EA562}" type="pres">
      <dgm:prSet presAssocID="{C9AF06CD-9362-4958-A954-530AAF601244}" presName="root" presStyleCnt="0"/>
      <dgm:spPr/>
    </dgm:pt>
    <dgm:pt modelId="{C0DA1CD9-1362-4EFC-B939-1D1C945527F1}" type="pres">
      <dgm:prSet presAssocID="{C9AF06CD-9362-4958-A954-530AAF601244}" presName="rootComposite" presStyleCnt="0"/>
      <dgm:spPr/>
    </dgm:pt>
    <dgm:pt modelId="{D40425DE-FC53-4C82-8AEC-E6422A82237F}" type="pres">
      <dgm:prSet presAssocID="{C9AF06CD-9362-4958-A954-530AAF601244}" presName="rootText" presStyleLbl="node1" presStyleIdx="2" presStyleCnt="6" custScaleX="1440509" custScaleY="655098"/>
      <dgm:spPr/>
    </dgm:pt>
    <dgm:pt modelId="{CC21A49D-E786-4232-8B59-58DD9A59EA40}" type="pres">
      <dgm:prSet presAssocID="{C9AF06CD-9362-4958-A954-530AAF601244}" presName="rootConnector" presStyleLbl="node1" presStyleIdx="2" presStyleCnt="6"/>
      <dgm:spPr/>
    </dgm:pt>
    <dgm:pt modelId="{D076AF92-822E-43B7-8D98-009C7F62BA46}" type="pres">
      <dgm:prSet presAssocID="{C9AF06CD-9362-4958-A954-530AAF601244}" presName="childShape" presStyleCnt="0"/>
      <dgm:spPr/>
    </dgm:pt>
    <dgm:pt modelId="{B8B2D19B-DFF2-4301-888C-5705965F4E7E}" type="pres">
      <dgm:prSet presAssocID="{FCC17158-6D9C-454A-88C7-EF3DB5F771BA}" presName="Name13" presStyleLbl="parChTrans1D2" presStyleIdx="18" presStyleCnt="52" custSzX="187955" custSzY="220548"/>
      <dgm:spPr/>
    </dgm:pt>
    <dgm:pt modelId="{B0246A3C-40B5-43E7-92C8-FF3C90152DB4}" type="pres">
      <dgm:prSet presAssocID="{3709D1A0-0159-4E9A-969C-E619CAD7A972}" presName="childText" presStyleLbl="bgAcc1" presStyleIdx="18" presStyleCnt="52" custScaleX="1440512" custScaleY="655098">
        <dgm:presLayoutVars>
          <dgm:bulletEnabled val="1"/>
        </dgm:presLayoutVars>
      </dgm:prSet>
      <dgm:spPr/>
    </dgm:pt>
    <dgm:pt modelId="{AF1D0DD3-B355-41EE-A083-9B43F25AC691}" type="pres">
      <dgm:prSet presAssocID="{107C137D-718E-4034-B551-AD9BE6CE1676}" presName="Name13" presStyleLbl="parChTrans1D2" presStyleIdx="19" presStyleCnt="52" custSzX="187955" custSzY="637727"/>
      <dgm:spPr/>
    </dgm:pt>
    <dgm:pt modelId="{B59A15C4-FFD5-4A28-9FCC-7A1089B2A614}" type="pres">
      <dgm:prSet presAssocID="{8E452B2E-02B6-409A-9B52-3AC746172742}" presName="childText" presStyleLbl="bgAcc1" presStyleIdx="19" presStyleCnt="52" custScaleX="1440512" custScaleY="655098">
        <dgm:presLayoutVars>
          <dgm:bulletEnabled val="1"/>
        </dgm:presLayoutVars>
      </dgm:prSet>
      <dgm:spPr/>
    </dgm:pt>
    <dgm:pt modelId="{701ED516-0356-4C80-A148-01830B89253F}" type="pres">
      <dgm:prSet presAssocID="{EF1BED5A-94D9-404E-A5D0-8FFFBCF955CF}" presName="Name13" presStyleLbl="parChTrans1D2" presStyleIdx="20" presStyleCnt="52" custSzX="187955" custSzY="1054906"/>
      <dgm:spPr/>
    </dgm:pt>
    <dgm:pt modelId="{65377F7D-2938-4B4B-ACEA-090307A689EE}" type="pres">
      <dgm:prSet presAssocID="{B05944F1-9F05-4FDE-9A75-F7363AEA2676}" presName="childText" presStyleLbl="bgAcc1" presStyleIdx="20" presStyleCnt="52" custScaleX="1440512" custScaleY="655098">
        <dgm:presLayoutVars>
          <dgm:bulletEnabled val="1"/>
        </dgm:presLayoutVars>
      </dgm:prSet>
      <dgm:spPr/>
    </dgm:pt>
    <dgm:pt modelId="{4C423189-FB0B-4481-9E99-FC84516CA853}" type="pres">
      <dgm:prSet presAssocID="{911ADA81-7017-44FD-B8AF-B61E8A88FC23}" presName="Name13" presStyleLbl="parChTrans1D2" presStyleIdx="21" presStyleCnt="52" custSzX="187955" custSzY="1472085"/>
      <dgm:spPr/>
    </dgm:pt>
    <dgm:pt modelId="{5125D661-9B0E-4D02-9BF7-32104E1B8210}" type="pres">
      <dgm:prSet presAssocID="{B4746960-D5FB-4925-875E-64226DC94CFE}" presName="childText" presStyleLbl="bgAcc1" presStyleIdx="21" presStyleCnt="52" custScaleX="1440512" custScaleY="655098">
        <dgm:presLayoutVars>
          <dgm:bulletEnabled val="1"/>
        </dgm:presLayoutVars>
      </dgm:prSet>
      <dgm:spPr/>
    </dgm:pt>
    <dgm:pt modelId="{7D29C8F0-FC2B-45EF-96B7-03701A95EF5D}" type="pres">
      <dgm:prSet presAssocID="{D2CF7780-B0F1-47DA-821B-3109B5C2C312}" presName="Name13" presStyleLbl="parChTrans1D2" presStyleIdx="22" presStyleCnt="52" custSzX="187955" custSzY="1889264"/>
      <dgm:spPr/>
    </dgm:pt>
    <dgm:pt modelId="{475F8575-6EA3-4160-958E-3B496FAEBBD1}" type="pres">
      <dgm:prSet presAssocID="{6DD10B5C-AE74-4761-837A-AA6FE0A39201}" presName="childText" presStyleLbl="bgAcc1" presStyleIdx="22" presStyleCnt="52" custScaleX="1440512" custScaleY="655098">
        <dgm:presLayoutVars>
          <dgm:bulletEnabled val="1"/>
        </dgm:presLayoutVars>
      </dgm:prSet>
      <dgm:spPr/>
    </dgm:pt>
    <dgm:pt modelId="{290A80BF-6DF7-47A0-A66A-8695F0978097}" type="pres">
      <dgm:prSet presAssocID="{548BAE5A-B922-4A04-9B9A-55459F6991AE}" presName="root" presStyleCnt="0"/>
      <dgm:spPr/>
    </dgm:pt>
    <dgm:pt modelId="{68FC8919-AAC6-4686-9C9E-8E244175587A}" type="pres">
      <dgm:prSet presAssocID="{548BAE5A-B922-4A04-9B9A-55459F6991AE}" presName="rootComposite" presStyleCnt="0"/>
      <dgm:spPr/>
    </dgm:pt>
    <dgm:pt modelId="{A11D1764-32E4-4577-B386-95B073A86705}" type="pres">
      <dgm:prSet presAssocID="{548BAE5A-B922-4A04-9B9A-55459F6991AE}" presName="rootText" presStyleLbl="node1" presStyleIdx="3" presStyleCnt="6" custScaleX="1440509" custScaleY="655098"/>
      <dgm:spPr/>
    </dgm:pt>
    <dgm:pt modelId="{FC7BA469-0576-4F1B-AFE1-4733BF53779C}" type="pres">
      <dgm:prSet presAssocID="{548BAE5A-B922-4A04-9B9A-55459F6991AE}" presName="rootConnector" presStyleLbl="node1" presStyleIdx="3" presStyleCnt="6"/>
      <dgm:spPr/>
    </dgm:pt>
    <dgm:pt modelId="{05A8CD0E-6DC1-4072-9BC3-916F9AEC909E}" type="pres">
      <dgm:prSet presAssocID="{548BAE5A-B922-4A04-9B9A-55459F6991AE}" presName="childShape" presStyleCnt="0"/>
      <dgm:spPr/>
    </dgm:pt>
    <dgm:pt modelId="{3A00FFAA-4453-47F0-A704-3E25DB5C862C}" type="pres">
      <dgm:prSet presAssocID="{9E0342A1-5CD5-4090-940F-6692E1544CA0}" presName="Name13" presStyleLbl="parChTrans1D2" presStyleIdx="23" presStyleCnt="52" custSzX="187955" custSzY="220548"/>
      <dgm:spPr/>
    </dgm:pt>
    <dgm:pt modelId="{8352A506-A8B1-45D8-AE55-03F1ABA46DE7}" type="pres">
      <dgm:prSet presAssocID="{A5C246B6-E8DC-4844-8969-980BEA521CF6}" presName="childText" presStyleLbl="bgAcc1" presStyleIdx="23" presStyleCnt="52" custScaleX="1440512" custScaleY="655098">
        <dgm:presLayoutVars>
          <dgm:bulletEnabled val="1"/>
        </dgm:presLayoutVars>
      </dgm:prSet>
      <dgm:spPr/>
    </dgm:pt>
    <dgm:pt modelId="{0DC20BC7-7E64-45BC-91FE-5FACAC3D0A82}" type="pres">
      <dgm:prSet presAssocID="{6C8624F9-88CC-4C8C-949B-8F73597D6FEF}" presName="Name13" presStyleLbl="parChTrans1D2" presStyleIdx="24" presStyleCnt="52" custSzX="187955" custSzY="637727"/>
      <dgm:spPr/>
    </dgm:pt>
    <dgm:pt modelId="{6C2328A6-DEED-443F-8E5A-F0198B831BAC}" type="pres">
      <dgm:prSet presAssocID="{4A480DED-77EE-4964-9680-3939D7680A8C}" presName="childText" presStyleLbl="bgAcc1" presStyleIdx="24" presStyleCnt="52" custScaleX="1440512" custScaleY="655098">
        <dgm:presLayoutVars>
          <dgm:bulletEnabled val="1"/>
        </dgm:presLayoutVars>
      </dgm:prSet>
      <dgm:spPr/>
    </dgm:pt>
    <dgm:pt modelId="{6E7BA79E-6AF1-49B5-993C-B961E8CBC48C}" type="pres">
      <dgm:prSet presAssocID="{830271DD-64F3-47F9-A10E-0FF1A4A93683}" presName="Name13" presStyleLbl="parChTrans1D2" presStyleIdx="25" presStyleCnt="52" custSzX="187955" custSzY="1054906"/>
      <dgm:spPr/>
    </dgm:pt>
    <dgm:pt modelId="{A60AF564-E6F6-423D-AACC-A1CBE61A8FDA}" type="pres">
      <dgm:prSet presAssocID="{59362730-EB8C-4302-A1CC-AEF05DD396E6}" presName="childText" presStyleLbl="bgAcc1" presStyleIdx="25" presStyleCnt="52" custScaleX="1440512" custScaleY="655098">
        <dgm:presLayoutVars>
          <dgm:bulletEnabled val="1"/>
        </dgm:presLayoutVars>
      </dgm:prSet>
      <dgm:spPr/>
    </dgm:pt>
    <dgm:pt modelId="{82CC76CF-CDB2-4EAB-A070-9E021EC08204}" type="pres">
      <dgm:prSet presAssocID="{03522DB8-5F56-402B-9084-32E259E96BB1}" presName="Name13" presStyleLbl="parChTrans1D2" presStyleIdx="26" presStyleCnt="52" custSzX="187955" custSzY="1472085"/>
      <dgm:spPr/>
    </dgm:pt>
    <dgm:pt modelId="{F72CFA9A-BFE1-4A26-8EE4-05FDBD5820C5}" type="pres">
      <dgm:prSet presAssocID="{79FDD870-5C82-47BF-A31E-4E9B2FCFB20A}" presName="childText" presStyleLbl="bgAcc1" presStyleIdx="26" presStyleCnt="52" custScaleX="1440512" custScaleY="655098">
        <dgm:presLayoutVars>
          <dgm:bulletEnabled val="1"/>
        </dgm:presLayoutVars>
      </dgm:prSet>
      <dgm:spPr/>
    </dgm:pt>
    <dgm:pt modelId="{E3566D07-8E69-491F-A85F-D4D95578C268}" type="pres">
      <dgm:prSet presAssocID="{D922B60A-9B17-4C59-A7BF-85DA1191F21C}" presName="Name13" presStyleLbl="parChTrans1D2" presStyleIdx="27" presStyleCnt="52" custSzX="187955" custSzY="1889264"/>
      <dgm:spPr/>
    </dgm:pt>
    <dgm:pt modelId="{3527937C-2BC3-4FB5-AF5F-F5DCAF48A2DC}" type="pres">
      <dgm:prSet presAssocID="{FC8A06A3-DB83-4CD6-B448-A2C91C91469C}" presName="childText" presStyleLbl="bgAcc1" presStyleIdx="27" presStyleCnt="52" custScaleX="1440512" custScaleY="655098">
        <dgm:presLayoutVars>
          <dgm:bulletEnabled val="1"/>
        </dgm:presLayoutVars>
      </dgm:prSet>
      <dgm:spPr/>
    </dgm:pt>
    <dgm:pt modelId="{9A29B9B6-25DD-4FBA-9C0B-2204A3694263}" type="pres">
      <dgm:prSet presAssocID="{0444A08A-E007-435F-9ABB-6F1BDFF8C11F}" presName="Name13" presStyleLbl="parChTrans1D2" presStyleIdx="28" presStyleCnt="52" custSzX="187955" custSzY="2306443"/>
      <dgm:spPr/>
    </dgm:pt>
    <dgm:pt modelId="{AEB3E3F2-6DF6-4CB1-B7C7-FD5422F7E994}" type="pres">
      <dgm:prSet presAssocID="{ACE6EFFD-D0AF-4188-827B-3C8BCBC92369}" presName="childText" presStyleLbl="bgAcc1" presStyleIdx="28" presStyleCnt="52" custScaleX="1440512" custScaleY="655098">
        <dgm:presLayoutVars>
          <dgm:bulletEnabled val="1"/>
        </dgm:presLayoutVars>
      </dgm:prSet>
      <dgm:spPr/>
    </dgm:pt>
    <dgm:pt modelId="{42A48D87-0D94-4D02-935E-86BA7FE9B771}" type="pres">
      <dgm:prSet presAssocID="{B8F6DA7F-4B2B-4018-852F-EB563020D73C}" presName="Name13" presStyleLbl="parChTrans1D2" presStyleIdx="29" presStyleCnt="52" custSzX="187955" custSzY="2723622"/>
      <dgm:spPr/>
    </dgm:pt>
    <dgm:pt modelId="{B13DB14E-3623-45E3-B5E7-C13529705B4F}" type="pres">
      <dgm:prSet presAssocID="{D52CB9CD-5BF4-4FFA-B735-1AA8EC5C814A}" presName="childText" presStyleLbl="bgAcc1" presStyleIdx="29" presStyleCnt="52" custScaleX="1440512" custScaleY="655098">
        <dgm:presLayoutVars>
          <dgm:bulletEnabled val="1"/>
        </dgm:presLayoutVars>
      </dgm:prSet>
      <dgm:spPr/>
    </dgm:pt>
    <dgm:pt modelId="{2F99B79A-B21E-4EC9-9D16-D18F560D5BA5}" type="pres">
      <dgm:prSet presAssocID="{38772E9B-0025-472F-A64F-99DD82934B74}" presName="root" presStyleCnt="0"/>
      <dgm:spPr/>
    </dgm:pt>
    <dgm:pt modelId="{7B4A3DAC-E967-4F98-A07B-F3FA6B453B57}" type="pres">
      <dgm:prSet presAssocID="{38772E9B-0025-472F-A64F-99DD82934B74}" presName="rootComposite" presStyleCnt="0"/>
      <dgm:spPr/>
    </dgm:pt>
    <dgm:pt modelId="{2304A08F-7A64-4B7D-8C79-D6FC0FF545C0}" type="pres">
      <dgm:prSet presAssocID="{38772E9B-0025-472F-A64F-99DD82934B74}" presName="rootText" presStyleLbl="node1" presStyleIdx="4" presStyleCnt="6" custScaleX="1440509" custScaleY="655098"/>
      <dgm:spPr/>
    </dgm:pt>
    <dgm:pt modelId="{7DDBFD76-939E-461E-A436-7F2D1AC11CE6}" type="pres">
      <dgm:prSet presAssocID="{38772E9B-0025-472F-A64F-99DD82934B74}" presName="rootConnector" presStyleLbl="node1" presStyleIdx="4" presStyleCnt="6"/>
      <dgm:spPr/>
    </dgm:pt>
    <dgm:pt modelId="{888B3CF5-661D-4A1C-A915-765704C4FD12}" type="pres">
      <dgm:prSet presAssocID="{38772E9B-0025-472F-A64F-99DD82934B74}" presName="childShape" presStyleCnt="0"/>
      <dgm:spPr/>
    </dgm:pt>
    <dgm:pt modelId="{87641D73-1D34-4796-9BC7-7B47972AD41D}" type="pres">
      <dgm:prSet presAssocID="{1DA0E241-CCE2-4042-BFBA-6738A201FB9D}" presName="Name13" presStyleLbl="parChTrans1D2" presStyleIdx="30" presStyleCnt="52" custSzX="187955" custSzY="220548"/>
      <dgm:spPr/>
    </dgm:pt>
    <dgm:pt modelId="{7A891357-0DC0-4C3C-A62E-2360F48B0B9E}" type="pres">
      <dgm:prSet presAssocID="{92E9E104-AF0E-4BA7-871E-7F7AC22E7521}" presName="childText" presStyleLbl="bgAcc1" presStyleIdx="30" presStyleCnt="52" custScaleX="1440512" custScaleY="655098">
        <dgm:presLayoutVars>
          <dgm:bulletEnabled val="1"/>
        </dgm:presLayoutVars>
      </dgm:prSet>
      <dgm:spPr/>
    </dgm:pt>
    <dgm:pt modelId="{026B0CA4-ADB4-4E47-9CD6-5C87FABC0245}" type="pres">
      <dgm:prSet presAssocID="{3E424B2B-CDEF-4A81-9751-5F7D3D6F873C}" presName="Name13" presStyleLbl="parChTrans1D2" presStyleIdx="31" presStyleCnt="52" custSzX="187955" custSzY="637727"/>
      <dgm:spPr/>
    </dgm:pt>
    <dgm:pt modelId="{58287357-04D8-4E97-BB27-899AED24F3D7}" type="pres">
      <dgm:prSet presAssocID="{5BF7973C-981F-41DD-9F25-1683F5550B3D}" presName="childText" presStyleLbl="bgAcc1" presStyleIdx="31" presStyleCnt="52" custScaleX="1440512" custScaleY="655098">
        <dgm:presLayoutVars>
          <dgm:bulletEnabled val="1"/>
        </dgm:presLayoutVars>
      </dgm:prSet>
      <dgm:spPr/>
    </dgm:pt>
    <dgm:pt modelId="{A4AAB221-909F-4D81-9784-2977DB38DF17}" type="pres">
      <dgm:prSet presAssocID="{266510E9-0D6B-477C-A7F4-40BFBC8C9BEA}" presName="Name13" presStyleLbl="parChTrans1D2" presStyleIdx="32" presStyleCnt="52" custSzX="187955" custSzY="1054906"/>
      <dgm:spPr/>
    </dgm:pt>
    <dgm:pt modelId="{1E67952F-F4EA-4C92-AB8D-3F7C896571C2}" type="pres">
      <dgm:prSet presAssocID="{EE872F26-397D-4C40-9BAE-2FF95E18D58C}" presName="childText" presStyleLbl="bgAcc1" presStyleIdx="32" presStyleCnt="52" custScaleX="1440512" custScaleY="655098">
        <dgm:presLayoutVars>
          <dgm:bulletEnabled val="1"/>
        </dgm:presLayoutVars>
      </dgm:prSet>
      <dgm:spPr/>
    </dgm:pt>
    <dgm:pt modelId="{5109BBDA-79BD-4793-AB0A-DC6B7624CB7C}" type="pres">
      <dgm:prSet presAssocID="{5B0B78C2-0B09-464C-8FA0-C491534079E2}" presName="Name13" presStyleLbl="parChTrans1D2" presStyleIdx="33" presStyleCnt="52" custSzX="187955" custSzY="1472085"/>
      <dgm:spPr/>
    </dgm:pt>
    <dgm:pt modelId="{A276DB53-4E40-476C-BA29-DFDD1A63E39B}" type="pres">
      <dgm:prSet presAssocID="{7687D4FB-5C37-4948-8718-D6A6A925FA6A}" presName="childText" presStyleLbl="bgAcc1" presStyleIdx="33" presStyleCnt="52" custScaleX="1440512" custScaleY="655098">
        <dgm:presLayoutVars>
          <dgm:bulletEnabled val="1"/>
        </dgm:presLayoutVars>
      </dgm:prSet>
      <dgm:spPr/>
    </dgm:pt>
    <dgm:pt modelId="{3F5CB6BB-9214-4037-A66B-0E651A2376A9}" type="pres">
      <dgm:prSet presAssocID="{0C1FB33F-FE17-45E4-8BCA-26EF04531726}" presName="Name13" presStyleLbl="parChTrans1D2" presStyleIdx="34" presStyleCnt="52" custSzX="187955" custSzY="1889264"/>
      <dgm:spPr/>
    </dgm:pt>
    <dgm:pt modelId="{0CBD250E-6CC4-4122-AC6C-504434B2377F}" type="pres">
      <dgm:prSet presAssocID="{B5428021-00C7-4BEC-B9F3-4DACD78B55EB}" presName="childText" presStyleLbl="bgAcc1" presStyleIdx="34" presStyleCnt="52" custScaleX="1440512" custScaleY="655098">
        <dgm:presLayoutVars>
          <dgm:bulletEnabled val="1"/>
        </dgm:presLayoutVars>
      </dgm:prSet>
      <dgm:spPr/>
    </dgm:pt>
    <dgm:pt modelId="{EECD5FCC-A184-4A28-8CB8-D88DD9CAA04F}" type="pres">
      <dgm:prSet presAssocID="{8820FB27-050D-4CD2-AB27-8E5866DB1C5A}" presName="Name13" presStyleLbl="parChTrans1D2" presStyleIdx="35" presStyleCnt="52" custSzX="187955" custSzY="2306443"/>
      <dgm:spPr/>
    </dgm:pt>
    <dgm:pt modelId="{0210F23C-BF61-4F01-910B-494FC1C5A371}" type="pres">
      <dgm:prSet presAssocID="{CBDE1956-9341-48A4-B6C7-CB46FA048999}" presName="childText" presStyleLbl="bgAcc1" presStyleIdx="35" presStyleCnt="52" custScaleX="1440512" custScaleY="655098">
        <dgm:presLayoutVars>
          <dgm:bulletEnabled val="1"/>
        </dgm:presLayoutVars>
      </dgm:prSet>
      <dgm:spPr/>
    </dgm:pt>
    <dgm:pt modelId="{4873D770-E80A-4B86-9359-604A670CD448}" type="pres">
      <dgm:prSet presAssocID="{36227250-22E3-4C32-9BF5-3F7E47FF6669}" presName="Name13" presStyleLbl="parChTrans1D2" presStyleIdx="36" presStyleCnt="52" custSzX="187955" custSzY="2723622"/>
      <dgm:spPr/>
    </dgm:pt>
    <dgm:pt modelId="{029D36CB-EDFD-43E6-81A3-91928BBEAF5C}" type="pres">
      <dgm:prSet presAssocID="{1BB1F29C-63AE-4824-9842-8ED7236C62C3}" presName="childText" presStyleLbl="bgAcc1" presStyleIdx="36" presStyleCnt="52" custScaleX="1440512" custScaleY="655098">
        <dgm:presLayoutVars>
          <dgm:bulletEnabled val="1"/>
        </dgm:presLayoutVars>
      </dgm:prSet>
      <dgm:spPr/>
    </dgm:pt>
    <dgm:pt modelId="{99BEE858-DDF2-4311-B627-B8C49A1D3FF6}" type="pres">
      <dgm:prSet presAssocID="{43001020-FF65-43B2-9FBA-8B54B6EB0140}" presName="Name13" presStyleLbl="parChTrans1D2" presStyleIdx="37" presStyleCnt="52" custSzX="187955" custSzY="3140801"/>
      <dgm:spPr/>
    </dgm:pt>
    <dgm:pt modelId="{AF91621F-726F-4D63-8104-53D175BF39F3}" type="pres">
      <dgm:prSet presAssocID="{D86A2965-922C-48A6-A5AF-26964C2793FE}" presName="childText" presStyleLbl="bgAcc1" presStyleIdx="37" presStyleCnt="52" custScaleX="1440512" custScaleY="655098">
        <dgm:presLayoutVars>
          <dgm:bulletEnabled val="1"/>
        </dgm:presLayoutVars>
      </dgm:prSet>
      <dgm:spPr/>
    </dgm:pt>
    <dgm:pt modelId="{54F3BF60-0615-4E38-A8BB-C624AF3F382A}" type="pres">
      <dgm:prSet presAssocID="{9F291129-CBD3-4E95-9A6B-C97FA1A36003}" presName="Name13" presStyleLbl="parChTrans1D2" presStyleIdx="38" presStyleCnt="52" custSzX="187955" custSzY="3557981"/>
      <dgm:spPr/>
    </dgm:pt>
    <dgm:pt modelId="{5A01EFDC-8E37-4D3D-BB0B-B3C275E9A343}" type="pres">
      <dgm:prSet presAssocID="{51D51245-D03C-4FF4-96CC-CCF8E2188CC8}" presName="childText" presStyleLbl="bgAcc1" presStyleIdx="38" presStyleCnt="52" custScaleX="1440512" custScaleY="655098">
        <dgm:presLayoutVars>
          <dgm:bulletEnabled val="1"/>
        </dgm:presLayoutVars>
      </dgm:prSet>
      <dgm:spPr/>
    </dgm:pt>
    <dgm:pt modelId="{1303EC3B-4C78-4278-BDB6-271F4FE6B73A}" type="pres">
      <dgm:prSet presAssocID="{CF0BE247-2B2E-4127-BA30-2B40292FDE83}" presName="Name13" presStyleLbl="parChTrans1D2" presStyleIdx="39" presStyleCnt="52" custSzX="187955" custSzY="3975160"/>
      <dgm:spPr/>
    </dgm:pt>
    <dgm:pt modelId="{E720B441-BEDC-4F80-A751-B8F396FB61D8}" type="pres">
      <dgm:prSet presAssocID="{F31DDD17-B24E-4C94-9A6D-87ECC81DF1CF}" presName="childText" presStyleLbl="bgAcc1" presStyleIdx="39" presStyleCnt="52" custScaleX="1596203" custScaleY="655098">
        <dgm:presLayoutVars>
          <dgm:bulletEnabled val="1"/>
        </dgm:presLayoutVars>
      </dgm:prSet>
      <dgm:spPr/>
    </dgm:pt>
    <dgm:pt modelId="{93A4F2A3-ED85-49ED-AD6C-A7ECB3EA16E2}" type="pres">
      <dgm:prSet presAssocID="{10411FAE-8025-4602-AAA6-E04D1646C5B6}" presName="Name13" presStyleLbl="parChTrans1D2" presStyleIdx="40" presStyleCnt="52" custSzX="187955" custSzY="4392339"/>
      <dgm:spPr/>
    </dgm:pt>
    <dgm:pt modelId="{C69AF02E-F38F-456F-BE87-C073BBAE8898}" type="pres">
      <dgm:prSet presAssocID="{CEA622AB-0C7A-468A-B546-332CB1BAD1B5}" presName="childText" presStyleLbl="bgAcc1" presStyleIdx="40" presStyleCnt="52" custScaleX="1440512" custScaleY="655098">
        <dgm:presLayoutVars>
          <dgm:bulletEnabled val="1"/>
        </dgm:presLayoutVars>
      </dgm:prSet>
      <dgm:spPr/>
    </dgm:pt>
    <dgm:pt modelId="{E40092B4-7851-48B7-9D7C-4DDFCEE16BED}" type="pres">
      <dgm:prSet presAssocID="{60EFEFB2-1241-4FE2-A5AA-8AFF7D886C04}" presName="Name13" presStyleLbl="parChTrans1D2" presStyleIdx="41" presStyleCnt="52" custSzX="187955" custSzY="4809518"/>
      <dgm:spPr/>
    </dgm:pt>
    <dgm:pt modelId="{4B042221-24A9-431C-A847-C2FF16635356}" type="pres">
      <dgm:prSet presAssocID="{39909815-F79E-4220-A3A9-8E65E87BC13F}" presName="childText" presStyleLbl="bgAcc1" presStyleIdx="41" presStyleCnt="52" custScaleX="1440512" custScaleY="655098">
        <dgm:presLayoutVars>
          <dgm:bulletEnabled val="1"/>
        </dgm:presLayoutVars>
      </dgm:prSet>
      <dgm:spPr/>
    </dgm:pt>
    <dgm:pt modelId="{307470AB-2E68-4AD7-A218-84F9DD59B1B9}" type="pres">
      <dgm:prSet presAssocID="{2295B8FF-44E9-400A-9CFF-500093FF260D}" presName="Name13" presStyleLbl="parChTrans1D2" presStyleIdx="42" presStyleCnt="52" custSzX="187955" custSzY="5226697"/>
      <dgm:spPr/>
    </dgm:pt>
    <dgm:pt modelId="{078744F2-DB66-4750-8F5A-6164966A23C4}" type="pres">
      <dgm:prSet presAssocID="{130299F7-6545-4FBD-B89D-AAD84F58B044}" presName="childText" presStyleLbl="bgAcc1" presStyleIdx="42" presStyleCnt="52" custScaleX="1440512" custScaleY="655098">
        <dgm:presLayoutVars>
          <dgm:bulletEnabled val="1"/>
        </dgm:presLayoutVars>
      </dgm:prSet>
      <dgm:spPr/>
    </dgm:pt>
    <dgm:pt modelId="{E3F8ED52-E231-4AB5-8973-4AB1479E713F}" type="pres">
      <dgm:prSet presAssocID="{7BB9E301-CB67-4658-A79F-CA4BF5C5FDFC}" presName="root" presStyleCnt="0"/>
      <dgm:spPr/>
    </dgm:pt>
    <dgm:pt modelId="{F54A782C-2D26-47E4-9D66-EEF99770374F}" type="pres">
      <dgm:prSet presAssocID="{7BB9E301-CB67-4658-A79F-CA4BF5C5FDFC}" presName="rootComposite" presStyleCnt="0"/>
      <dgm:spPr/>
    </dgm:pt>
    <dgm:pt modelId="{A79F693F-42CB-490E-BE8D-40343A4A950D}" type="pres">
      <dgm:prSet presAssocID="{7BB9E301-CB67-4658-A79F-CA4BF5C5FDFC}" presName="rootText" presStyleLbl="node1" presStyleIdx="5" presStyleCnt="6" custScaleX="1639509" custScaleY="655098"/>
      <dgm:spPr/>
    </dgm:pt>
    <dgm:pt modelId="{B093B1B9-0474-4136-8745-74BCB6F18547}" type="pres">
      <dgm:prSet presAssocID="{7BB9E301-CB67-4658-A79F-CA4BF5C5FDFC}" presName="rootConnector" presStyleLbl="node1" presStyleIdx="5" presStyleCnt="6"/>
      <dgm:spPr/>
    </dgm:pt>
    <dgm:pt modelId="{B7706813-8E61-4E63-B0AE-1EA59F58C4B1}" type="pres">
      <dgm:prSet presAssocID="{7BB9E301-CB67-4658-A79F-CA4BF5C5FDFC}" presName="childShape" presStyleCnt="0"/>
      <dgm:spPr/>
    </dgm:pt>
    <dgm:pt modelId="{84BA5E35-0E1E-46DF-856C-989580E91153}" type="pres">
      <dgm:prSet presAssocID="{D43B64C7-803D-4545-80AB-CBAA84D375AA}" presName="Name13" presStyleLbl="parChTrans1D2" presStyleIdx="43" presStyleCnt="52" custSzX="196842" custSzY="220548"/>
      <dgm:spPr/>
    </dgm:pt>
    <dgm:pt modelId="{21C21489-ACF9-4139-83B1-1334ED9DBCA9}" type="pres">
      <dgm:prSet presAssocID="{A4F7A935-8A9B-43F6-9CF2-9543BBB89F21}" presName="childText" presStyleLbl="bgAcc1" presStyleIdx="43" presStyleCnt="52" custScaleX="1515129" custScaleY="655098">
        <dgm:presLayoutVars>
          <dgm:bulletEnabled val="1"/>
        </dgm:presLayoutVars>
      </dgm:prSet>
      <dgm:spPr/>
    </dgm:pt>
    <dgm:pt modelId="{936E2243-90FD-4836-96CF-22988DE089BF}" type="pres">
      <dgm:prSet presAssocID="{DC3CEE3C-5180-4A7C-B34E-03580CE3322F}" presName="Name13" presStyleLbl="parChTrans1D2" presStyleIdx="44" presStyleCnt="52" custSzX="196842" custSzY="637727"/>
      <dgm:spPr/>
    </dgm:pt>
    <dgm:pt modelId="{6CA9AC7B-EBB2-466F-87F8-DD44A31185B4}" type="pres">
      <dgm:prSet presAssocID="{C7B4F5F4-1B41-4B71-B4CA-A64D6098E825}" presName="childText" presStyleLbl="bgAcc1" presStyleIdx="44" presStyleCnt="52" custScaleX="1440512" custScaleY="655098">
        <dgm:presLayoutVars>
          <dgm:bulletEnabled val="1"/>
        </dgm:presLayoutVars>
      </dgm:prSet>
      <dgm:spPr/>
    </dgm:pt>
    <dgm:pt modelId="{4A9AC3E9-5BC5-4CA6-81B5-EF2BB8E8CD20}" type="pres">
      <dgm:prSet presAssocID="{A844FD17-8326-480B-928A-B08D88625EA7}" presName="Name13" presStyleLbl="parChTrans1D2" presStyleIdx="45" presStyleCnt="52" custSzX="196842" custSzY="1054906"/>
      <dgm:spPr/>
    </dgm:pt>
    <dgm:pt modelId="{09F24AC3-8E37-4409-8C3C-D440999AA20E}" type="pres">
      <dgm:prSet presAssocID="{063AE7DF-88E4-4EF5-BACB-5A018563D4F5}" presName="childText" presStyleLbl="bgAcc1" presStyleIdx="45" presStyleCnt="52" custScaleX="1440512" custScaleY="655098">
        <dgm:presLayoutVars>
          <dgm:bulletEnabled val="1"/>
        </dgm:presLayoutVars>
      </dgm:prSet>
      <dgm:spPr/>
    </dgm:pt>
    <dgm:pt modelId="{DAC84F30-7DB4-43BA-9C32-240391E03113}" type="pres">
      <dgm:prSet presAssocID="{58A9905D-56A2-4177-8941-A1C959BC3867}" presName="Name13" presStyleLbl="parChTrans1D2" presStyleIdx="46" presStyleCnt="52" custSzX="196842" custSzY="1472085"/>
      <dgm:spPr/>
    </dgm:pt>
    <dgm:pt modelId="{65F93989-58D5-4F53-9BDC-B2ABD858FE8C}" type="pres">
      <dgm:prSet presAssocID="{8E126A6A-2781-48F1-A17D-335C999A6838}" presName="childText" presStyleLbl="bgAcc1" presStyleIdx="46" presStyleCnt="52" custScaleX="1440512" custScaleY="655098">
        <dgm:presLayoutVars>
          <dgm:bulletEnabled val="1"/>
        </dgm:presLayoutVars>
      </dgm:prSet>
      <dgm:spPr/>
    </dgm:pt>
    <dgm:pt modelId="{2D3D0383-36DE-4F2F-AAFA-8E129D3DA696}" type="pres">
      <dgm:prSet presAssocID="{ED50F9C0-0EF4-4EEE-A42B-C5BB4653105F}" presName="Name13" presStyleLbl="parChTrans1D2" presStyleIdx="47" presStyleCnt="52" custSzX="196842" custSzY="1889264"/>
      <dgm:spPr/>
    </dgm:pt>
    <dgm:pt modelId="{F50FAF9E-A5CA-49E1-9B1E-989847CA9F28}" type="pres">
      <dgm:prSet presAssocID="{FFC10275-8866-4E49-BB4E-C7EF607760E6}" presName="childText" presStyleLbl="bgAcc1" presStyleIdx="47" presStyleCnt="52" custScaleX="1440512" custScaleY="655098">
        <dgm:presLayoutVars>
          <dgm:bulletEnabled val="1"/>
        </dgm:presLayoutVars>
      </dgm:prSet>
      <dgm:spPr/>
    </dgm:pt>
    <dgm:pt modelId="{EBAC3DF0-2AEB-473A-A2FC-B9B312A899D6}" type="pres">
      <dgm:prSet presAssocID="{7DE18C4A-38CE-404B-86E2-FC2938651234}" presName="Name13" presStyleLbl="parChTrans1D2" presStyleIdx="48" presStyleCnt="52" custSzX="196842" custSzY="2306443"/>
      <dgm:spPr/>
    </dgm:pt>
    <dgm:pt modelId="{0387D6D9-F24A-48FC-B251-365C5AA2EBDD}" type="pres">
      <dgm:prSet presAssocID="{75ADD083-B409-44FB-8DB9-045C0DD122E0}" presName="childText" presStyleLbl="bgAcc1" presStyleIdx="48" presStyleCnt="52" custScaleX="1440512" custScaleY="655098">
        <dgm:presLayoutVars>
          <dgm:bulletEnabled val="1"/>
        </dgm:presLayoutVars>
      </dgm:prSet>
      <dgm:spPr/>
    </dgm:pt>
    <dgm:pt modelId="{05A07308-AC28-426D-93ED-5DB6A1EE0054}" type="pres">
      <dgm:prSet presAssocID="{850DE0D0-711F-4ED6-AD58-DF23377D4ED0}" presName="Name13" presStyleLbl="parChTrans1D2" presStyleIdx="49" presStyleCnt="52" custSzX="196842" custSzY="2723622"/>
      <dgm:spPr/>
    </dgm:pt>
    <dgm:pt modelId="{41D424F5-AE6D-4B9F-A4BA-6BC9F5A36E73}" type="pres">
      <dgm:prSet presAssocID="{672C8129-AA04-410E-A7B1-3CFCBD07DD9F}" presName="childText" presStyleLbl="bgAcc1" presStyleIdx="49" presStyleCnt="52" custScaleX="1440512" custScaleY="655098">
        <dgm:presLayoutVars>
          <dgm:bulletEnabled val="1"/>
        </dgm:presLayoutVars>
      </dgm:prSet>
      <dgm:spPr/>
    </dgm:pt>
    <dgm:pt modelId="{E6BFDADB-F3F2-42A4-82B5-320B5D225788}" type="pres">
      <dgm:prSet presAssocID="{F0AAA8E4-C6CD-4A99-A9B8-AB3399DCE6F4}" presName="Name13" presStyleLbl="parChTrans1D2" presStyleIdx="50" presStyleCnt="52" custSzX="196842" custSzY="3140801"/>
      <dgm:spPr/>
    </dgm:pt>
    <dgm:pt modelId="{3AEA31E4-F833-4BE8-BDB5-2C8A798B6E80}" type="pres">
      <dgm:prSet presAssocID="{1BB1EE1A-57D1-4EB0-A5F8-844D36FD8D7B}" presName="childText" presStyleLbl="bgAcc1" presStyleIdx="50" presStyleCnt="52" custScaleX="1440512" custScaleY="655098">
        <dgm:presLayoutVars>
          <dgm:bulletEnabled val="1"/>
        </dgm:presLayoutVars>
      </dgm:prSet>
      <dgm:spPr/>
    </dgm:pt>
    <dgm:pt modelId="{7B9E0A60-7121-41FA-9AC0-5C0E647ACAF3}" type="pres">
      <dgm:prSet presAssocID="{D0CE11BC-F643-4187-BA86-8221734CA544}" presName="Name13" presStyleLbl="parChTrans1D2" presStyleIdx="51" presStyleCnt="52" custSzX="196842" custSzY="3557981"/>
      <dgm:spPr/>
    </dgm:pt>
    <dgm:pt modelId="{FC37914B-8349-435D-95AC-4F57A954C69C}" type="pres">
      <dgm:prSet presAssocID="{E4E3731B-CB6A-4AC9-90A3-F8E0CF51B79A}" presName="childText" presStyleLbl="bgAcc1" presStyleIdx="51" presStyleCnt="52" custScaleX="1440512" custScaleY="655098">
        <dgm:presLayoutVars>
          <dgm:bulletEnabled val="1"/>
        </dgm:presLayoutVars>
      </dgm:prSet>
      <dgm:spPr/>
    </dgm:pt>
  </dgm:ptLst>
  <dgm:cxnLst>
    <dgm:cxn modelId="{FC5B4801-4E74-475B-AE5C-FC63B5FCAA8D}" type="presOf" srcId="{38772E9B-0025-472F-A64F-99DD82934B74}" destId="{2304A08F-7A64-4B7D-8C79-D6FC0FF545C0}" srcOrd="0" destOrd="0" presId="urn:microsoft.com/office/officeart/2005/8/layout/hierarchy3"/>
    <dgm:cxn modelId="{5BA98603-B9DE-49FA-8FAC-74C9412A5099}" type="presOf" srcId="{3709D1A0-0159-4E9A-969C-E619CAD7A972}" destId="{B0246A3C-40B5-43E7-92C8-FF3C90152DB4}" srcOrd="0" destOrd="0" presId="urn:microsoft.com/office/officeart/2005/8/layout/hierarchy3"/>
    <dgm:cxn modelId="{CD8F2004-25C0-47CD-9881-C85AFD0463DC}" srcId="{38772E9B-0025-472F-A64F-99DD82934B74}" destId="{CBDE1956-9341-48A4-B6C7-CB46FA048999}" srcOrd="5" destOrd="0" parTransId="{8820FB27-050D-4CD2-AB27-8E5866DB1C5A}" sibTransId="{E0869DC8-C6FB-4F17-A837-CBBE8ECEB988}"/>
    <dgm:cxn modelId="{67CE9205-997B-48F0-AC60-CEBCF3E8C4B7}" srcId="{7BB9E301-CB67-4658-A79F-CA4BF5C5FDFC}" destId="{E4E3731B-CB6A-4AC9-90A3-F8E0CF51B79A}" srcOrd="8" destOrd="0" parTransId="{D0CE11BC-F643-4187-BA86-8221734CA544}" sibTransId="{52CE0C5E-0F37-4826-8E3C-B5CA3909392F}"/>
    <dgm:cxn modelId="{2CEC1807-F704-4B15-80D9-00464B8E7D97}" type="presOf" srcId="{C7B4F5F4-1B41-4B71-B4CA-A64D6098E825}" destId="{6CA9AC7B-EBB2-466F-87F8-DD44A31185B4}" srcOrd="0" destOrd="0" presId="urn:microsoft.com/office/officeart/2005/8/layout/hierarchy3"/>
    <dgm:cxn modelId="{E89A6007-AE15-4642-8019-A9B02E53FCA1}" type="presOf" srcId="{830271DD-64F3-47F9-A10E-0FF1A4A93683}" destId="{6E7BA79E-6AF1-49B5-993C-B961E8CBC48C}" srcOrd="0" destOrd="0" presId="urn:microsoft.com/office/officeart/2005/8/layout/hierarchy3"/>
    <dgm:cxn modelId="{FC16C40A-449B-44ED-9071-9A92B8C73565}" srcId="{11484642-1412-4A76-BB76-8AA1D00F4EAD}" destId="{793C505E-B0EF-496D-A8EF-C69EF64068C2}" srcOrd="3" destOrd="0" parTransId="{2C0AEC7B-31B7-4BDF-A785-F0E5EE17A53D}" sibTransId="{67859296-4A92-4B86-A515-97ABA1BEE55A}"/>
    <dgm:cxn modelId="{73DBBA0B-FAA5-43D5-87F2-EBB6E333BF29}" srcId="{35973823-ADC9-44E5-903B-905BE37F8326}" destId="{DF0E9CDE-B827-4DB8-A48A-E130A0E0E91A}" srcOrd="1" destOrd="0" parTransId="{E7B20386-06C3-41C9-ACE1-13E2F40BF3F9}" sibTransId="{92FF341E-1A1D-4B95-ACAB-88AA8074B14A}"/>
    <dgm:cxn modelId="{50F22B0C-7A1A-4DC2-B853-24118923DFDC}" type="presOf" srcId="{402D07BF-2F06-42E1-86CE-AE40AF303B29}" destId="{7D0B856D-40DF-4088-8D8E-7C0D9386682E}" srcOrd="0" destOrd="0" presId="urn:microsoft.com/office/officeart/2005/8/layout/hierarchy3"/>
    <dgm:cxn modelId="{DB886B0F-711E-4F93-B3C4-FFE594EDE27D}" type="presOf" srcId="{E2F0E632-A074-4213-B569-5C3074F1B78D}" destId="{EC8E08DB-FA9E-4CDE-9A4E-9520E1FE44AF}" srcOrd="0" destOrd="0" presId="urn:microsoft.com/office/officeart/2005/8/layout/hierarchy3"/>
    <dgm:cxn modelId="{4372F00F-20A6-4727-9A43-09C3422FDD1B}" type="presOf" srcId="{5A6F6709-94AA-4D7D-8500-CD00952C1074}" destId="{B751D328-744C-42A3-80C7-3A20DF85E29A}" srcOrd="0" destOrd="0" presId="urn:microsoft.com/office/officeart/2005/8/layout/hierarchy3"/>
    <dgm:cxn modelId="{27300E11-3191-478E-A03C-CDAA0C539FBA}" type="presOf" srcId="{CD5C6437-12A7-4896-B948-643662827370}" destId="{093179E9-1138-4B3B-AD06-ABB0357BD24F}" srcOrd="0" destOrd="0" presId="urn:microsoft.com/office/officeart/2005/8/layout/hierarchy3"/>
    <dgm:cxn modelId="{5E29D511-7734-425E-8537-EAF6FB7C59D2}" srcId="{548BAE5A-B922-4A04-9B9A-55459F6991AE}" destId="{A5C246B6-E8DC-4844-8969-980BEA521CF6}" srcOrd="0" destOrd="0" parTransId="{9E0342A1-5CD5-4090-940F-6692E1544CA0}" sibTransId="{19B5F1DE-9E3F-4A0D-B1CD-88139629A473}"/>
    <dgm:cxn modelId="{C9CEB612-12D6-4776-AACD-5389B561DA70}" type="presOf" srcId="{0444A08A-E007-435F-9ABB-6F1BDFF8C11F}" destId="{9A29B9B6-25DD-4FBA-9C0B-2204A3694263}" srcOrd="0" destOrd="0" presId="urn:microsoft.com/office/officeart/2005/8/layout/hierarchy3"/>
    <dgm:cxn modelId="{22343813-0F56-4BD5-867C-A1193D278BAB}" type="presOf" srcId="{43FD624D-8691-4DA7-8C1C-4CEFEF921B59}" destId="{79DFE6D4-6DD1-4E9F-981C-3EE4003811F7}" srcOrd="0" destOrd="0" presId="urn:microsoft.com/office/officeart/2005/8/layout/hierarchy3"/>
    <dgm:cxn modelId="{969B4414-FCA1-456C-94D2-58AED010A37A}" type="presOf" srcId="{62991F59-68D8-4118-9051-69A95E534F84}" destId="{B2B53CE6-CC33-4E53-9518-CC1323088B79}" srcOrd="0" destOrd="0" presId="urn:microsoft.com/office/officeart/2005/8/layout/hierarchy3"/>
    <dgm:cxn modelId="{04330516-ABEA-467E-B57A-90FA6FB5EF5F}" type="presOf" srcId="{EF1BED5A-94D9-404E-A5D0-8FFFBCF955CF}" destId="{701ED516-0356-4C80-A148-01830B89253F}" srcOrd="0" destOrd="0" presId="urn:microsoft.com/office/officeart/2005/8/layout/hierarchy3"/>
    <dgm:cxn modelId="{1088E516-2A81-48A9-8FFC-6D34107701BE}" srcId="{7BB9E301-CB67-4658-A79F-CA4BF5C5FDFC}" destId="{063AE7DF-88E4-4EF5-BACB-5A018563D4F5}" srcOrd="2" destOrd="0" parTransId="{A844FD17-8326-480B-928A-B08D88625EA7}" sibTransId="{7166CFE9-9A00-4645-A47D-55ED2A83E044}"/>
    <dgm:cxn modelId="{287CF016-3FD5-4077-AEAA-C5830B87659E}" type="presOf" srcId="{92E9E104-AF0E-4BA7-871E-7F7AC22E7521}" destId="{7A891357-0DC0-4C3C-A62E-2360F48B0B9E}" srcOrd="0" destOrd="0" presId="urn:microsoft.com/office/officeart/2005/8/layout/hierarchy3"/>
    <dgm:cxn modelId="{80F02E17-34B1-4A3D-B790-3B3FD8DB399E}" srcId="{C9AF06CD-9362-4958-A954-530AAF601244}" destId="{B4746960-D5FB-4925-875E-64226DC94CFE}" srcOrd="3" destOrd="0" parTransId="{911ADA81-7017-44FD-B8AF-B61E8A88FC23}" sibTransId="{C8E0A3DA-EFFA-4A18-8A29-2D9289836BD7}"/>
    <dgm:cxn modelId="{D8647E17-33C1-40AF-9EC9-AFD8B5FC65B4}" type="presOf" srcId="{E9FFB820-E64D-4271-B4CC-6AA943860A6B}" destId="{A136091F-38A7-4209-8A7C-E90D18311416}" srcOrd="0" destOrd="0" presId="urn:microsoft.com/office/officeart/2005/8/layout/hierarchy3"/>
    <dgm:cxn modelId="{7BAA7D18-A111-4F78-B213-E4C076B7C1DC}" type="presOf" srcId="{7BB9E301-CB67-4658-A79F-CA4BF5C5FDFC}" destId="{A79F693F-42CB-490E-BE8D-40343A4A950D}" srcOrd="0" destOrd="0" presId="urn:microsoft.com/office/officeart/2005/8/layout/hierarchy3"/>
    <dgm:cxn modelId="{D1FF741A-6797-4AC6-9052-21D6E79352F7}" type="presOf" srcId="{FC8A06A3-DB83-4CD6-B448-A2C91C91469C}" destId="{3527937C-2BC3-4FB5-AF5F-F5DCAF48A2DC}" srcOrd="0" destOrd="0" presId="urn:microsoft.com/office/officeart/2005/8/layout/hierarchy3"/>
    <dgm:cxn modelId="{8E48381B-368C-4EC8-B360-657187DE809D}" srcId="{C08180E5-D6AE-4E17-8927-455FBC5EADE6}" destId="{38772E9B-0025-472F-A64F-99DD82934B74}" srcOrd="4" destOrd="0" parTransId="{567572C6-4927-4F96-809E-5E9A7D91D840}" sibTransId="{384321DB-B44F-4908-9AC2-34AFC451F337}"/>
    <dgm:cxn modelId="{40DF531B-8345-4FD8-9E8E-E992A079FE70}" type="presOf" srcId="{B05944F1-9F05-4FDE-9A75-F7363AEA2676}" destId="{65377F7D-2938-4B4B-ACEA-090307A689EE}" srcOrd="0" destOrd="0" presId="urn:microsoft.com/office/officeart/2005/8/layout/hierarchy3"/>
    <dgm:cxn modelId="{D9F5071D-BB5E-4ADA-A24C-F4BEF20BBC4E}" srcId="{38772E9B-0025-472F-A64F-99DD82934B74}" destId="{EE872F26-397D-4C40-9BAE-2FF95E18D58C}" srcOrd="2" destOrd="0" parTransId="{266510E9-0D6B-477C-A7F4-40BFBC8C9BEA}" sibTransId="{9F959C7F-07F3-42C6-B4F2-E088D46C29CE}"/>
    <dgm:cxn modelId="{3CF4E41E-7047-4235-A80F-0A2577A79F5B}" type="presOf" srcId="{20765624-48D2-4D1A-AADB-3B832D2ABCA5}" destId="{CA6811CC-C21E-4EFE-A5BB-029BCD2A1B0C}" srcOrd="0" destOrd="0" presId="urn:microsoft.com/office/officeart/2005/8/layout/hierarchy3"/>
    <dgm:cxn modelId="{CF9B2125-0E39-4113-8010-B834B098C3A8}" type="presOf" srcId="{107C137D-718E-4034-B551-AD9BE6CE1676}" destId="{AF1D0DD3-B355-41EE-A083-9B43F25AC691}" srcOrd="0" destOrd="0" presId="urn:microsoft.com/office/officeart/2005/8/layout/hierarchy3"/>
    <dgm:cxn modelId="{0F025D25-F3AA-4789-A0E6-D55C57FFB03A}" srcId="{35973823-ADC9-44E5-903B-905BE37F8326}" destId="{01908B41-7E26-4523-B98D-6CC400858FC6}" srcOrd="3" destOrd="0" parTransId="{62991F59-68D8-4118-9051-69A95E534F84}" sibTransId="{72DC5C86-E763-42CF-8C90-AAC906C2EAFE}"/>
    <dgm:cxn modelId="{A5127225-F3F6-44E8-83AD-C4202DD537C5}" srcId="{11484642-1412-4A76-BB76-8AA1D00F4EAD}" destId="{E2F0E632-A074-4213-B569-5C3074F1B78D}" srcOrd="0" destOrd="0" parTransId="{48C17E12-7DCF-4C3E-882B-2DEE3191A3D0}" sibTransId="{E4A78FB8-F595-4831-9A7B-4DC7A86528EB}"/>
    <dgm:cxn modelId="{D779BA25-C384-48CC-9E73-AFD9BD439616}" type="presOf" srcId="{548BAE5A-B922-4A04-9B9A-55459F6991AE}" destId="{A11D1764-32E4-4577-B386-95B073A86705}" srcOrd="0" destOrd="0" presId="urn:microsoft.com/office/officeart/2005/8/layout/hierarchy3"/>
    <dgm:cxn modelId="{FB91D626-469F-445A-B0F8-3C002A44B891}" type="presOf" srcId="{ACE6EFFD-D0AF-4188-827B-3C8BCBC92369}" destId="{AEB3E3F2-6DF6-4CB1-B7C7-FD5422F7E994}" srcOrd="0" destOrd="0" presId="urn:microsoft.com/office/officeart/2005/8/layout/hierarchy3"/>
    <dgm:cxn modelId="{FE343C28-C076-4AE1-9C72-DD3DABA495EB}" type="presOf" srcId="{59362730-EB8C-4302-A1CC-AEF05DD396E6}" destId="{A60AF564-E6F6-423D-AACC-A1CBE61A8FDA}" srcOrd="0" destOrd="0" presId="urn:microsoft.com/office/officeart/2005/8/layout/hierarchy3"/>
    <dgm:cxn modelId="{19058728-3CF0-4C09-B9D9-7CF81A557971}" type="presOf" srcId="{10411FAE-8025-4602-AAA6-E04D1646C5B6}" destId="{93A4F2A3-ED85-49ED-AD6C-A7ECB3EA16E2}" srcOrd="0" destOrd="0" presId="urn:microsoft.com/office/officeart/2005/8/layout/hierarchy3"/>
    <dgm:cxn modelId="{CC28FE28-3F49-4265-BDAE-BCCE7BCBFA4A}" type="presOf" srcId="{8E452B2E-02B6-409A-9B52-3AC746172742}" destId="{B59A15C4-FFD5-4A28-9FCC-7A1089B2A614}" srcOrd="0" destOrd="0" presId="urn:microsoft.com/office/officeart/2005/8/layout/hierarchy3"/>
    <dgm:cxn modelId="{5C7AA129-0CA0-4EA0-A23F-5AB1DBEF2F3A}" type="presOf" srcId="{2295B8FF-44E9-400A-9CFF-500093FF260D}" destId="{307470AB-2E68-4AD7-A218-84F9DD59B1B9}" srcOrd="0" destOrd="0" presId="urn:microsoft.com/office/officeart/2005/8/layout/hierarchy3"/>
    <dgm:cxn modelId="{4380C529-6A08-4311-9728-51D5422F766E}" type="presOf" srcId="{130299F7-6545-4FBD-B89D-AAD84F58B044}" destId="{078744F2-DB66-4750-8F5A-6164966A23C4}" srcOrd="0" destOrd="0" presId="urn:microsoft.com/office/officeart/2005/8/layout/hierarchy3"/>
    <dgm:cxn modelId="{44AB8E2A-2F52-4253-97E0-BE493D9263DF}" type="presOf" srcId="{79FDD870-5C82-47BF-A31E-4E9B2FCFB20A}" destId="{F72CFA9A-BFE1-4A26-8EE4-05FDBD5820C5}" srcOrd="0" destOrd="0" presId="urn:microsoft.com/office/officeart/2005/8/layout/hierarchy3"/>
    <dgm:cxn modelId="{1C30322D-F14D-44C4-A2A0-E658F241F0F0}" srcId="{548BAE5A-B922-4A04-9B9A-55459F6991AE}" destId="{59362730-EB8C-4302-A1CC-AEF05DD396E6}" srcOrd="2" destOrd="0" parTransId="{830271DD-64F3-47F9-A10E-0FF1A4A93683}" sibTransId="{2F5082B9-541D-4B6A-9402-3F3EC1C55D7B}"/>
    <dgm:cxn modelId="{CD95522E-D682-41E7-90B7-5023518E9058}" srcId="{35973823-ADC9-44E5-903B-905BE37F8326}" destId="{C98261DC-109F-4B37-A8AF-C99DFE4BE9AF}" srcOrd="0" destOrd="0" parTransId="{402D07BF-2F06-42E1-86CE-AE40AF303B29}" sibTransId="{CD0CA4FD-A75F-43BF-8D62-D34D4487CAEC}"/>
    <dgm:cxn modelId="{DC73C02E-5B15-4383-8E86-3146AB2406E4}" type="presOf" srcId="{1BB1EE1A-57D1-4EB0-A5F8-844D36FD8D7B}" destId="{3AEA31E4-F833-4BE8-BDB5-2C8A798B6E80}" srcOrd="0" destOrd="0" presId="urn:microsoft.com/office/officeart/2005/8/layout/hierarchy3"/>
    <dgm:cxn modelId="{3BC4C630-6481-4AA8-9F19-B0CE8064B602}" srcId="{38772E9B-0025-472F-A64F-99DD82934B74}" destId="{B5428021-00C7-4BEC-B9F3-4DACD78B55EB}" srcOrd="4" destOrd="0" parTransId="{0C1FB33F-FE17-45E4-8BCA-26EF04531726}" sibTransId="{BA907CCC-0D00-4CBB-BF1B-0A44BC990D3D}"/>
    <dgm:cxn modelId="{8C6D9631-5782-40F8-A35A-9AF9EC7EB260}" srcId="{35973823-ADC9-44E5-903B-905BE37F8326}" destId="{E761E3C7-4346-497C-AE3E-0EED38A8C747}" srcOrd="6" destOrd="0" parTransId="{B5590BB2-AABC-4431-A185-780BD203B703}" sibTransId="{8FF6A130-051F-40A4-8529-3B59EFCD54FE}"/>
    <dgm:cxn modelId="{2637C231-16FA-4E0B-BC07-9EB627AD0765}" type="presOf" srcId="{5B0B78C2-0B09-464C-8FA0-C491534079E2}" destId="{5109BBDA-79BD-4793-AB0A-DC6B7624CB7C}" srcOrd="0" destOrd="0" presId="urn:microsoft.com/office/officeart/2005/8/layout/hierarchy3"/>
    <dgm:cxn modelId="{896B6132-3F62-435A-BD8E-DB3C7A07E9E6}" type="presOf" srcId="{A5C246B6-E8DC-4844-8969-980BEA521CF6}" destId="{8352A506-A8B1-45D8-AE55-03F1ABA46DE7}" srcOrd="0" destOrd="0" presId="urn:microsoft.com/office/officeart/2005/8/layout/hierarchy3"/>
    <dgm:cxn modelId="{3E779F35-A66B-4CC7-814C-917D2912E68D}" srcId="{C08180E5-D6AE-4E17-8927-455FBC5EADE6}" destId="{35973823-ADC9-44E5-903B-905BE37F8326}" srcOrd="1" destOrd="0" parTransId="{D185D616-B5D3-4AC1-A19A-57B8F8209260}" sibTransId="{8BFC1E26-E555-435C-9210-CFA208F1D21E}"/>
    <dgm:cxn modelId="{D6FE473A-423E-4149-B195-B5A58ADCB688}" srcId="{38772E9B-0025-472F-A64F-99DD82934B74}" destId="{1BB1F29C-63AE-4824-9842-8ED7236C62C3}" srcOrd="6" destOrd="0" parTransId="{36227250-22E3-4C32-9BF5-3F7E47FF6669}" sibTransId="{3BBFAC09-339E-4AC6-99B2-168BA10EB3BA}"/>
    <dgm:cxn modelId="{F254413B-B5F8-43E7-987A-DFE7C37C82A6}" srcId="{35973823-ADC9-44E5-903B-905BE37F8326}" destId="{43FD624D-8691-4DA7-8C1C-4CEFEF921B59}" srcOrd="11" destOrd="0" parTransId="{20765624-48D2-4D1A-AADB-3B832D2ABCA5}" sibTransId="{4876C277-007F-4CC8-AF89-C85F76B5886A}"/>
    <dgm:cxn modelId="{BE840A5B-03F9-49B7-A12B-3437EB1087A7}" type="presOf" srcId="{D0F884D2-D06D-4D56-BBCB-44619B308AF8}" destId="{CEBA5262-CC6F-4D1C-9739-2569B76A2BB0}" srcOrd="0" destOrd="0" presId="urn:microsoft.com/office/officeart/2005/8/layout/hierarchy3"/>
    <dgm:cxn modelId="{C0B8C55F-ADAD-474D-A379-13E622912D89}" type="presOf" srcId="{35973823-ADC9-44E5-903B-905BE37F8326}" destId="{C6F82AF5-2C8A-4D40-8BEC-4B69277FED2B}" srcOrd="1" destOrd="0" presId="urn:microsoft.com/office/officeart/2005/8/layout/hierarchy3"/>
    <dgm:cxn modelId="{AC9C0960-0653-4852-9B07-C81BCE792D4E}" srcId="{38772E9B-0025-472F-A64F-99DD82934B74}" destId="{7687D4FB-5C37-4948-8718-D6A6A925FA6A}" srcOrd="3" destOrd="0" parTransId="{5B0B78C2-0B09-464C-8FA0-C491534079E2}" sibTransId="{DEA813CE-A6CC-440C-B25D-201F0FB2568E}"/>
    <dgm:cxn modelId="{307D5560-CDED-4400-ABEC-1EE801961806}" srcId="{548BAE5A-B922-4A04-9B9A-55459F6991AE}" destId="{ACE6EFFD-D0AF-4188-827B-3C8BCBC92369}" srcOrd="5" destOrd="0" parTransId="{0444A08A-E007-435F-9ABB-6F1BDFF8C11F}" sibTransId="{72144F3B-5BD7-48D2-8FEE-D6040F3BB4BB}"/>
    <dgm:cxn modelId="{51D80E42-3D17-463C-A8B8-18EDE58F20AD}" srcId="{35973823-ADC9-44E5-903B-905BE37F8326}" destId="{2758411C-51DF-40C8-B156-6D78B5A98D2C}" srcOrd="10" destOrd="0" parTransId="{627664CE-7EAE-41CE-B5E8-03483C05F67C}" sibTransId="{361CC24B-9200-42B7-9EFE-82E4CF9EDECB}"/>
    <dgm:cxn modelId="{BDD76342-C31B-44A2-89C0-0B6A8A416D23}" type="presOf" srcId="{D922B60A-9B17-4C59-A7BF-85DA1191F21C}" destId="{E3566D07-8E69-491F-A85F-D4D95578C268}" srcOrd="0" destOrd="0" presId="urn:microsoft.com/office/officeart/2005/8/layout/hierarchy3"/>
    <dgm:cxn modelId="{1314FA43-653E-44B3-A727-3706AD9CBB6A}" type="presOf" srcId="{CBDE1956-9341-48A4-B6C7-CB46FA048999}" destId="{0210F23C-BF61-4F01-910B-494FC1C5A371}" srcOrd="0" destOrd="0" presId="urn:microsoft.com/office/officeart/2005/8/layout/hierarchy3"/>
    <dgm:cxn modelId="{FB058144-9137-48E4-BA06-25B968A9FC8D}" type="presOf" srcId="{627664CE-7EAE-41CE-B5E8-03483C05F67C}" destId="{EFD0B9AD-F493-480C-A301-007AF5FB9136}" srcOrd="0" destOrd="0" presId="urn:microsoft.com/office/officeart/2005/8/layout/hierarchy3"/>
    <dgm:cxn modelId="{F8AC7A65-4B2E-4C16-9C63-716181EAC084}" type="presOf" srcId="{FCC17158-6D9C-454A-88C7-EF3DB5F771BA}" destId="{B8B2D19B-DFF2-4301-888C-5705965F4E7E}" srcOrd="0" destOrd="0" presId="urn:microsoft.com/office/officeart/2005/8/layout/hierarchy3"/>
    <dgm:cxn modelId="{690F6366-CD8E-404D-AD7B-58D854EB233D}" type="presOf" srcId="{E7B20386-06C3-41C9-ACE1-13E2F40BF3F9}" destId="{3C2BBE2A-467B-436E-9F1F-7D35B9E84A6A}" srcOrd="0" destOrd="0" presId="urn:microsoft.com/office/officeart/2005/8/layout/hierarchy3"/>
    <dgm:cxn modelId="{12735046-2A3A-488A-87F2-A31BA0D80514}" type="presOf" srcId="{D2CF7780-B0F1-47DA-821B-3109B5C2C312}" destId="{7D29C8F0-FC2B-45EF-96B7-03701A95EF5D}" srcOrd="0" destOrd="0" presId="urn:microsoft.com/office/officeart/2005/8/layout/hierarchy3"/>
    <dgm:cxn modelId="{0811AF66-FB87-4BE4-9154-374D90D9D764}" type="presOf" srcId="{063AE7DF-88E4-4EF5-BACB-5A018563D4F5}" destId="{09F24AC3-8E37-4409-8C3C-D440999AA20E}" srcOrd="0" destOrd="0" presId="urn:microsoft.com/office/officeart/2005/8/layout/hierarchy3"/>
    <dgm:cxn modelId="{98DEE446-3570-4F6D-83AE-96574CECE339}" srcId="{11484642-1412-4A76-BB76-8AA1D00F4EAD}" destId="{D0F884D2-D06D-4D56-BBCB-44619B308AF8}" srcOrd="1" destOrd="0" parTransId="{78FA59C7-0DB2-47FD-8B50-6DF50360BAD2}" sibTransId="{C81EAF10-E6EC-49CF-A983-9A1BD17928A4}"/>
    <dgm:cxn modelId="{5FEDDD47-0F28-4B9A-9EF6-79CAD9DC3A1C}" type="presOf" srcId="{C9AF06CD-9362-4958-A954-530AAF601244}" destId="{CC21A49D-E786-4232-8B59-58DD9A59EA40}" srcOrd="1" destOrd="0" presId="urn:microsoft.com/office/officeart/2005/8/layout/hierarchy3"/>
    <dgm:cxn modelId="{39996548-E1AA-41D7-B414-56681F41CA9E}" srcId="{548BAE5A-B922-4A04-9B9A-55459F6991AE}" destId="{D52CB9CD-5BF4-4FFA-B735-1AA8EC5C814A}" srcOrd="6" destOrd="0" parTransId="{B8F6DA7F-4B2B-4018-852F-EB563020D73C}" sibTransId="{8E63657B-C7FE-4FEC-A5BF-46D4EE1FBA3E}"/>
    <dgm:cxn modelId="{0DC2B668-F1B9-4A7E-9F56-450019DC2E55}" srcId="{C08180E5-D6AE-4E17-8927-455FBC5EADE6}" destId="{7BB9E301-CB67-4658-A79F-CA4BF5C5FDFC}" srcOrd="5" destOrd="0" parTransId="{C0B8AFB4-65E2-4D68-B1A7-D5EFC88F63BC}" sibTransId="{D5C79DB2-57FF-4A9F-9B35-5544C81EF3CC}"/>
    <dgm:cxn modelId="{86C1CE68-3D06-45B6-A567-6E9D6646415F}" type="presOf" srcId="{2758411C-51DF-40C8-B156-6D78B5A98D2C}" destId="{1A68D458-A506-4BAC-B5A3-D8E389BEB9FE}" srcOrd="0" destOrd="0" presId="urn:microsoft.com/office/officeart/2005/8/layout/hierarchy3"/>
    <dgm:cxn modelId="{F17A064B-5537-4143-B0C0-F405E9DCAB6D}" type="presOf" srcId="{0C1FB33F-FE17-45E4-8BCA-26EF04531726}" destId="{3F5CB6BB-9214-4037-A66B-0E651A2376A9}" srcOrd="0" destOrd="0" presId="urn:microsoft.com/office/officeart/2005/8/layout/hierarchy3"/>
    <dgm:cxn modelId="{11EE214E-99DD-4BEA-AE37-4EB07FBC70AE}" srcId="{7BB9E301-CB67-4658-A79F-CA4BF5C5FDFC}" destId="{FFC10275-8866-4E49-BB4E-C7EF607760E6}" srcOrd="4" destOrd="0" parTransId="{ED50F9C0-0EF4-4EEE-A42B-C5BB4653105F}" sibTransId="{214F999F-46ED-4D17-B54E-AF67BA0F37E7}"/>
    <dgm:cxn modelId="{E130734E-7A6C-463F-A258-AD84D0E428A5}" type="presOf" srcId="{75ADD083-B409-44FB-8DB9-045C0DD122E0}" destId="{0387D6D9-F24A-48FC-B251-365C5AA2EBDD}" srcOrd="0" destOrd="0" presId="urn:microsoft.com/office/officeart/2005/8/layout/hierarchy3"/>
    <dgm:cxn modelId="{293CAC71-E460-4184-878E-FB345837CBB1}" type="presOf" srcId="{ED50F9C0-0EF4-4EEE-A42B-C5BB4653105F}" destId="{2D3D0383-36DE-4F2F-AAFA-8E129D3DA696}" srcOrd="0" destOrd="0" presId="urn:microsoft.com/office/officeart/2005/8/layout/hierarchy3"/>
    <dgm:cxn modelId="{7EA08953-077E-445E-9DC2-F3047C6E7E01}" type="presOf" srcId="{B8F6DA7F-4B2B-4018-852F-EB563020D73C}" destId="{42A48D87-0D94-4D02-935E-86BA7FE9B771}" srcOrd="0" destOrd="0" presId="urn:microsoft.com/office/officeart/2005/8/layout/hierarchy3"/>
    <dgm:cxn modelId="{D024E173-2FFE-4C91-84CB-173B957ACD56}" type="presOf" srcId="{DF0E9CDE-B827-4DB8-A48A-E130A0E0E91A}" destId="{832D968D-69F0-47E6-816C-E8E0DE0B866A}" srcOrd="0" destOrd="0" presId="urn:microsoft.com/office/officeart/2005/8/layout/hierarchy3"/>
    <dgm:cxn modelId="{7A68CF74-9B23-44F7-B7CC-EB7942DE75EC}" type="presOf" srcId="{72A5D216-3743-4101-9D8C-A79EF3BB257F}" destId="{5C80B08F-E0A7-47C9-B5E6-09F8383E2F5D}" srcOrd="0" destOrd="0" presId="urn:microsoft.com/office/officeart/2005/8/layout/hierarchy3"/>
    <dgm:cxn modelId="{FBE7D075-19C3-4ED0-8999-569A4D3A44B2}" type="presOf" srcId="{911ADA81-7017-44FD-B8AF-B61E8A88FC23}" destId="{4C423189-FB0B-4481-9E99-FC84516CA853}" srcOrd="0" destOrd="0" presId="urn:microsoft.com/office/officeart/2005/8/layout/hierarchy3"/>
    <dgm:cxn modelId="{918AE576-AEFF-4978-A2DE-7DD4D0DBA5BA}" srcId="{7BB9E301-CB67-4658-A79F-CA4BF5C5FDFC}" destId="{C7B4F5F4-1B41-4B71-B4CA-A64D6098E825}" srcOrd="1" destOrd="0" parTransId="{DC3CEE3C-5180-4A7C-B34E-03580CE3322F}" sibTransId="{6C9E7470-AD41-4B79-9E0D-0E62416CD969}"/>
    <dgm:cxn modelId="{B408D677-172E-48F1-927F-F2270499A6BC}" type="presOf" srcId="{51D51245-D03C-4FF4-96CC-CCF8E2188CC8}" destId="{5A01EFDC-8E37-4D3D-BB0B-B3C275E9A343}" srcOrd="0" destOrd="0" presId="urn:microsoft.com/office/officeart/2005/8/layout/hierarchy3"/>
    <dgm:cxn modelId="{150B0478-F5BC-4EB5-BC40-28C929769346}" type="presOf" srcId="{1DA0E241-CCE2-4042-BFBA-6738A201FB9D}" destId="{87641D73-1D34-4796-9BC7-7B47972AD41D}" srcOrd="0" destOrd="0" presId="urn:microsoft.com/office/officeart/2005/8/layout/hierarchy3"/>
    <dgm:cxn modelId="{CDEEDF59-D80B-4B3A-8210-F9C37352F041}" type="presOf" srcId="{03087347-65F9-4D3E-94BB-E6E332970B97}" destId="{54ADBEDB-1EE4-4996-B75C-47C02DC28371}" srcOrd="0" destOrd="0" presId="urn:microsoft.com/office/officeart/2005/8/layout/hierarchy3"/>
    <dgm:cxn modelId="{C988AD7A-E375-45C0-8B20-6B54A7A75E06}" srcId="{548BAE5A-B922-4A04-9B9A-55459F6991AE}" destId="{79FDD870-5C82-47BF-A31E-4E9B2FCFB20A}" srcOrd="3" destOrd="0" parTransId="{03522DB8-5F56-402B-9084-32E259E96BB1}" sibTransId="{1DBFAABD-8EF8-44A4-8BF4-67ACB3FC628A}"/>
    <dgm:cxn modelId="{749CB95A-CDFE-4086-91F1-DDDD08939558}" srcId="{7BB9E301-CB67-4658-A79F-CA4BF5C5FDFC}" destId="{1BB1EE1A-57D1-4EB0-A5F8-844D36FD8D7B}" srcOrd="7" destOrd="0" parTransId="{F0AAA8E4-C6CD-4A99-A9B8-AB3399DCE6F4}" sibTransId="{1F589B36-663A-40FA-90A1-62A43BBCE8EC}"/>
    <dgm:cxn modelId="{CCA09A7B-E7F2-443B-BF9E-10A7B8CF4671}" type="presOf" srcId="{2C0AEC7B-31B7-4BDF-A785-F0E5EE17A53D}" destId="{24A50372-BF7A-46AA-9641-57F834429A71}" srcOrd="0" destOrd="0" presId="urn:microsoft.com/office/officeart/2005/8/layout/hierarchy3"/>
    <dgm:cxn modelId="{32AEC17C-F2F3-41BB-83BF-C858FA7ED710}" type="presOf" srcId="{6DD10B5C-AE74-4761-837A-AA6FE0A39201}" destId="{475F8575-6EA3-4160-958E-3B496FAEBBD1}" srcOrd="0" destOrd="0" presId="urn:microsoft.com/office/officeart/2005/8/layout/hierarchy3"/>
    <dgm:cxn modelId="{7B2CB67F-8911-4668-AD04-8F8B04F136E3}" srcId="{35973823-ADC9-44E5-903B-905BE37F8326}" destId="{CB3C5D0A-1BA9-4C58-97FF-A3D639B0BA26}" srcOrd="4" destOrd="0" parTransId="{38DE84D0-0FE1-4138-9D42-05650ADE1A80}" sibTransId="{88B3E0AD-4409-4B49-A994-D74F05287D67}"/>
    <dgm:cxn modelId="{64F70180-7A83-4297-8758-F1280B00FCD7}" srcId="{C08180E5-D6AE-4E17-8927-455FBC5EADE6}" destId="{11484642-1412-4A76-BB76-8AA1D00F4EAD}" srcOrd="0" destOrd="0" parTransId="{7F4E6291-845A-467D-AD12-67C61E688B47}" sibTransId="{341E5C03-6006-41C3-A128-38CCBE4DC250}"/>
    <dgm:cxn modelId="{689B6081-F480-45A3-B777-C6D269F264AC}" type="presOf" srcId="{793C505E-B0EF-496D-A8EF-C69EF64068C2}" destId="{210FFFD5-79BF-4411-AF53-F914F537FB6C}" srcOrd="0" destOrd="0" presId="urn:microsoft.com/office/officeart/2005/8/layout/hierarchy3"/>
    <dgm:cxn modelId="{53AAE883-69AF-483F-AC74-817A9C50EE7D}" type="presOf" srcId="{D52CB9CD-5BF4-4FFA-B735-1AA8EC5C814A}" destId="{B13DB14E-3623-45E3-B5E7-C13529705B4F}" srcOrd="0" destOrd="0" presId="urn:microsoft.com/office/officeart/2005/8/layout/hierarchy3"/>
    <dgm:cxn modelId="{07698184-5AD2-4D2A-95B8-7828C5F88F75}" srcId="{C9AF06CD-9362-4958-A954-530AAF601244}" destId="{8E452B2E-02B6-409A-9B52-3AC746172742}" srcOrd="1" destOrd="0" parTransId="{107C137D-718E-4034-B551-AD9BE6CE1676}" sibTransId="{08C51531-6D2D-4C38-A302-D898E8F6C8AC}"/>
    <dgm:cxn modelId="{DA268884-7480-4B1E-AF3E-050499D8E82C}" type="presOf" srcId="{0A905985-BBA2-4282-A465-B0E5B9A6356E}" destId="{E5E28453-B6E6-466F-A0D0-A612772E1C13}" srcOrd="0" destOrd="0" presId="urn:microsoft.com/office/officeart/2005/8/layout/hierarchy3"/>
    <dgm:cxn modelId="{7CE7EE85-5A73-4B31-977D-7C5D4ECB0D15}" srcId="{35973823-ADC9-44E5-903B-905BE37F8326}" destId="{CD5C6437-12A7-4896-B948-643662827370}" srcOrd="5" destOrd="0" parTransId="{EADAAB0D-08D9-4668-8B44-5819CE0A154B}" sibTransId="{7FD736C0-666E-4B35-A273-99360DAFA62A}"/>
    <dgm:cxn modelId="{1B81A586-4788-48D9-93C5-713A23652A0C}" type="presOf" srcId="{D86A2965-922C-48A6-A5AF-26964C2793FE}" destId="{AF91621F-726F-4D63-8104-53D175BF39F3}" srcOrd="0" destOrd="0" presId="urn:microsoft.com/office/officeart/2005/8/layout/hierarchy3"/>
    <dgm:cxn modelId="{2A809F8B-5022-4DE2-AA17-D48C262EE810}" type="presOf" srcId="{511614F0-EF20-4B2B-98B1-5E706833D66D}" destId="{A751D26D-CF2F-4C9A-A700-743C4C6E95EC}" srcOrd="0" destOrd="0" presId="urn:microsoft.com/office/officeart/2005/8/layout/hierarchy3"/>
    <dgm:cxn modelId="{C2B2278C-56FF-495A-89BA-4CEBFB838177}" srcId="{C9AF06CD-9362-4958-A954-530AAF601244}" destId="{6DD10B5C-AE74-4761-837A-AA6FE0A39201}" srcOrd="4" destOrd="0" parTransId="{D2CF7780-B0F1-47DA-821B-3109B5C2C312}" sibTransId="{A21C8F1D-9E3C-4A0F-ACDD-DEB231792DAE}"/>
    <dgm:cxn modelId="{895F3D8C-3F08-479C-9594-4E83B26B36FD}" type="presOf" srcId="{2225A17F-DE4D-4386-B43E-494CA314EAB4}" destId="{16FB561A-5B9C-45B0-B44B-CFAE4D2A7945}" srcOrd="0" destOrd="0" presId="urn:microsoft.com/office/officeart/2005/8/layout/hierarchy3"/>
    <dgm:cxn modelId="{A523AD8C-1A6C-4BBE-BD53-140A4FBDD33B}" srcId="{35973823-ADC9-44E5-903B-905BE37F8326}" destId="{0A905985-BBA2-4282-A465-B0E5B9A6356E}" srcOrd="13" destOrd="0" parTransId="{957BC782-C311-4772-B195-F038FD422E82}" sibTransId="{51683225-F249-4F7E-B227-00E0EF6D3F95}"/>
    <dgm:cxn modelId="{403C2D8D-9AD6-4B76-9175-C5109C5F095E}" type="presOf" srcId="{9E0342A1-5CD5-4090-940F-6692E1544CA0}" destId="{3A00FFAA-4453-47F0-A704-3E25DB5C862C}" srcOrd="0" destOrd="0" presId="urn:microsoft.com/office/officeart/2005/8/layout/hierarchy3"/>
    <dgm:cxn modelId="{570C568D-09F5-4AA0-B63F-2A0DF96A3474}" type="presOf" srcId="{B5428021-00C7-4BEC-B9F3-4DACD78B55EB}" destId="{0CBD250E-6CC4-4122-AC6C-504434B2377F}" srcOrd="0" destOrd="0" presId="urn:microsoft.com/office/officeart/2005/8/layout/hierarchy3"/>
    <dgm:cxn modelId="{7602828D-12E4-42A8-8CAE-6D82CC1F8B69}" srcId="{35973823-ADC9-44E5-903B-905BE37F8326}" destId="{86115A41-5BE5-43D9-966C-71B9A3B07392}" srcOrd="7" destOrd="0" parTransId="{0355506E-1F07-4B2C-AE99-F2325E0AB498}" sibTransId="{3C6F71D2-FFD4-4691-8884-88D0786F4D70}"/>
    <dgm:cxn modelId="{2E8CAA8F-ABBF-482B-ADBA-7F0F1D34A0B9}" type="presOf" srcId="{EADAAB0D-08D9-4668-8B44-5819CE0A154B}" destId="{D5746C1A-BF1B-45CA-BD04-539F3003AC77}" srcOrd="0" destOrd="0" presId="urn:microsoft.com/office/officeart/2005/8/layout/hierarchy3"/>
    <dgm:cxn modelId="{A4AD8990-004D-42A1-A770-5EF3C9C24419}" type="presOf" srcId="{60EFEFB2-1241-4FE2-A5AA-8AFF7D886C04}" destId="{E40092B4-7851-48B7-9D7C-4DDFCEE16BED}" srcOrd="0" destOrd="0" presId="urn:microsoft.com/office/officeart/2005/8/layout/hierarchy3"/>
    <dgm:cxn modelId="{14DEA792-CF54-4A5E-A8F7-6AA311124F37}" srcId="{C08180E5-D6AE-4E17-8927-455FBC5EADE6}" destId="{548BAE5A-B922-4A04-9B9A-55459F6991AE}" srcOrd="3" destOrd="0" parTransId="{35BB185E-32C4-43EC-94FD-D62AC0A16B4E}" sibTransId="{E8D0B3F9-D36F-4B88-A78C-406706AC8E82}"/>
    <dgm:cxn modelId="{DA8B3493-1935-40E9-AF43-100321A20ECE}" type="presOf" srcId="{FFC10275-8866-4E49-BB4E-C7EF607760E6}" destId="{F50FAF9E-A5CA-49E1-9B1E-989847CA9F28}" srcOrd="0" destOrd="0" presId="urn:microsoft.com/office/officeart/2005/8/layout/hierarchy3"/>
    <dgm:cxn modelId="{0E472196-2EF0-4EDC-B08D-CB9F11274CCE}" type="presOf" srcId="{26F58A9A-52A2-4C60-91EF-0C0DA8CC47B8}" destId="{D1A36072-1C0F-4270-A78A-ECE8C20BEF49}" srcOrd="0" destOrd="0" presId="urn:microsoft.com/office/officeart/2005/8/layout/hierarchy3"/>
    <dgm:cxn modelId="{5DE3AE96-27D1-45EA-8F86-673C5CF9B810}" srcId="{C08180E5-D6AE-4E17-8927-455FBC5EADE6}" destId="{C9AF06CD-9362-4958-A954-530AAF601244}" srcOrd="2" destOrd="0" parTransId="{E5FF773C-4183-42D1-A66C-272588FA1F0A}" sibTransId="{AF1E5ED1-3137-41D6-B6FD-1691307640AB}"/>
    <dgm:cxn modelId="{B35C5C97-11CA-4DCB-B844-EEDEBAC41D6E}" type="presOf" srcId="{C98261DC-109F-4B37-A8AF-C99DFE4BE9AF}" destId="{F0FB2447-F469-473F-BB46-52D7AF19048D}" srcOrd="0" destOrd="0" presId="urn:microsoft.com/office/officeart/2005/8/layout/hierarchy3"/>
    <dgm:cxn modelId="{AFB37997-BF71-4E1B-9065-F22E9B692964}" type="presOf" srcId="{7BB9E301-CB67-4658-A79F-CA4BF5C5FDFC}" destId="{B093B1B9-0474-4136-8745-74BCB6F18547}" srcOrd="1" destOrd="0" presId="urn:microsoft.com/office/officeart/2005/8/layout/hierarchy3"/>
    <dgm:cxn modelId="{67B6AB97-B085-4433-90E2-4A8A53F17C45}" type="presOf" srcId="{672C8129-AA04-410E-A7B1-3CFCBD07DD9F}" destId="{41D424F5-AE6D-4B9F-A4BA-6BC9F5A36E73}" srcOrd="0" destOrd="0" presId="urn:microsoft.com/office/officeart/2005/8/layout/hierarchy3"/>
    <dgm:cxn modelId="{0B1D1399-4F7E-4BDE-9D2C-58C8F6123B05}" type="presOf" srcId="{E761E3C7-4346-497C-AE3E-0EED38A8C747}" destId="{E0795796-7D0B-45FF-B269-77E8CFACF81D}" srcOrd="0" destOrd="0" presId="urn:microsoft.com/office/officeart/2005/8/layout/hierarchy3"/>
    <dgm:cxn modelId="{5D23D39C-FF35-42D8-8EEF-E3901FCFB127}" type="presOf" srcId="{CB3C5D0A-1BA9-4C58-97FF-A3D639B0BA26}" destId="{E18E893D-709B-43B1-9996-435BBE557998}" srcOrd="0" destOrd="0" presId="urn:microsoft.com/office/officeart/2005/8/layout/hierarchy3"/>
    <dgm:cxn modelId="{8CD0499E-7DCD-4375-BAF2-4CB60CB757AC}" srcId="{7BB9E301-CB67-4658-A79F-CA4BF5C5FDFC}" destId="{A4F7A935-8A9B-43F6-9CF2-9543BBB89F21}" srcOrd="0" destOrd="0" parTransId="{D43B64C7-803D-4545-80AB-CBAA84D375AA}" sibTransId="{36C719D1-66A7-4C73-9497-F49F79EFAC70}"/>
    <dgm:cxn modelId="{CF5586A0-4F3F-4D02-B4C4-C3DAA74BEC8B}" type="presOf" srcId="{E4E3731B-CB6A-4AC9-90A3-F8E0CF51B79A}" destId="{FC37914B-8349-435D-95AC-4F57A954C69C}" srcOrd="0" destOrd="0" presId="urn:microsoft.com/office/officeart/2005/8/layout/hierarchy3"/>
    <dgm:cxn modelId="{8014B5A6-4A9C-4DC4-B9DB-B45369F4A9D1}" type="presOf" srcId="{C9AF06CD-9362-4958-A954-530AAF601244}" destId="{D40425DE-FC53-4C82-8AEC-E6422A82237F}" srcOrd="0" destOrd="0" presId="urn:microsoft.com/office/officeart/2005/8/layout/hierarchy3"/>
    <dgm:cxn modelId="{437F23AC-C4CB-4989-A95B-1C1EB8BF8676}" type="presOf" srcId="{C08180E5-D6AE-4E17-8927-455FBC5EADE6}" destId="{487CFD5C-82A0-4988-BFDB-3E8E7DD1EE9E}" srcOrd="0" destOrd="0" presId="urn:microsoft.com/office/officeart/2005/8/layout/hierarchy3"/>
    <dgm:cxn modelId="{428A71AC-0A9D-4A0B-8689-FF0AD49FF4F4}" srcId="{35973823-ADC9-44E5-903B-905BE37F8326}" destId="{26F58A9A-52A2-4C60-91EF-0C0DA8CC47B8}" srcOrd="8" destOrd="0" parTransId="{72A5D216-3743-4101-9D8C-A79EF3BB257F}" sibTransId="{815D880C-6108-4F17-AEE0-738C5658A5CC}"/>
    <dgm:cxn modelId="{EC1391AC-DE79-4D09-8707-B38A3E0A5E0A}" type="presOf" srcId="{3E424B2B-CDEF-4A81-9751-5F7D3D6F873C}" destId="{026B0CA4-ADB4-4E47-9CD6-5C87FABC0245}" srcOrd="0" destOrd="0" presId="urn:microsoft.com/office/officeart/2005/8/layout/hierarchy3"/>
    <dgm:cxn modelId="{5F05ACAC-5CA7-4851-8DA9-BB606385AC77}" type="presOf" srcId="{A844FD17-8326-480B-928A-B08D88625EA7}" destId="{4A9AC3E9-5BC5-4CA6-81B5-EF2BB8E8CD20}" srcOrd="0" destOrd="0" presId="urn:microsoft.com/office/officeart/2005/8/layout/hierarchy3"/>
    <dgm:cxn modelId="{9C5561AD-80FA-4A4D-98A9-3D194822B5BB}" srcId="{35973823-ADC9-44E5-903B-905BE37F8326}" destId="{2225A17F-DE4D-4386-B43E-494CA314EAB4}" srcOrd="2" destOrd="0" parTransId="{DC2069B4-4253-4C55-BA52-480E47F04728}" sibTransId="{664D4753-E83A-462C-8FD8-EE63B0EEC0B1}"/>
    <dgm:cxn modelId="{E564EAAD-D7D6-4400-A053-99099F4F66A7}" type="presOf" srcId="{7DE18C4A-38CE-404B-86E2-FC2938651234}" destId="{EBAC3DF0-2AEB-473A-A2FC-B9B312A899D6}" srcOrd="0" destOrd="0" presId="urn:microsoft.com/office/officeart/2005/8/layout/hierarchy3"/>
    <dgm:cxn modelId="{71A9ABAF-2277-4CE3-82B5-128B57201618}" type="presOf" srcId="{8E126A6A-2781-48F1-A17D-335C999A6838}" destId="{65F93989-58D5-4F53-9BDC-B2ABD858FE8C}" srcOrd="0" destOrd="0" presId="urn:microsoft.com/office/officeart/2005/8/layout/hierarchy3"/>
    <dgm:cxn modelId="{17C403B1-31C5-4488-86D2-D63C01E2F8A2}" type="presOf" srcId="{A4F7A935-8A9B-43F6-9CF2-9543BBB89F21}" destId="{21C21489-ACF9-4139-83B1-1334ED9DBCA9}" srcOrd="0" destOrd="0" presId="urn:microsoft.com/office/officeart/2005/8/layout/hierarchy3"/>
    <dgm:cxn modelId="{411705B3-46C1-4F6B-857C-666974E5070A}" type="presOf" srcId="{0355506E-1F07-4B2C-AE99-F2325E0AB498}" destId="{B0EAA89B-2C9F-488F-B0AF-134E43D241D9}" srcOrd="0" destOrd="0" presId="urn:microsoft.com/office/officeart/2005/8/layout/hierarchy3"/>
    <dgm:cxn modelId="{76567CB3-8DCE-4938-809A-52238CC5B998}" type="presOf" srcId="{CEA622AB-0C7A-468A-B546-332CB1BAD1B5}" destId="{C69AF02E-F38F-456F-BE87-C073BBAE8898}" srcOrd="0" destOrd="0" presId="urn:microsoft.com/office/officeart/2005/8/layout/hierarchy3"/>
    <dgm:cxn modelId="{4D7B24B8-249B-41CB-B872-BE907E9EACF3}" srcId="{548BAE5A-B922-4A04-9B9A-55459F6991AE}" destId="{FC8A06A3-DB83-4CD6-B448-A2C91C91469C}" srcOrd="4" destOrd="0" parTransId="{D922B60A-9B17-4C59-A7BF-85DA1191F21C}" sibTransId="{3252BC60-5A56-457A-A358-EB1BFD2FFC98}"/>
    <dgm:cxn modelId="{A9D641B8-B476-4D17-95AE-B88F7C53E539}" type="presOf" srcId="{F31DDD17-B24E-4C94-9A6D-87ECC81DF1CF}" destId="{E720B441-BEDC-4F80-A751-B8F396FB61D8}" srcOrd="0" destOrd="0" presId="urn:microsoft.com/office/officeart/2005/8/layout/hierarchy3"/>
    <dgm:cxn modelId="{13679BB8-8BE5-471E-8036-524E91A8AC92}" srcId="{35973823-ADC9-44E5-903B-905BE37F8326}" destId="{5A6F6709-94AA-4D7D-8500-CD00952C1074}" srcOrd="9" destOrd="0" parTransId="{E9FFB820-E64D-4271-B4CC-6AA943860A6B}" sibTransId="{C6508E88-9B6B-4A18-8032-BBBC3FFCFB02}"/>
    <dgm:cxn modelId="{DCD8A5B8-4E78-4954-AF6B-42DB490B3AE0}" type="presOf" srcId="{43001020-FF65-43B2-9FBA-8B54B6EB0140}" destId="{99BEE858-DDF2-4311-B627-B8C49A1D3FF6}" srcOrd="0" destOrd="0" presId="urn:microsoft.com/office/officeart/2005/8/layout/hierarchy3"/>
    <dgm:cxn modelId="{52C678B9-0B9B-4A3C-A6EF-400CEE9FA30C}" type="presOf" srcId="{850DE0D0-711F-4ED6-AD58-DF23377D4ED0}" destId="{05A07308-AC28-426D-93ED-5DB6A1EE0054}" srcOrd="0" destOrd="0" presId="urn:microsoft.com/office/officeart/2005/8/layout/hierarchy3"/>
    <dgm:cxn modelId="{81D9B1B9-139A-4C55-9321-526B4783F8BE}" type="presOf" srcId="{6C8624F9-88CC-4C8C-949B-8F73597D6FEF}" destId="{0DC20BC7-7E64-45BC-91FE-5FACAC3D0A82}" srcOrd="0" destOrd="0" presId="urn:microsoft.com/office/officeart/2005/8/layout/hierarchy3"/>
    <dgm:cxn modelId="{146041BA-DCE0-493E-AE73-B5A9C02170D4}" srcId="{38772E9B-0025-472F-A64F-99DD82934B74}" destId="{D86A2965-922C-48A6-A5AF-26964C2793FE}" srcOrd="7" destOrd="0" parTransId="{43001020-FF65-43B2-9FBA-8B54B6EB0140}" sibTransId="{752B5D36-F52B-4604-B662-E8E19C52E71B}"/>
    <dgm:cxn modelId="{095B01BB-9AF7-4E37-B99A-51F6AF3BD21D}" type="presOf" srcId="{4A480DED-77EE-4964-9680-3939D7680A8C}" destId="{6C2328A6-DEED-443F-8E5A-F0198B831BAC}" srcOrd="0" destOrd="0" presId="urn:microsoft.com/office/officeart/2005/8/layout/hierarchy3"/>
    <dgm:cxn modelId="{1104B6BD-AE28-4F4B-A95A-327A2BF4DCA6}" type="presOf" srcId="{1BB1F29C-63AE-4824-9842-8ED7236C62C3}" destId="{029D36CB-EDFD-43E6-81A3-91928BBEAF5C}" srcOrd="0" destOrd="0" presId="urn:microsoft.com/office/officeart/2005/8/layout/hierarchy3"/>
    <dgm:cxn modelId="{B3C609BE-98E9-47CE-8437-662BAB2F177B}" type="presOf" srcId="{B5590BB2-AABC-4431-A185-780BD203B703}" destId="{C8B2F7D9-D0FE-4C98-A392-651EE0F31E49}" srcOrd="0" destOrd="0" presId="urn:microsoft.com/office/officeart/2005/8/layout/hierarchy3"/>
    <dgm:cxn modelId="{06A5F2BF-FC37-4415-A361-C5091E5ECD56}" type="presOf" srcId="{5BF7973C-981F-41DD-9F25-1683F5550B3D}" destId="{58287357-04D8-4E97-BB27-899AED24F3D7}" srcOrd="0" destOrd="0" presId="urn:microsoft.com/office/officeart/2005/8/layout/hierarchy3"/>
    <dgm:cxn modelId="{CA593CC1-B2CB-4073-837B-D68668FD6DB4}" srcId="{C9AF06CD-9362-4958-A954-530AAF601244}" destId="{B05944F1-9F05-4FDE-9A75-F7363AEA2676}" srcOrd="2" destOrd="0" parTransId="{EF1BED5A-94D9-404E-A5D0-8FFFBCF955CF}" sibTransId="{2A322E85-4F57-453F-A538-D297707A9D99}"/>
    <dgm:cxn modelId="{1BAAA4C1-4418-43E1-8D75-A2004F6A7D17}" type="presOf" srcId="{78FA59C7-0DB2-47FD-8B50-6DF50360BAD2}" destId="{1DB632A0-CC22-40F6-95F1-1DFF80973CD7}" srcOrd="0" destOrd="0" presId="urn:microsoft.com/office/officeart/2005/8/layout/hierarchy3"/>
    <dgm:cxn modelId="{1821EAC1-DF21-4E31-9822-803291029870}" type="presOf" srcId="{01908B41-7E26-4523-B98D-6CC400858FC6}" destId="{D6984842-8A67-40F9-9BBF-E333012CAFD4}" srcOrd="0" destOrd="0" presId="urn:microsoft.com/office/officeart/2005/8/layout/hierarchy3"/>
    <dgm:cxn modelId="{66FEC7C5-FFF3-4F6C-AFEF-5A310742437E}" type="presOf" srcId="{03522DB8-5F56-402B-9084-32E259E96BB1}" destId="{82CC76CF-CDB2-4EAB-A070-9E021EC08204}" srcOrd="0" destOrd="0" presId="urn:microsoft.com/office/officeart/2005/8/layout/hierarchy3"/>
    <dgm:cxn modelId="{F6206CC6-8C87-4B64-AC34-A707E81BB910}" type="presOf" srcId="{F0AAA8E4-C6CD-4A99-A9B8-AB3399DCE6F4}" destId="{E6BFDADB-F3F2-42A4-82B5-320B5D225788}" srcOrd="0" destOrd="0" presId="urn:microsoft.com/office/officeart/2005/8/layout/hierarchy3"/>
    <dgm:cxn modelId="{3A1A5AC9-5602-4314-8D26-23F3C9F0BD6E}" srcId="{C9AF06CD-9362-4958-A954-530AAF601244}" destId="{3709D1A0-0159-4E9A-969C-E619CAD7A972}" srcOrd="0" destOrd="0" parTransId="{FCC17158-6D9C-454A-88C7-EF3DB5F771BA}" sibTransId="{6C4124E4-6936-4885-A16F-5C6EF38E51AB}"/>
    <dgm:cxn modelId="{7CC27CCB-7DE4-426B-A6A4-BBBD01BE0417}" type="presOf" srcId="{548BAE5A-B922-4A04-9B9A-55459F6991AE}" destId="{FC7BA469-0576-4F1B-AFE1-4733BF53779C}" srcOrd="1" destOrd="0" presId="urn:microsoft.com/office/officeart/2005/8/layout/hierarchy3"/>
    <dgm:cxn modelId="{5D68F2CD-EE1D-4471-A4B1-4666AB894F3C}" type="presOf" srcId="{48C17E12-7DCF-4C3E-882B-2DEE3191A3D0}" destId="{9E4F4C99-5FCB-45E9-8156-E0BF62E32153}" srcOrd="0" destOrd="0" presId="urn:microsoft.com/office/officeart/2005/8/layout/hierarchy3"/>
    <dgm:cxn modelId="{42EEA3CE-8CF5-42B4-8094-C964C5FEBE4D}" type="presOf" srcId="{8820FB27-050D-4CD2-AB27-8E5866DB1C5A}" destId="{EECD5FCC-A184-4A28-8CB8-D88DD9CAA04F}" srcOrd="0" destOrd="0" presId="urn:microsoft.com/office/officeart/2005/8/layout/hierarchy3"/>
    <dgm:cxn modelId="{D396A8D3-8573-490E-A7E0-C9727BE41326}" type="presOf" srcId="{DC3CEE3C-5180-4A7C-B34E-03580CE3322F}" destId="{936E2243-90FD-4836-96CF-22988DE089BF}" srcOrd="0" destOrd="0" presId="urn:microsoft.com/office/officeart/2005/8/layout/hierarchy3"/>
    <dgm:cxn modelId="{F02339D4-8EE4-4ABC-9748-8EE2DEDF6628}" type="presOf" srcId="{11484642-1412-4A76-BB76-8AA1D00F4EAD}" destId="{52393983-AD39-4D03-A365-6CDC41FF93FA}" srcOrd="0" destOrd="0" presId="urn:microsoft.com/office/officeart/2005/8/layout/hierarchy3"/>
    <dgm:cxn modelId="{B5AF7CD4-6FD1-4386-8126-AA2053F46738}" srcId="{38772E9B-0025-472F-A64F-99DD82934B74}" destId="{CEA622AB-0C7A-468A-B546-332CB1BAD1B5}" srcOrd="10" destOrd="0" parTransId="{10411FAE-8025-4602-AAA6-E04D1646C5B6}" sibTransId="{1F82F599-A0C3-4F9E-B43D-4525C14B6007}"/>
    <dgm:cxn modelId="{339A93D4-3D8C-45F1-BC7D-5FDD9926F3B6}" srcId="{38772E9B-0025-472F-A64F-99DD82934B74}" destId="{39909815-F79E-4220-A3A9-8E65E87BC13F}" srcOrd="11" destOrd="0" parTransId="{60EFEFB2-1241-4FE2-A5AA-8AFF7D886C04}" sibTransId="{D02F3476-F5EE-474C-A431-B67507E18BAC}"/>
    <dgm:cxn modelId="{A2F125D5-5AC3-4347-95F8-14125CA533D8}" type="presOf" srcId="{38DE84D0-0FE1-4138-9D42-05650ADE1A80}" destId="{25BB6C47-E65B-4165-9AB5-4883B2867A8C}" srcOrd="0" destOrd="0" presId="urn:microsoft.com/office/officeart/2005/8/layout/hierarchy3"/>
    <dgm:cxn modelId="{2BD60BD6-D001-4E69-B9BA-9D4335990293}" type="presOf" srcId="{58A9905D-56A2-4177-8941-A1C959BC3867}" destId="{DAC84F30-7DB4-43BA-9C32-240391E03113}" srcOrd="0" destOrd="0" presId="urn:microsoft.com/office/officeart/2005/8/layout/hierarchy3"/>
    <dgm:cxn modelId="{7AC61DD7-F894-46BA-8CFE-C9A206D225BF}" type="presOf" srcId="{86115A41-5BE5-43D9-966C-71B9A3B07392}" destId="{0264F852-CB61-4786-9619-744CD408E144}" srcOrd="0" destOrd="0" presId="urn:microsoft.com/office/officeart/2005/8/layout/hierarchy3"/>
    <dgm:cxn modelId="{8F2D63D7-75BE-4696-8770-D2EDF055B321}" type="presOf" srcId="{7687D4FB-5C37-4948-8718-D6A6A925FA6A}" destId="{A276DB53-4E40-476C-BA29-DFDD1A63E39B}" srcOrd="0" destOrd="0" presId="urn:microsoft.com/office/officeart/2005/8/layout/hierarchy3"/>
    <dgm:cxn modelId="{703797D9-ED34-4B07-AB8B-801BBB5FF38B}" srcId="{7BB9E301-CB67-4658-A79F-CA4BF5C5FDFC}" destId="{8E126A6A-2781-48F1-A17D-335C999A6838}" srcOrd="3" destOrd="0" parTransId="{58A9905D-56A2-4177-8941-A1C959BC3867}" sibTransId="{236491A1-E524-44FC-8F86-0DF5700C22AA}"/>
    <dgm:cxn modelId="{B4ED74DC-CAAE-446E-8A24-2A658834786D}" srcId="{38772E9B-0025-472F-A64F-99DD82934B74}" destId="{51D51245-D03C-4FF4-96CC-CCF8E2188CC8}" srcOrd="8" destOrd="0" parTransId="{9F291129-CBD3-4E95-9A6B-C97FA1A36003}" sibTransId="{531E4CB3-AD46-4B97-AA0F-FC8B022035A2}"/>
    <dgm:cxn modelId="{0B2811DE-F179-4D9A-A2E8-DA8BF805830C}" srcId="{35973823-ADC9-44E5-903B-905BE37F8326}" destId="{03087347-65F9-4D3E-94BB-E6E332970B97}" srcOrd="12" destOrd="0" parTransId="{62C1CA3B-63E0-48C6-A896-5A9433002F74}" sibTransId="{C12D6F66-CFEA-4A86-92CD-99FF8BA3145B}"/>
    <dgm:cxn modelId="{E95B2CE1-B0F8-47BE-80B3-57A0A9A62CCD}" srcId="{38772E9B-0025-472F-A64F-99DD82934B74}" destId="{F31DDD17-B24E-4C94-9A6D-87ECC81DF1CF}" srcOrd="9" destOrd="0" parTransId="{CF0BE247-2B2E-4127-BA30-2B40292FDE83}" sibTransId="{950C2846-C1DC-43DF-8A3A-F8790EB8456A}"/>
    <dgm:cxn modelId="{6EDC9EE1-E107-4F4E-A13E-B6E1A9E4C49E}" srcId="{11484642-1412-4A76-BB76-8AA1D00F4EAD}" destId="{511614F0-EF20-4B2B-98B1-5E706833D66D}" srcOrd="2" destOrd="0" parTransId="{375630C7-A052-42AA-81DC-B62DFC242279}" sibTransId="{5C5032F3-8016-4314-8B37-0458E9893E11}"/>
    <dgm:cxn modelId="{0095C0E1-41C1-453A-8B3C-8D47DD08C39D}" type="presOf" srcId="{D0CE11BC-F643-4187-BA86-8221734CA544}" destId="{7B9E0A60-7121-41FA-9AC0-5C0E647ACAF3}" srcOrd="0" destOrd="0" presId="urn:microsoft.com/office/officeart/2005/8/layout/hierarchy3"/>
    <dgm:cxn modelId="{96D682E2-D9AE-4518-A8C4-FD8C31B2C642}" type="presOf" srcId="{9F291129-CBD3-4E95-9A6B-C97FA1A36003}" destId="{54F3BF60-0615-4E38-A8BB-C624AF3F382A}" srcOrd="0" destOrd="0" presId="urn:microsoft.com/office/officeart/2005/8/layout/hierarchy3"/>
    <dgm:cxn modelId="{0FD20FE3-393F-4BD2-9836-F3341E4BCC07}" type="presOf" srcId="{266510E9-0D6B-477C-A7F4-40BFBC8C9BEA}" destId="{A4AAB221-909F-4D81-9784-2977DB38DF17}" srcOrd="0" destOrd="0" presId="urn:microsoft.com/office/officeart/2005/8/layout/hierarchy3"/>
    <dgm:cxn modelId="{7E0920E5-F91C-410E-B1AB-90A9CCFAA95C}" srcId="{38772E9B-0025-472F-A64F-99DD82934B74}" destId="{92E9E104-AF0E-4BA7-871E-7F7AC22E7521}" srcOrd="0" destOrd="0" parTransId="{1DA0E241-CCE2-4042-BFBA-6738A201FB9D}" sibTransId="{7DD0D55A-0C73-40F0-A16A-2D80E10375E1}"/>
    <dgm:cxn modelId="{CD039EE5-9516-4DC4-9A14-46C6E80FB591}" type="presOf" srcId="{B4746960-D5FB-4925-875E-64226DC94CFE}" destId="{5125D661-9B0E-4D02-9BF7-32104E1B8210}" srcOrd="0" destOrd="0" presId="urn:microsoft.com/office/officeart/2005/8/layout/hierarchy3"/>
    <dgm:cxn modelId="{1852BAE6-BAF9-4072-8630-508BB070C117}" srcId="{7BB9E301-CB67-4658-A79F-CA4BF5C5FDFC}" destId="{672C8129-AA04-410E-A7B1-3CFCBD07DD9F}" srcOrd="6" destOrd="0" parTransId="{850DE0D0-711F-4ED6-AD58-DF23377D4ED0}" sibTransId="{966E9A98-7718-4748-A47A-38DA7065C51B}"/>
    <dgm:cxn modelId="{6DA06EE7-591D-4DF5-A45E-8792C8E6C9A5}" type="presOf" srcId="{CF0BE247-2B2E-4127-BA30-2B40292FDE83}" destId="{1303EC3B-4C78-4278-BDB6-271F4FE6B73A}" srcOrd="0" destOrd="0" presId="urn:microsoft.com/office/officeart/2005/8/layout/hierarchy3"/>
    <dgm:cxn modelId="{3B44E2EC-86A7-459B-B3EF-09B94A213E2B}" type="presOf" srcId="{957BC782-C311-4772-B195-F038FD422E82}" destId="{747BABC4-84D7-4882-BD64-5759CEEDF562}" srcOrd="0" destOrd="0" presId="urn:microsoft.com/office/officeart/2005/8/layout/hierarchy3"/>
    <dgm:cxn modelId="{02505BED-29DB-4F96-8F96-BF3647EA7E33}" srcId="{548BAE5A-B922-4A04-9B9A-55459F6991AE}" destId="{4A480DED-77EE-4964-9680-3939D7680A8C}" srcOrd="1" destOrd="0" parTransId="{6C8624F9-88CC-4C8C-949B-8F73597D6FEF}" sibTransId="{1EF85E9C-7F09-430A-A69D-B6B76D5C16DB}"/>
    <dgm:cxn modelId="{DF57ADEE-EA6E-4A47-9017-F08EB18D5CD9}" type="presOf" srcId="{36227250-22E3-4C32-9BF5-3F7E47FF6669}" destId="{4873D770-E80A-4B86-9359-604A670CD448}" srcOrd="0" destOrd="0" presId="urn:microsoft.com/office/officeart/2005/8/layout/hierarchy3"/>
    <dgm:cxn modelId="{FC5E08EF-8CC3-4DD3-BBD9-FC2D57A25939}" srcId="{38772E9B-0025-472F-A64F-99DD82934B74}" destId="{130299F7-6545-4FBD-B89D-AAD84F58B044}" srcOrd="12" destOrd="0" parTransId="{2295B8FF-44E9-400A-9CFF-500093FF260D}" sibTransId="{CD0364C4-E52F-4D62-95A7-FBEF2A8D7D62}"/>
    <dgm:cxn modelId="{24C56FEF-2154-4D32-BBDE-C830C25505D1}" type="presOf" srcId="{35973823-ADC9-44E5-903B-905BE37F8326}" destId="{0691A92A-F060-49B7-A552-3111C7FFD37D}" srcOrd="0" destOrd="0" presId="urn:microsoft.com/office/officeart/2005/8/layout/hierarchy3"/>
    <dgm:cxn modelId="{220780F0-8214-41E2-ABC7-422665A34618}" srcId="{7BB9E301-CB67-4658-A79F-CA4BF5C5FDFC}" destId="{75ADD083-B409-44FB-8DB9-045C0DD122E0}" srcOrd="5" destOrd="0" parTransId="{7DE18C4A-38CE-404B-86E2-FC2938651234}" sibTransId="{83082B08-AE16-49CC-8C44-04697184FEBD}"/>
    <dgm:cxn modelId="{277975F3-BC27-44DA-BC21-7BF2A0383997}" srcId="{38772E9B-0025-472F-A64F-99DD82934B74}" destId="{5BF7973C-981F-41DD-9F25-1683F5550B3D}" srcOrd="1" destOrd="0" parTransId="{3E424B2B-CDEF-4A81-9751-5F7D3D6F873C}" sibTransId="{291F9C2C-14E1-4BFE-AD17-FA759A0B2AD1}"/>
    <dgm:cxn modelId="{9825FEF3-0BE6-4FC6-94EF-910920D8ED22}" type="presOf" srcId="{11484642-1412-4A76-BB76-8AA1D00F4EAD}" destId="{5B1D7D47-CBD8-40CD-B139-ECD69886FE35}" srcOrd="1" destOrd="0" presId="urn:microsoft.com/office/officeart/2005/8/layout/hierarchy3"/>
    <dgm:cxn modelId="{83820EF4-F715-4002-99B5-D32620B4FC44}" type="presOf" srcId="{D43B64C7-803D-4545-80AB-CBAA84D375AA}" destId="{84BA5E35-0E1E-46DF-856C-989580E91153}" srcOrd="0" destOrd="0" presId="urn:microsoft.com/office/officeart/2005/8/layout/hierarchy3"/>
    <dgm:cxn modelId="{9A146FF4-E4F8-4AB9-9AAA-D3214E838EBB}" type="presOf" srcId="{EE872F26-397D-4C40-9BAE-2FF95E18D58C}" destId="{1E67952F-F4EA-4C92-AB8D-3F7C896571C2}" srcOrd="0" destOrd="0" presId="urn:microsoft.com/office/officeart/2005/8/layout/hierarchy3"/>
    <dgm:cxn modelId="{004223F5-5DE2-4AC8-8FFB-823DB9D99BFF}" type="presOf" srcId="{62C1CA3B-63E0-48C6-A896-5A9433002F74}" destId="{02307ACA-4FE9-4D80-8148-CD8B0120ABFB}" srcOrd="0" destOrd="0" presId="urn:microsoft.com/office/officeart/2005/8/layout/hierarchy3"/>
    <dgm:cxn modelId="{F509ACF7-54F7-44D1-B544-FEBD37D6B5F4}" type="presOf" srcId="{38772E9B-0025-472F-A64F-99DD82934B74}" destId="{7DDBFD76-939E-461E-A436-7F2D1AC11CE6}" srcOrd="1" destOrd="0" presId="urn:microsoft.com/office/officeart/2005/8/layout/hierarchy3"/>
    <dgm:cxn modelId="{C0AEB4F7-3B63-4B29-9168-62B256E0B4B6}" type="presOf" srcId="{DC2069B4-4253-4C55-BA52-480E47F04728}" destId="{00F36D22-4021-46EC-88B2-BEB32DB1C8C8}" srcOrd="0" destOrd="0" presId="urn:microsoft.com/office/officeart/2005/8/layout/hierarchy3"/>
    <dgm:cxn modelId="{19B0B5FA-D260-4406-9501-ABBCC54738D6}" type="presOf" srcId="{39909815-F79E-4220-A3A9-8E65E87BC13F}" destId="{4B042221-24A9-431C-A847-C2FF16635356}" srcOrd="0" destOrd="0" presId="urn:microsoft.com/office/officeart/2005/8/layout/hierarchy3"/>
    <dgm:cxn modelId="{499311FD-F16E-460A-B0E8-C7C62A3303F6}" type="presOf" srcId="{375630C7-A052-42AA-81DC-B62DFC242279}" destId="{4738DFC3-A04D-44DF-A7A5-702F8CD6E6BA}" srcOrd="0" destOrd="0" presId="urn:microsoft.com/office/officeart/2005/8/layout/hierarchy3"/>
    <dgm:cxn modelId="{A35D4004-50C4-40C6-BA64-A2C9062BD83E}" type="presParOf" srcId="{487CFD5C-82A0-4988-BFDB-3E8E7DD1EE9E}" destId="{A45CDA16-9787-4A22-B356-53A9DB068ADB}" srcOrd="0" destOrd="0" presId="urn:microsoft.com/office/officeart/2005/8/layout/hierarchy3"/>
    <dgm:cxn modelId="{71432895-11F1-47D4-B459-F7FCD9C57433}" type="presParOf" srcId="{A45CDA16-9787-4A22-B356-53A9DB068ADB}" destId="{012B141F-AF85-4E7E-A227-9E6D51A05CAE}" srcOrd="0" destOrd="0" presId="urn:microsoft.com/office/officeart/2005/8/layout/hierarchy3"/>
    <dgm:cxn modelId="{D8EF1ADC-B472-4853-A16D-A1537F0A57E3}" type="presParOf" srcId="{012B141F-AF85-4E7E-A227-9E6D51A05CAE}" destId="{52393983-AD39-4D03-A365-6CDC41FF93FA}" srcOrd="0" destOrd="0" presId="urn:microsoft.com/office/officeart/2005/8/layout/hierarchy3"/>
    <dgm:cxn modelId="{0158524D-75F0-46BD-87AC-93A0A11C8627}" type="presParOf" srcId="{012B141F-AF85-4E7E-A227-9E6D51A05CAE}" destId="{5B1D7D47-CBD8-40CD-B139-ECD69886FE35}" srcOrd="1" destOrd="0" presId="urn:microsoft.com/office/officeart/2005/8/layout/hierarchy3"/>
    <dgm:cxn modelId="{A6B39FAA-9744-4C0C-9D0F-C706972E1FB6}" type="presParOf" srcId="{A45CDA16-9787-4A22-B356-53A9DB068ADB}" destId="{0F392141-D5C8-45CF-B051-10C739CB38B2}" srcOrd="1" destOrd="0" presId="urn:microsoft.com/office/officeart/2005/8/layout/hierarchy3"/>
    <dgm:cxn modelId="{85FAA486-E2D2-4D41-B19C-3FAF5E8942E3}" type="presParOf" srcId="{0F392141-D5C8-45CF-B051-10C739CB38B2}" destId="{9E4F4C99-5FCB-45E9-8156-E0BF62E32153}" srcOrd="0" destOrd="0" presId="urn:microsoft.com/office/officeart/2005/8/layout/hierarchy3"/>
    <dgm:cxn modelId="{C64F4DD7-02A6-42A2-9020-96E059592F20}" type="presParOf" srcId="{0F392141-D5C8-45CF-B051-10C739CB38B2}" destId="{EC8E08DB-FA9E-4CDE-9A4E-9520E1FE44AF}" srcOrd="1" destOrd="0" presId="urn:microsoft.com/office/officeart/2005/8/layout/hierarchy3"/>
    <dgm:cxn modelId="{59113945-71DE-426D-A095-6EBACB17154A}" type="presParOf" srcId="{0F392141-D5C8-45CF-B051-10C739CB38B2}" destId="{1DB632A0-CC22-40F6-95F1-1DFF80973CD7}" srcOrd="2" destOrd="0" presId="urn:microsoft.com/office/officeart/2005/8/layout/hierarchy3"/>
    <dgm:cxn modelId="{12AC10B4-F738-40D8-A4A3-76F2CA80A27A}" type="presParOf" srcId="{0F392141-D5C8-45CF-B051-10C739CB38B2}" destId="{CEBA5262-CC6F-4D1C-9739-2569B76A2BB0}" srcOrd="3" destOrd="0" presId="urn:microsoft.com/office/officeart/2005/8/layout/hierarchy3"/>
    <dgm:cxn modelId="{AC4B0876-0DF3-4505-A4B2-2E8AAB740464}" type="presParOf" srcId="{0F392141-D5C8-45CF-B051-10C739CB38B2}" destId="{4738DFC3-A04D-44DF-A7A5-702F8CD6E6BA}" srcOrd="4" destOrd="0" presId="urn:microsoft.com/office/officeart/2005/8/layout/hierarchy3"/>
    <dgm:cxn modelId="{743A9979-B7C5-4249-94B5-E7B76EA8BA6B}" type="presParOf" srcId="{0F392141-D5C8-45CF-B051-10C739CB38B2}" destId="{A751D26D-CF2F-4C9A-A700-743C4C6E95EC}" srcOrd="5" destOrd="0" presId="urn:microsoft.com/office/officeart/2005/8/layout/hierarchy3"/>
    <dgm:cxn modelId="{237ADDBC-60E2-4282-9121-E1F543BB2110}" type="presParOf" srcId="{0F392141-D5C8-45CF-B051-10C739CB38B2}" destId="{24A50372-BF7A-46AA-9641-57F834429A71}" srcOrd="6" destOrd="0" presId="urn:microsoft.com/office/officeart/2005/8/layout/hierarchy3"/>
    <dgm:cxn modelId="{14BCB074-DFA3-4743-9186-9AD4DDFA62C9}" type="presParOf" srcId="{0F392141-D5C8-45CF-B051-10C739CB38B2}" destId="{210FFFD5-79BF-4411-AF53-F914F537FB6C}" srcOrd="7" destOrd="0" presId="urn:microsoft.com/office/officeart/2005/8/layout/hierarchy3"/>
    <dgm:cxn modelId="{8AB7F12E-E61B-4025-BAD2-D8FF0FCD772F}" type="presParOf" srcId="{487CFD5C-82A0-4988-BFDB-3E8E7DD1EE9E}" destId="{AD2C52A7-BFB2-42DC-9CB3-D20C72D20649}" srcOrd="1" destOrd="0" presId="urn:microsoft.com/office/officeart/2005/8/layout/hierarchy3"/>
    <dgm:cxn modelId="{98E4323C-9553-4FE5-87CE-D0B9860736CF}" type="presParOf" srcId="{AD2C52A7-BFB2-42DC-9CB3-D20C72D20649}" destId="{8CBB034D-6916-4D84-9B8A-8270E27758DA}" srcOrd="0" destOrd="0" presId="urn:microsoft.com/office/officeart/2005/8/layout/hierarchy3"/>
    <dgm:cxn modelId="{DFA0DDEF-C191-419D-A067-2C1890A12F83}" type="presParOf" srcId="{8CBB034D-6916-4D84-9B8A-8270E27758DA}" destId="{0691A92A-F060-49B7-A552-3111C7FFD37D}" srcOrd="0" destOrd="0" presId="urn:microsoft.com/office/officeart/2005/8/layout/hierarchy3"/>
    <dgm:cxn modelId="{815B5154-5CFD-4570-97C4-47328B07B5A4}" type="presParOf" srcId="{8CBB034D-6916-4D84-9B8A-8270E27758DA}" destId="{C6F82AF5-2C8A-4D40-8BEC-4B69277FED2B}" srcOrd="1" destOrd="0" presId="urn:microsoft.com/office/officeart/2005/8/layout/hierarchy3"/>
    <dgm:cxn modelId="{E106FE04-D61C-45B7-B0F0-8EB7CA88CD00}" type="presParOf" srcId="{AD2C52A7-BFB2-42DC-9CB3-D20C72D20649}" destId="{7AE039DE-01A9-4DEC-82A4-A3CFA131F2BF}" srcOrd="1" destOrd="0" presId="urn:microsoft.com/office/officeart/2005/8/layout/hierarchy3"/>
    <dgm:cxn modelId="{363A8B35-EF6A-4C37-B550-0A245BCD0653}" type="presParOf" srcId="{7AE039DE-01A9-4DEC-82A4-A3CFA131F2BF}" destId="{7D0B856D-40DF-4088-8D8E-7C0D9386682E}" srcOrd="0" destOrd="0" presId="urn:microsoft.com/office/officeart/2005/8/layout/hierarchy3"/>
    <dgm:cxn modelId="{5EF0597D-7DE7-4190-9C17-0DA36AB074DF}" type="presParOf" srcId="{7AE039DE-01A9-4DEC-82A4-A3CFA131F2BF}" destId="{F0FB2447-F469-473F-BB46-52D7AF19048D}" srcOrd="1" destOrd="0" presId="urn:microsoft.com/office/officeart/2005/8/layout/hierarchy3"/>
    <dgm:cxn modelId="{2A0C7854-EF84-4108-A592-B78E78B813B6}" type="presParOf" srcId="{7AE039DE-01A9-4DEC-82A4-A3CFA131F2BF}" destId="{3C2BBE2A-467B-436E-9F1F-7D35B9E84A6A}" srcOrd="2" destOrd="0" presId="urn:microsoft.com/office/officeart/2005/8/layout/hierarchy3"/>
    <dgm:cxn modelId="{64A8CCB7-E5F5-4127-82FE-C0B5A6DC89F8}" type="presParOf" srcId="{7AE039DE-01A9-4DEC-82A4-A3CFA131F2BF}" destId="{832D968D-69F0-47E6-816C-E8E0DE0B866A}" srcOrd="3" destOrd="0" presId="urn:microsoft.com/office/officeart/2005/8/layout/hierarchy3"/>
    <dgm:cxn modelId="{911482AB-FEB2-4EFB-9F4F-84E1E37D644D}" type="presParOf" srcId="{7AE039DE-01A9-4DEC-82A4-A3CFA131F2BF}" destId="{00F36D22-4021-46EC-88B2-BEB32DB1C8C8}" srcOrd="4" destOrd="0" presId="urn:microsoft.com/office/officeart/2005/8/layout/hierarchy3"/>
    <dgm:cxn modelId="{60AA0EAE-4A4F-4283-8D28-777970A5A048}" type="presParOf" srcId="{7AE039DE-01A9-4DEC-82A4-A3CFA131F2BF}" destId="{16FB561A-5B9C-45B0-B44B-CFAE4D2A7945}" srcOrd="5" destOrd="0" presId="urn:microsoft.com/office/officeart/2005/8/layout/hierarchy3"/>
    <dgm:cxn modelId="{17F793C4-8FC5-4EAD-8F5C-57873A6FAA8F}" type="presParOf" srcId="{7AE039DE-01A9-4DEC-82A4-A3CFA131F2BF}" destId="{B2B53CE6-CC33-4E53-9518-CC1323088B79}" srcOrd="6" destOrd="0" presId="urn:microsoft.com/office/officeart/2005/8/layout/hierarchy3"/>
    <dgm:cxn modelId="{02A22A53-58F4-4DC9-9FC4-BBDA50B89E1C}" type="presParOf" srcId="{7AE039DE-01A9-4DEC-82A4-A3CFA131F2BF}" destId="{D6984842-8A67-40F9-9BBF-E333012CAFD4}" srcOrd="7" destOrd="0" presId="urn:microsoft.com/office/officeart/2005/8/layout/hierarchy3"/>
    <dgm:cxn modelId="{B5AAAD61-CCC2-4AEF-BDFC-6CBC3D2602F1}" type="presParOf" srcId="{7AE039DE-01A9-4DEC-82A4-A3CFA131F2BF}" destId="{25BB6C47-E65B-4165-9AB5-4883B2867A8C}" srcOrd="8" destOrd="0" presId="urn:microsoft.com/office/officeart/2005/8/layout/hierarchy3"/>
    <dgm:cxn modelId="{90C28438-DB31-49F0-B0AD-E8457A56F676}" type="presParOf" srcId="{7AE039DE-01A9-4DEC-82A4-A3CFA131F2BF}" destId="{E18E893D-709B-43B1-9996-435BBE557998}" srcOrd="9" destOrd="0" presId="urn:microsoft.com/office/officeart/2005/8/layout/hierarchy3"/>
    <dgm:cxn modelId="{7FA8025E-7D9F-42A1-8A5D-0D257A3FC433}" type="presParOf" srcId="{7AE039DE-01A9-4DEC-82A4-A3CFA131F2BF}" destId="{D5746C1A-BF1B-45CA-BD04-539F3003AC77}" srcOrd="10" destOrd="0" presId="urn:microsoft.com/office/officeart/2005/8/layout/hierarchy3"/>
    <dgm:cxn modelId="{9FBC3ACB-1EAA-43A3-B4D9-3366C1656B55}" type="presParOf" srcId="{7AE039DE-01A9-4DEC-82A4-A3CFA131F2BF}" destId="{093179E9-1138-4B3B-AD06-ABB0357BD24F}" srcOrd="11" destOrd="0" presId="urn:microsoft.com/office/officeart/2005/8/layout/hierarchy3"/>
    <dgm:cxn modelId="{379A9313-18D7-4F4F-9A62-82B3F4E0B800}" type="presParOf" srcId="{7AE039DE-01A9-4DEC-82A4-A3CFA131F2BF}" destId="{C8B2F7D9-D0FE-4C98-A392-651EE0F31E49}" srcOrd="12" destOrd="0" presId="urn:microsoft.com/office/officeart/2005/8/layout/hierarchy3"/>
    <dgm:cxn modelId="{D8497759-BD8D-4D32-807E-FAE3C4ED5827}" type="presParOf" srcId="{7AE039DE-01A9-4DEC-82A4-A3CFA131F2BF}" destId="{E0795796-7D0B-45FF-B269-77E8CFACF81D}" srcOrd="13" destOrd="0" presId="urn:microsoft.com/office/officeart/2005/8/layout/hierarchy3"/>
    <dgm:cxn modelId="{4186487F-2B61-4939-96C4-3542E35C5BF5}" type="presParOf" srcId="{7AE039DE-01A9-4DEC-82A4-A3CFA131F2BF}" destId="{B0EAA89B-2C9F-488F-B0AF-134E43D241D9}" srcOrd="14" destOrd="0" presId="urn:microsoft.com/office/officeart/2005/8/layout/hierarchy3"/>
    <dgm:cxn modelId="{970622C3-F511-4C4F-8E2A-13E613BCE163}" type="presParOf" srcId="{7AE039DE-01A9-4DEC-82A4-A3CFA131F2BF}" destId="{0264F852-CB61-4786-9619-744CD408E144}" srcOrd="15" destOrd="0" presId="urn:microsoft.com/office/officeart/2005/8/layout/hierarchy3"/>
    <dgm:cxn modelId="{C876AC77-F3E3-40E0-80AD-0CCC5CE72878}" type="presParOf" srcId="{7AE039DE-01A9-4DEC-82A4-A3CFA131F2BF}" destId="{5C80B08F-E0A7-47C9-B5E6-09F8383E2F5D}" srcOrd="16" destOrd="0" presId="urn:microsoft.com/office/officeart/2005/8/layout/hierarchy3"/>
    <dgm:cxn modelId="{7C429175-FB75-45B8-AE6C-C775F6A80F88}" type="presParOf" srcId="{7AE039DE-01A9-4DEC-82A4-A3CFA131F2BF}" destId="{D1A36072-1C0F-4270-A78A-ECE8C20BEF49}" srcOrd="17" destOrd="0" presId="urn:microsoft.com/office/officeart/2005/8/layout/hierarchy3"/>
    <dgm:cxn modelId="{17D2DCE7-F5F3-45E8-8BE1-FF6661169BC0}" type="presParOf" srcId="{7AE039DE-01A9-4DEC-82A4-A3CFA131F2BF}" destId="{A136091F-38A7-4209-8A7C-E90D18311416}" srcOrd="18" destOrd="0" presId="urn:microsoft.com/office/officeart/2005/8/layout/hierarchy3"/>
    <dgm:cxn modelId="{82241D73-BE0D-4615-81FA-17D162006906}" type="presParOf" srcId="{7AE039DE-01A9-4DEC-82A4-A3CFA131F2BF}" destId="{B751D328-744C-42A3-80C7-3A20DF85E29A}" srcOrd="19" destOrd="0" presId="urn:microsoft.com/office/officeart/2005/8/layout/hierarchy3"/>
    <dgm:cxn modelId="{EA39EB27-8A8A-426E-AE71-9F57017CA145}" type="presParOf" srcId="{7AE039DE-01A9-4DEC-82A4-A3CFA131F2BF}" destId="{EFD0B9AD-F493-480C-A301-007AF5FB9136}" srcOrd="20" destOrd="0" presId="urn:microsoft.com/office/officeart/2005/8/layout/hierarchy3"/>
    <dgm:cxn modelId="{35287EFB-294D-4B54-988D-0288CCF77FAF}" type="presParOf" srcId="{7AE039DE-01A9-4DEC-82A4-A3CFA131F2BF}" destId="{1A68D458-A506-4BAC-B5A3-D8E389BEB9FE}" srcOrd="21" destOrd="0" presId="urn:microsoft.com/office/officeart/2005/8/layout/hierarchy3"/>
    <dgm:cxn modelId="{12A1AE74-216F-46AF-8D51-530C2D036940}" type="presParOf" srcId="{7AE039DE-01A9-4DEC-82A4-A3CFA131F2BF}" destId="{CA6811CC-C21E-4EFE-A5BB-029BCD2A1B0C}" srcOrd="22" destOrd="0" presId="urn:microsoft.com/office/officeart/2005/8/layout/hierarchy3"/>
    <dgm:cxn modelId="{0C46D8D6-5B7A-4E96-BCD5-11BA7016A2F7}" type="presParOf" srcId="{7AE039DE-01A9-4DEC-82A4-A3CFA131F2BF}" destId="{79DFE6D4-6DD1-4E9F-981C-3EE4003811F7}" srcOrd="23" destOrd="0" presId="urn:microsoft.com/office/officeart/2005/8/layout/hierarchy3"/>
    <dgm:cxn modelId="{9F017AB6-F227-4E3E-BDD8-3E304F32FCEF}" type="presParOf" srcId="{7AE039DE-01A9-4DEC-82A4-A3CFA131F2BF}" destId="{02307ACA-4FE9-4D80-8148-CD8B0120ABFB}" srcOrd="24" destOrd="0" presId="urn:microsoft.com/office/officeart/2005/8/layout/hierarchy3"/>
    <dgm:cxn modelId="{D49E8329-54F6-4861-ABB0-B570D27B26A6}" type="presParOf" srcId="{7AE039DE-01A9-4DEC-82A4-A3CFA131F2BF}" destId="{54ADBEDB-1EE4-4996-B75C-47C02DC28371}" srcOrd="25" destOrd="0" presId="urn:microsoft.com/office/officeart/2005/8/layout/hierarchy3"/>
    <dgm:cxn modelId="{50C34A78-C947-4D9A-8373-2774B0375203}" type="presParOf" srcId="{7AE039DE-01A9-4DEC-82A4-A3CFA131F2BF}" destId="{747BABC4-84D7-4882-BD64-5759CEEDF562}" srcOrd="26" destOrd="0" presId="urn:microsoft.com/office/officeart/2005/8/layout/hierarchy3"/>
    <dgm:cxn modelId="{A4311A35-83E0-41E9-9255-834B37EA03DB}" type="presParOf" srcId="{7AE039DE-01A9-4DEC-82A4-A3CFA131F2BF}" destId="{E5E28453-B6E6-466F-A0D0-A612772E1C13}" srcOrd="27" destOrd="0" presId="urn:microsoft.com/office/officeart/2005/8/layout/hierarchy3"/>
    <dgm:cxn modelId="{5DF36C46-7E55-4D30-BBF0-58C65454E350}" type="presParOf" srcId="{487CFD5C-82A0-4988-BFDB-3E8E7DD1EE9E}" destId="{8C433600-D40B-4702-BD56-7C4C092EA562}" srcOrd="2" destOrd="0" presId="urn:microsoft.com/office/officeart/2005/8/layout/hierarchy3"/>
    <dgm:cxn modelId="{D11B3BA7-7356-4841-8174-226E39244CF6}" type="presParOf" srcId="{8C433600-D40B-4702-BD56-7C4C092EA562}" destId="{C0DA1CD9-1362-4EFC-B939-1D1C945527F1}" srcOrd="0" destOrd="0" presId="urn:microsoft.com/office/officeart/2005/8/layout/hierarchy3"/>
    <dgm:cxn modelId="{A6387F14-A0A6-4389-8420-622EAF0A31DB}" type="presParOf" srcId="{C0DA1CD9-1362-4EFC-B939-1D1C945527F1}" destId="{D40425DE-FC53-4C82-8AEC-E6422A82237F}" srcOrd="0" destOrd="0" presId="urn:microsoft.com/office/officeart/2005/8/layout/hierarchy3"/>
    <dgm:cxn modelId="{8C452808-0327-40B5-949F-7157F3162BB9}" type="presParOf" srcId="{C0DA1CD9-1362-4EFC-B939-1D1C945527F1}" destId="{CC21A49D-E786-4232-8B59-58DD9A59EA40}" srcOrd="1" destOrd="0" presId="urn:microsoft.com/office/officeart/2005/8/layout/hierarchy3"/>
    <dgm:cxn modelId="{5F1E62B8-30D7-43F8-AB3E-A99058971858}" type="presParOf" srcId="{8C433600-D40B-4702-BD56-7C4C092EA562}" destId="{D076AF92-822E-43B7-8D98-009C7F62BA46}" srcOrd="1" destOrd="0" presId="urn:microsoft.com/office/officeart/2005/8/layout/hierarchy3"/>
    <dgm:cxn modelId="{3D894446-19DC-467F-B453-666405B41F14}" type="presParOf" srcId="{D076AF92-822E-43B7-8D98-009C7F62BA46}" destId="{B8B2D19B-DFF2-4301-888C-5705965F4E7E}" srcOrd="0" destOrd="0" presId="urn:microsoft.com/office/officeart/2005/8/layout/hierarchy3"/>
    <dgm:cxn modelId="{7619CC28-F432-46A0-A819-EBBF1CD2B6C8}" type="presParOf" srcId="{D076AF92-822E-43B7-8D98-009C7F62BA46}" destId="{B0246A3C-40B5-43E7-92C8-FF3C90152DB4}" srcOrd="1" destOrd="0" presId="urn:microsoft.com/office/officeart/2005/8/layout/hierarchy3"/>
    <dgm:cxn modelId="{1E28FCA8-D244-4D80-BE79-B5F6C6D343ED}" type="presParOf" srcId="{D076AF92-822E-43B7-8D98-009C7F62BA46}" destId="{AF1D0DD3-B355-41EE-A083-9B43F25AC691}" srcOrd="2" destOrd="0" presId="urn:microsoft.com/office/officeart/2005/8/layout/hierarchy3"/>
    <dgm:cxn modelId="{7DB9B8D3-53FA-425F-85EF-08F4FCA79103}" type="presParOf" srcId="{D076AF92-822E-43B7-8D98-009C7F62BA46}" destId="{B59A15C4-FFD5-4A28-9FCC-7A1089B2A614}" srcOrd="3" destOrd="0" presId="urn:microsoft.com/office/officeart/2005/8/layout/hierarchy3"/>
    <dgm:cxn modelId="{E87AE222-7F53-462D-A4CA-E7E9E44C6755}" type="presParOf" srcId="{D076AF92-822E-43B7-8D98-009C7F62BA46}" destId="{701ED516-0356-4C80-A148-01830B89253F}" srcOrd="4" destOrd="0" presId="urn:microsoft.com/office/officeart/2005/8/layout/hierarchy3"/>
    <dgm:cxn modelId="{8F83B5FC-8FBC-4CF5-AA8A-58090406B0AA}" type="presParOf" srcId="{D076AF92-822E-43B7-8D98-009C7F62BA46}" destId="{65377F7D-2938-4B4B-ACEA-090307A689EE}" srcOrd="5" destOrd="0" presId="urn:microsoft.com/office/officeart/2005/8/layout/hierarchy3"/>
    <dgm:cxn modelId="{15EEF77C-3760-4805-ABFA-1996128B3DF8}" type="presParOf" srcId="{D076AF92-822E-43B7-8D98-009C7F62BA46}" destId="{4C423189-FB0B-4481-9E99-FC84516CA853}" srcOrd="6" destOrd="0" presId="urn:microsoft.com/office/officeart/2005/8/layout/hierarchy3"/>
    <dgm:cxn modelId="{80A29C3A-979C-4DE3-B12D-5BE7A378B595}" type="presParOf" srcId="{D076AF92-822E-43B7-8D98-009C7F62BA46}" destId="{5125D661-9B0E-4D02-9BF7-32104E1B8210}" srcOrd="7" destOrd="0" presId="urn:microsoft.com/office/officeart/2005/8/layout/hierarchy3"/>
    <dgm:cxn modelId="{FBE4E096-95B8-4A42-8D14-5BF1D42E9F5E}" type="presParOf" srcId="{D076AF92-822E-43B7-8D98-009C7F62BA46}" destId="{7D29C8F0-FC2B-45EF-96B7-03701A95EF5D}" srcOrd="8" destOrd="0" presId="urn:microsoft.com/office/officeart/2005/8/layout/hierarchy3"/>
    <dgm:cxn modelId="{40C1BEB9-A6AB-40D3-A90D-92C20D33407C}" type="presParOf" srcId="{D076AF92-822E-43B7-8D98-009C7F62BA46}" destId="{475F8575-6EA3-4160-958E-3B496FAEBBD1}" srcOrd="9" destOrd="0" presId="urn:microsoft.com/office/officeart/2005/8/layout/hierarchy3"/>
    <dgm:cxn modelId="{871D062C-A571-4A7E-B225-563C8F887279}" type="presParOf" srcId="{487CFD5C-82A0-4988-BFDB-3E8E7DD1EE9E}" destId="{290A80BF-6DF7-47A0-A66A-8695F0978097}" srcOrd="3" destOrd="0" presId="urn:microsoft.com/office/officeart/2005/8/layout/hierarchy3"/>
    <dgm:cxn modelId="{32E335D4-309E-4FE8-9787-2E55919909B1}" type="presParOf" srcId="{290A80BF-6DF7-47A0-A66A-8695F0978097}" destId="{68FC8919-AAC6-4686-9C9E-8E244175587A}" srcOrd="0" destOrd="0" presId="urn:microsoft.com/office/officeart/2005/8/layout/hierarchy3"/>
    <dgm:cxn modelId="{017ACFDD-F17B-4DB6-A695-C6EBC2878467}" type="presParOf" srcId="{68FC8919-AAC6-4686-9C9E-8E244175587A}" destId="{A11D1764-32E4-4577-B386-95B073A86705}" srcOrd="0" destOrd="0" presId="urn:microsoft.com/office/officeart/2005/8/layout/hierarchy3"/>
    <dgm:cxn modelId="{59175583-6AB6-4666-8974-D18EDD54BE5F}" type="presParOf" srcId="{68FC8919-AAC6-4686-9C9E-8E244175587A}" destId="{FC7BA469-0576-4F1B-AFE1-4733BF53779C}" srcOrd="1" destOrd="0" presId="urn:microsoft.com/office/officeart/2005/8/layout/hierarchy3"/>
    <dgm:cxn modelId="{C4B82C8E-616C-4E59-B797-B5DABB961A67}" type="presParOf" srcId="{290A80BF-6DF7-47A0-A66A-8695F0978097}" destId="{05A8CD0E-6DC1-4072-9BC3-916F9AEC909E}" srcOrd="1" destOrd="0" presId="urn:microsoft.com/office/officeart/2005/8/layout/hierarchy3"/>
    <dgm:cxn modelId="{13F68116-7182-4762-8468-E287D794AC25}" type="presParOf" srcId="{05A8CD0E-6DC1-4072-9BC3-916F9AEC909E}" destId="{3A00FFAA-4453-47F0-A704-3E25DB5C862C}" srcOrd="0" destOrd="0" presId="urn:microsoft.com/office/officeart/2005/8/layout/hierarchy3"/>
    <dgm:cxn modelId="{B4A166FC-91DB-4146-A7C5-21C54F8C7EC8}" type="presParOf" srcId="{05A8CD0E-6DC1-4072-9BC3-916F9AEC909E}" destId="{8352A506-A8B1-45D8-AE55-03F1ABA46DE7}" srcOrd="1" destOrd="0" presId="urn:microsoft.com/office/officeart/2005/8/layout/hierarchy3"/>
    <dgm:cxn modelId="{938CAA07-FDAB-4F4E-95DF-635F9CF700A4}" type="presParOf" srcId="{05A8CD0E-6DC1-4072-9BC3-916F9AEC909E}" destId="{0DC20BC7-7E64-45BC-91FE-5FACAC3D0A82}" srcOrd="2" destOrd="0" presId="urn:microsoft.com/office/officeart/2005/8/layout/hierarchy3"/>
    <dgm:cxn modelId="{2E9B6812-33A5-4D9A-839A-5843F676ADC9}" type="presParOf" srcId="{05A8CD0E-6DC1-4072-9BC3-916F9AEC909E}" destId="{6C2328A6-DEED-443F-8E5A-F0198B831BAC}" srcOrd="3" destOrd="0" presId="urn:microsoft.com/office/officeart/2005/8/layout/hierarchy3"/>
    <dgm:cxn modelId="{B5E4F256-6766-428F-844C-5691E64C2444}" type="presParOf" srcId="{05A8CD0E-6DC1-4072-9BC3-916F9AEC909E}" destId="{6E7BA79E-6AF1-49B5-993C-B961E8CBC48C}" srcOrd="4" destOrd="0" presId="urn:microsoft.com/office/officeart/2005/8/layout/hierarchy3"/>
    <dgm:cxn modelId="{822D772F-5D9A-4C24-B20B-A30588CBAA1D}" type="presParOf" srcId="{05A8CD0E-6DC1-4072-9BC3-916F9AEC909E}" destId="{A60AF564-E6F6-423D-AACC-A1CBE61A8FDA}" srcOrd="5" destOrd="0" presId="urn:microsoft.com/office/officeart/2005/8/layout/hierarchy3"/>
    <dgm:cxn modelId="{23E712B9-2308-4B24-82A4-BE9A3DB14C7F}" type="presParOf" srcId="{05A8CD0E-6DC1-4072-9BC3-916F9AEC909E}" destId="{82CC76CF-CDB2-4EAB-A070-9E021EC08204}" srcOrd="6" destOrd="0" presId="urn:microsoft.com/office/officeart/2005/8/layout/hierarchy3"/>
    <dgm:cxn modelId="{3FFF6BA2-3257-4A43-944B-3377A373D4F9}" type="presParOf" srcId="{05A8CD0E-6DC1-4072-9BC3-916F9AEC909E}" destId="{F72CFA9A-BFE1-4A26-8EE4-05FDBD5820C5}" srcOrd="7" destOrd="0" presId="urn:microsoft.com/office/officeart/2005/8/layout/hierarchy3"/>
    <dgm:cxn modelId="{EA67EFEC-7B65-4049-A18C-7AF361FC1DC2}" type="presParOf" srcId="{05A8CD0E-6DC1-4072-9BC3-916F9AEC909E}" destId="{E3566D07-8E69-491F-A85F-D4D95578C268}" srcOrd="8" destOrd="0" presId="urn:microsoft.com/office/officeart/2005/8/layout/hierarchy3"/>
    <dgm:cxn modelId="{DB15D27B-5CC6-49A3-8344-C1823735ED07}" type="presParOf" srcId="{05A8CD0E-6DC1-4072-9BC3-916F9AEC909E}" destId="{3527937C-2BC3-4FB5-AF5F-F5DCAF48A2DC}" srcOrd="9" destOrd="0" presId="urn:microsoft.com/office/officeart/2005/8/layout/hierarchy3"/>
    <dgm:cxn modelId="{7797CBA7-BE27-4F5A-99A8-BA7FC9FE165C}" type="presParOf" srcId="{05A8CD0E-6DC1-4072-9BC3-916F9AEC909E}" destId="{9A29B9B6-25DD-4FBA-9C0B-2204A3694263}" srcOrd="10" destOrd="0" presId="urn:microsoft.com/office/officeart/2005/8/layout/hierarchy3"/>
    <dgm:cxn modelId="{D894AF32-3BCB-4895-A525-717E350D73B5}" type="presParOf" srcId="{05A8CD0E-6DC1-4072-9BC3-916F9AEC909E}" destId="{AEB3E3F2-6DF6-4CB1-B7C7-FD5422F7E994}" srcOrd="11" destOrd="0" presId="urn:microsoft.com/office/officeart/2005/8/layout/hierarchy3"/>
    <dgm:cxn modelId="{D300DADD-3156-478F-91AF-627F674E11E0}" type="presParOf" srcId="{05A8CD0E-6DC1-4072-9BC3-916F9AEC909E}" destId="{42A48D87-0D94-4D02-935E-86BA7FE9B771}" srcOrd="12" destOrd="0" presId="urn:microsoft.com/office/officeart/2005/8/layout/hierarchy3"/>
    <dgm:cxn modelId="{952305A7-6DC6-4132-8DC7-C5B5789968FC}" type="presParOf" srcId="{05A8CD0E-6DC1-4072-9BC3-916F9AEC909E}" destId="{B13DB14E-3623-45E3-B5E7-C13529705B4F}" srcOrd="13" destOrd="0" presId="urn:microsoft.com/office/officeart/2005/8/layout/hierarchy3"/>
    <dgm:cxn modelId="{2F30B703-64BA-42AB-AA6A-59D1BFAD794F}" type="presParOf" srcId="{487CFD5C-82A0-4988-BFDB-3E8E7DD1EE9E}" destId="{2F99B79A-B21E-4EC9-9D16-D18F560D5BA5}" srcOrd="4" destOrd="0" presId="urn:microsoft.com/office/officeart/2005/8/layout/hierarchy3"/>
    <dgm:cxn modelId="{3D0CA459-9B01-42BD-A4D6-B63A25257943}" type="presParOf" srcId="{2F99B79A-B21E-4EC9-9D16-D18F560D5BA5}" destId="{7B4A3DAC-E967-4F98-A07B-F3FA6B453B57}" srcOrd="0" destOrd="0" presId="urn:microsoft.com/office/officeart/2005/8/layout/hierarchy3"/>
    <dgm:cxn modelId="{4AD48603-3671-4BBE-8BD6-30FFC0D052DE}" type="presParOf" srcId="{7B4A3DAC-E967-4F98-A07B-F3FA6B453B57}" destId="{2304A08F-7A64-4B7D-8C79-D6FC0FF545C0}" srcOrd="0" destOrd="0" presId="urn:microsoft.com/office/officeart/2005/8/layout/hierarchy3"/>
    <dgm:cxn modelId="{0D815AD0-89A6-4196-A174-475B76A34436}" type="presParOf" srcId="{7B4A3DAC-E967-4F98-A07B-F3FA6B453B57}" destId="{7DDBFD76-939E-461E-A436-7F2D1AC11CE6}" srcOrd="1" destOrd="0" presId="urn:microsoft.com/office/officeart/2005/8/layout/hierarchy3"/>
    <dgm:cxn modelId="{ED177324-0A32-435C-BE71-F90402E38AC7}" type="presParOf" srcId="{2F99B79A-B21E-4EC9-9D16-D18F560D5BA5}" destId="{888B3CF5-661D-4A1C-A915-765704C4FD12}" srcOrd="1" destOrd="0" presId="urn:microsoft.com/office/officeart/2005/8/layout/hierarchy3"/>
    <dgm:cxn modelId="{6C90198C-540E-4366-A454-F0B11FE44EC5}" type="presParOf" srcId="{888B3CF5-661D-4A1C-A915-765704C4FD12}" destId="{87641D73-1D34-4796-9BC7-7B47972AD41D}" srcOrd="0" destOrd="0" presId="urn:microsoft.com/office/officeart/2005/8/layout/hierarchy3"/>
    <dgm:cxn modelId="{5BE6BB18-D3C8-4A90-B3AF-485F9C3DEE70}" type="presParOf" srcId="{888B3CF5-661D-4A1C-A915-765704C4FD12}" destId="{7A891357-0DC0-4C3C-A62E-2360F48B0B9E}" srcOrd="1" destOrd="0" presId="urn:microsoft.com/office/officeart/2005/8/layout/hierarchy3"/>
    <dgm:cxn modelId="{937C3707-B880-4017-AD10-8A061096E20E}" type="presParOf" srcId="{888B3CF5-661D-4A1C-A915-765704C4FD12}" destId="{026B0CA4-ADB4-4E47-9CD6-5C87FABC0245}" srcOrd="2" destOrd="0" presId="urn:microsoft.com/office/officeart/2005/8/layout/hierarchy3"/>
    <dgm:cxn modelId="{76EF044E-42AE-4115-9918-D071F14F26BC}" type="presParOf" srcId="{888B3CF5-661D-4A1C-A915-765704C4FD12}" destId="{58287357-04D8-4E97-BB27-899AED24F3D7}" srcOrd="3" destOrd="0" presId="urn:microsoft.com/office/officeart/2005/8/layout/hierarchy3"/>
    <dgm:cxn modelId="{9659B248-702C-45A3-9136-0F1B8A9AF56F}" type="presParOf" srcId="{888B3CF5-661D-4A1C-A915-765704C4FD12}" destId="{A4AAB221-909F-4D81-9784-2977DB38DF17}" srcOrd="4" destOrd="0" presId="urn:microsoft.com/office/officeart/2005/8/layout/hierarchy3"/>
    <dgm:cxn modelId="{8B9FF9AD-81D7-4585-B05E-83757CDDBB2D}" type="presParOf" srcId="{888B3CF5-661D-4A1C-A915-765704C4FD12}" destId="{1E67952F-F4EA-4C92-AB8D-3F7C896571C2}" srcOrd="5" destOrd="0" presId="urn:microsoft.com/office/officeart/2005/8/layout/hierarchy3"/>
    <dgm:cxn modelId="{1E3A0217-D21F-40CA-8DBC-DC4E004A88E0}" type="presParOf" srcId="{888B3CF5-661D-4A1C-A915-765704C4FD12}" destId="{5109BBDA-79BD-4793-AB0A-DC6B7624CB7C}" srcOrd="6" destOrd="0" presId="urn:microsoft.com/office/officeart/2005/8/layout/hierarchy3"/>
    <dgm:cxn modelId="{3F4DE5A0-B8FF-4FAB-9025-0A64A4E4BF77}" type="presParOf" srcId="{888B3CF5-661D-4A1C-A915-765704C4FD12}" destId="{A276DB53-4E40-476C-BA29-DFDD1A63E39B}" srcOrd="7" destOrd="0" presId="urn:microsoft.com/office/officeart/2005/8/layout/hierarchy3"/>
    <dgm:cxn modelId="{E8FEE4C9-CE5A-4051-AE35-7F459EE4B6D9}" type="presParOf" srcId="{888B3CF5-661D-4A1C-A915-765704C4FD12}" destId="{3F5CB6BB-9214-4037-A66B-0E651A2376A9}" srcOrd="8" destOrd="0" presId="urn:microsoft.com/office/officeart/2005/8/layout/hierarchy3"/>
    <dgm:cxn modelId="{1DFD9EB0-F453-40CD-BC8F-BD12F9B1A7BD}" type="presParOf" srcId="{888B3CF5-661D-4A1C-A915-765704C4FD12}" destId="{0CBD250E-6CC4-4122-AC6C-504434B2377F}" srcOrd="9" destOrd="0" presId="urn:microsoft.com/office/officeart/2005/8/layout/hierarchy3"/>
    <dgm:cxn modelId="{4B4976C9-0741-4772-B54E-019B001A6D23}" type="presParOf" srcId="{888B3CF5-661D-4A1C-A915-765704C4FD12}" destId="{EECD5FCC-A184-4A28-8CB8-D88DD9CAA04F}" srcOrd="10" destOrd="0" presId="urn:microsoft.com/office/officeart/2005/8/layout/hierarchy3"/>
    <dgm:cxn modelId="{A84D3160-9F9E-4885-8399-5D9524663561}" type="presParOf" srcId="{888B3CF5-661D-4A1C-A915-765704C4FD12}" destId="{0210F23C-BF61-4F01-910B-494FC1C5A371}" srcOrd="11" destOrd="0" presId="urn:microsoft.com/office/officeart/2005/8/layout/hierarchy3"/>
    <dgm:cxn modelId="{6AFF359C-8A31-416F-99D9-414C1872C8A1}" type="presParOf" srcId="{888B3CF5-661D-4A1C-A915-765704C4FD12}" destId="{4873D770-E80A-4B86-9359-604A670CD448}" srcOrd="12" destOrd="0" presId="urn:microsoft.com/office/officeart/2005/8/layout/hierarchy3"/>
    <dgm:cxn modelId="{59E7896E-BB33-49C9-8C11-56BA3A86413D}" type="presParOf" srcId="{888B3CF5-661D-4A1C-A915-765704C4FD12}" destId="{029D36CB-EDFD-43E6-81A3-91928BBEAF5C}" srcOrd="13" destOrd="0" presId="urn:microsoft.com/office/officeart/2005/8/layout/hierarchy3"/>
    <dgm:cxn modelId="{284D4051-C762-48E6-8F7A-B39A3D5CDF78}" type="presParOf" srcId="{888B3CF5-661D-4A1C-A915-765704C4FD12}" destId="{99BEE858-DDF2-4311-B627-B8C49A1D3FF6}" srcOrd="14" destOrd="0" presId="urn:microsoft.com/office/officeart/2005/8/layout/hierarchy3"/>
    <dgm:cxn modelId="{5453D8E6-B40B-46EF-8236-DE490303307E}" type="presParOf" srcId="{888B3CF5-661D-4A1C-A915-765704C4FD12}" destId="{AF91621F-726F-4D63-8104-53D175BF39F3}" srcOrd="15" destOrd="0" presId="urn:microsoft.com/office/officeart/2005/8/layout/hierarchy3"/>
    <dgm:cxn modelId="{AB905878-CB55-4BE8-9F64-2096D03C92D4}" type="presParOf" srcId="{888B3CF5-661D-4A1C-A915-765704C4FD12}" destId="{54F3BF60-0615-4E38-A8BB-C624AF3F382A}" srcOrd="16" destOrd="0" presId="urn:microsoft.com/office/officeart/2005/8/layout/hierarchy3"/>
    <dgm:cxn modelId="{C9978472-64F0-40A4-BFE7-13D0DE35927D}" type="presParOf" srcId="{888B3CF5-661D-4A1C-A915-765704C4FD12}" destId="{5A01EFDC-8E37-4D3D-BB0B-B3C275E9A343}" srcOrd="17" destOrd="0" presId="urn:microsoft.com/office/officeart/2005/8/layout/hierarchy3"/>
    <dgm:cxn modelId="{CEA64392-4FBD-47D5-84DA-FD42092760F8}" type="presParOf" srcId="{888B3CF5-661D-4A1C-A915-765704C4FD12}" destId="{1303EC3B-4C78-4278-BDB6-271F4FE6B73A}" srcOrd="18" destOrd="0" presId="urn:microsoft.com/office/officeart/2005/8/layout/hierarchy3"/>
    <dgm:cxn modelId="{F17A9154-0A16-4A6D-9022-0855B5BA1688}" type="presParOf" srcId="{888B3CF5-661D-4A1C-A915-765704C4FD12}" destId="{E720B441-BEDC-4F80-A751-B8F396FB61D8}" srcOrd="19" destOrd="0" presId="urn:microsoft.com/office/officeart/2005/8/layout/hierarchy3"/>
    <dgm:cxn modelId="{1B40747B-9DF9-4C4C-9D12-FB1635E74784}" type="presParOf" srcId="{888B3CF5-661D-4A1C-A915-765704C4FD12}" destId="{93A4F2A3-ED85-49ED-AD6C-A7ECB3EA16E2}" srcOrd="20" destOrd="0" presId="urn:microsoft.com/office/officeart/2005/8/layout/hierarchy3"/>
    <dgm:cxn modelId="{C65B2FE7-7AB9-44C6-9E0E-328A9D76BA5F}" type="presParOf" srcId="{888B3CF5-661D-4A1C-A915-765704C4FD12}" destId="{C69AF02E-F38F-456F-BE87-C073BBAE8898}" srcOrd="21" destOrd="0" presId="urn:microsoft.com/office/officeart/2005/8/layout/hierarchy3"/>
    <dgm:cxn modelId="{84FCE261-C3E0-4533-AEBB-8998C13A53F7}" type="presParOf" srcId="{888B3CF5-661D-4A1C-A915-765704C4FD12}" destId="{E40092B4-7851-48B7-9D7C-4DDFCEE16BED}" srcOrd="22" destOrd="0" presId="urn:microsoft.com/office/officeart/2005/8/layout/hierarchy3"/>
    <dgm:cxn modelId="{D42C2B96-9D06-4F8C-9996-39C92E0F91FC}" type="presParOf" srcId="{888B3CF5-661D-4A1C-A915-765704C4FD12}" destId="{4B042221-24A9-431C-A847-C2FF16635356}" srcOrd="23" destOrd="0" presId="urn:microsoft.com/office/officeart/2005/8/layout/hierarchy3"/>
    <dgm:cxn modelId="{22BDEA88-33DB-41D2-A395-7BEAF5C0DF73}" type="presParOf" srcId="{888B3CF5-661D-4A1C-A915-765704C4FD12}" destId="{307470AB-2E68-4AD7-A218-84F9DD59B1B9}" srcOrd="24" destOrd="0" presId="urn:microsoft.com/office/officeart/2005/8/layout/hierarchy3"/>
    <dgm:cxn modelId="{FBF5CCC2-3925-44B0-8E04-D085D119FC0A}" type="presParOf" srcId="{888B3CF5-661D-4A1C-A915-765704C4FD12}" destId="{078744F2-DB66-4750-8F5A-6164966A23C4}" srcOrd="25" destOrd="0" presId="urn:microsoft.com/office/officeart/2005/8/layout/hierarchy3"/>
    <dgm:cxn modelId="{B27A8634-7BE6-445C-AF6A-054451EDAE90}" type="presParOf" srcId="{487CFD5C-82A0-4988-BFDB-3E8E7DD1EE9E}" destId="{E3F8ED52-E231-4AB5-8973-4AB1479E713F}" srcOrd="5" destOrd="0" presId="urn:microsoft.com/office/officeart/2005/8/layout/hierarchy3"/>
    <dgm:cxn modelId="{F86BD790-3E7F-4BA9-8DF5-DCDD8F112E9E}" type="presParOf" srcId="{E3F8ED52-E231-4AB5-8973-4AB1479E713F}" destId="{F54A782C-2D26-47E4-9D66-EEF99770374F}" srcOrd="0" destOrd="0" presId="urn:microsoft.com/office/officeart/2005/8/layout/hierarchy3"/>
    <dgm:cxn modelId="{7508A054-9D4A-4F3D-961B-3A6380EDDD05}" type="presParOf" srcId="{F54A782C-2D26-47E4-9D66-EEF99770374F}" destId="{A79F693F-42CB-490E-BE8D-40343A4A950D}" srcOrd="0" destOrd="0" presId="urn:microsoft.com/office/officeart/2005/8/layout/hierarchy3"/>
    <dgm:cxn modelId="{DF2E94AD-AC9E-4A44-8DC2-8C06FAE45DE8}" type="presParOf" srcId="{F54A782C-2D26-47E4-9D66-EEF99770374F}" destId="{B093B1B9-0474-4136-8745-74BCB6F18547}" srcOrd="1" destOrd="0" presId="urn:microsoft.com/office/officeart/2005/8/layout/hierarchy3"/>
    <dgm:cxn modelId="{E930FF1B-90D0-40C1-AEBB-F4DE7FA4FC3E}" type="presParOf" srcId="{E3F8ED52-E231-4AB5-8973-4AB1479E713F}" destId="{B7706813-8E61-4E63-B0AE-1EA59F58C4B1}" srcOrd="1" destOrd="0" presId="urn:microsoft.com/office/officeart/2005/8/layout/hierarchy3"/>
    <dgm:cxn modelId="{00BF2AB0-BD17-46E6-89AC-2A9BD8E4ED9F}" type="presParOf" srcId="{B7706813-8E61-4E63-B0AE-1EA59F58C4B1}" destId="{84BA5E35-0E1E-46DF-856C-989580E91153}" srcOrd="0" destOrd="0" presId="urn:microsoft.com/office/officeart/2005/8/layout/hierarchy3"/>
    <dgm:cxn modelId="{896FA006-57CE-4948-8A07-564A959E0A97}" type="presParOf" srcId="{B7706813-8E61-4E63-B0AE-1EA59F58C4B1}" destId="{21C21489-ACF9-4139-83B1-1334ED9DBCA9}" srcOrd="1" destOrd="0" presId="urn:microsoft.com/office/officeart/2005/8/layout/hierarchy3"/>
    <dgm:cxn modelId="{95C331BC-8C11-49F4-B147-A1D38412ECD4}" type="presParOf" srcId="{B7706813-8E61-4E63-B0AE-1EA59F58C4B1}" destId="{936E2243-90FD-4836-96CF-22988DE089BF}" srcOrd="2" destOrd="0" presId="urn:microsoft.com/office/officeart/2005/8/layout/hierarchy3"/>
    <dgm:cxn modelId="{A0A16404-0352-48F4-B076-B60B1E49D934}" type="presParOf" srcId="{B7706813-8E61-4E63-B0AE-1EA59F58C4B1}" destId="{6CA9AC7B-EBB2-466F-87F8-DD44A31185B4}" srcOrd="3" destOrd="0" presId="urn:microsoft.com/office/officeart/2005/8/layout/hierarchy3"/>
    <dgm:cxn modelId="{E5D1E7EB-2C2E-4275-9B49-B9B4CF13A58B}" type="presParOf" srcId="{B7706813-8E61-4E63-B0AE-1EA59F58C4B1}" destId="{4A9AC3E9-5BC5-4CA6-81B5-EF2BB8E8CD20}" srcOrd="4" destOrd="0" presId="urn:microsoft.com/office/officeart/2005/8/layout/hierarchy3"/>
    <dgm:cxn modelId="{54E17573-F515-42FD-95B2-1F573CB6CE36}" type="presParOf" srcId="{B7706813-8E61-4E63-B0AE-1EA59F58C4B1}" destId="{09F24AC3-8E37-4409-8C3C-D440999AA20E}" srcOrd="5" destOrd="0" presId="urn:microsoft.com/office/officeart/2005/8/layout/hierarchy3"/>
    <dgm:cxn modelId="{46236777-4712-4F55-9C66-CACDC93CFA88}" type="presParOf" srcId="{B7706813-8E61-4E63-B0AE-1EA59F58C4B1}" destId="{DAC84F30-7DB4-43BA-9C32-240391E03113}" srcOrd="6" destOrd="0" presId="urn:microsoft.com/office/officeart/2005/8/layout/hierarchy3"/>
    <dgm:cxn modelId="{BAC0795E-A92B-4CB5-959C-8FA1586999F2}" type="presParOf" srcId="{B7706813-8E61-4E63-B0AE-1EA59F58C4B1}" destId="{65F93989-58D5-4F53-9BDC-B2ABD858FE8C}" srcOrd="7" destOrd="0" presId="urn:microsoft.com/office/officeart/2005/8/layout/hierarchy3"/>
    <dgm:cxn modelId="{AE67A011-19AF-4196-96DF-B479D8804054}" type="presParOf" srcId="{B7706813-8E61-4E63-B0AE-1EA59F58C4B1}" destId="{2D3D0383-36DE-4F2F-AAFA-8E129D3DA696}" srcOrd="8" destOrd="0" presId="urn:microsoft.com/office/officeart/2005/8/layout/hierarchy3"/>
    <dgm:cxn modelId="{8F8F0323-EA36-475A-A23F-4EB4F8AE1C19}" type="presParOf" srcId="{B7706813-8E61-4E63-B0AE-1EA59F58C4B1}" destId="{F50FAF9E-A5CA-49E1-9B1E-989847CA9F28}" srcOrd="9" destOrd="0" presId="urn:microsoft.com/office/officeart/2005/8/layout/hierarchy3"/>
    <dgm:cxn modelId="{B8442543-9F3B-4DD1-A66A-C4428FD75106}" type="presParOf" srcId="{B7706813-8E61-4E63-B0AE-1EA59F58C4B1}" destId="{EBAC3DF0-2AEB-473A-A2FC-B9B312A899D6}" srcOrd="10" destOrd="0" presId="urn:microsoft.com/office/officeart/2005/8/layout/hierarchy3"/>
    <dgm:cxn modelId="{3EA2486C-DB48-4FBA-BC65-6C8A7E75A093}" type="presParOf" srcId="{B7706813-8E61-4E63-B0AE-1EA59F58C4B1}" destId="{0387D6D9-F24A-48FC-B251-365C5AA2EBDD}" srcOrd="11" destOrd="0" presId="urn:microsoft.com/office/officeart/2005/8/layout/hierarchy3"/>
    <dgm:cxn modelId="{DC2E57C6-E18F-49B4-86A1-A6654E44E410}" type="presParOf" srcId="{B7706813-8E61-4E63-B0AE-1EA59F58C4B1}" destId="{05A07308-AC28-426D-93ED-5DB6A1EE0054}" srcOrd="12" destOrd="0" presId="urn:microsoft.com/office/officeart/2005/8/layout/hierarchy3"/>
    <dgm:cxn modelId="{985439C4-ADB7-4D58-8D32-DDAFD959D8C3}" type="presParOf" srcId="{B7706813-8E61-4E63-B0AE-1EA59F58C4B1}" destId="{41D424F5-AE6D-4B9F-A4BA-6BC9F5A36E73}" srcOrd="13" destOrd="0" presId="urn:microsoft.com/office/officeart/2005/8/layout/hierarchy3"/>
    <dgm:cxn modelId="{8EA258FE-48F9-497F-9E4C-1AC6E4345B2A}" type="presParOf" srcId="{B7706813-8E61-4E63-B0AE-1EA59F58C4B1}" destId="{E6BFDADB-F3F2-42A4-82B5-320B5D225788}" srcOrd="14" destOrd="0" presId="urn:microsoft.com/office/officeart/2005/8/layout/hierarchy3"/>
    <dgm:cxn modelId="{CECA231F-FD4A-4D93-BCFE-11699AA89EC4}" type="presParOf" srcId="{B7706813-8E61-4E63-B0AE-1EA59F58C4B1}" destId="{3AEA31E4-F833-4BE8-BDB5-2C8A798B6E80}" srcOrd="15" destOrd="0" presId="urn:microsoft.com/office/officeart/2005/8/layout/hierarchy3"/>
    <dgm:cxn modelId="{F88FA886-D913-43E0-8466-2FDF774520A6}" type="presParOf" srcId="{B7706813-8E61-4E63-B0AE-1EA59F58C4B1}" destId="{7B9E0A60-7121-41FA-9AC0-5C0E647ACAF3}" srcOrd="16" destOrd="0" presId="urn:microsoft.com/office/officeart/2005/8/layout/hierarchy3"/>
    <dgm:cxn modelId="{7914E7A0-99E4-44FB-92E8-7C15D57747F9}" type="presParOf" srcId="{B7706813-8E61-4E63-B0AE-1EA59F58C4B1}" destId="{FC37914B-8349-435D-95AC-4F57A954C69C}" srcOrd="17"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7BBC69C-0827-4C2C-B277-00D0F98D69A6}" type="doc">
      <dgm:prSet loTypeId="urn:microsoft.com/office/officeart/2005/8/layout/hierarchy3" loCatId="relationship" qsTypeId="urn:microsoft.com/office/officeart/2005/8/quickstyle/simple1" qsCatId="simple" csTypeId="urn:microsoft.com/office/officeart/2005/8/colors/colorful3" csCatId="colorful" phldr="1"/>
      <dgm:spPr/>
      <dgm:t>
        <a:bodyPr/>
        <a:lstStyle/>
        <a:p>
          <a:endParaRPr lang="en-US"/>
        </a:p>
      </dgm:t>
    </dgm:pt>
    <dgm:pt modelId="{EB2D5782-FD2D-496F-8506-BC2898BF81B5}">
      <dgm:prSet phldrT="[Text]" custT="1"/>
      <dgm:spPr/>
      <dgm:t>
        <a:bodyPr/>
        <a:lstStyle/>
        <a:p>
          <a:r>
            <a:rPr lang="en-GB" sz="900" dirty="0"/>
            <a:t>Department</a:t>
          </a:r>
          <a:endParaRPr lang="en-US" sz="900" dirty="0"/>
        </a:p>
      </dgm:t>
    </dgm:pt>
    <dgm:pt modelId="{80312B2E-4B1D-460F-BF75-76623A8FCBFE}" type="parTrans" cxnId="{52728D42-9A57-4250-AD0E-DA1EB67525B6}">
      <dgm:prSet/>
      <dgm:spPr/>
      <dgm:t>
        <a:bodyPr/>
        <a:lstStyle/>
        <a:p>
          <a:endParaRPr lang="en-US"/>
        </a:p>
      </dgm:t>
    </dgm:pt>
    <dgm:pt modelId="{E3E76E18-9FEE-451D-92EE-C8056ADFA4DC}" type="sibTrans" cxnId="{52728D42-9A57-4250-AD0E-DA1EB67525B6}">
      <dgm:prSet/>
      <dgm:spPr/>
      <dgm:t>
        <a:bodyPr/>
        <a:lstStyle/>
        <a:p>
          <a:endParaRPr lang="en-US"/>
        </a:p>
      </dgm:t>
    </dgm:pt>
    <dgm:pt modelId="{CB41A3AD-7093-4F38-AE49-9E12821DCD03}">
      <dgm:prSet phldrT="[Text]" custT="1"/>
      <dgm:spPr/>
      <dgm:t>
        <a:bodyPr/>
        <a:lstStyle/>
        <a:p>
          <a:r>
            <a:rPr lang="en-GB" sz="700" dirty="0" err="1"/>
            <a:t>Department_No</a:t>
          </a:r>
          <a:endParaRPr lang="en-US" sz="700" dirty="0"/>
        </a:p>
      </dgm:t>
    </dgm:pt>
    <dgm:pt modelId="{5E4FE519-025D-48A0-9394-2A439152B771}" type="parTrans" cxnId="{5E4DD6E5-9CCC-42E7-B4D6-769E11646CEA}">
      <dgm:prSet/>
      <dgm:spPr/>
      <dgm:t>
        <a:bodyPr/>
        <a:lstStyle/>
        <a:p>
          <a:endParaRPr lang="en-US"/>
        </a:p>
      </dgm:t>
    </dgm:pt>
    <dgm:pt modelId="{FBE3320E-A46F-4396-BEA0-5BF046110ECB}" type="sibTrans" cxnId="{5E4DD6E5-9CCC-42E7-B4D6-769E11646CEA}">
      <dgm:prSet/>
      <dgm:spPr/>
      <dgm:t>
        <a:bodyPr/>
        <a:lstStyle/>
        <a:p>
          <a:endParaRPr lang="en-US"/>
        </a:p>
      </dgm:t>
    </dgm:pt>
    <dgm:pt modelId="{A8DB796A-E24A-4A3D-9773-9C3168681AA9}">
      <dgm:prSet phldrT="[Text]" custT="1"/>
      <dgm:spPr/>
      <dgm:t>
        <a:bodyPr/>
        <a:lstStyle/>
        <a:p>
          <a:r>
            <a:rPr lang="en-GB" sz="700" dirty="0"/>
            <a:t> Name</a:t>
          </a:r>
          <a:endParaRPr lang="en-US" sz="700" dirty="0"/>
        </a:p>
      </dgm:t>
    </dgm:pt>
    <dgm:pt modelId="{5842DC36-9CBA-4BE5-9B71-440D824EE193}" type="parTrans" cxnId="{9FE49581-5CEC-4F00-A062-56AF4889D0A7}">
      <dgm:prSet/>
      <dgm:spPr/>
      <dgm:t>
        <a:bodyPr/>
        <a:lstStyle/>
        <a:p>
          <a:endParaRPr lang="en-US"/>
        </a:p>
      </dgm:t>
    </dgm:pt>
    <dgm:pt modelId="{A8C95682-6DB3-4F8A-85C6-F874CD7F00E4}" type="sibTrans" cxnId="{9FE49581-5CEC-4F00-A062-56AF4889D0A7}">
      <dgm:prSet/>
      <dgm:spPr/>
      <dgm:t>
        <a:bodyPr/>
        <a:lstStyle/>
        <a:p>
          <a:endParaRPr lang="en-US"/>
        </a:p>
      </dgm:t>
    </dgm:pt>
    <dgm:pt modelId="{73611BE8-D684-4AEA-AAAB-24A290EE10AE}">
      <dgm:prSet phldrT="[Text]" custT="1"/>
      <dgm:spPr/>
      <dgm:t>
        <a:bodyPr/>
        <a:lstStyle/>
        <a:p>
          <a:r>
            <a:rPr lang="en-GB" sz="700" dirty="0"/>
            <a:t> Location</a:t>
          </a:r>
          <a:endParaRPr lang="en-US" sz="700" dirty="0"/>
        </a:p>
      </dgm:t>
    </dgm:pt>
    <dgm:pt modelId="{32FED0E2-9E56-4778-8A31-8ED0CBAA09C5}" type="parTrans" cxnId="{57B00E94-C749-4A46-AD31-401B313D6223}">
      <dgm:prSet/>
      <dgm:spPr/>
      <dgm:t>
        <a:bodyPr/>
        <a:lstStyle/>
        <a:p>
          <a:endParaRPr lang="en-US"/>
        </a:p>
      </dgm:t>
    </dgm:pt>
    <dgm:pt modelId="{1A5BAAFB-ECD6-4F79-9A7F-901F886F7F99}" type="sibTrans" cxnId="{57B00E94-C749-4A46-AD31-401B313D6223}">
      <dgm:prSet/>
      <dgm:spPr/>
      <dgm:t>
        <a:bodyPr/>
        <a:lstStyle/>
        <a:p>
          <a:endParaRPr lang="en-US"/>
        </a:p>
      </dgm:t>
    </dgm:pt>
    <dgm:pt modelId="{457E9340-B908-4F0A-9FAC-B99831CF33B5}">
      <dgm:prSet phldrT="[Text]" custT="1"/>
      <dgm:spPr/>
      <dgm:t>
        <a:bodyPr/>
        <a:lstStyle/>
        <a:p>
          <a:r>
            <a:rPr lang="en-GB" sz="700" dirty="0"/>
            <a:t> </a:t>
          </a:r>
          <a:r>
            <a:rPr lang="en-GB" sz="700" dirty="0" err="1"/>
            <a:t>Tel_no</a:t>
          </a:r>
          <a:endParaRPr lang="en-US" sz="700" dirty="0"/>
        </a:p>
      </dgm:t>
    </dgm:pt>
    <dgm:pt modelId="{F0AD9848-B911-4BB4-9C55-065CE1D2B469}" type="parTrans" cxnId="{2875CB08-B1B0-40BD-B259-602A8A99DD94}">
      <dgm:prSet/>
      <dgm:spPr/>
      <dgm:t>
        <a:bodyPr/>
        <a:lstStyle/>
        <a:p>
          <a:endParaRPr lang="en-US"/>
        </a:p>
      </dgm:t>
    </dgm:pt>
    <dgm:pt modelId="{488F3F22-3155-4F85-A561-989EB4449628}" type="sibTrans" cxnId="{2875CB08-B1B0-40BD-B259-602A8A99DD94}">
      <dgm:prSet/>
      <dgm:spPr/>
      <dgm:t>
        <a:bodyPr/>
        <a:lstStyle/>
        <a:p>
          <a:endParaRPr lang="en-US"/>
        </a:p>
      </dgm:t>
    </dgm:pt>
    <dgm:pt modelId="{93DD65D0-A99D-4026-8956-D937DA7EB6E4}">
      <dgm:prSet phldrT="[Text]" custT="1"/>
      <dgm:spPr/>
      <dgm:t>
        <a:bodyPr/>
        <a:lstStyle/>
        <a:p>
          <a:r>
            <a:rPr lang="en-GB" sz="900" dirty="0"/>
            <a:t>Staff</a:t>
          </a:r>
          <a:endParaRPr lang="en-US" sz="900" dirty="0"/>
        </a:p>
      </dgm:t>
    </dgm:pt>
    <dgm:pt modelId="{C7A90606-D13B-4EF0-828B-F906A0D89560}" type="parTrans" cxnId="{D3E15A16-7BA4-4B62-BC9E-77EFEF3F703A}">
      <dgm:prSet/>
      <dgm:spPr/>
      <dgm:t>
        <a:bodyPr/>
        <a:lstStyle/>
        <a:p>
          <a:endParaRPr lang="en-US"/>
        </a:p>
      </dgm:t>
    </dgm:pt>
    <dgm:pt modelId="{47B9A34E-447E-4201-909B-F1611CA85108}" type="sibTrans" cxnId="{D3E15A16-7BA4-4B62-BC9E-77EFEF3F703A}">
      <dgm:prSet/>
      <dgm:spPr/>
      <dgm:t>
        <a:bodyPr/>
        <a:lstStyle/>
        <a:p>
          <a:endParaRPr lang="en-US"/>
        </a:p>
      </dgm:t>
    </dgm:pt>
    <dgm:pt modelId="{B936D69A-E40A-478A-A397-9B8C4AD09542}">
      <dgm:prSet phldrT="[Text]" custT="1"/>
      <dgm:spPr/>
      <dgm:t>
        <a:bodyPr/>
        <a:lstStyle/>
        <a:p>
          <a:r>
            <a:rPr lang="en-GB" sz="700" dirty="0" err="1"/>
            <a:t>Staff_No</a:t>
          </a:r>
          <a:endParaRPr lang="en-US" sz="700" dirty="0"/>
        </a:p>
      </dgm:t>
    </dgm:pt>
    <dgm:pt modelId="{B48BFBAF-E1CD-4C1B-8F63-33A685940CAC}" type="parTrans" cxnId="{710C975B-163A-499C-A2A4-5F50E4115906}">
      <dgm:prSet/>
      <dgm:spPr/>
      <dgm:t>
        <a:bodyPr/>
        <a:lstStyle/>
        <a:p>
          <a:endParaRPr lang="en-US"/>
        </a:p>
      </dgm:t>
    </dgm:pt>
    <dgm:pt modelId="{35189A10-44BD-4B66-9C26-50411BA98C8F}" type="sibTrans" cxnId="{710C975B-163A-499C-A2A4-5F50E4115906}">
      <dgm:prSet/>
      <dgm:spPr/>
      <dgm:t>
        <a:bodyPr/>
        <a:lstStyle/>
        <a:p>
          <a:endParaRPr lang="en-US"/>
        </a:p>
      </dgm:t>
    </dgm:pt>
    <dgm:pt modelId="{9D40B7A1-7559-454B-B5D3-C4BF00F0C202}">
      <dgm:prSet phldrT="[Text]" custT="1"/>
      <dgm:spPr/>
      <dgm:t>
        <a:bodyPr anchor="ctr"/>
        <a:lstStyle/>
        <a:p>
          <a:r>
            <a:rPr lang="en-GB" sz="700" dirty="0" err="1"/>
            <a:t>Department_No</a:t>
          </a:r>
          <a:endParaRPr lang="en-US" sz="700" dirty="0"/>
        </a:p>
      </dgm:t>
    </dgm:pt>
    <dgm:pt modelId="{E891A52B-3FD8-49EB-A306-C1A2A0B3448B}" type="parTrans" cxnId="{6348B5C4-25B4-407F-A5A6-DA4F1859F87E}">
      <dgm:prSet/>
      <dgm:spPr/>
      <dgm:t>
        <a:bodyPr/>
        <a:lstStyle/>
        <a:p>
          <a:endParaRPr lang="en-US"/>
        </a:p>
      </dgm:t>
    </dgm:pt>
    <dgm:pt modelId="{8B3E3161-0E60-4218-8DA7-D90E48030AB7}" type="sibTrans" cxnId="{6348B5C4-25B4-407F-A5A6-DA4F1859F87E}">
      <dgm:prSet/>
      <dgm:spPr/>
      <dgm:t>
        <a:bodyPr/>
        <a:lstStyle/>
        <a:p>
          <a:endParaRPr lang="en-US"/>
        </a:p>
      </dgm:t>
    </dgm:pt>
    <dgm:pt modelId="{D3F5A042-8DCA-4D51-9EEA-CD197C8B3B97}">
      <dgm:prSet phldrT="[Text]" custT="1"/>
      <dgm:spPr/>
      <dgm:t>
        <a:bodyPr/>
        <a:lstStyle/>
        <a:p>
          <a:r>
            <a:rPr lang="en-GB" sz="700" dirty="0"/>
            <a:t> Title</a:t>
          </a:r>
          <a:endParaRPr lang="en-US" sz="700" dirty="0"/>
        </a:p>
      </dgm:t>
    </dgm:pt>
    <dgm:pt modelId="{2A3F6AFB-CD1C-46E6-8E37-293F723967C7}" type="parTrans" cxnId="{6A88E46A-ED41-4219-AC8B-CE523DCB4D1E}">
      <dgm:prSet/>
      <dgm:spPr/>
      <dgm:t>
        <a:bodyPr/>
        <a:lstStyle/>
        <a:p>
          <a:endParaRPr lang="en-US"/>
        </a:p>
      </dgm:t>
    </dgm:pt>
    <dgm:pt modelId="{E3E90505-1BAD-495E-BF67-65223FE0C06D}" type="sibTrans" cxnId="{6A88E46A-ED41-4219-AC8B-CE523DCB4D1E}">
      <dgm:prSet/>
      <dgm:spPr/>
      <dgm:t>
        <a:bodyPr/>
        <a:lstStyle/>
        <a:p>
          <a:endParaRPr lang="en-US"/>
        </a:p>
      </dgm:t>
    </dgm:pt>
    <dgm:pt modelId="{AB5A140F-F040-43D4-8917-D3D82A47B811}">
      <dgm:prSet phldrT="[Text]" custT="1"/>
      <dgm:spPr/>
      <dgm:t>
        <a:bodyPr/>
        <a:lstStyle/>
        <a:p>
          <a:r>
            <a:rPr lang="en-GB" sz="700" dirty="0"/>
            <a:t> </a:t>
          </a:r>
          <a:r>
            <a:rPr lang="en-GB" sz="700" dirty="0" err="1"/>
            <a:t>F_name</a:t>
          </a:r>
          <a:endParaRPr lang="en-US" sz="700" dirty="0"/>
        </a:p>
      </dgm:t>
    </dgm:pt>
    <dgm:pt modelId="{DF5F411E-EF7C-409C-BAB3-0DD0BB34DF1E}" type="parTrans" cxnId="{4934BE9B-CE57-410D-9385-EA37525A249B}">
      <dgm:prSet/>
      <dgm:spPr/>
      <dgm:t>
        <a:bodyPr/>
        <a:lstStyle/>
        <a:p>
          <a:endParaRPr lang="en-US"/>
        </a:p>
      </dgm:t>
    </dgm:pt>
    <dgm:pt modelId="{6C5CBC98-874D-4B55-A738-1F0A1A16282D}" type="sibTrans" cxnId="{4934BE9B-CE57-410D-9385-EA37525A249B}">
      <dgm:prSet/>
      <dgm:spPr/>
      <dgm:t>
        <a:bodyPr/>
        <a:lstStyle/>
        <a:p>
          <a:endParaRPr lang="en-US"/>
        </a:p>
      </dgm:t>
    </dgm:pt>
    <dgm:pt modelId="{A3BFCE6D-F553-4A0E-A7FC-F199CBFC827C}">
      <dgm:prSet phldrT="[Text]" custT="1"/>
      <dgm:spPr/>
      <dgm:t>
        <a:bodyPr/>
        <a:lstStyle/>
        <a:p>
          <a:r>
            <a:rPr lang="en-GB" sz="700" dirty="0"/>
            <a:t> </a:t>
          </a:r>
          <a:r>
            <a:rPr lang="en-GB" sz="700" dirty="0" err="1"/>
            <a:t>L_name</a:t>
          </a:r>
          <a:r>
            <a:rPr lang="en-GB" sz="700" dirty="0"/>
            <a:t>,</a:t>
          </a:r>
          <a:endParaRPr lang="en-US" sz="700" dirty="0"/>
        </a:p>
      </dgm:t>
    </dgm:pt>
    <dgm:pt modelId="{AE719EE0-367D-4E35-A3C9-1D84606923CA}" type="parTrans" cxnId="{C5742290-57AD-4228-9F69-7108D0C18F12}">
      <dgm:prSet/>
      <dgm:spPr/>
      <dgm:t>
        <a:bodyPr/>
        <a:lstStyle/>
        <a:p>
          <a:endParaRPr lang="en-US"/>
        </a:p>
      </dgm:t>
    </dgm:pt>
    <dgm:pt modelId="{2B97AD84-A410-468B-A2D7-B4AB1873DA6A}" type="sibTrans" cxnId="{C5742290-57AD-4228-9F69-7108D0C18F12}">
      <dgm:prSet/>
      <dgm:spPr/>
      <dgm:t>
        <a:bodyPr/>
        <a:lstStyle/>
        <a:p>
          <a:endParaRPr lang="en-US"/>
        </a:p>
      </dgm:t>
    </dgm:pt>
    <dgm:pt modelId="{D56E2325-3A15-4372-A4B0-C9B60B362F38}">
      <dgm:prSet phldrT="[Text]" custT="1"/>
      <dgm:spPr/>
      <dgm:t>
        <a:bodyPr/>
        <a:lstStyle/>
        <a:p>
          <a:r>
            <a:rPr lang="en-GB" sz="700" dirty="0" err="1"/>
            <a:t>H_No</a:t>
          </a:r>
          <a:endParaRPr lang="en-US" sz="700" dirty="0"/>
        </a:p>
      </dgm:t>
    </dgm:pt>
    <dgm:pt modelId="{E7EAF876-09C0-4B14-8DFD-62D705A73598}" type="parTrans" cxnId="{5025914E-37A3-43BA-ACE8-2CFD305C2809}">
      <dgm:prSet/>
      <dgm:spPr/>
      <dgm:t>
        <a:bodyPr/>
        <a:lstStyle/>
        <a:p>
          <a:endParaRPr lang="en-US"/>
        </a:p>
      </dgm:t>
    </dgm:pt>
    <dgm:pt modelId="{1B03D1AA-3E2A-492F-8554-4B31541C4144}" type="sibTrans" cxnId="{5025914E-37A3-43BA-ACE8-2CFD305C2809}">
      <dgm:prSet/>
      <dgm:spPr/>
      <dgm:t>
        <a:bodyPr/>
        <a:lstStyle/>
        <a:p>
          <a:endParaRPr lang="en-US"/>
        </a:p>
      </dgm:t>
    </dgm:pt>
    <dgm:pt modelId="{57D9E408-D6AE-49BA-A77B-4350F47A6124}">
      <dgm:prSet phldrT="[Text]" custT="1"/>
      <dgm:spPr/>
      <dgm:t>
        <a:bodyPr/>
        <a:lstStyle/>
        <a:p>
          <a:r>
            <a:rPr lang="en-GB" sz="700" dirty="0"/>
            <a:t>Street</a:t>
          </a:r>
          <a:endParaRPr lang="en-US" sz="700" dirty="0"/>
        </a:p>
      </dgm:t>
    </dgm:pt>
    <dgm:pt modelId="{36A96DDC-A3D7-4A1E-A51E-BE2518976925}" type="parTrans" cxnId="{FFADBA3B-5648-4BA2-AC89-78F2B8C33DC2}">
      <dgm:prSet/>
      <dgm:spPr/>
      <dgm:t>
        <a:bodyPr/>
        <a:lstStyle/>
        <a:p>
          <a:endParaRPr lang="en-US"/>
        </a:p>
      </dgm:t>
    </dgm:pt>
    <dgm:pt modelId="{19D11694-B957-42ED-8DBF-C94E1A3E13EC}" type="sibTrans" cxnId="{FFADBA3B-5648-4BA2-AC89-78F2B8C33DC2}">
      <dgm:prSet/>
      <dgm:spPr/>
      <dgm:t>
        <a:bodyPr/>
        <a:lstStyle/>
        <a:p>
          <a:endParaRPr lang="en-US"/>
        </a:p>
      </dgm:t>
    </dgm:pt>
    <dgm:pt modelId="{3B475B77-CC19-4F29-B970-7DBBF64C3792}">
      <dgm:prSet phldrT="[Text]" custT="1"/>
      <dgm:spPr/>
      <dgm:t>
        <a:bodyPr/>
        <a:lstStyle/>
        <a:p>
          <a:r>
            <a:rPr lang="en-GB" sz="700" dirty="0"/>
            <a:t> City</a:t>
          </a:r>
          <a:endParaRPr lang="en-US" sz="700" dirty="0"/>
        </a:p>
      </dgm:t>
    </dgm:pt>
    <dgm:pt modelId="{129E7F36-5346-4841-93A2-C931ABED88EA}" type="parTrans" cxnId="{A4A69300-84C0-4447-9EB3-0950354401B6}">
      <dgm:prSet/>
      <dgm:spPr/>
      <dgm:t>
        <a:bodyPr/>
        <a:lstStyle/>
        <a:p>
          <a:endParaRPr lang="en-US"/>
        </a:p>
      </dgm:t>
    </dgm:pt>
    <dgm:pt modelId="{3300D4BF-0C11-4170-8130-CE4F7E10A0E9}" type="sibTrans" cxnId="{A4A69300-84C0-4447-9EB3-0950354401B6}">
      <dgm:prSet/>
      <dgm:spPr/>
      <dgm:t>
        <a:bodyPr/>
        <a:lstStyle/>
        <a:p>
          <a:endParaRPr lang="en-US"/>
        </a:p>
      </dgm:t>
    </dgm:pt>
    <dgm:pt modelId="{3EF3E908-AABF-4085-8FF5-153BF91D60DA}">
      <dgm:prSet phldrT="[Text]" custT="1"/>
      <dgm:spPr/>
      <dgm:t>
        <a:bodyPr/>
        <a:lstStyle/>
        <a:p>
          <a:r>
            <a:rPr lang="en-GB" sz="700" dirty="0"/>
            <a:t>Postcode</a:t>
          </a:r>
          <a:endParaRPr lang="en-US" sz="700" dirty="0"/>
        </a:p>
      </dgm:t>
    </dgm:pt>
    <dgm:pt modelId="{6BA4CD56-417D-4264-AC7F-431ADE69FE90}" type="parTrans" cxnId="{9FE2A9A3-D068-403B-A868-180B0BD3E7DC}">
      <dgm:prSet/>
      <dgm:spPr/>
      <dgm:t>
        <a:bodyPr/>
        <a:lstStyle/>
        <a:p>
          <a:endParaRPr lang="en-US"/>
        </a:p>
      </dgm:t>
    </dgm:pt>
    <dgm:pt modelId="{A7DE6012-93CE-4548-BD44-BE961B1A7573}" type="sibTrans" cxnId="{9FE2A9A3-D068-403B-A868-180B0BD3E7DC}">
      <dgm:prSet/>
      <dgm:spPr/>
      <dgm:t>
        <a:bodyPr/>
        <a:lstStyle/>
        <a:p>
          <a:endParaRPr lang="en-US"/>
        </a:p>
      </dgm:t>
    </dgm:pt>
    <dgm:pt modelId="{4FCD702A-5D58-444D-B8B0-C2C1485B6E67}">
      <dgm:prSet phldrT="[Text]" custT="1"/>
      <dgm:spPr/>
      <dgm:t>
        <a:bodyPr/>
        <a:lstStyle/>
        <a:p>
          <a:r>
            <a:rPr lang="en-GB" sz="700" dirty="0"/>
            <a:t> </a:t>
          </a:r>
          <a:r>
            <a:rPr lang="en-GB" sz="700" dirty="0" err="1"/>
            <a:t>Home_Tel_No</a:t>
          </a:r>
          <a:endParaRPr lang="en-US" sz="700" dirty="0"/>
        </a:p>
      </dgm:t>
    </dgm:pt>
    <dgm:pt modelId="{44B3CFD9-39A0-4DF7-834D-D217E008B832}" type="parTrans" cxnId="{4DEBDFCC-94FC-4123-B96C-B3C7B33FA893}">
      <dgm:prSet/>
      <dgm:spPr/>
      <dgm:t>
        <a:bodyPr/>
        <a:lstStyle/>
        <a:p>
          <a:endParaRPr lang="en-US"/>
        </a:p>
      </dgm:t>
    </dgm:pt>
    <dgm:pt modelId="{A5DC6DC1-A55E-4624-A6FD-20C23A05B36B}" type="sibTrans" cxnId="{4DEBDFCC-94FC-4123-B96C-B3C7B33FA893}">
      <dgm:prSet/>
      <dgm:spPr/>
      <dgm:t>
        <a:bodyPr/>
        <a:lstStyle/>
        <a:p>
          <a:endParaRPr lang="en-US"/>
        </a:p>
      </dgm:t>
    </dgm:pt>
    <dgm:pt modelId="{78A5C30B-5139-4295-82F8-4C3321B79FEA}">
      <dgm:prSet phldrT="[Text]" custT="1"/>
      <dgm:spPr/>
      <dgm:t>
        <a:bodyPr/>
        <a:lstStyle/>
        <a:p>
          <a:r>
            <a:rPr lang="en-GB" sz="700" dirty="0" err="1"/>
            <a:t>Mob_No</a:t>
          </a:r>
          <a:endParaRPr lang="en-US" sz="700" dirty="0"/>
        </a:p>
      </dgm:t>
    </dgm:pt>
    <dgm:pt modelId="{EC21A71B-4595-463D-927B-7B19948FEF45}" type="parTrans" cxnId="{DE4331A5-131B-411B-B2A3-BB7455926FF1}">
      <dgm:prSet/>
      <dgm:spPr/>
      <dgm:t>
        <a:bodyPr/>
        <a:lstStyle/>
        <a:p>
          <a:endParaRPr lang="en-US"/>
        </a:p>
      </dgm:t>
    </dgm:pt>
    <dgm:pt modelId="{28C3A601-6702-4624-A8F6-57CA12365038}" type="sibTrans" cxnId="{DE4331A5-131B-411B-B2A3-BB7455926FF1}">
      <dgm:prSet/>
      <dgm:spPr/>
      <dgm:t>
        <a:bodyPr/>
        <a:lstStyle/>
        <a:p>
          <a:endParaRPr lang="en-US"/>
        </a:p>
      </dgm:t>
    </dgm:pt>
    <dgm:pt modelId="{93C4822A-4EE3-4A8B-AEDA-9B5D8E874283}">
      <dgm:prSet phldrT="[Text]" custT="1"/>
      <dgm:spPr/>
      <dgm:t>
        <a:bodyPr/>
        <a:lstStyle/>
        <a:p>
          <a:r>
            <a:rPr lang="en-GB" sz="700" dirty="0"/>
            <a:t> DOB</a:t>
          </a:r>
          <a:endParaRPr lang="en-US" sz="700" dirty="0"/>
        </a:p>
      </dgm:t>
    </dgm:pt>
    <dgm:pt modelId="{DE266A48-EFF9-4804-A3D5-1685013DC9E4}" type="parTrans" cxnId="{4A50B0FA-9EA6-45E5-965C-D34E76F9F938}">
      <dgm:prSet/>
      <dgm:spPr/>
      <dgm:t>
        <a:bodyPr/>
        <a:lstStyle/>
        <a:p>
          <a:endParaRPr lang="en-US"/>
        </a:p>
      </dgm:t>
    </dgm:pt>
    <dgm:pt modelId="{F1EFB01A-EE52-47BF-8C23-2D8776D4A23D}" type="sibTrans" cxnId="{4A50B0FA-9EA6-45E5-965C-D34E76F9F938}">
      <dgm:prSet/>
      <dgm:spPr/>
      <dgm:t>
        <a:bodyPr/>
        <a:lstStyle/>
        <a:p>
          <a:endParaRPr lang="en-US"/>
        </a:p>
      </dgm:t>
    </dgm:pt>
    <dgm:pt modelId="{18466AE1-3B83-481B-BF7B-E389B096E376}">
      <dgm:prSet phldrT="[Text]" custT="1"/>
      <dgm:spPr/>
      <dgm:t>
        <a:bodyPr/>
        <a:lstStyle/>
        <a:p>
          <a:r>
            <a:rPr lang="en-GB" sz="700" dirty="0" err="1"/>
            <a:t>Job_Ttile</a:t>
          </a:r>
          <a:endParaRPr lang="en-US" sz="700" dirty="0"/>
        </a:p>
      </dgm:t>
    </dgm:pt>
    <dgm:pt modelId="{AA818C48-FB16-4D9F-8785-58E2C332AE79}" type="parTrans" cxnId="{BC84ED04-12F3-44B9-B736-C5BDD2C2700D}">
      <dgm:prSet/>
      <dgm:spPr/>
      <dgm:t>
        <a:bodyPr/>
        <a:lstStyle/>
        <a:p>
          <a:endParaRPr lang="en-US"/>
        </a:p>
      </dgm:t>
    </dgm:pt>
    <dgm:pt modelId="{D634DAD7-4E2A-4B0F-B8B1-C4A3E97134B8}" type="sibTrans" cxnId="{BC84ED04-12F3-44B9-B736-C5BDD2C2700D}">
      <dgm:prSet/>
      <dgm:spPr/>
      <dgm:t>
        <a:bodyPr/>
        <a:lstStyle/>
        <a:p>
          <a:endParaRPr lang="en-US"/>
        </a:p>
      </dgm:t>
    </dgm:pt>
    <dgm:pt modelId="{F56842BB-1439-4081-9D5D-592A81A2E4F8}">
      <dgm:prSet phldrT="[Text]" custT="1"/>
      <dgm:spPr/>
      <dgm:t>
        <a:bodyPr/>
        <a:lstStyle/>
        <a:p>
          <a:r>
            <a:rPr lang="en-GB" sz="700" dirty="0"/>
            <a:t>Salary</a:t>
          </a:r>
          <a:endParaRPr lang="en-US" sz="700" dirty="0"/>
        </a:p>
      </dgm:t>
    </dgm:pt>
    <dgm:pt modelId="{EC4C7629-6312-42C3-B5CE-123D18750FDA}" type="parTrans" cxnId="{A584EEA2-74CF-4ADF-B5FB-1FF17E8E4A03}">
      <dgm:prSet/>
      <dgm:spPr/>
      <dgm:t>
        <a:bodyPr/>
        <a:lstStyle/>
        <a:p>
          <a:endParaRPr lang="en-US"/>
        </a:p>
      </dgm:t>
    </dgm:pt>
    <dgm:pt modelId="{C6BB65E7-FBF0-4BE1-9600-558737B7E05D}" type="sibTrans" cxnId="{A584EEA2-74CF-4ADF-B5FB-1FF17E8E4A03}">
      <dgm:prSet/>
      <dgm:spPr/>
      <dgm:t>
        <a:bodyPr/>
        <a:lstStyle/>
        <a:p>
          <a:endParaRPr lang="en-US"/>
        </a:p>
      </dgm:t>
    </dgm:pt>
    <dgm:pt modelId="{8052112F-DD6B-4AB2-BFC3-983ABBFA7261}">
      <dgm:prSet custT="1"/>
      <dgm:spPr/>
      <dgm:t>
        <a:bodyPr/>
        <a:lstStyle/>
        <a:p>
          <a:r>
            <a:rPr lang="en-GB" sz="900" dirty="0"/>
            <a:t>Course</a:t>
          </a:r>
        </a:p>
      </dgm:t>
    </dgm:pt>
    <dgm:pt modelId="{173CCCF3-5D04-43BF-98D4-A1E5642A9D04}" type="parTrans" cxnId="{0DA58664-A934-4DE0-9F74-271131CF1A79}">
      <dgm:prSet/>
      <dgm:spPr/>
      <dgm:t>
        <a:bodyPr/>
        <a:lstStyle/>
        <a:p>
          <a:endParaRPr lang="en-US"/>
        </a:p>
      </dgm:t>
    </dgm:pt>
    <dgm:pt modelId="{0B11A530-3148-4DEC-86AA-0DA4AFA4C00B}" type="sibTrans" cxnId="{0DA58664-A934-4DE0-9F74-271131CF1A79}">
      <dgm:prSet/>
      <dgm:spPr/>
      <dgm:t>
        <a:bodyPr/>
        <a:lstStyle/>
        <a:p>
          <a:endParaRPr lang="en-US"/>
        </a:p>
      </dgm:t>
    </dgm:pt>
    <dgm:pt modelId="{C7F58936-D08C-44EE-AD3D-B3C80D80EF07}">
      <dgm:prSet custT="1"/>
      <dgm:spPr/>
      <dgm:t>
        <a:bodyPr/>
        <a:lstStyle/>
        <a:p>
          <a:r>
            <a:rPr lang="en-GB" sz="700" dirty="0" err="1"/>
            <a:t>Course_No</a:t>
          </a:r>
          <a:endParaRPr lang="en-GB" sz="700" dirty="0"/>
        </a:p>
      </dgm:t>
    </dgm:pt>
    <dgm:pt modelId="{549BEEEB-71C0-4FEC-B73B-A39FAE59AA7B}" type="parTrans" cxnId="{F41F6675-0A86-48B4-8CEA-BFAA65ACE565}">
      <dgm:prSet/>
      <dgm:spPr/>
      <dgm:t>
        <a:bodyPr/>
        <a:lstStyle/>
        <a:p>
          <a:endParaRPr lang="en-US"/>
        </a:p>
      </dgm:t>
    </dgm:pt>
    <dgm:pt modelId="{323848F4-1305-4D4A-A62F-9C891E86AFCC}" type="sibTrans" cxnId="{F41F6675-0A86-48B4-8CEA-BFAA65ACE565}">
      <dgm:prSet/>
      <dgm:spPr/>
      <dgm:t>
        <a:bodyPr/>
        <a:lstStyle/>
        <a:p>
          <a:endParaRPr lang="en-US"/>
        </a:p>
      </dgm:t>
    </dgm:pt>
    <dgm:pt modelId="{00FB215A-E7B4-4E61-A7BD-C4436531616F}">
      <dgm:prSet custT="1"/>
      <dgm:spPr/>
      <dgm:t>
        <a:bodyPr/>
        <a:lstStyle/>
        <a:p>
          <a:r>
            <a:rPr lang="en-GB" sz="700" dirty="0" err="1"/>
            <a:t>Department_No</a:t>
          </a:r>
          <a:endParaRPr lang="en-GB" sz="700" dirty="0"/>
        </a:p>
      </dgm:t>
    </dgm:pt>
    <dgm:pt modelId="{C87C189A-1684-412F-A47C-FE9F4674EA0F}" type="parTrans" cxnId="{81B5457E-2FD2-4CC9-8FF7-D730E06005D9}">
      <dgm:prSet/>
      <dgm:spPr/>
      <dgm:t>
        <a:bodyPr/>
        <a:lstStyle/>
        <a:p>
          <a:endParaRPr lang="en-US"/>
        </a:p>
      </dgm:t>
    </dgm:pt>
    <dgm:pt modelId="{746886C3-5D54-4CEB-9B71-CD3F26160327}" type="sibTrans" cxnId="{81B5457E-2FD2-4CC9-8FF7-D730E06005D9}">
      <dgm:prSet/>
      <dgm:spPr/>
      <dgm:t>
        <a:bodyPr/>
        <a:lstStyle/>
        <a:p>
          <a:endParaRPr lang="en-US"/>
        </a:p>
      </dgm:t>
    </dgm:pt>
    <dgm:pt modelId="{7B08CBF7-7865-4F5A-8C16-54A96E3C3183}">
      <dgm:prSet custT="1"/>
      <dgm:spPr/>
      <dgm:t>
        <a:bodyPr/>
        <a:lstStyle/>
        <a:p>
          <a:r>
            <a:rPr lang="en-GB" sz="700" dirty="0"/>
            <a:t> Name,</a:t>
          </a:r>
        </a:p>
      </dgm:t>
    </dgm:pt>
    <dgm:pt modelId="{7E42403E-EDF5-40C8-A33A-A7BB7373217D}" type="parTrans" cxnId="{5F29DDF1-AB59-4C02-BD82-8E45D05AB27D}">
      <dgm:prSet/>
      <dgm:spPr/>
      <dgm:t>
        <a:bodyPr/>
        <a:lstStyle/>
        <a:p>
          <a:endParaRPr lang="en-US"/>
        </a:p>
      </dgm:t>
    </dgm:pt>
    <dgm:pt modelId="{7C882245-4567-473A-B693-6B0DA32764AC}" type="sibTrans" cxnId="{5F29DDF1-AB59-4C02-BD82-8E45D05AB27D}">
      <dgm:prSet/>
      <dgm:spPr/>
      <dgm:t>
        <a:bodyPr/>
        <a:lstStyle/>
        <a:p>
          <a:endParaRPr lang="en-US"/>
        </a:p>
      </dgm:t>
    </dgm:pt>
    <dgm:pt modelId="{C700BDFA-CEB3-4548-8559-2B2B2890309E}">
      <dgm:prSet custT="1"/>
      <dgm:spPr/>
      <dgm:t>
        <a:bodyPr/>
        <a:lstStyle/>
        <a:p>
          <a:r>
            <a:rPr lang="en-GB" sz="700" dirty="0"/>
            <a:t>Duration</a:t>
          </a:r>
        </a:p>
      </dgm:t>
    </dgm:pt>
    <dgm:pt modelId="{95D05A07-E9CF-44D9-962D-A02DE21E1146}" type="parTrans" cxnId="{4EC72850-D862-486F-A0CA-6696D5F4EB68}">
      <dgm:prSet/>
      <dgm:spPr/>
      <dgm:t>
        <a:bodyPr/>
        <a:lstStyle/>
        <a:p>
          <a:endParaRPr lang="en-US"/>
        </a:p>
      </dgm:t>
    </dgm:pt>
    <dgm:pt modelId="{AF3A25DF-6249-4C9B-9A73-24BEE2B3403A}" type="sibTrans" cxnId="{4EC72850-D862-486F-A0CA-6696D5F4EB68}">
      <dgm:prSet/>
      <dgm:spPr/>
      <dgm:t>
        <a:bodyPr/>
        <a:lstStyle/>
        <a:p>
          <a:endParaRPr lang="en-US"/>
        </a:p>
      </dgm:t>
    </dgm:pt>
    <dgm:pt modelId="{EFBFC664-6E37-424B-BA51-262E18DA8C6E}">
      <dgm:prSet custT="1"/>
      <dgm:spPr/>
      <dgm:t>
        <a:bodyPr/>
        <a:lstStyle/>
        <a:p>
          <a:r>
            <a:rPr lang="en-GB" sz="700" dirty="0"/>
            <a:t> Level</a:t>
          </a:r>
        </a:p>
      </dgm:t>
    </dgm:pt>
    <dgm:pt modelId="{A6338F31-C241-415B-959E-0FF7EFED5694}" type="parTrans" cxnId="{6F406D30-FA0F-49F3-8CEB-98C64100C194}">
      <dgm:prSet/>
      <dgm:spPr/>
      <dgm:t>
        <a:bodyPr/>
        <a:lstStyle/>
        <a:p>
          <a:endParaRPr lang="en-US"/>
        </a:p>
      </dgm:t>
    </dgm:pt>
    <dgm:pt modelId="{8BDAFF24-45E9-4157-B8ED-251F1FD06D86}" type="sibTrans" cxnId="{6F406D30-FA0F-49F3-8CEB-98C64100C194}">
      <dgm:prSet/>
      <dgm:spPr/>
      <dgm:t>
        <a:bodyPr/>
        <a:lstStyle/>
        <a:p>
          <a:endParaRPr lang="en-US"/>
        </a:p>
      </dgm:t>
    </dgm:pt>
    <dgm:pt modelId="{17DFF03A-A66E-480D-95A1-A99531785178}">
      <dgm:prSet custT="1"/>
      <dgm:spPr/>
      <dgm:t>
        <a:bodyPr/>
        <a:lstStyle/>
        <a:p>
          <a:r>
            <a:rPr lang="en-GB" sz="900" dirty="0"/>
            <a:t>Modules</a:t>
          </a:r>
        </a:p>
      </dgm:t>
    </dgm:pt>
    <dgm:pt modelId="{207E67C3-2F30-4DDA-BAC2-FAE8755E5A31}" type="parTrans" cxnId="{8EF77F8E-3ABD-47FD-A6F9-D6CBE61CE43E}">
      <dgm:prSet/>
      <dgm:spPr/>
      <dgm:t>
        <a:bodyPr/>
        <a:lstStyle/>
        <a:p>
          <a:endParaRPr lang="en-US"/>
        </a:p>
      </dgm:t>
    </dgm:pt>
    <dgm:pt modelId="{F19F0BCE-B6AE-4D20-A611-8B5B0DDAD4A4}" type="sibTrans" cxnId="{8EF77F8E-3ABD-47FD-A6F9-D6CBE61CE43E}">
      <dgm:prSet/>
      <dgm:spPr/>
      <dgm:t>
        <a:bodyPr/>
        <a:lstStyle/>
        <a:p>
          <a:endParaRPr lang="en-US"/>
        </a:p>
      </dgm:t>
    </dgm:pt>
    <dgm:pt modelId="{9979865D-D23F-46B2-9143-3790C346D49D}">
      <dgm:prSet custT="1"/>
      <dgm:spPr/>
      <dgm:t>
        <a:bodyPr/>
        <a:lstStyle/>
        <a:p>
          <a:r>
            <a:rPr lang="en-GB" sz="700" dirty="0" err="1"/>
            <a:t>Module_No</a:t>
          </a:r>
          <a:endParaRPr lang="en-GB" sz="700" dirty="0"/>
        </a:p>
      </dgm:t>
    </dgm:pt>
    <dgm:pt modelId="{6C6FE86A-D787-4088-A028-F6F7E4CA07AB}" type="parTrans" cxnId="{7FE5B596-173D-493F-86C3-5A2F10AAD7D3}">
      <dgm:prSet/>
      <dgm:spPr/>
      <dgm:t>
        <a:bodyPr/>
        <a:lstStyle/>
        <a:p>
          <a:endParaRPr lang="en-US"/>
        </a:p>
      </dgm:t>
    </dgm:pt>
    <dgm:pt modelId="{3EBD4446-11D1-43EE-9774-8BE0FDED683A}" type="sibTrans" cxnId="{7FE5B596-173D-493F-86C3-5A2F10AAD7D3}">
      <dgm:prSet/>
      <dgm:spPr/>
      <dgm:t>
        <a:bodyPr/>
        <a:lstStyle/>
        <a:p>
          <a:endParaRPr lang="en-US"/>
        </a:p>
      </dgm:t>
    </dgm:pt>
    <dgm:pt modelId="{BE553FBA-9E70-4BA1-B052-83DA48DC7597}">
      <dgm:prSet custT="1"/>
      <dgm:spPr/>
      <dgm:t>
        <a:bodyPr/>
        <a:lstStyle/>
        <a:p>
          <a:r>
            <a:rPr lang="en-GB" sz="700" dirty="0" err="1"/>
            <a:t>Course_No</a:t>
          </a:r>
          <a:endParaRPr lang="en-GB" sz="700" dirty="0"/>
        </a:p>
      </dgm:t>
    </dgm:pt>
    <dgm:pt modelId="{DBAF4199-151F-436A-81CE-C2CAFE319D7D}" type="parTrans" cxnId="{2609353D-C711-466D-9D35-6A46F8B63AC2}">
      <dgm:prSet/>
      <dgm:spPr/>
      <dgm:t>
        <a:bodyPr/>
        <a:lstStyle/>
        <a:p>
          <a:endParaRPr lang="en-US"/>
        </a:p>
      </dgm:t>
    </dgm:pt>
    <dgm:pt modelId="{0577424D-C312-468E-B709-3589C5A07DA8}" type="sibTrans" cxnId="{2609353D-C711-466D-9D35-6A46F8B63AC2}">
      <dgm:prSet/>
      <dgm:spPr/>
      <dgm:t>
        <a:bodyPr/>
        <a:lstStyle/>
        <a:p>
          <a:endParaRPr lang="en-US"/>
        </a:p>
      </dgm:t>
    </dgm:pt>
    <dgm:pt modelId="{68E44DCA-1BFA-41F3-9F5B-6BAFE7FA89C4}">
      <dgm:prSet custT="1"/>
      <dgm:spPr/>
      <dgm:t>
        <a:bodyPr/>
        <a:lstStyle/>
        <a:p>
          <a:r>
            <a:rPr lang="en-GB" sz="700" dirty="0" err="1"/>
            <a:t>Staff_No</a:t>
          </a:r>
          <a:endParaRPr lang="en-GB" sz="700" dirty="0"/>
        </a:p>
      </dgm:t>
    </dgm:pt>
    <dgm:pt modelId="{0A7D40C6-D9DE-461D-92B5-F7A858264793}" type="parTrans" cxnId="{28C73DB5-7D7F-4993-958B-A6594C290019}">
      <dgm:prSet/>
      <dgm:spPr/>
      <dgm:t>
        <a:bodyPr/>
        <a:lstStyle/>
        <a:p>
          <a:endParaRPr lang="en-US"/>
        </a:p>
      </dgm:t>
    </dgm:pt>
    <dgm:pt modelId="{AF9422D5-AA16-4C00-A17D-06A4A1A11E48}" type="sibTrans" cxnId="{28C73DB5-7D7F-4993-958B-A6594C290019}">
      <dgm:prSet/>
      <dgm:spPr/>
      <dgm:t>
        <a:bodyPr/>
        <a:lstStyle/>
        <a:p>
          <a:endParaRPr lang="en-US"/>
        </a:p>
      </dgm:t>
    </dgm:pt>
    <dgm:pt modelId="{5853A181-C738-49AE-BCC6-D1407761560A}">
      <dgm:prSet custT="1"/>
      <dgm:spPr/>
      <dgm:t>
        <a:bodyPr/>
        <a:lstStyle/>
        <a:p>
          <a:r>
            <a:rPr lang="en-GB" sz="700" dirty="0"/>
            <a:t> Name</a:t>
          </a:r>
        </a:p>
      </dgm:t>
    </dgm:pt>
    <dgm:pt modelId="{144CB5B4-17D1-4880-88C2-786369F00092}" type="parTrans" cxnId="{3784FDD8-5DEE-4A65-9A97-0E748AD1007A}">
      <dgm:prSet/>
      <dgm:spPr/>
      <dgm:t>
        <a:bodyPr/>
        <a:lstStyle/>
        <a:p>
          <a:endParaRPr lang="en-US"/>
        </a:p>
      </dgm:t>
    </dgm:pt>
    <dgm:pt modelId="{18D3B0CB-A537-43EF-BCE5-ABC787769821}" type="sibTrans" cxnId="{3784FDD8-5DEE-4A65-9A97-0E748AD1007A}">
      <dgm:prSet/>
      <dgm:spPr/>
      <dgm:t>
        <a:bodyPr/>
        <a:lstStyle/>
        <a:p>
          <a:endParaRPr lang="en-US"/>
        </a:p>
      </dgm:t>
    </dgm:pt>
    <dgm:pt modelId="{E4E6A59A-C09D-4945-A801-DA393EE610D9}">
      <dgm:prSet custT="1"/>
      <dgm:spPr/>
      <dgm:t>
        <a:bodyPr/>
        <a:lstStyle/>
        <a:p>
          <a:r>
            <a:rPr lang="en-GB" sz="700" dirty="0"/>
            <a:t>Credit</a:t>
          </a:r>
        </a:p>
      </dgm:t>
    </dgm:pt>
    <dgm:pt modelId="{8917BC1F-195A-4F84-A0AE-BE196AF1512B}" type="parTrans" cxnId="{B0F42CC1-1399-4BAA-8EB1-87AB652DF126}">
      <dgm:prSet/>
      <dgm:spPr/>
      <dgm:t>
        <a:bodyPr/>
        <a:lstStyle/>
        <a:p>
          <a:endParaRPr lang="en-US"/>
        </a:p>
      </dgm:t>
    </dgm:pt>
    <dgm:pt modelId="{14CC3CAB-E498-4B34-B524-7E755053042A}" type="sibTrans" cxnId="{B0F42CC1-1399-4BAA-8EB1-87AB652DF126}">
      <dgm:prSet/>
      <dgm:spPr/>
      <dgm:t>
        <a:bodyPr/>
        <a:lstStyle/>
        <a:p>
          <a:endParaRPr lang="en-US"/>
        </a:p>
      </dgm:t>
    </dgm:pt>
    <dgm:pt modelId="{698520B5-673C-48C3-8602-E7FC3B2A3367}">
      <dgm:prSet custT="1"/>
      <dgm:spPr/>
      <dgm:t>
        <a:bodyPr/>
        <a:lstStyle/>
        <a:p>
          <a:r>
            <a:rPr lang="en-GB" sz="700" dirty="0"/>
            <a:t>Duration</a:t>
          </a:r>
        </a:p>
      </dgm:t>
    </dgm:pt>
    <dgm:pt modelId="{997543A7-7EBA-4C6F-B3D7-2F218C4CF0E2}" type="parTrans" cxnId="{23246A8A-5F32-4036-8EB3-111858E104BD}">
      <dgm:prSet/>
      <dgm:spPr/>
      <dgm:t>
        <a:bodyPr/>
        <a:lstStyle/>
        <a:p>
          <a:endParaRPr lang="en-US"/>
        </a:p>
      </dgm:t>
    </dgm:pt>
    <dgm:pt modelId="{F72CE43B-73D0-4180-904F-251DDA75DB09}" type="sibTrans" cxnId="{23246A8A-5F32-4036-8EB3-111858E104BD}">
      <dgm:prSet/>
      <dgm:spPr/>
      <dgm:t>
        <a:bodyPr/>
        <a:lstStyle/>
        <a:p>
          <a:endParaRPr lang="en-US"/>
        </a:p>
      </dgm:t>
    </dgm:pt>
    <dgm:pt modelId="{9475D99A-436B-4C92-B56B-6F74DF9246E9}">
      <dgm:prSet custT="1"/>
      <dgm:spPr/>
      <dgm:t>
        <a:bodyPr/>
        <a:lstStyle/>
        <a:p>
          <a:r>
            <a:rPr lang="en-GB" sz="700" dirty="0"/>
            <a:t>Description</a:t>
          </a:r>
        </a:p>
      </dgm:t>
    </dgm:pt>
    <dgm:pt modelId="{1BE192D9-55C9-4B6C-B9E0-7D8299F5143D}" type="parTrans" cxnId="{44BC3948-ECD9-407C-8744-82095A4250A5}">
      <dgm:prSet/>
      <dgm:spPr/>
      <dgm:t>
        <a:bodyPr/>
        <a:lstStyle/>
        <a:p>
          <a:endParaRPr lang="en-US"/>
        </a:p>
      </dgm:t>
    </dgm:pt>
    <dgm:pt modelId="{EB62D7A1-CB5A-459B-ABA0-48E480C87804}" type="sibTrans" cxnId="{44BC3948-ECD9-407C-8744-82095A4250A5}">
      <dgm:prSet/>
      <dgm:spPr/>
      <dgm:t>
        <a:bodyPr/>
        <a:lstStyle/>
        <a:p>
          <a:endParaRPr lang="en-US"/>
        </a:p>
      </dgm:t>
    </dgm:pt>
    <dgm:pt modelId="{8E5CA77B-C4B0-484D-AB53-D11909DBED6C}">
      <dgm:prSet custT="1"/>
      <dgm:spPr/>
      <dgm:t>
        <a:bodyPr/>
        <a:lstStyle/>
        <a:p>
          <a:r>
            <a:rPr lang="en-GB" sz="900" dirty="0"/>
            <a:t>Student</a:t>
          </a:r>
        </a:p>
      </dgm:t>
    </dgm:pt>
    <dgm:pt modelId="{0D09DEC1-0A2D-48DA-A83A-0A290A47AB20}" type="parTrans" cxnId="{188FBCA0-2804-4223-8871-E75F5D35905D}">
      <dgm:prSet/>
      <dgm:spPr/>
      <dgm:t>
        <a:bodyPr/>
        <a:lstStyle/>
        <a:p>
          <a:endParaRPr lang="en-US"/>
        </a:p>
      </dgm:t>
    </dgm:pt>
    <dgm:pt modelId="{8C85083B-2897-4A19-95B1-101320B08E8A}" type="sibTrans" cxnId="{188FBCA0-2804-4223-8871-E75F5D35905D}">
      <dgm:prSet/>
      <dgm:spPr/>
      <dgm:t>
        <a:bodyPr/>
        <a:lstStyle/>
        <a:p>
          <a:endParaRPr lang="en-US"/>
        </a:p>
      </dgm:t>
    </dgm:pt>
    <dgm:pt modelId="{FE7D08BF-EB71-4DAA-9478-4D72258B18C1}">
      <dgm:prSet custT="1"/>
      <dgm:spPr/>
      <dgm:t>
        <a:bodyPr/>
        <a:lstStyle/>
        <a:p>
          <a:r>
            <a:rPr lang="en-GB" sz="700" dirty="0" err="1"/>
            <a:t>Student_No</a:t>
          </a:r>
          <a:endParaRPr lang="en-GB" sz="700" dirty="0"/>
        </a:p>
      </dgm:t>
    </dgm:pt>
    <dgm:pt modelId="{BEF470B8-8FD0-46A5-A7BA-5173320425AC}" type="parTrans" cxnId="{9B86C70A-8C1D-4E9C-B359-399FA8C55A7D}">
      <dgm:prSet/>
      <dgm:spPr/>
      <dgm:t>
        <a:bodyPr/>
        <a:lstStyle/>
        <a:p>
          <a:endParaRPr lang="en-US"/>
        </a:p>
      </dgm:t>
    </dgm:pt>
    <dgm:pt modelId="{71780235-7E91-4783-86E7-E51E9220C59B}" type="sibTrans" cxnId="{9B86C70A-8C1D-4E9C-B359-399FA8C55A7D}">
      <dgm:prSet/>
      <dgm:spPr/>
      <dgm:t>
        <a:bodyPr/>
        <a:lstStyle/>
        <a:p>
          <a:endParaRPr lang="en-US"/>
        </a:p>
      </dgm:t>
    </dgm:pt>
    <dgm:pt modelId="{75914AE7-21A3-42FD-8AEB-BA989E0D83B1}">
      <dgm:prSet custT="1"/>
      <dgm:spPr/>
      <dgm:t>
        <a:bodyPr/>
        <a:lstStyle/>
        <a:p>
          <a:r>
            <a:rPr lang="en-GB" sz="700" dirty="0" err="1"/>
            <a:t>Course_No</a:t>
          </a:r>
          <a:endParaRPr lang="en-GB" sz="700" dirty="0"/>
        </a:p>
      </dgm:t>
    </dgm:pt>
    <dgm:pt modelId="{C68A9AB9-0C24-4581-A602-36F2990F06A2}" type="parTrans" cxnId="{BC7D35C8-E2A3-479D-9AED-B9E3EF7D339D}">
      <dgm:prSet/>
      <dgm:spPr/>
      <dgm:t>
        <a:bodyPr/>
        <a:lstStyle/>
        <a:p>
          <a:endParaRPr lang="en-US"/>
        </a:p>
      </dgm:t>
    </dgm:pt>
    <dgm:pt modelId="{C5CE9770-4DFD-40DB-84E8-9AACC772A42C}" type="sibTrans" cxnId="{BC7D35C8-E2A3-479D-9AED-B9E3EF7D339D}">
      <dgm:prSet/>
      <dgm:spPr/>
      <dgm:t>
        <a:bodyPr/>
        <a:lstStyle/>
        <a:p>
          <a:endParaRPr lang="en-US"/>
        </a:p>
      </dgm:t>
    </dgm:pt>
    <dgm:pt modelId="{4DBE1B34-25CA-4F4E-BBAC-6DFBB054EB2D}">
      <dgm:prSet custT="1"/>
      <dgm:spPr/>
      <dgm:t>
        <a:bodyPr/>
        <a:lstStyle/>
        <a:p>
          <a:r>
            <a:rPr lang="en-GB" sz="700" dirty="0"/>
            <a:t>Title</a:t>
          </a:r>
        </a:p>
      </dgm:t>
    </dgm:pt>
    <dgm:pt modelId="{95657C43-FDA5-4393-BD2E-B2E3E44E9FE2}" type="parTrans" cxnId="{F1F59FFD-2A09-47F7-B0FE-37A9B11DCB01}">
      <dgm:prSet/>
      <dgm:spPr/>
      <dgm:t>
        <a:bodyPr/>
        <a:lstStyle/>
        <a:p>
          <a:endParaRPr lang="en-US"/>
        </a:p>
      </dgm:t>
    </dgm:pt>
    <dgm:pt modelId="{3492244E-97F0-492D-91F3-ABA04004D446}" type="sibTrans" cxnId="{F1F59FFD-2A09-47F7-B0FE-37A9B11DCB01}">
      <dgm:prSet/>
      <dgm:spPr/>
      <dgm:t>
        <a:bodyPr/>
        <a:lstStyle/>
        <a:p>
          <a:endParaRPr lang="en-US"/>
        </a:p>
      </dgm:t>
    </dgm:pt>
    <dgm:pt modelId="{DF0767A7-5026-4C44-BA3F-98BD9DACC1A1}">
      <dgm:prSet custT="1"/>
      <dgm:spPr/>
      <dgm:t>
        <a:bodyPr/>
        <a:lstStyle/>
        <a:p>
          <a:r>
            <a:rPr lang="en-GB" sz="700" dirty="0" err="1"/>
            <a:t>F_name</a:t>
          </a:r>
          <a:endParaRPr lang="en-GB" sz="700" dirty="0"/>
        </a:p>
      </dgm:t>
    </dgm:pt>
    <dgm:pt modelId="{D1BC4CD4-35E9-48D4-A9EA-48AC3D166EE9}" type="parTrans" cxnId="{18AF41E0-B204-4F84-BA3B-E972485E4E6A}">
      <dgm:prSet/>
      <dgm:spPr/>
      <dgm:t>
        <a:bodyPr/>
        <a:lstStyle/>
        <a:p>
          <a:endParaRPr lang="en-US"/>
        </a:p>
      </dgm:t>
    </dgm:pt>
    <dgm:pt modelId="{F2654AAA-2AEC-4B94-A226-F34EE2E4FDF5}" type="sibTrans" cxnId="{18AF41E0-B204-4F84-BA3B-E972485E4E6A}">
      <dgm:prSet/>
      <dgm:spPr/>
      <dgm:t>
        <a:bodyPr/>
        <a:lstStyle/>
        <a:p>
          <a:endParaRPr lang="en-US"/>
        </a:p>
      </dgm:t>
    </dgm:pt>
    <dgm:pt modelId="{56350962-C1F8-4128-8D9E-3176B9F171F1}">
      <dgm:prSet custT="1"/>
      <dgm:spPr/>
      <dgm:t>
        <a:bodyPr/>
        <a:lstStyle/>
        <a:p>
          <a:r>
            <a:rPr lang="en-GB" sz="700" dirty="0"/>
            <a:t> </a:t>
          </a:r>
          <a:r>
            <a:rPr lang="en-GB" sz="700" dirty="0" err="1"/>
            <a:t>L_name</a:t>
          </a:r>
          <a:endParaRPr lang="en-GB" sz="700" dirty="0"/>
        </a:p>
      </dgm:t>
    </dgm:pt>
    <dgm:pt modelId="{9116EDFF-D9F8-4F7A-AC58-E6F238FD4EB8}" type="parTrans" cxnId="{1DC928E5-3028-4965-AB47-8F258ABA4751}">
      <dgm:prSet/>
      <dgm:spPr/>
      <dgm:t>
        <a:bodyPr/>
        <a:lstStyle/>
        <a:p>
          <a:endParaRPr lang="en-US"/>
        </a:p>
      </dgm:t>
    </dgm:pt>
    <dgm:pt modelId="{19BF472F-A1FB-4EC5-8FF7-11F3D722F009}" type="sibTrans" cxnId="{1DC928E5-3028-4965-AB47-8F258ABA4751}">
      <dgm:prSet/>
      <dgm:spPr/>
      <dgm:t>
        <a:bodyPr/>
        <a:lstStyle/>
        <a:p>
          <a:endParaRPr lang="en-US"/>
        </a:p>
      </dgm:t>
    </dgm:pt>
    <dgm:pt modelId="{19CD582A-1AB0-48C4-AFE2-87A8C82C8D5A}">
      <dgm:prSet custT="1"/>
      <dgm:spPr/>
      <dgm:t>
        <a:bodyPr/>
        <a:lstStyle/>
        <a:p>
          <a:r>
            <a:rPr lang="en-GB" sz="700" dirty="0" err="1"/>
            <a:t>H_No</a:t>
          </a:r>
          <a:endParaRPr lang="en-GB" sz="700" dirty="0"/>
        </a:p>
      </dgm:t>
    </dgm:pt>
    <dgm:pt modelId="{377FB58B-036C-444D-8242-ED9DBC93D9AE}" type="parTrans" cxnId="{5826A256-E40A-4D44-8590-63C66724F349}">
      <dgm:prSet/>
      <dgm:spPr/>
      <dgm:t>
        <a:bodyPr/>
        <a:lstStyle/>
        <a:p>
          <a:endParaRPr lang="en-US"/>
        </a:p>
      </dgm:t>
    </dgm:pt>
    <dgm:pt modelId="{BBDCE628-6839-4830-B973-DF8DFD79DC67}" type="sibTrans" cxnId="{5826A256-E40A-4D44-8590-63C66724F349}">
      <dgm:prSet/>
      <dgm:spPr/>
      <dgm:t>
        <a:bodyPr/>
        <a:lstStyle/>
        <a:p>
          <a:endParaRPr lang="en-US"/>
        </a:p>
      </dgm:t>
    </dgm:pt>
    <dgm:pt modelId="{589F45DC-404B-4664-92CC-4FA028861EFB}">
      <dgm:prSet custT="1"/>
      <dgm:spPr/>
      <dgm:t>
        <a:bodyPr/>
        <a:lstStyle/>
        <a:p>
          <a:r>
            <a:rPr lang="en-GB" sz="700" dirty="0"/>
            <a:t>Street</a:t>
          </a:r>
        </a:p>
      </dgm:t>
    </dgm:pt>
    <dgm:pt modelId="{67D4E4C9-0DAD-40C9-96D7-3AF5D53E7488}" type="parTrans" cxnId="{C3A0300F-57B7-4972-84C0-FA3DDE2610D7}">
      <dgm:prSet/>
      <dgm:spPr/>
      <dgm:t>
        <a:bodyPr/>
        <a:lstStyle/>
        <a:p>
          <a:endParaRPr lang="en-US"/>
        </a:p>
      </dgm:t>
    </dgm:pt>
    <dgm:pt modelId="{C726E02D-12CD-4600-89B8-84C02375DF08}" type="sibTrans" cxnId="{C3A0300F-57B7-4972-84C0-FA3DDE2610D7}">
      <dgm:prSet/>
      <dgm:spPr/>
      <dgm:t>
        <a:bodyPr/>
        <a:lstStyle/>
        <a:p>
          <a:endParaRPr lang="en-US"/>
        </a:p>
      </dgm:t>
    </dgm:pt>
    <dgm:pt modelId="{16847519-0FF2-4785-BCF6-D0988FBAAAFC}">
      <dgm:prSet custT="1"/>
      <dgm:spPr/>
      <dgm:t>
        <a:bodyPr/>
        <a:lstStyle/>
        <a:p>
          <a:r>
            <a:rPr lang="en-GB" sz="700" dirty="0"/>
            <a:t>City</a:t>
          </a:r>
        </a:p>
      </dgm:t>
    </dgm:pt>
    <dgm:pt modelId="{4990AE86-9743-4CD6-B484-31F61BC43A95}" type="parTrans" cxnId="{F7771F2E-3A36-4284-976D-B54AF3D47F0B}">
      <dgm:prSet/>
      <dgm:spPr/>
      <dgm:t>
        <a:bodyPr/>
        <a:lstStyle/>
        <a:p>
          <a:endParaRPr lang="en-US"/>
        </a:p>
      </dgm:t>
    </dgm:pt>
    <dgm:pt modelId="{14A51ED2-3DD6-4158-BEFC-BEBB5369FD1F}" type="sibTrans" cxnId="{F7771F2E-3A36-4284-976D-B54AF3D47F0B}">
      <dgm:prSet/>
      <dgm:spPr/>
      <dgm:t>
        <a:bodyPr/>
        <a:lstStyle/>
        <a:p>
          <a:endParaRPr lang="en-US"/>
        </a:p>
      </dgm:t>
    </dgm:pt>
    <dgm:pt modelId="{6CE6AEA8-2DD0-4177-B08F-90549911F328}">
      <dgm:prSet custT="1"/>
      <dgm:spPr/>
      <dgm:t>
        <a:bodyPr/>
        <a:lstStyle/>
        <a:p>
          <a:r>
            <a:rPr lang="en-GB" sz="700" dirty="0"/>
            <a:t>Postcode</a:t>
          </a:r>
        </a:p>
      </dgm:t>
    </dgm:pt>
    <dgm:pt modelId="{6C314DC6-5C53-48DC-BEAD-7B55448A3B72}" type="parTrans" cxnId="{8116B941-8E96-483E-8CA1-3B68D0422ED1}">
      <dgm:prSet/>
      <dgm:spPr/>
      <dgm:t>
        <a:bodyPr/>
        <a:lstStyle/>
        <a:p>
          <a:endParaRPr lang="en-US"/>
        </a:p>
      </dgm:t>
    </dgm:pt>
    <dgm:pt modelId="{083A46D6-B998-44DF-A3FF-FD0EF38953B5}" type="sibTrans" cxnId="{8116B941-8E96-483E-8CA1-3B68D0422ED1}">
      <dgm:prSet/>
      <dgm:spPr/>
      <dgm:t>
        <a:bodyPr/>
        <a:lstStyle/>
        <a:p>
          <a:endParaRPr lang="en-US"/>
        </a:p>
      </dgm:t>
    </dgm:pt>
    <dgm:pt modelId="{FDC69469-BA4F-4BB5-AB87-E833B54E691C}">
      <dgm:prSet custT="1"/>
      <dgm:spPr/>
      <dgm:t>
        <a:bodyPr/>
        <a:lstStyle/>
        <a:p>
          <a:r>
            <a:rPr lang="en-GB" sz="700" dirty="0" err="1"/>
            <a:t>Home_Tel_No</a:t>
          </a:r>
          <a:endParaRPr lang="en-GB" sz="700" dirty="0"/>
        </a:p>
      </dgm:t>
    </dgm:pt>
    <dgm:pt modelId="{736F93B3-A421-4646-8D10-A9C9FFCCCA8F}" type="parTrans" cxnId="{3DF83440-FA79-48E0-B19C-792F2DB2A919}">
      <dgm:prSet/>
      <dgm:spPr/>
      <dgm:t>
        <a:bodyPr/>
        <a:lstStyle/>
        <a:p>
          <a:endParaRPr lang="en-US"/>
        </a:p>
      </dgm:t>
    </dgm:pt>
    <dgm:pt modelId="{DEC0CAD7-E67F-4938-9D39-7E0E98AF1E5D}" type="sibTrans" cxnId="{3DF83440-FA79-48E0-B19C-792F2DB2A919}">
      <dgm:prSet/>
      <dgm:spPr/>
      <dgm:t>
        <a:bodyPr/>
        <a:lstStyle/>
        <a:p>
          <a:endParaRPr lang="en-US"/>
        </a:p>
      </dgm:t>
    </dgm:pt>
    <dgm:pt modelId="{DC7AD554-1257-4C28-8076-AACE98CDE664}">
      <dgm:prSet custT="1"/>
      <dgm:spPr/>
      <dgm:t>
        <a:bodyPr/>
        <a:lstStyle/>
        <a:p>
          <a:r>
            <a:rPr lang="en-GB" sz="700" dirty="0" err="1"/>
            <a:t>Mob_No</a:t>
          </a:r>
          <a:endParaRPr lang="en-GB" sz="700" dirty="0"/>
        </a:p>
      </dgm:t>
    </dgm:pt>
    <dgm:pt modelId="{45CEAFBE-DDAC-48F4-BF62-E15E5A6FF282}" type="parTrans" cxnId="{CBAA35B6-1CBE-4D74-AE71-55AA277DF3C1}">
      <dgm:prSet/>
      <dgm:spPr/>
      <dgm:t>
        <a:bodyPr/>
        <a:lstStyle/>
        <a:p>
          <a:endParaRPr lang="en-US"/>
        </a:p>
      </dgm:t>
    </dgm:pt>
    <dgm:pt modelId="{567BC180-218E-4057-A1EA-A5225BD36ED3}" type="sibTrans" cxnId="{CBAA35B6-1CBE-4D74-AE71-55AA277DF3C1}">
      <dgm:prSet/>
      <dgm:spPr/>
      <dgm:t>
        <a:bodyPr/>
        <a:lstStyle/>
        <a:p>
          <a:endParaRPr lang="en-US"/>
        </a:p>
      </dgm:t>
    </dgm:pt>
    <dgm:pt modelId="{27F9DE90-4486-4617-A97B-63B75F51EA45}">
      <dgm:prSet custT="1"/>
      <dgm:spPr/>
      <dgm:t>
        <a:bodyPr/>
        <a:lstStyle/>
        <a:p>
          <a:r>
            <a:rPr lang="en-GB" sz="700" dirty="0"/>
            <a:t>DOB</a:t>
          </a:r>
        </a:p>
      </dgm:t>
    </dgm:pt>
    <dgm:pt modelId="{091F0EA5-180E-40D4-B132-4DC90BE29A76}" type="parTrans" cxnId="{C9187612-4D3D-4AE9-97AE-CCA98F86A28C}">
      <dgm:prSet/>
      <dgm:spPr/>
      <dgm:t>
        <a:bodyPr/>
        <a:lstStyle/>
        <a:p>
          <a:endParaRPr lang="en-US"/>
        </a:p>
      </dgm:t>
    </dgm:pt>
    <dgm:pt modelId="{4EE81031-8FC7-45DE-8AF7-44F648D2582E}" type="sibTrans" cxnId="{C9187612-4D3D-4AE9-97AE-CCA98F86A28C}">
      <dgm:prSet/>
      <dgm:spPr/>
      <dgm:t>
        <a:bodyPr/>
        <a:lstStyle/>
        <a:p>
          <a:endParaRPr lang="en-US"/>
        </a:p>
      </dgm:t>
    </dgm:pt>
    <dgm:pt modelId="{187DF15B-D581-486A-9EEA-7A9730175F9D}">
      <dgm:prSet custT="1"/>
      <dgm:spPr/>
      <dgm:t>
        <a:bodyPr/>
        <a:lstStyle/>
        <a:p>
          <a:r>
            <a:rPr lang="en-GB" sz="700" dirty="0" err="1"/>
            <a:t>Start_Date</a:t>
          </a:r>
          <a:endParaRPr lang="en-GB" sz="700" dirty="0"/>
        </a:p>
      </dgm:t>
    </dgm:pt>
    <dgm:pt modelId="{9E788D01-8BED-4E62-A9DA-B535973A424A}" type="parTrans" cxnId="{8B6B43D6-146F-4D60-8E53-98DE93E72F7A}">
      <dgm:prSet/>
      <dgm:spPr/>
      <dgm:t>
        <a:bodyPr/>
        <a:lstStyle/>
        <a:p>
          <a:endParaRPr lang="en-US"/>
        </a:p>
      </dgm:t>
    </dgm:pt>
    <dgm:pt modelId="{A5618CB4-46B1-45E9-9720-E20E64C96E1C}" type="sibTrans" cxnId="{8B6B43D6-146F-4D60-8E53-98DE93E72F7A}">
      <dgm:prSet/>
      <dgm:spPr/>
      <dgm:t>
        <a:bodyPr/>
        <a:lstStyle/>
        <a:p>
          <a:endParaRPr lang="en-US"/>
        </a:p>
      </dgm:t>
    </dgm:pt>
    <dgm:pt modelId="{74A51DA8-9DD6-492D-8E03-A3C74949FE5D}">
      <dgm:prSet custT="1"/>
      <dgm:spPr/>
      <dgm:t>
        <a:bodyPr/>
        <a:lstStyle/>
        <a:p>
          <a:r>
            <a:rPr lang="en-GB" sz="900" dirty="0"/>
            <a:t>Grade</a:t>
          </a:r>
        </a:p>
      </dgm:t>
    </dgm:pt>
    <dgm:pt modelId="{B0B066D1-6D30-4074-A9A4-419A3EB17C49}" type="parTrans" cxnId="{0B61938B-406D-4998-BEBE-DD1D4B6F96DE}">
      <dgm:prSet/>
      <dgm:spPr/>
      <dgm:t>
        <a:bodyPr/>
        <a:lstStyle/>
        <a:p>
          <a:endParaRPr lang="en-US"/>
        </a:p>
      </dgm:t>
    </dgm:pt>
    <dgm:pt modelId="{3E37EF12-7D00-4CC5-B0FD-0C74F8773408}" type="sibTrans" cxnId="{0B61938B-406D-4998-BEBE-DD1D4B6F96DE}">
      <dgm:prSet/>
      <dgm:spPr/>
      <dgm:t>
        <a:bodyPr/>
        <a:lstStyle/>
        <a:p>
          <a:endParaRPr lang="en-US"/>
        </a:p>
      </dgm:t>
    </dgm:pt>
    <dgm:pt modelId="{3605CEFD-5E53-4174-9BFF-701BB8D563A3}">
      <dgm:prSet custT="1"/>
      <dgm:spPr/>
      <dgm:t>
        <a:bodyPr/>
        <a:lstStyle/>
        <a:p>
          <a:r>
            <a:rPr lang="en-GB" sz="700" dirty="0" err="1"/>
            <a:t>Grade_No</a:t>
          </a:r>
          <a:endParaRPr lang="en-GB" sz="700" dirty="0"/>
        </a:p>
      </dgm:t>
    </dgm:pt>
    <dgm:pt modelId="{85A324FC-48C4-4EB0-8F67-3AD410CD1C17}" type="parTrans" cxnId="{455AC580-1950-4ED6-9A20-66DA2104F30B}">
      <dgm:prSet/>
      <dgm:spPr/>
      <dgm:t>
        <a:bodyPr/>
        <a:lstStyle/>
        <a:p>
          <a:endParaRPr lang="en-US"/>
        </a:p>
      </dgm:t>
    </dgm:pt>
    <dgm:pt modelId="{8F90AF3D-06A6-4769-ABF7-B3CA1EE73919}" type="sibTrans" cxnId="{455AC580-1950-4ED6-9A20-66DA2104F30B}">
      <dgm:prSet/>
      <dgm:spPr/>
      <dgm:t>
        <a:bodyPr/>
        <a:lstStyle/>
        <a:p>
          <a:endParaRPr lang="en-US"/>
        </a:p>
      </dgm:t>
    </dgm:pt>
    <dgm:pt modelId="{C0633784-2F22-407A-96EB-A5B780951B80}">
      <dgm:prSet custT="1"/>
      <dgm:spPr/>
      <dgm:t>
        <a:bodyPr/>
        <a:lstStyle/>
        <a:p>
          <a:r>
            <a:rPr lang="en-GB" sz="700"/>
            <a:t>Name</a:t>
          </a:r>
          <a:endParaRPr lang="en-GB" sz="700" dirty="0"/>
        </a:p>
      </dgm:t>
    </dgm:pt>
    <dgm:pt modelId="{B81AE3A3-F9B7-47A7-A0B8-5AFEB0664295}" type="parTrans" cxnId="{964ECD67-3980-4838-9AE7-65E9153378B7}">
      <dgm:prSet/>
      <dgm:spPr/>
      <dgm:t>
        <a:bodyPr/>
        <a:lstStyle/>
        <a:p>
          <a:endParaRPr lang="en-US"/>
        </a:p>
      </dgm:t>
    </dgm:pt>
    <dgm:pt modelId="{05D9B630-F67F-4709-81FC-DC96EE201E42}" type="sibTrans" cxnId="{964ECD67-3980-4838-9AE7-65E9153378B7}">
      <dgm:prSet/>
      <dgm:spPr/>
      <dgm:t>
        <a:bodyPr/>
        <a:lstStyle/>
        <a:p>
          <a:endParaRPr lang="en-US"/>
        </a:p>
      </dgm:t>
    </dgm:pt>
    <dgm:pt modelId="{C0BE850E-B7A6-4C3B-8615-08A60E08B793}">
      <dgm:prSet custT="1"/>
      <dgm:spPr/>
      <dgm:t>
        <a:bodyPr/>
        <a:lstStyle/>
        <a:p>
          <a:r>
            <a:rPr lang="en-GB" sz="700" dirty="0" err="1"/>
            <a:t>Min_Range</a:t>
          </a:r>
          <a:endParaRPr lang="en-GB" sz="700" dirty="0"/>
        </a:p>
      </dgm:t>
    </dgm:pt>
    <dgm:pt modelId="{6FBB5D83-F378-41F6-81EA-47E5EA2AC4B1}" type="parTrans" cxnId="{E05B1638-FB46-41D3-865B-C184ED2C0333}">
      <dgm:prSet/>
      <dgm:spPr/>
      <dgm:t>
        <a:bodyPr/>
        <a:lstStyle/>
        <a:p>
          <a:endParaRPr lang="en-US"/>
        </a:p>
      </dgm:t>
    </dgm:pt>
    <dgm:pt modelId="{7BFFC004-3540-4FFD-A9A1-0B79C5C90A73}" type="sibTrans" cxnId="{E05B1638-FB46-41D3-865B-C184ED2C0333}">
      <dgm:prSet/>
      <dgm:spPr/>
      <dgm:t>
        <a:bodyPr/>
        <a:lstStyle/>
        <a:p>
          <a:endParaRPr lang="en-US"/>
        </a:p>
      </dgm:t>
    </dgm:pt>
    <dgm:pt modelId="{7AFEF644-835E-4F82-B81A-C3111EFDF5FE}">
      <dgm:prSet custT="1"/>
      <dgm:spPr/>
      <dgm:t>
        <a:bodyPr/>
        <a:lstStyle/>
        <a:p>
          <a:r>
            <a:rPr lang="en-GB" sz="700" dirty="0" err="1"/>
            <a:t>Max_Range</a:t>
          </a:r>
          <a:endParaRPr lang="en-GB" sz="700" dirty="0"/>
        </a:p>
      </dgm:t>
    </dgm:pt>
    <dgm:pt modelId="{26F55174-3DAF-4E07-AF71-10CA006111E6}" type="parTrans" cxnId="{5087AC16-9BCB-4F9A-B35F-A27EA3CA9A60}">
      <dgm:prSet/>
      <dgm:spPr/>
      <dgm:t>
        <a:bodyPr/>
        <a:lstStyle/>
        <a:p>
          <a:endParaRPr lang="en-US"/>
        </a:p>
      </dgm:t>
    </dgm:pt>
    <dgm:pt modelId="{B02B28F6-5D05-455F-916A-040C067D17DB}" type="sibTrans" cxnId="{5087AC16-9BCB-4F9A-B35F-A27EA3CA9A60}">
      <dgm:prSet/>
      <dgm:spPr/>
      <dgm:t>
        <a:bodyPr/>
        <a:lstStyle/>
        <a:p>
          <a:endParaRPr lang="en-US"/>
        </a:p>
      </dgm:t>
    </dgm:pt>
    <dgm:pt modelId="{D2A041CB-A61E-4A9B-8E19-F930F8E8BB37}">
      <dgm:prSet custT="1"/>
      <dgm:spPr/>
      <dgm:t>
        <a:bodyPr/>
        <a:lstStyle/>
        <a:p>
          <a:r>
            <a:rPr lang="en-GB" sz="700" dirty="0"/>
            <a:t>Description</a:t>
          </a:r>
        </a:p>
      </dgm:t>
    </dgm:pt>
    <dgm:pt modelId="{9D64CF92-92DD-4DFD-A9B0-77CEAF49DD76}" type="parTrans" cxnId="{C152E2D9-F628-47A1-9876-17C8D8231D15}">
      <dgm:prSet/>
      <dgm:spPr/>
      <dgm:t>
        <a:bodyPr/>
        <a:lstStyle/>
        <a:p>
          <a:endParaRPr lang="en-US"/>
        </a:p>
      </dgm:t>
    </dgm:pt>
    <dgm:pt modelId="{C4EF3F34-296F-416F-BC01-D87A6575D46D}" type="sibTrans" cxnId="{C152E2D9-F628-47A1-9876-17C8D8231D15}">
      <dgm:prSet/>
      <dgm:spPr/>
      <dgm:t>
        <a:bodyPr/>
        <a:lstStyle/>
        <a:p>
          <a:endParaRPr lang="en-US"/>
        </a:p>
      </dgm:t>
    </dgm:pt>
    <dgm:pt modelId="{7CFFBFFE-A5E7-4645-BA0C-18DC729CCF06}">
      <dgm:prSet custT="1"/>
      <dgm:spPr/>
      <dgm:t>
        <a:bodyPr/>
        <a:lstStyle/>
        <a:p>
          <a:r>
            <a:rPr lang="en-GB" sz="900" dirty="0" err="1"/>
            <a:t>Module_Register</a:t>
          </a:r>
          <a:endParaRPr lang="en-GB" sz="900" dirty="0"/>
        </a:p>
      </dgm:t>
    </dgm:pt>
    <dgm:pt modelId="{BFD43D0C-39CA-4F79-AB68-66232E1EE9A9}" type="parTrans" cxnId="{67ECEA65-1E57-447A-A037-D77C27FD6D4B}">
      <dgm:prSet/>
      <dgm:spPr/>
      <dgm:t>
        <a:bodyPr/>
        <a:lstStyle/>
        <a:p>
          <a:endParaRPr lang="en-US"/>
        </a:p>
      </dgm:t>
    </dgm:pt>
    <dgm:pt modelId="{C6859B03-8D25-462A-8AF6-CA5C2C1BE966}" type="sibTrans" cxnId="{67ECEA65-1E57-447A-A037-D77C27FD6D4B}">
      <dgm:prSet/>
      <dgm:spPr/>
      <dgm:t>
        <a:bodyPr/>
        <a:lstStyle/>
        <a:p>
          <a:endParaRPr lang="en-US"/>
        </a:p>
      </dgm:t>
    </dgm:pt>
    <dgm:pt modelId="{901F1538-FE4B-477D-81AF-760C73FE0E59}">
      <dgm:prSet custT="1"/>
      <dgm:spPr/>
      <dgm:t>
        <a:bodyPr/>
        <a:lstStyle/>
        <a:p>
          <a:r>
            <a:rPr lang="en-GB" sz="700" dirty="0" err="1"/>
            <a:t>Module_Grade_no</a:t>
          </a:r>
          <a:endParaRPr lang="en-GB" sz="700" b="1" dirty="0"/>
        </a:p>
      </dgm:t>
    </dgm:pt>
    <dgm:pt modelId="{5F5E73F0-49BD-49AC-B37B-605E89D2A6A2}" type="parTrans" cxnId="{B8C726CC-27AF-4E39-8956-0248F68AAB96}">
      <dgm:prSet/>
      <dgm:spPr/>
      <dgm:t>
        <a:bodyPr/>
        <a:lstStyle/>
        <a:p>
          <a:endParaRPr lang="en-US"/>
        </a:p>
      </dgm:t>
    </dgm:pt>
    <dgm:pt modelId="{CB17E551-CE41-4FAC-852D-887B19BC0C61}" type="sibTrans" cxnId="{B8C726CC-27AF-4E39-8956-0248F68AAB96}">
      <dgm:prSet/>
      <dgm:spPr/>
      <dgm:t>
        <a:bodyPr/>
        <a:lstStyle/>
        <a:p>
          <a:endParaRPr lang="en-US"/>
        </a:p>
      </dgm:t>
    </dgm:pt>
    <dgm:pt modelId="{252879E9-C046-49DA-81B8-BD410708D4AB}">
      <dgm:prSet custT="1"/>
      <dgm:spPr/>
      <dgm:t>
        <a:bodyPr/>
        <a:lstStyle/>
        <a:p>
          <a:r>
            <a:rPr lang="en-GB" sz="700" dirty="0" err="1"/>
            <a:t>Student_No</a:t>
          </a:r>
          <a:endParaRPr lang="en-GB" sz="700" b="1" dirty="0"/>
        </a:p>
      </dgm:t>
    </dgm:pt>
    <dgm:pt modelId="{20E30CE8-0778-488B-92FB-A6D1E4EFD009}" type="parTrans" cxnId="{ABEF0AA8-E9FC-48A0-A171-76368C31641D}">
      <dgm:prSet/>
      <dgm:spPr/>
      <dgm:t>
        <a:bodyPr/>
        <a:lstStyle/>
        <a:p>
          <a:endParaRPr lang="en-US"/>
        </a:p>
      </dgm:t>
    </dgm:pt>
    <dgm:pt modelId="{66939337-2AD7-49E9-8FDD-C8B81DDD2D78}" type="sibTrans" cxnId="{ABEF0AA8-E9FC-48A0-A171-76368C31641D}">
      <dgm:prSet/>
      <dgm:spPr/>
      <dgm:t>
        <a:bodyPr/>
        <a:lstStyle/>
        <a:p>
          <a:endParaRPr lang="en-US"/>
        </a:p>
      </dgm:t>
    </dgm:pt>
    <dgm:pt modelId="{81127D44-F316-42FC-8A51-560B16C73D87}">
      <dgm:prSet custT="1"/>
      <dgm:spPr/>
      <dgm:t>
        <a:bodyPr/>
        <a:lstStyle/>
        <a:p>
          <a:r>
            <a:rPr lang="en-GB" sz="700" dirty="0" err="1"/>
            <a:t>Module_No</a:t>
          </a:r>
          <a:endParaRPr lang="en-GB" sz="700" b="1" dirty="0"/>
        </a:p>
      </dgm:t>
    </dgm:pt>
    <dgm:pt modelId="{DAB8A83F-13AF-4E7B-BE08-E7323431D333}" type="parTrans" cxnId="{A9B57C8E-F215-4FBA-AC18-E7AEA0E30582}">
      <dgm:prSet/>
      <dgm:spPr/>
      <dgm:t>
        <a:bodyPr/>
        <a:lstStyle/>
        <a:p>
          <a:endParaRPr lang="en-US"/>
        </a:p>
      </dgm:t>
    </dgm:pt>
    <dgm:pt modelId="{FB05D735-218C-4A40-B43C-0921AB13F77B}" type="sibTrans" cxnId="{A9B57C8E-F215-4FBA-AC18-E7AEA0E30582}">
      <dgm:prSet/>
      <dgm:spPr/>
      <dgm:t>
        <a:bodyPr/>
        <a:lstStyle/>
        <a:p>
          <a:endParaRPr lang="en-US"/>
        </a:p>
      </dgm:t>
    </dgm:pt>
    <dgm:pt modelId="{6285812F-3E30-47E9-8D55-AEF34A7FADA7}">
      <dgm:prSet custT="1"/>
      <dgm:spPr/>
      <dgm:t>
        <a:bodyPr/>
        <a:lstStyle/>
        <a:p>
          <a:r>
            <a:rPr lang="en-GB" sz="700"/>
            <a:t>Grade_No</a:t>
          </a:r>
          <a:endParaRPr lang="en-GB" sz="700" b="1" dirty="0"/>
        </a:p>
      </dgm:t>
    </dgm:pt>
    <dgm:pt modelId="{D897691C-BDBC-4C4F-A034-A8CCD79FD0A2}" type="parTrans" cxnId="{F1CA3427-8DC7-47E5-A351-3490304CEA68}">
      <dgm:prSet/>
      <dgm:spPr/>
      <dgm:t>
        <a:bodyPr/>
        <a:lstStyle/>
        <a:p>
          <a:endParaRPr lang="en-US"/>
        </a:p>
      </dgm:t>
    </dgm:pt>
    <dgm:pt modelId="{9E53E6F9-E72D-49AA-AAA0-8D89CA6AF788}" type="sibTrans" cxnId="{F1CA3427-8DC7-47E5-A351-3490304CEA68}">
      <dgm:prSet/>
      <dgm:spPr/>
      <dgm:t>
        <a:bodyPr/>
        <a:lstStyle/>
        <a:p>
          <a:endParaRPr lang="en-US"/>
        </a:p>
      </dgm:t>
    </dgm:pt>
    <dgm:pt modelId="{F477D7BB-9DFE-47FD-869D-83B8141D8E37}">
      <dgm:prSet custT="1"/>
      <dgm:spPr/>
      <dgm:t>
        <a:bodyPr/>
        <a:lstStyle/>
        <a:p>
          <a:r>
            <a:rPr lang="en-GB" sz="700" b="1" dirty="0"/>
            <a:t>Mark </a:t>
          </a:r>
        </a:p>
      </dgm:t>
    </dgm:pt>
    <dgm:pt modelId="{9DE3E816-602F-4971-9933-1DEEE799EEC3}" type="parTrans" cxnId="{0ADC977E-7579-4E8F-B46C-564C8D9243DD}">
      <dgm:prSet/>
      <dgm:spPr/>
      <dgm:t>
        <a:bodyPr/>
        <a:lstStyle/>
        <a:p>
          <a:endParaRPr lang="en-US"/>
        </a:p>
      </dgm:t>
    </dgm:pt>
    <dgm:pt modelId="{BB5519E7-7986-4CD2-8FB6-D0F5977FA671}" type="sibTrans" cxnId="{0ADC977E-7579-4E8F-B46C-564C8D9243DD}">
      <dgm:prSet/>
      <dgm:spPr/>
      <dgm:t>
        <a:bodyPr/>
        <a:lstStyle/>
        <a:p>
          <a:endParaRPr lang="en-US"/>
        </a:p>
      </dgm:t>
    </dgm:pt>
    <dgm:pt modelId="{209B99FB-676F-404E-A574-7C0D1B9BF755}" type="pres">
      <dgm:prSet presAssocID="{67BBC69C-0827-4C2C-B277-00D0F98D69A6}" presName="diagram" presStyleCnt="0">
        <dgm:presLayoutVars>
          <dgm:chPref val="1"/>
          <dgm:dir/>
          <dgm:animOne val="branch"/>
          <dgm:animLvl val="lvl"/>
          <dgm:resizeHandles/>
        </dgm:presLayoutVars>
      </dgm:prSet>
      <dgm:spPr/>
    </dgm:pt>
    <dgm:pt modelId="{E247AF0F-62B5-46F9-AC86-0514FB5A6386}" type="pres">
      <dgm:prSet presAssocID="{EB2D5782-FD2D-496F-8506-BC2898BF81B5}" presName="root" presStyleCnt="0"/>
      <dgm:spPr/>
    </dgm:pt>
    <dgm:pt modelId="{43B1963D-32A0-44CC-9923-1AE5B36A99F0}" type="pres">
      <dgm:prSet presAssocID="{EB2D5782-FD2D-496F-8506-BC2898BF81B5}" presName="rootComposite" presStyleCnt="0"/>
      <dgm:spPr/>
    </dgm:pt>
    <dgm:pt modelId="{F6764923-1CF7-44B2-B876-81B211A7637F}" type="pres">
      <dgm:prSet presAssocID="{EB2D5782-FD2D-496F-8506-BC2898BF81B5}" presName="rootText" presStyleLbl="node1" presStyleIdx="0" presStyleCnt="7" custFlipVert="0" custScaleX="2000000" custScaleY="754554"/>
      <dgm:spPr/>
    </dgm:pt>
    <dgm:pt modelId="{4ACE52F9-9F47-4A82-A614-3853143B3BE9}" type="pres">
      <dgm:prSet presAssocID="{EB2D5782-FD2D-496F-8506-BC2898BF81B5}" presName="rootConnector" presStyleLbl="node1" presStyleIdx="0" presStyleCnt="7"/>
      <dgm:spPr/>
    </dgm:pt>
    <dgm:pt modelId="{D5CF79BE-794C-425F-9C14-21A6409B96A5}" type="pres">
      <dgm:prSet presAssocID="{EB2D5782-FD2D-496F-8506-BC2898BF81B5}" presName="childShape" presStyleCnt="0"/>
      <dgm:spPr/>
    </dgm:pt>
    <dgm:pt modelId="{58A24811-E35D-492A-8833-B5C985A79004}" type="pres">
      <dgm:prSet presAssocID="{5E4FE519-025D-48A0-9394-2A439152B771}" presName="Name13" presStyleLbl="parChTrans1D2" presStyleIdx="0" presStyleCnt="53" custSzX="137087" custSzY="145202"/>
      <dgm:spPr/>
    </dgm:pt>
    <dgm:pt modelId="{736959FD-7AD9-4694-9672-DF215004D6D4}" type="pres">
      <dgm:prSet presAssocID="{CB41A3AD-7093-4F38-AE49-9E12821DCD03}" presName="childText" presStyleLbl="bgAcc1" presStyleIdx="0" presStyleCnt="53" custScaleX="1912555" custScaleY="895792">
        <dgm:presLayoutVars>
          <dgm:bulletEnabled val="1"/>
        </dgm:presLayoutVars>
      </dgm:prSet>
      <dgm:spPr/>
    </dgm:pt>
    <dgm:pt modelId="{57C9645C-CDDB-447C-B893-3581981D0297}" type="pres">
      <dgm:prSet presAssocID="{5842DC36-9CBA-4BE5-9B71-440D824EE193}" presName="Name13" presStyleLbl="parChTrans1D2" presStyleIdx="1" presStyleCnt="53" custSzX="137087" custSzY="427210"/>
      <dgm:spPr/>
    </dgm:pt>
    <dgm:pt modelId="{D44C25D2-C390-4CAE-A0C0-49F860C41AA2}" type="pres">
      <dgm:prSet presAssocID="{A8DB796A-E24A-4A3D-9773-9C3168681AA9}" presName="childText" presStyleLbl="bgAcc1" presStyleIdx="1" presStyleCnt="53" custScaleX="1912555" custScaleY="895792">
        <dgm:presLayoutVars>
          <dgm:bulletEnabled val="1"/>
        </dgm:presLayoutVars>
      </dgm:prSet>
      <dgm:spPr/>
    </dgm:pt>
    <dgm:pt modelId="{F44BE800-1073-44CD-832B-EBF7A47C8819}" type="pres">
      <dgm:prSet presAssocID="{32FED0E2-9E56-4778-8A31-8ED0CBAA09C5}" presName="Name13" presStyleLbl="parChTrans1D2" presStyleIdx="2" presStyleCnt="53" custSzX="137087" custSzY="709218"/>
      <dgm:spPr/>
    </dgm:pt>
    <dgm:pt modelId="{6ADBE1DB-8D0F-474C-B205-88504D50324D}" type="pres">
      <dgm:prSet presAssocID="{73611BE8-D684-4AEA-AAAB-24A290EE10AE}" presName="childText" presStyleLbl="bgAcc1" presStyleIdx="2" presStyleCnt="53" custScaleX="1912555" custScaleY="895792">
        <dgm:presLayoutVars>
          <dgm:bulletEnabled val="1"/>
        </dgm:presLayoutVars>
      </dgm:prSet>
      <dgm:spPr/>
    </dgm:pt>
    <dgm:pt modelId="{C50A2066-5840-46CE-81D6-CFC857AA1F6F}" type="pres">
      <dgm:prSet presAssocID="{F0AD9848-B911-4BB4-9C55-065CE1D2B469}" presName="Name13" presStyleLbl="parChTrans1D2" presStyleIdx="3" presStyleCnt="53" custSzX="137087" custSzY="991227"/>
      <dgm:spPr/>
    </dgm:pt>
    <dgm:pt modelId="{B2521A82-C879-4C87-97B4-D6760A77F36E}" type="pres">
      <dgm:prSet presAssocID="{457E9340-B908-4F0A-9FAC-B99831CF33B5}" presName="childText" presStyleLbl="bgAcc1" presStyleIdx="3" presStyleCnt="53" custScaleX="1912555" custScaleY="895792">
        <dgm:presLayoutVars>
          <dgm:bulletEnabled val="1"/>
        </dgm:presLayoutVars>
      </dgm:prSet>
      <dgm:spPr/>
    </dgm:pt>
    <dgm:pt modelId="{34A8BEC1-D657-4672-9AEB-C67BEDC5C36D}" type="pres">
      <dgm:prSet presAssocID="{93DD65D0-A99D-4026-8956-D937DA7EB6E4}" presName="root" presStyleCnt="0"/>
      <dgm:spPr/>
    </dgm:pt>
    <dgm:pt modelId="{C2064900-98C8-478C-B368-B4830E496556}" type="pres">
      <dgm:prSet presAssocID="{93DD65D0-A99D-4026-8956-D937DA7EB6E4}" presName="rootComposite" presStyleCnt="0"/>
      <dgm:spPr/>
    </dgm:pt>
    <dgm:pt modelId="{72FCC960-1EFE-4925-83C9-BA1E6458678E}" type="pres">
      <dgm:prSet presAssocID="{93DD65D0-A99D-4026-8956-D937DA7EB6E4}" presName="rootText" presStyleLbl="node1" presStyleIdx="1" presStyleCnt="7" custScaleX="1912548" custScaleY="895792"/>
      <dgm:spPr/>
    </dgm:pt>
    <dgm:pt modelId="{0EED0302-C1BC-4C06-9CF5-91D2DB9B2CA2}" type="pres">
      <dgm:prSet presAssocID="{93DD65D0-A99D-4026-8956-D937DA7EB6E4}" presName="rootConnector" presStyleLbl="node1" presStyleIdx="1" presStyleCnt="7"/>
      <dgm:spPr/>
    </dgm:pt>
    <dgm:pt modelId="{2D9CADB2-1DBC-4B63-85A4-CD0E8B52695F}" type="pres">
      <dgm:prSet presAssocID="{93DD65D0-A99D-4026-8956-D937DA7EB6E4}" presName="childShape" presStyleCnt="0"/>
      <dgm:spPr/>
    </dgm:pt>
    <dgm:pt modelId="{25A80087-9606-4D06-88E2-75419B6CD54C}" type="pres">
      <dgm:prSet presAssocID="{B48BFBAF-E1CD-4C1B-8F63-33A685940CAC}" presName="Name13" presStyleLbl="parChTrans1D2" presStyleIdx="4" presStyleCnt="53" custSzX="133260" custSzY="145202"/>
      <dgm:spPr/>
    </dgm:pt>
    <dgm:pt modelId="{8C42FA8D-033A-45BF-ABA9-A3E62AFEE575}" type="pres">
      <dgm:prSet presAssocID="{B936D69A-E40A-478A-A397-9B8C4AD09542}" presName="childText" presStyleLbl="bgAcc1" presStyleIdx="4" presStyleCnt="53" custScaleX="1912555" custScaleY="895792">
        <dgm:presLayoutVars>
          <dgm:bulletEnabled val="1"/>
        </dgm:presLayoutVars>
      </dgm:prSet>
      <dgm:spPr/>
    </dgm:pt>
    <dgm:pt modelId="{E29E716C-3F5A-414E-B660-642B73C47D42}" type="pres">
      <dgm:prSet presAssocID="{E891A52B-3FD8-49EB-A306-C1A2A0B3448B}" presName="Name13" presStyleLbl="parChTrans1D2" presStyleIdx="5" presStyleCnt="53" custSzX="133260" custSzY="427210"/>
      <dgm:spPr/>
    </dgm:pt>
    <dgm:pt modelId="{9CE69F50-BFAA-42E8-87D8-5B96A81D55B7}" type="pres">
      <dgm:prSet presAssocID="{9D40B7A1-7559-454B-B5D3-C4BF00F0C202}" presName="childText" presStyleLbl="bgAcc1" presStyleIdx="5" presStyleCnt="53" custScaleX="1912555" custScaleY="895792">
        <dgm:presLayoutVars>
          <dgm:bulletEnabled val="1"/>
        </dgm:presLayoutVars>
      </dgm:prSet>
      <dgm:spPr/>
    </dgm:pt>
    <dgm:pt modelId="{756BD41D-E353-4969-9753-68D68F490E40}" type="pres">
      <dgm:prSet presAssocID="{2A3F6AFB-CD1C-46E6-8E37-293F723967C7}" presName="Name13" presStyleLbl="parChTrans1D2" presStyleIdx="6" presStyleCnt="53" custSzX="133260" custSzY="709218"/>
      <dgm:spPr/>
    </dgm:pt>
    <dgm:pt modelId="{52BB7AA2-B9AC-4A91-A728-B4B82F2D9086}" type="pres">
      <dgm:prSet presAssocID="{D3F5A042-8DCA-4D51-9EEA-CD197C8B3B97}" presName="childText" presStyleLbl="bgAcc1" presStyleIdx="6" presStyleCnt="53" custScaleX="1912555" custScaleY="895792">
        <dgm:presLayoutVars>
          <dgm:bulletEnabled val="1"/>
        </dgm:presLayoutVars>
      </dgm:prSet>
      <dgm:spPr/>
    </dgm:pt>
    <dgm:pt modelId="{2A634368-E1B2-4CC0-9B86-98E111C66D92}" type="pres">
      <dgm:prSet presAssocID="{DF5F411E-EF7C-409C-BAB3-0DD0BB34DF1E}" presName="Name13" presStyleLbl="parChTrans1D2" presStyleIdx="7" presStyleCnt="53" custSzX="133260" custSzY="991227"/>
      <dgm:spPr/>
    </dgm:pt>
    <dgm:pt modelId="{E80EFA5C-C897-48C2-8B79-9028D84886AF}" type="pres">
      <dgm:prSet presAssocID="{AB5A140F-F040-43D4-8917-D3D82A47B811}" presName="childText" presStyleLbl="bgAcc1" presStyleIdx="7" presStyleCnt="53" custScaleX="1912555" custScaleY="895792">
        <dgm:presLayoutVars>
          <dgm:bulletEnabled val="1"/>
        </dgm:presLayoutVars>
      </dgm:prSet>
      <dgm:spPr/>
    </dgm:pt>
    <dgm:pt modelId="{250BCA98-F516-4BB6-B706-7B07A5B8D1E7}" type="pres">
      <dgm:prSet presAssocID="{AE719EE0-367D-4E35-A3C9-1D84606923CA}" presName="Name13" presStyleLbl="parChTrans1D2" presStyleIdx="8" presStyleCnt="53" custSzX="133260" custSzY="1273235"/>
      <dgm:spPr/>
    </dgm:pt>
    <dgm:pt modelId="{75FC0ED6-C358-442A-962F-E3D9E5DD5CA9}" type="pres">
      <dgm:prSet presAssocID="{A3BFCE6D-F553-4A0E-A7FC-F199CBFC827C}" presName="childText" presStyleLbl="bgAcc1" presStyleIdx="8" presStyleCnt="53" custScaleX="1912555" custScaleY="895792">
        <dgm:presLayoutVars>
          <dgm:bulletEnabled val="1"/>
        </dgm:presLayoutVars>
      </dgm:prSet>
      <dgm:spPr/>
    </dgm:pt>
    <dgm:pt modelId="{3F2E71DA-4425-4FDA-92A9-39DE04AEE5FB}" type="pres">
      <dgm:prSet presAssocID="{E7EAF876-09C0-4B14-8DFD-62D705A73598}" presName="Name13" presStyleLbl="parChTrans1D2" presStyleIdx="9" presStyleCnt="53" custSzX="133260" custSzY="1555244"/>
      <dgm:spPr/>
    </dgm:pt>
    <dgm:pt modelId="{DD02EE16-5AEE-48C6-B36C-81AC5FB5A8D7}" type="pres">
      <dgm:prSet presAssocID="{D56E2325-3A15-4372-A4B0-C9B60B362F38}" presName="childText" presStyleLbl="bgAcc1" presStyleIdx="9" presStyleCnt="53" custScaleX="1912555" custScaleY="895792">
        <dgm:presLayoutVars>
          <dgm:bulletEnabled val="1"/>
        </dgm:presLayoutVars>
      </dgm:prSet>
      <dgm:spPr/>
    </dgm:pt>
    <dgm:pt modelId="{A6D4B060-2965-4ACA-BE30-72AD3BAF6D62}" type="pres">
      <dgm:prSet presAssocID="{36A96DDC-A3D7-4A1E-A51E-BE2518976925}" presName="Name13" presStyleLbl="parChTrans1D2" presStyleIdx="10" presStyleCnt="53" custSzX="133260" custSzY="1863159"/>
      <dgm:spPr/>
    </dgm:pt>
    <dgm:pt modelId="{D67161E9-15C5-4373-9188-CBC899EF2B21}" type="pres">
      <dgm:prSet presAssocID="{57D9E408-D6AE-49BA-A77B-4350F47A6124}" presName="childText" presStyleLbl="bgAcc1" presStyleIdx="10" presStyleCnt="53" custScaleX="1840857" custScaleY="1065425">
        <dgm:presLayoutVars>
          <dgm:bulletEnabled val="1"/>
        </dgm:presLayoutVars>
      </dgm:prSet>
      <dgm:spPr/>
    </dgm:pt>
    <dgm:pt modelId="{5126009F-C14A-408F-98F6-43C5F12F6F8D}" type="pres">
      <dgm:prSet presAssocID="{129E7F36-5346-4841-93A2-C931ABED88EA}" presName="Name13" presStyleLbl="parChTrans1D2" presStyleIdx="11" presStyleCnt="53" custSzX="133260" custSzY="2171074"/>
      <dgm:spPr/>
    </dgm:pt>
    <dgm:pt modelId="{7187D71C-18ED-459E-B8BC-B63AD8BEFE94}" type="pres">
      <dgm:prSet presAssocID="{3B475B77-CC19-4F29-B970-7DBBF64C3792}" presName="childText" presStyleLbl="bgAcc1" presStyleIdx="11" presStyleCnt="53" custScaleX="1912555" custScaleY="895792">
        <dgm:presLayoutVars>
          <dgm:bulletEnabled val="1"/>
        </dgm:presLayoutVars>
      </dgm:prSet>
      <dgm:spPr/>
    </dgm:pt>
    <dgm:pt modelId="{73DD907A-C025-493B-9B50-6EBA74A6D12C}" type="pres">
      <dgm:prSet presAssocID="{6BA4CD56-417D-4264-AC7F-431ADE69FE90}" presName="Name13" presStyleLbl="parChTrans1D2" presStyleIdx="12" presStyleCnt="53" custSzX="133260" custSzY="2453082"/>
      <dgm:spPr/>
    </dgm:pt>
    <dgm:pt modelId="{FC8D9FE0-68B4-407C-BB8E-22F24631D236}" type="pres">
      <dgm:prSet presAssocID="{3EF3E908-AABF-4085-8FF5-153BF91D60DA}" presName="childText" presStyleLbl="bgAcc1" presStyleIdx="12" presStyleCnt="53" custScaleX="1912555" custScaleY="895792">
        <dgm:presLayoutVars>
          <dgm:bulletEnabled val="1"/>
        </dgm:presLayoutVars>
      </dgm:prSet>
      <dgm:spPr/>
    </dgm:pt>
    <dgm:pt modelId="{04C5FFFF-C2E1-4553-894F-994984F905F7}" type="pres">
      <dgm:prSet presAssocID="{44B3CFD9-39A0-4DF7-834D-D217E008B832}" presName="Name13" presStyleLbl="parChTrans1D2" presStyleIdx="13" presStyleCnt="53" custSzX="133260" custSzY="2735090"/>
      <dgm:spPr/>
    </dgm:pt>
    <dgm:pt modelId="{8AC8069E-1A0C-465A-838A-6143D67D562A}" type="pres">
      <dgm:prSet presAssocID="{4FCD702A-5D58-444D-B8B0-C2C1485B6E67}" presName="childText" presStyleLbl="bgAcc1" presStyleIdx="13" presStyleCnt="53" custScaleX="2000000" custScaleY="895792">
        <dgm:presLayoutVars>
          <dgm:bulletEnabled val="1"/>
        </dgm:presLayoutVars>
      </dgm:prSet>
      <dgm:spPr/>
    </dgm:pt>
    <dgm:pt modelId="{731CCB33-12FC-4F03-A21A-21A6725AE3B9}" type="pres">
      <dgm:prSet presAssocID="{EC21A71B-4595-463D-927B-7B19948FEF45}" presName="Name13" presStyleLbl="parChTrans1D2" presStyleIdx="14" presStyleCnt="53" custSzX="133260" custSzY="3017099"/>
      <dgm:spPr/>
    </dgm:pt>
    <dgm:pt modelId="{42D66EBD-B561-4330-BB82-4BC55074D165}" type="pres">
      <dgm:prSet presAssocID="{78A5C30B-5139-4295-82F8-4C3321B79FEA}" presName="childText" presStyleLbl="bgAcc1" presStyleIdx="14" presStyleCnt="53" custScaleX="1912555" custScaleY="895792">
        <dgm:presLayoutVars>
          <dgm:bulletEnabled val="1"/>
        </dgm:presLayoutVars>
      </dgm:prSet>
      <dgm:spPr/>
    </dgm:pt>
    <dgm:pt modelId="{8A4B2C3C-896F-491C-9696-6BAD02522E48}" type="pres">
      <dgm:prSet presAssocID="{DE266A48-EFF9-4804-A3D5-1685013DC9E4}" presName="Name13" presStyleLbl="parChTrans1D2" presStyleIdx="15" presStyleCnt="53" custSzX="133260" custSzY="3299107"/>
      <dgm:spPr/>
    </dgm:pt>
    <dgm:pt modelId="{019DE825-8A91-413D-A4D7-AD89A3FD600A}" type="pres">
      <dgm:prSet presAssocID="{93C4822A-4EE3-4A8B-AEDA-9B5D8E874283}" presName="childText" presStyleLbl="bgAcc1" presStyleIdx="15" presStyleCnt="53" custScaleX="1912555" custScaleY="895792">
        <dgm:presLayoutVars>
          <dgm:bulletEnabled val="1"/>
        </dgm:presLayoutVars>
      </dgm:prSet>
      <dgm:spPr/>
    </dgm:pt>
    <dgm:pt modelId="{6DB27982-1261-4714-B891-10BD144DD761}" type="pres">
      <dgm:prSet presAssocID="{AA818C48-FB16-4D9F-8785-58E2C332AE79}" presName="Name13" presStyleLbl="parChTrans1D2" presStyleIdx="16" presStyleCnt="53" custSzX="133260" custSzY="3581116"/>
      <dgm:spPr/>
    </dgm:pt>
    <dgm:pt modelId="{70038861-CA6B-49E1-BBA4-91A50582CFC0}" type="pres">
      <dgm:prSet presAssocID="{18466AE1-3B83-481B-BF7B-E389B096E376}" presName="childText" presStyleLbl="bgAcc1" presStyleIdx="16" presStyleCnt="53" custScaleX="1912555" custScaleY="895792">
        <dgm:presLayoutVars>
          <dgm:bulletEnabled val="1"/>
        </dgm:presLayoutVars>
      </dgm:prSet>
      <dgm:spPr/>
    </dgm:pt>
    <dgm:pt modelId="{46DE43FF-656F-40E1-B0DA-07D842C7D403}" type="pres">
      <dgm:prSet presAssocID="{EC4C7629-6312-42C3-B5CE-123D18750FDA}" presName="Name13" presStyleLbl="parChTrans1D2" presStyleIdx="17" presStyleCnt="53" custSzX="133260" custSzY="3863124"/>
      <dgm:spPr/>
    </dgm:pt>
    <dgm:pt modelId="{987A4121-4C14-44DC-8D7F-6D6997A4D2F9}" type="pres">
      <dgm:prSet presAssocID="{F56842BB-1439-4081-9D5D-592A81A2E4F8}" presName="childText" presStyleLbl="bgAcc1" presStyleIdx="17" presStyleCnt="53" custScaleX="1912555" custScaleY="895792">
        <dgm:presLayoutVars>
          <dgm:bulletEnabled val="1"/>
        </dgm:presLayoutVars>
      </dgm:prSet>
      <dgm:spPr/>
    </dgm:pt>
    <dgm:pt modelId="{7D5BD637-6293-4F10-8B6C-8BC0829F701F}" type="pres">
      <dgm:prSet presAssocID="{8052112F-DD6B-4AB2-BFC3-983ABBFA7261}" presName="root" presStyleCnt="0"/>
      <dgm:spPr/>
    </dgm:pt>
    <dgm:pt modelId="{21ABCDC8-D982-4CEE-86B7-D18E3FA3083B}" type="pres">
      <dgm:prSet presAssocID="{8052112F-DD6B-4AB2-BFC3-983ABBFA7261}" presName="rootComposite" presStyleCnt="0"/>
      <dgm:spPr/>
    </dgm:pt>
    <dgm:pt modelId="{302E3CD2-5C32-4234-9E32-15D495F756A6}" type="pres">
      <dgm:prSet presAssocID="{8052112F-DD6B-4AB2-BFC3-983ABBFA7261}" presName="rootText" presStyleLbl="node1" presStyleIdx="2" presStyleCnt="7" custScaleX="1912548" custScaleY="895792"/>
      <dgm:spPr/>
    </dgm:pt>
    <dgm:pt modelId="{1FB870CE-7678-4A27-ACF7-A5E2F53C71F3}" type="pres">
      <dgm:prSet presAssocID="{8052112F-DD6B-4AB2-BFC3-983ABBFA7261}" presName="rootConnector" presStyleLbl="node1" presStyleIdx="2" presStyleCnt="7"/>
      <dgm:spPr/>
    </dgm:pt>
    <dgm:pt modelId="{0318A9FF-F841-4A2F-BD84-1BE4A4CAEB7C}" type="pres">
      <dgm:prSet presAssocID="{8052112F-DD6B-4AB2-BFC3-983ABBFA7261}" presName="childShape" presStyleCnt="0"/>
      <dgm:spPr/>
    </dgm:pt>
    <dgm:pt modelId="{68B25FC4-7FF7-4027-91C6-D7661543725C}" type="pres">
      <dgm:prSet presAssocID="{549BEEEB-71C0-4FEC-B73B-A39FAE59AA7B}" presName="Name13" presStyleLbl="parChTrans1D2" presStyleIdx="18" presStyleCnt="53" custSzX="133260" custSzY="145202"/>
      <dgm:spPr/>
    </dgm:pt>
    <dgm:pt modelId="{DE7C085A-7883-4306-9601-29C7BDA12514}" type="pres">
      <dgm:prSet presAssocID="{C7F58936-D08C-44EE-AD3D-B3C80D80EF07}" presName="childText" presStyleLbl="bgAcc1" presStyleIdx="18" presStyleCnt="53" custScaleX="1912555" custScaleY="895792">
        <dgm:presLayoutVars>
          <dgm:bulletEnabled val="1"/>
        </dgm:presLayoutVars>
      </dgm:prSet>
      <dgm:spPr/>
    </dgm:pt>
    <dgm:pt modelId="{EBDA2AB3-9C32-4A08-9D24-87A33478E0C7}" type="pres">
      <dgm:prSet presAssocID="{C87C189A-1684-412F-A47C-FE9F4674EA0F}" presName="Name13" presStyleLbl="parChTrans1D2" presStyleIdx="19" presStyleCnt="53" custSzX="133260" custSzY="427210"/>
      <dgm:spPr/>
    </dgm:pt>
    <dgm:pt modelId="{9128DB40-5FA3-4290-B644-D388EB156593}" type="pres">
      <dgm:prSet presAssocID="{00FB215A-E7B4-4E61-A7BD-C4436531616F}" presName="childText" presStyleLbl="bgAcc1" presStyleIdx="19" presStyleCnt="53" custScaleX="1912555" custScaleY="895792">
        <dgm:presLayoutVars>
          <dgm:bulletEnabled val="1"/>
        </dgm:presLayoutVars>
      </dgm:prSet>
      <dgm:spPr/>
    </dgm:pt>
    <dgm:pt modelId="{18923CDA-F1A0-4E6F-92C5-C57F40093BCC}" type="pres">
      <dgm:prSet presAssocID="{7E42403E-EDF5-40C8-A33A-A7BB7373217D}" presName="Name13" presStyleLbl="parChTrans1D2" presStyleIdx="20" presStyleCnt="53" custSzX="133260" custSzY="709218"/>
      <dgm:spPr/>
    </dgm:pt>
    <dgm:pt modelId="{6753CDEB-016F-4CD8-BECB-1B782191A1DC}" type="pres">
      <dgm:prSet presAssocID="{7B08CBF7-7865-4F5A-8C16-54A96E3C3183}" presName="childText" presStyleLbl="bgAcc1" presStyleIdx="20" presStyleCnt="53" custScaleX="1912555" custScaleY="895792">
        <dgm:presLayoutVars>
          <dgm:bulletEnabled val="1"/>
        </dgm:presLayoutVars>
      </dgm:prSet>
      <dgm:spPr/>
    </dgm:pt>
    <dgm:pt modelId="{1933B891-A2A8-4DE2-9CF9-339D5EC12894}" type="pres">
      <dgm:prSet presAssocID="{95D05A07-E9CF-44D9-962D-A02DE21E1146}" presName="Name13" presStyleLbl="parChTrans1D2" presStyleIdx="21" presStyleCnt="53" custSzX="133260" custSzY="991227"/>
      <dgm:spPr/>
    </dgm:pt>
    <dgm:pt modelId="{99E5A27D-A30C-4EB6-B8A2-3992867DB2A3}" type="pres">
      <dgm:prSet presAssocID="{C700BDFA-CEB3-4548-8559-2B2B2890309E}" presName="childText" presStyleLbl="bgAcc1" presStyleIdx="21" presStyleCnt="53" custScaleX="1912555" custScaleY="895792">
        <dgm:presLayoutVars>
          <dgm:bulletEnabled val="1"/>
        </dgm:presLayoutVars>
      </dgm:prSet>
      <dgm:spPr/>
    </dgm:pt>
    <dgm:pt modelId="{8DF58408-D2FD-437B-B38A-5B71EA363251}" type="pres">
      <dgm:prSet presAssocID="{A6338F31-C241-415B-959E-0FF7EFED5694}" presName="Name13" presStyleLbl="parChTrans1D2" presStyleIdx="22" presStyleCnt="53" custSzX="133260" custSzY="1273235"/>
      <dgm:spPr/>
    </dgm:pt>
    <dgm:pt modelId="{5EE3B9A0-7298-4D42-81DE-6DF8BBD8C001}" type="pres">
      <dgm:prSet presAssocID="{EFBFC664-6E37-424B-BA51-262E18DA8C6E}" presName="childText" presStyleLbl="bgAcc1" presStyleIdx="22" presStyleCnt="53" custScaleX="1912555" custScaleY="895792">
        <dgm:presLayoutVars>
          <dgm:bulletEnabled val="1"/>
        </dgm:presLayoutVars>
      </dgm:prSet>
      <dgm:spPr/>
    </dgm:pt>
    <dgm:pt modelId="{D131237E-434E-49B9-8DDC-A2AD9AA8040F}" type="pres">
      <dgm:prSet presAssocID="{17DFF03A-A66E-480D-95A1-A99531785178}" presName="root" presStyleCnt="0"/>
      <dgm:spPr/>
    </dgm:pt>
    <dgm:pt modelId="{DEF6BD9F-5246-4BED-B52D-81EA40211347}" type="pres">
      <dgm:prSet presAssocID="{17DFF03A-A66E-480D-95A1-A99531785178}" presName="rootComposite" presStyleCnt="0"/>
      <dgm:spPr/>
    </dgm:pt>
    <dgm:pt modelId="{A22DE7E5-B28F-4DEC-9737-E9F5BDA1E7A5}" type="pres">
      <dgm:prSet presAssocID="{17DFF03A-A66E-480D-95A1-A99531785178}" presName="rootText" presStyleLbl="node1" presStyleIdx="3" presStyleCnt="7" custScaleX="1912548" custScaleY="895792"/>
      <dgm:spPr/>
    </dgm:pt>
    <dgm:pt modelId="{796A52F9-47BC-46D1-AC47-6AA03D0209D4}" type="pres">
      <dgm:prSet presAssocID="{17DFF03A-A66E-480D-95A1-A99531785178}" presName="rootConnector" presStyleLbl="node1" presStyleIdx="3" presStyleCnt="7"/>
      <dgm:spPr/>
    </dgm:pt>
    <dgm:pt modelId="{DD4BA72F-85EF-48CD-8DCD-A8332BD9419B}" type="pres">
      <dgm:prSet presAssocID="{17DFF03A-A66E-480D-95A1-A99531785178}" presName="childShape" presStyleCnt="0"/>
      <dgm:spPr/>
    </dgm:pt>
    <dgm:pt modelId="{31D48898-E482-4231-955B-916DA7034289}" type="pres">
      <dgm:prSet presAssocID="{6C6FE86A-D787-4088-A028-F6F7E4CA07AB}" presName="Name13" presStyleLbl="parChTrans1D2" presStyleIdx="23" presStyleCnt="53" custSzX="133260" custSzY="145202"/>
      <dgm:spPr/>
    </dgm:pt>
    <dgm:pt modelId="{6523C330-BA24-4928-9292-C4664D7A656C}" type="pres">
      <dgm:prSet presAssocID="{9979865D-D23F-46B2-9143-3790C346D49D}" presName="childText" presStyleLbl="bgAcc1" presStyleIdx="23" presStyleCnt="53" custScaleX="1912555" custScaleY="895792">
        <dgm:presLayoutVars>
          <dgm:bulletEnabled val="1"/>
        </dgm:presLayoutVars>
      </dgm:prSet>
      <dgm:spPr/>
    </dgm:pt>
    <dgm:pt modelId="{39563C55-D79C-4E78-81D2-1EAA527968D2}" type="pres">
      <dgm:prSet presAssocID="{DBAF4199-151F-436A-81CE-C2CAFE319D7D}" presName="Name13" presStyleLbl="parChTrans1D2" presStyleIdx="24" presStyleCnt="53" custSzX="133260" custSzY="427210"/>
      <dgm:spPr/>
    </dgm:pt>
    <dgm:pt modelId="{BD1D0212-E619-4A56-8C5E-514E295B915D}" type="pres">
      <dgm:prSet presAssocID="{BE553FBA-9E70-4BA1-B052-83DA48DC7597}" presName="childText" presStyleLbl="bgAcc1" presStyleIdx="24" presStyleCnt="53" custScaleX="1912555" custScaleY="895792">
        <dgm:presLayoutVars>
          <dgm:bulletEnabled val="1"/>
        </dgm:presLayoutVars>
      </dgm:prSet>
      <dgm:spPr/>
    </dgm:pt>
    <dgm:pt modelId="{65625BC7-539D-4805-ADA5-E1CECED57EA5}" type="pres">
      <dgm:prSet presAssocID="{0A7D40C6-D9DE-461D-92B5-F7A858264793}" presName="Name13" presStyleLbl="parChTrans1D2" presStyleIdx="25" presStyleCnt="53" custSzX="133260" custSzY="709218"/>
      <dgm:spPr/>
    </dgm:pt>
    <dgm:pt modelId="{223912A0-6C23-45E3-B8F8-B29F0A63AA9B}" type="pres">
      <dgm:prSet presAssocID="{68E44DCA-1BFA-41F3-9F5B-6BAFE7FA89C4}" presName="childText" presStyleLbl="bgAcc1" presStyleIdx="25" presStyleCnt="53" custScaleX="1912555" custScaleY="895792">
        <dgm:presLayoutVars>
          <dgm:bulletEnabled val="1"/>
        </dgm:presLayoutVars>
      </dgm:prSet>
      <dgm:spPr/>
    </dgm:pt>
    <dgm:pt modelId="{75062ECD-3E73-4B37-A151-CFE62B62E058}" type="pres">
      <dgm:prSet presAssocID="{144CB5B4-17D1-4880-88C2-786369F00092}" presName="Name13" presStyleLbl="parChTrans1D2" presStyleIdx="26" presStyleCnt="53" custSzX="133260" custSzY="991227"/>
      <dgm:spPr/>
    </dgm:pt>
    <dgm:pt modelId="{7A92F3FF-D070-42E6-A98C-4EA07E69A5E0}" type="pres">
      <dgm:prSet presAssocID="{5853A181-C738-49AE-BCC6-D1407761560A}" presName="childText" presStyleLbl="bgAcc1" presStyleIdx="26" presStyleCnt="53" custScaleX="1912555" custScaleY="895792">
        <dgm:presLayoutVars>
          <dgm:bulletEnabled val="1"/>
        </dgm:presLayoutVars>
      </dgm:prSet>
      <dgm:spPr/>
    </dgm:pt>
    <dgm:pt modelId="{4C52752D-BA7F-48D4-BC8C-73123A95B59A}" type="pres">
      <dgm:prSet presAssocID="{8917BC1F-195A-4F84-A0AE-BE196AF1512B}" presName="Name13" presStyleLbl="parChTrans1D2" presStyleIdx="27" presStyleCnt="53" custSzX="133260" custSzY="1273235"/>
      <dgm:spPr/>
    </dgm:pt>
    <dgm:pt modelId="{E61F36D1-4AC8-4211-A94D-629BA48F563F}" type="pres">
      <dgm:prSet presAssocID="{E4E6A59A-C09D-4945-A801-DA393EE610D9}" presName="childText" presStyleLbl="bgAcc1" presStyleIdx="27" presStyleCnt="53" custScaleX="1912555" custScaleY="895792">
        <dgm:presLayoutVars>
          <dgm:bulletEnabled val="1"/>
        </dgm:presLayoutVars>
      </dgm:prSet>
      <dgm:spPr/>
    </dgm:pt>
    <dgm:pt modelId="{FE3E39C7-1E1F-4E93-AB4E-B6B8F28F1C54}" type="pres">
      <dgm:prSet presAssocID="{997543A7-7EBA-4C6F-B3D7-2F218C4CF0E2}" presName="Name13" presStyleLbl="parChTrans1D2" presStyleIdx="28" presStyleCnt="53" custSzX="133260" custSzY="1555244"/>
      <dgm:spPr/>
    </dgm:pt>
    <dgm:pt modelId="{B2836AF2-A947-468E-916E-3BD015F95588}" type="pres">
      <dgm:prSet presAssocID="{698520B5-673C-48C3-8602-E7FC3B2A3367}" presName="childText" presStyleLbl="bgAcc1" presStyleIdx="28" presStyleCnt="53" custScaleX="1912555" custScaleY="895792">
        <dgm:presLayoutVars>
          <dgm:bulletEnabled val="1"/>
        </dgm:presLayoutVars>
      </dgm:prSet>
      <dgm:spPr/>
    </dgm:pt>
    <dgm:pt modelId="{CF98EE0A-3D98-4807-81BA-A081DF8E45E1}" type="pres">
      <dgm:prSet presAssocID="{1BE192D9-55C9-4B6C-B9E0-7D8299F5143D}" presName="Name13" presStyleLbl="parChTrans1D2" presStyleIdx="29" presStyleCnt="53" custSzX="133260" custSzY="1837252"/>
      <dgm:spPr/>
    </dgm:pt>
    <dgm:pt modelId="{27B643BF-3BBA-4771-B4B6-CEDE383E3838}" type="pres">
      <dgm:prSet presAssocID="{9475D99A-436B-4C92-B56B-6F74DF9246E9}" presName="childText" presStyleLbl="bgAcc1" presStyleIdx="29" presStyleCnt="53" custScaleX="1912555" custScaleY="895792">
        <dgm:presLayoutVars>
          <dgm:bulletEnabled val="1"/>
        </dgm:presLayoutVars>
      </dgm:prSet>
      <dgm:spPr/>
    </dgm:pt>
    <dgm:pt modelId="{5D7AEC24-AA24-4DD4-8189-52F5586B7B5C}" type="pres">
      <dgm:prSet presAssocID="{8E5CA77B-C4B0-484D-AB53-D11909DBED6C}" presName="root" presStyleCnt="0"/>
      <dgm:spPr/>
    </dgm:pt>
    <dgm:pt modelId="{97636464-A4B5-4B9A-9280-D9F6F1D821E7}" type="pres">
      <dgm:prSet presAssocID="{8E5CA77B-C4B0-484D-AB53-D11909DBED6C}" presName="rootComposite" presStyleCnt="0"/>
      <dgm:spPr/>
    </dgm:pt>
    <dgm:pt modelId="{7D6F5A86-B0C1-439C-BCBA-839EB649D843}" type="pres">
      <dgm:prSet presAssocID="{8E5CA77B-C4B0-484D-AB53-D11909DBED6C}" presName="rootText" presStyleLbl="node1" presStyleIdx="4" presStyleCnt="7" custScaleX="1912548" custScaleY="895792"/>
      <dgm:spPr/>
    </dgm:pt>
    <dgm:pt modelId="{3A262F26-8D18-4DD6-86C6-727E9993B58E}" type="pres">
      <dgm:prSet presAssocID="{8E5CA77B-C4B0-484D-AB53-D11909DBED6C}" presName="rootConnector" presStyleLbl="node1" presStyleIdx="4" presStyleCnt="7"/>
      <dgm:spPr/>
    </dgm:pt>
    <dgm:pt modelId="{8FFE2DF3-9E21-486F-81C2-DA0D7F79F610}" type="pres">
      <dgm:prSet presAssocID="{8E5CA77B-C4B0-484D-AB53-D11909DBED6C}" presName="childShape" presStyleCnt="0"/>
      <dgm:spPr/>
    </dgm:pt>
    <dgm:pt modelId="{1BD5EEBC-85ED-4F0E-BBE3-710070AA107D}" type="pres">
      <dgm:prSet presAssocID="{BEF470B8-8FD0-46A5-A7BA-5173320425AC}" presName="Name13" presStyleLbl="parChTrans1D2" presStyleIdx="30" presStyleCnt="53" custSzX="133260" custSzY="145202"/>
      <dgm:spPr/>
    </dgm:pt>
    <dgm:pt modelId="{8273E476-6193-476D-BEA1-87A4E7269FAF}" type="pres">
      <dgm:prSet presAssocID="{FE7D08BF-EB71-4DAA-9478-4D72258B18C1}" presName="childText" presStyleLbl="bgAcc1" presStyleIdx="30" presStyleCnt="53" custScaleX="1912555" custScaleY="895792">
        <dgm:presLayoutVars>
          <dgm:bulletEnabled val="1"/>
        </dgm:presLayoutVars>
      </dgm:prSet>
      <dgm:spPr/>
    </dgm:pt>
    <dgm:pt modelId="{908AF027-F27E-4EF0-9481-A72BB76686D5}" type="pres">
      <dgm:prSet presAssocID="{C68A9AB9-0C24-4581-A602-36F2990F06A2}" presName="Name13" presStyleLbl="parChTrans1D2" presStyleIdx="31" presStyleCnt="53" custSzX="133260" custSzY="427210"/>
      <dgm:spPr/>
    </dgm:pt>
    <dgm:pt modelId="{062BC5ED-D427-49E9-AD88-0B6DEB723F49}" type="pres">
      <dgm:prSet presAssocID="{75914AE7-21A3-42FD-8AEB-BA989E0D83B1}" presName="childText" presStyleLbl="bgAcc1" presStyleIdx="31" presStyleCnt="53" custScaleX="1912555" custScaleY="895792">
        <dgm:presLayoutVars>
          <dgm:bulletEnabled val="1"/>
        </dgm:presLayoutVars>
      </dgm:prSet>
      <dgm:spPr/>
    </dgm:pt>
    <dgm:pt modelId="{0A8A50AA-11BB-4580-A8DE-6BBC925D9AFD}" type="pres">
      <dgm:prSet presAssocID="{95657C43-FDA5-4393-BD2E-B2E3E44E9FE2}" presName="Name13" presStyleLbl="parChTrans1D2" presStyleIdx="32" presStyleCnt="53" custSzX="133260" custSzY="709218"/>
      <dgm:spPr/>
    </dgm:pt>
    <dgm:pt modelId="{EB7237B6-B313-4E39-84F2-5FD68B670DF3}" type="pres">
      <dgm:prSet presAssocID="{4DBE1B34-25CA-4F4E-BBAC-6DFBB054EB2D}" presName="childText" presStyleLbl="bgAcc1" presStyleIdx="32" presStyleCnt="53" custScaleX="1912555" custScaleY="895792">
        <dgm:presLayoutVars>
          <dgm:bulletEnabled val="1"/>
        </dgm:presLayoutVars>
      </dgm:prSet>
      <dgm:spPr/>
    </dgm:pt>
    <dgm:pt modelId="{BC4C93E6-9CB5-4DEA-B31A-E12F09135331}" type="pres">
      <dgm:prSet presAssocID="{D1BC4CD4-35E9-48D4-A9EA-48AC3D166EE9}" presName="Name13" presStyleLbl="parChTrans1D2" presStyleIdx="33" presStyleCnt="53" custSzX="133260" custSzY="991227"/>
      <dgm:spPr/>
    </dgm:pt>
    <dgm:pt modelId="{8E2B1E31-98B2-4DAF-A0A1-D1EEE4FFBA50}" type="pres">
      <dgm:prSet presAssocID="{DF0767A7-5026-4C44-BA3F-98BD9DACC1A1}" presName="childText" presStyleLbl="bgAcc1" presStyleIdx="33" presStyleCnt="53" custScaleX="1912555" custScaleY="895792">
        <dgm:presLayoutVars>
          <dgm:bulletEnabled val="1"/>
        </dgm:presLayoutVars>
      </dgm:prSet>
      <dgm:spPr/>
    </dgm:pt>
    <dgm:pt modelId="{12091E0A-AD6F-4AAD-8285-C6B917163FDF}" type="pres">
      <dgm:prSet presAssocID="{9116EDFF-D9F8-4F7A-AC58-E6F238FD4EB8}" presName="Name13" presStyleLbl="parChTrans1D2" presStyleIdx="34" presStyleCnt="53" custSzX="133260" custSzY="1273235"/>
      <dgm:spPr/>
    </dgm:pt>
    <dgm:pt modelId="{A1098C2F-8941-4570-BC4C-027F4C0E1C59}" type="pres">
      <dgm:prSet presAssocID="{56350962-C1F8-4128-8D9E-3176B9F171F1}" presName="childText" presStyleLbl="bgAcc1" presStyleIdx="34" presStyleCnt="53" custScaleX="1912555" custScaleY="895792">
        <dgm:presLayoutVars>
          <dgm:bulletEnabled val="1"/>
        </dgm:presLayoutVars>
      </dgm:prSet>
      <dgm:spPr/>
    </dgm:pt>
    <dgm:pt modelId="{73D058A9-5D27-4AB8-A2D8-9E7FBBCB5E73}" type="pres">
      <dgm:prSet presAssocID="{377FB58B-036C-444D-8242-ED9DBC93D9AE}" presName="Name13" presStyleLbl="parChTrans1D2" presStyleIdx="35" presStyleCnt="53" custSzX="133260" custSzY="1555244"/>
      <dgm:spPr/>
    </dgm:pt>
    <dgm:pt modelId="{BBEB65FE-48F6-43F4-BDCD-D996EBBC8EC5}" type="pres">
      <dgm:prSet presAssocID="{19CD582A-1AB0-48C4-AFE2-87A8C82C8D5A}" presName="childText" presStyleLbl="bgAcc1" presStyleIdx="35" presStyleCnt="53" custScaleX="1912555" custScaleY="895792">
        <dgm:presLayoutVars>
          <dgm:bulletEnabled val="1"/>
        </dgm:presLayoutVars>
      </dgm:prSet>
      <dgm:spPr/>
    </dgm:pt>
    <dgm:pt modelId="{DE708FD6-16BB-45B9-BE7C-141B69452306}" type="pres">
      <dgm:prSet presAssocID="{67D4E4C9-0DAD-40C9-96D7-3AF5D53E7488}" presName="Name13" presStyleLbl="parChTrans1D2" presStyleIdx="36" presStyleCnt="53" custSzX="133260" custSzY="1837252"/>
      <dgm:spPr/>
    </dgm:pt>
    <dgm:pt modelId="{12AC630B-19DB-499E-8F79-962E62C72935}" type="pres">
      <dgm:prSet presAssocID="{589F45DC-404B-4664-92CC-4FA028861EFB}" presName="childText" presStyleLbl="bgAcc1" presStyleIdx="36" presStyleCnt="53" custScaleX="1912555" custScaleY="895792">
        <dgm:presLayoutVars>
          <dgm:bulletEnabled val="1"/>
        </dgm:presLayoutVars>
      </dgm:prSet>
      <dgm:spPr/>
    </dgm:pt>
    <dgm:pt modelId="{20FFC945-12E7-4D10-AAFF-F4CE965D1517}" type="pres">
      <dgm:prSet presAssocID="{4990AE86-9743-4CD6-B484-31F61BC43A95}" presName="Name13" presStyleLbl="parChTrans1D2" presStyleIdx="37" presStyleCnt="53" custSzX="133260" custSzY="2119261"/>
      <dgm:spPr/>
    </dgm:pt>
    <dgm:pt modelId="{336A8EA9-16B4-460E-93B9-723988B79D80}" type="pres">
      <dgm:prSet presAssocID="{16847519-0FF2-4785-BCF6-D0988FBAAAFC}" presName="childText" presStyleLbl="bgAcc1" presStyleIdx="37" presStyleCnt="53" custScaleX="1912555" custScaleY="895792">
        <dgm:presLayoutVars>
          <dgm:bulletEnabled val="1"/>
        </dgm:presLayoutVars>
      </dgm:prSet>
      <dgm:spPr/>
    </dgm:pt>
    <dgm:pt modelId="{ED77064F-F216-4CAA-B2BB-E03F43F76885}" type="pres">
      <dgm:prSet presAssocID="{6C314DC6-5C53-48DC-BEAD-7B55448A3B72}" presName="Name13" presStyleLbl="parChTrans1D2" presStyleIdx="38" presStyleCnt="53" custSzX="133260" custSzY="2401269"/>
      <dgm:spPr/>
    </dgm:pt>
    <dgm:pt modelId="{D06C5EB0-44DD-430D-ABC7-2A5E5B6775AB}" type="pres">
      <dgm:prSet presAssocID="{6CE6AEA8-2DD0-4177-B08F-90549911F328}" presName="childText" presStyleLbl="bgAcc1" presStyleIdx="38" presStyleCnt="53" custScaleX="1912555" custScaleY="895792">
        <dgm:presLayoutVars>
          <dgm:bulletEnabled val="1"/>
        </dgm:presLayoutVars>
      </dgm:prSet>
      <dgm:spPr/>
    </dgm:pt>
    <dgm:pt modelId="{28D4E7D8-55CD-4096-B432-C91D6CD7F720}" type="pres">
      <dgm:prSet presAssocID="{736F93B3-A421-4646-8D10-A9C9FFCCCA8F}" presName="Name13" presStyleLbl="parChTrans1D2" presStyleIdx="39" presStyleCnt="53" custSzX="133260" custSzY="2683277"/>
      <dgm:spPr/>
    </dgm:pt>
    <dgm:pt modelId="{9CCDB6D5-13DD-4C53-A987-DDF75C3F6DB2}" type="pres">
      <dgm:prSet presAssocID="{FDC69469-BA4F-4BB5-AB87-E833B54E691C}" presName="childText" presStyleLbl="bgAcc1" presStyleIdx="39" presStyleCnt="53" custScaleX="2000000" custScaleY="895792">
        <dgm:presLayoutVars>
          <dgm:bulletEnabled val="1"/>
        </dgm:presLayoutVars>
      </dgm:prSet>
      <dgm:spPr/>
    </dgm:pt>
    <dgm:pt modelId="{3196EAB0-B061-41BB-B907-97D36634E64F}" type="pres">
      <dgm:prSet presAssocID="{45CEAFBE-DDAC-48F4-BF62-E15E5A6FF282}" presName="Name13" presStyleLbl="parChTrans1D2" presStyleIdx="40" presStyleCnt="53" custSzX="133260" custSzY="2965286"/>
      <dgm:spPr/>
    </dgm:pt>
    <dgm:pt modelId="{CFCE67A8-19C5-4587-A732-38C93FD63070}" type="pres">
      <dgm:prSet presAssocID="{DC7AD554-1257-4C28-8076-AACE98CDE664}" presName="childText" presStyleLbl="bgAcc1" presStyleIdx="40" presStyleCnt="53" custScaleX="1912555" custScaleY="895792">
        <dgm:presLayoutVars>
          <dgm:bulletEnabled val="1"/>
        </dgm:presLayoutVars>
      </dgm:prSet>
      <dgm:spPr/>
    </dgm:pt>
    <dgm:pt modelId="{E421E2BE-C997-4E2A-9447-59A57B63B5EA}" type="pres">
      <dgm:prSet presAssocID="{091F0EA5-180E-40D4-B132-4DC90BE29A76}" presName="Name13" presStyleLbl="parChTrans1D2" presStyleIdx="41" presStyleCnt="53" custSzX="133260" custSzY="3247294"/>
      <dgm:spPr/>
    </dgm:pt>
    <dgm:pt modelId="{9FB85350-3B8D-400B-8B36-6A513532448C}" type="pres">
      <dgm:prSet presAssocID="{27F9DE90-4486-4617-A97B-63B75F51EA45}" presName="childText" presStyleLbl="bgAcc1" presStyleIdx="41" presStyleCnt="53" custScaleX="1912555" custScaleY="895792">
        <dgm:presLayoutVars>
          <dgm:bulletEnabled val="1"/>
        </dgm:presLayoutVars>
      </dgm:prSet>
      <dgm:spPr/>
    </dgm:pt>
    <dgm:pt modelId="{5EA8F66E-F6B6-4525-9129-37407893F0BE}" type="pres">
      <dgm:prSet presAssocID="{9E788D01-8BED-4E62-A9DA-B535973A424A}" presName="Name13" presStyleLbl="parChTrans1D2" presStyleIdx="42" presStyleCnt="53" custSzX="133260" custSzY="3529303"/>
      <dgm:spPr/>
    </dgm:pt>
    <dgm:pt modelId="{5B86DEEF-0E4D-4E06-AAAF-B776A7F6B678}" type="pres">
      <dgm:prSet presAssocID="{187DF15B-D581-486A-9EEA-7A9730175F9D}" presName="childText" presStyleLbl="bgAcc1" presStyleIdx="42" presStyleCnt="53" custScaleX="1912555" custScaleY="895792">
        <dgm:presLayoutVars>
          <dgm:bulletEnabled val="1"/>
        </dgm:presLayoutVars>
      </dgm:prSet>
      <dgm:spPr/>
    </dgm:pt>
    <dgm:pt modelId="{A4992785-43F1-4FED-9E4D-598CD2067A5B}" type="pres">
      <dgm:prSet presAssocID="{74A51DA8-9DD6-492D-8E03-A3C74949FE5D}" presName="root" presStyleCnt="0"/>
      <dgm:spPr/>
    </dgm:pt>
    <dgm:pt modelId="{83D47F7B-6DE4-432B-B42E-E2D16AED4FD1}" type="pres">
      <dgm:prSet presAssocID="{74A51DA8-9DD6-492D-8E03-A3C74949FE5D}" presName="rootComposite" presStyleCnt="0"/>
      <dgm:spPr/>
    </dgm:pt>
    <dgm:pt modelId="{0D559258-486A-4C0D-AF1F-231BACF1273F}" type="pres">
      <dgm:prSet presAssocID="{74A51DA8-9DD6-492D-8E03-A3C74949FE5D}" presName="rootText" presStyleLbl="node1" presStyleIdx="5" presStyleCnt="7" custScaleX="1502296" custScaleY="750723"/>
      <dgm:spPr/>
    </dgm:pt>
    <dgm:pt modelId="{37A3DAB6-8AB3-4E58-B67A-967A7CDB6538}" type="pres">
      <dgm:prSet presAssocID="{74A51DA8-9DD6-492D-8E03-A3C74949FE5D}" presName="rootConnector" presStyleLbl="node1" presStyleIdx="5" presStyleCnt="7"/>
      <dgm:spPr/>
    </dgm:pt>
    <dgm:pt modelId="{C781540F-61E1-418F-A6F6-BAB833A2E1C5}" type="pres">
      <dgm:prSet presAssocID="{74A51DA8-9DD6-492D-8E03-A3C74949FE5D}" presName="childShape" presStyleCnt="0"/>
      <dgm:spPr/>
    </dgm:pt>
    <dgm:pt modelId="{78FCD6D9-C5CE-4010-8EC5-492AFB1BC26F}" type="pres">
      <dgm:prSet presAssocID="{85A324FC-48C4-4EB0-8F67-3AD410CD1C17}" presName="Name13" presStyleLbl="parChTrans1D2" presStyleIdx="43" presStyleCnt="53" custSzX="133260" custSzY="150972"/>
      <dgm:spPr/>
    </dgm:pt>
    <dgm:pt modelId="{0CBC5F5F-CF72-42E6-92BF-0BB05172AD4D}" type="pres">
      <dgm:prSet presAssocID="{3605CEFD-5E53-4174-9BFF-701BB8D563A3}" presName="childText" presStyleLbl="bgAcc1" presStyleIdx="43" presStyleCnt="53" custScaleX="1502296" custScaleY="933573">
        <dgm:presLayoutVars>
          <dgm:bulletEnabled val="1"/>
        </dgm:presLayoutVars>
      </dgm:prSet>
      <dgm:spPr/>
    </dgm:pt>
    <dgm:pt modelId="{30A4487C-51C5-41C7-9BD1-6506184DFE9A}" type="pres">
      <dgm:prSet presAssocID="{B81AE3A3-F9B7-47A7-A0B8-5AFEB0664295}" presName="Name13" presStyleLbl="parChTrans1D2" presStyleIdx="44" presStyleCnt="53" custSzX="133260" custSzY="457163"/>
      <dgm:spPr/>
    </dgm:pt>
    <dgm:pt modelId="{FEDB9CE6-41BB-4AE1-AECD-1075B88A46AC}" type="pres">
      <dgm:prSet presAssocID="{C0633784-2F22-407A-96EB-A5B780951B80}" presName="childText" presStyleLbl="bgAcc1" presStyleIdx="44" presStyleCnt="53" custScaleX="1502296" custScaleY="1016358">
        <dgm:presLayoutVars>
          <dgm:bulletEnabled val="1"/>
        </dgm:presLayoutVars>
      </dgm:prSet>
      <dgm:spPr/>
    </dgm:pt>
    <dgm:pt modelId="{B1F2856D-D29C-44D6-A189-0A0D0615141F}" type="pres">
      <dgm:prSet presAssocID="{6FBB5D83-F378-41F6-81EA-47E5EA2AC4B1}" presName="Name13" presStyleLbl="parChTrans1D2" presStyleIdx="45" presStyleCnt="53" custSzX="133260" custSzY="775997"/>
      <dgm:spPr/>
    </dgm:pt>
    <dgm:pt modelId="{396BBD8C-FF21-4059-9755-F1B452FC2F09}" type="pres">
      <dgm:prSet presAssocID="{C0BE850E-B7A6-4C3B-8615-08A60E08B793}" presName="childText" presStyleLbl="bgAcc1" presStyleIdx="45" presStyleCnt="53" custScaleX="1502296" custScaleY="1016358">
        <dgm:presLayoutVars>
          <dgm:bulletEnabled val="1"/>
        </dgm:presLayoutVars>
      </dgm:prSet>
      <dgm:spPr/>
    </dgm:pt>
    <dgm:pt modelId="{A104DF13-71C1-421F-8603-19C1CE144EB8}" type="pres">
      <dgm:prSet presAssocID="{26F55174-3DAF-4E07-AF71-10CA006111E6}" presName="Name13" presStyleLbl="parChTrans1D2" presStyleIdx="46" presStyleCnt="53" custSzX="133260" custSzY="1094831"/>
      <dgm:spPr/>
    </dgm:pt>
    <dgm:pt modelId="{E6203A1A-8B58-4665-BC13-CC7D53078856}" type="pres">
      <dgm:prSet presAssocID="{7AFEF644-835E-4F82-B81A-C3111EFDF5FE}" presName="childText" presStyleLbl="bgAcc1" presStyleIdx="46" presStyleCnt="53" custScaleX="1502296" custScaleY="1016358">
        <dgm:presLayoutVars>
          <dgm:bulletEnabled val="1"/>
        </dgm:presLayoutVars>
      </dgm:prSet>
      <dgm:spPr/>
    </dgm:pt>
    <dgm:pt modelId="{D14F7347-496C-4F96-B59B-6FC5C27D1987}" type="pres">
      <dgm:prSet presAssocID="{9D64CF92-92DD-4DFD-A9B0-77CEAF49DD76}" presName="Name13" presStyleLbl="parChTrans1D2" presStyleIdx="47" presStyleCnt="53" custSzX="133260" custSzY="1401022"/>
      <dgm:spPr/>
    </dgm:pt>
    <dgm:pt modelId="{3EC7F8B1-4883-42AE-AC8A-01CD737234E6}" type="pres">
      <dgm:prSet presAssocID="{D2A041CB-A61E-4A9B-8E19-F930F8E8BB37}" presName="childText" presStyleLbl="bgAcc1" presStyleIdx="47" presStyleCnt="53" custScaleX="1502296" custScaleY="933573">
        <dgm:presLayoutVars>
          <dgm:bulletEnabled val="1"/>
        </dgm:presLayoutVars>
      </dgm:prSet>
      <dgm:spPr/>
    </dgm:pt>
    <dgm:pt modelId="{F8E72152-2B56-4FD5-BE56-E64C25DD699C}" type="pres">
      <dgm:prSet presAssocID="{7CFFBFFE-A5E7-4645-BA0C-18DC729CCF06}" presName="root" presStyleCnt="0"/>
      <dgm:spPr/>
    </dgm:pt>
    <dgm:pt modelId="{7F3211D3-7218-416C-B6B6-F50C85685DC5}" type="pres">
      <dgm:prSet presAssocID="{7CFFBFFE-A5E7-4645-BA0C-18DC729CCF06}" presName="rootComposite" presStyleCnt="0"/>
      <dgm:spPr/>
    </dgm:pt>
    <dgm:pt modelId="{3E1AA7AC-53CC-4CA0-BADC-9EBE89CBD291}" type="pres">
      <dgm:prSet presAssocID="{7CFFBFFE-A5E7-4645-BA0C-18DC729CCF06}" presName="rootText" presStyleLbl="node1" presStyleIdx="6" presStyleCnt="7" custScaleX="1725513" custScaleY="1078727"/>
      <dgm:spPr/>
    </dgm:pt>
    <dgm:pt modelId="{8A411CFA-BAEC-4847-909B-BE1FA4E02016}" type="pres">
      <dgm:prSet presAssocID="{7CFFBFFE-A5E7-4645-BA0C-18DC729CCF06}" presName="rootConnector" presStyleLbl="node1" presStyleIdx="6" presStyleCnt="7"/>
      <dgm:spPr/>
    </dgm:pt>
    <dgm:pt modelId="{9ACEFFE0-CF7B-4C79-9AD4-E79B99556EB7}" type="pres">
      <dgm:prSet presAssocID="{7CFFBFFE-A5E7-4645-BA0C-18DC729CCF06}" presName="childShape" presStyleCnt="0"/>
      <dgm:spPr/>
    </dgm:pt>
    <dgm:pt modelId="{4C20F4CB-DF5C-4C58-9473-691B6D5D40EF}" type="pres">
      <dgm:prSet presAssocID="{5F5E73F0-49BD-49AC-B37B-605E89D2A6A2}" presName="Name13" presStyleLbl="parChTrans1D2" presStyleIdx="48" presStyleCnt="53" custSzX="133260" custSzY="173140"/>
      <dgm:spPr/>
    </dgm:pt>
    <dgm:pt modelId="{77A10B13-E9A5-4F57-87F9-6693F70EB3E4}" type="pres">
      <dgm:prSet presAssocID="{901F1538-FE4B-477D-81AF-760C73FE0E59}" presName="childText" presStyleLbl="bgAcc1" presStyleIdx="48" presStyleCnt="53" custScaleX="1725510" custScaleY="1078727">
        <dgm:presLayoutVars>
          <dgm:bulletEnabled val="1"/>
        </dgm:presLayoutVars>
      </dgm:prSet>
      <dgm:spPr/>
    </dgm:pt>
    <dgm:pt modelId="{E6C0D2F0-B4D8-40D7-A961-66342CF2F9EC}" type="pres">
      <dgm:prSet presAssocID="{20E30CE8-0778-488B-92FB-A6D1E4EFD009}" presName="Name13" presStyleLbl="parChTrans1D2" presStyleIdx="49" presStyleCnt="53" custSzX="133260" custSzY="511025"/>
      <dgm:spPr/>
    </dgm:pt>
    <dgm:pt modelId="{456B770B-5B74-4984-BFB8-6D4754805ED8}" type="pres">
      <dgm:prSet presAssocID="{252879E9-C046-49DA-81B8-BD410708D4AB}" presName="childText" presStyleLbl="bgAcc1" presStyleIdx="49" presStyleCnt="53" custScaleX="1725510" custScaleY="1078727">
        <dgm:presLayoutVars>
          <dgm:bulletEnabled val="1"/>
        </dgm:presLayoutVars>
      </dgm:prSet>
      <dgm:spPr/>
    </dgm:pt>
    <dgm:pt modelId="{A286AB91-2C1A-46E9-AD4E-32C3FACC9842}" type="pres">
      <dgm:prSet presAssocID="{DAB8A83F-13AF-4E7B-BE08-E7323431D333}" presName="Name13" presStyleLbl="parChTrans1D2" presStyleIdx="50" presStyleCnt="53" custSzX="133260" custSzY="848909"/>
      <dgm:spPr/>
    </dgm:pt>
    <dgm:pt modelId="{498771CD-1666-48D7-BD45-3E2E2A1F1FA3}" type="pres">
      <dgm:prSet presAssocID="{81127D44-F316-42FC-8A51-560B16C73D87}" presName="childText" presStyleLbl="bgAcc1" presStyleIdx="50" presStyleCnt="53" custScaleX="1725510" custScaleY="1078727">
        <dgm:presLayoutVars>
          <dgm:bulletEnabled val="1"/>
        </dgm:presLayoutVars>
      </dgm:prSet>
      <dgm:spPr/>
    </dgm:pt>
    <dgm:pt modelId="{66F0C601-7AED-4661-BACE-41D3E39ED746}" type="pres">
      <dgm:prSet presAssocID="{D897691C-BDBC-4C4F-A034-A8CCD79FD0A2}" presName="Name13" presStyleLbl="parChTrans1D2" presStyleIdx="51" presStyleCnt="53" custSzX="133260" custSzY="1186794"/>
      <dgm:spPr/>
    </dgm:pt>
    <dgm:pt modelId="{11B7D78A-92D1-4504-A328-C0EA12F8C40C}" type="pres">
      <dgm:prSet presAssocID="{6285812F-3E30-47E9-8D55-AEF34A7FADA7}" presName="childText" presStyleLbl="bgAcc1" presStyleIdx="51" presStyleCnt="53" custScaleX="1725510" custScaleY="1078727">
        <dgm:presLayoutVars>
          <dgm:bulletEnabled val="1"/>
        </dgm:presLayoutVars>
      </dgm:prSet>
      <dgm:spPr/>
    </dgm:pt>
    <dgm:pt modelId="{05F53AF7-56C4-470A-9EAB-4FB8D585C39F}" type="pres">
      <dgm:prSet presAssocID="{9DE3E816-602F-4971-9933-1DEEE799EEC3}" presName="Name13" presStyleLbl="parChTrans1D2" presStyleIdx="52" presStyleCnt="53" custSzX="133260" custSzY="1524679"/>
      <dgm:spPr/>
    </dgm:pt>
    <dgm:pt modelId="{C6F0D4E4-4A63-4BDD-A785-AD9F646A7609}" type="pres">
      <dgm:prSet presAssocID="{F477D7BB-9DFE-47FD-869D-83B8141D8E37}" presName="childText" presStyleLbl="bgAcc1" presStyleIdx="52" presStyleCnt="53" custScaleX="1725510" custScaleY="1078727">
        <dgm:presLayoutVars>
          <dgm:bulletEnabled val="1"/>
        </dgm:presLayoutVars>
      </dgm:prSet>
      <dgm:spPr/>
    </dgm:pt>
  </dgm:ptLst>
  <dgm:cxnLst>
    <dgm:cxn modelId="{A4A69300-84C0-4447-9EB3-0950354401B6}" srcId="{93DD65D0-A99D-4026-8956-D937DA7EB6E4}" destId="{3B475B77-CC19-4F29-B970-7DBBF64C3792}" srcOrd="7" destOrd="0" parTransId="{129E7F36-5346-4841-93A2-C931ABED88EA}" sibTransId="{3300D4BF-0C11-4170-8130-CE4F7E10A0E9}"/>
    <dgm:cxn modelId="{2D62D500-DCF4-405F-8E1F-4D13400D9709}" type="presOf" srcId="{9475D99A-436B-4C92-B56B-6F74DF9246E9}" destId="{27B643BF-3BBA-4771-B4B6-CEDE383E3838}" srcOrd="0" destOrd="0" presId="urn:microsoft.com/office/officeart/2005/8/layout/hierarchy3"/>
    <dgm:cxn modelId="{E8081002-CDD1-42A7-992A-325D112EB089}" type="presOf" srcId="{8052112F-DD6B-4AB2-BFC3-983ABBFA7261}" destId="{302E3CD2-5C32-4234-9E32-15D495F756A6}" srcOrd="0" destOrd="0" presId="urn:microsoft.com/office/officeart/2005/8/layout/hierarchy3"/>
    <dgm:cxn modelId="{4E5DAD04-3B30-485E-AC2C-633DEA04353A}" type="presOf" srcId="{81127D44-F316-42FC-8A51-560B16C73D87}" destId="{498771CD-1666-48D7-BD45-3E2E2A1F1FA3}" srcOrd="0" destOrd="0" presId="urn:microsoft.com/office/officeart/2005/8/layout/hierarchy3"/>
    <dgm:cxn modelId="{BC84ED04-12F3-44B9-B736-C5BDD2C2700D}" srcId="{93DD65D0-A99D-4026-8956-D937DA7EB6E4}" destId="{18466AE1-3B83-481B-BF7B-E389B096E376}" srcOrd="12" destOrd="0" parTransId="{AA818C48-FB16-4D9F-8785-58E2C332AE79}" sibTransId="{D634DAD7-4E2A-4B0F-B8B1-C4A3E97134B8}"/>
    <dgm:cxn modelId="{B8DAE505-7377-4A77-99E1-7CC5DE9523F1}" type="presOf" srcId="{698520B5-673C-48C3-8602-E7FC3B2A3367}" destId="{B2836AF2-A947-468E-916E-3BD015F95588}" srcOrd="0" destOrd="0" presId="urn:microsoft.com/office/officeart/2005/8/layout/hierarchy3"/>
    <dgm:cxn modelId="{D5952306-B119-44E7-A28C-170D5FAFCB0F}" type="presOf" srcId="{9D40B7A1-7559-454B-B5D3-C4BF00F0C202}" destId="{9CE69F50-BFAA-42E8-87D8-5B96A81D55B7}" srcOrd="0" destOrd="0" presId="urn:microsoft.com/office/officeart/2005/8/layout/hierarchy3"/>
    <dgm:cxn modelId="{2875CB08-B1B0-40BD-B259-602A8A99DD94}" srcId="{EB2D5782-FD2D-496F-8506-BC2898BF81B5}" destId="{457E9340-B908-4F0A-9FAC-B99831CF33B5}" srcOrd="3" destOrd="0" parTransId="{F0AD9848-B911-4BB4-9C55-065CE1D2B469}" sibTransId="{488F3F22-3155-4F85-A561-989EB4449628}"/>
    <dgm:cxn modelId="{9B86C70A-8C1D-4E9C-B359-399FA8C55A7D}" srcId="{8E5CA77B-C4B0-484D-AB53-D11909DBED6C}" destId="{FE7D08BF-EB71-4DAA-9478-4D72258B18C1}" srcOrd="0" destOrd="0" parTransId="{BEF470B8-8FD0-46A5-A7BA-5173320425AC}" sibTransId="{71780235-7E91-4783-86E7-E51E9220C59B}"/>
    <dgm:cxn modelId="{C3A0300F-57B7-4972-84C0-FA3DDE2610D7}" srcId="{8E5CA77B-C4B0-484D-AB53-D11909DBED6C}" destId="{589F45DC-404B-4664-92CC-4FA028861EFB}" srcOrd="6" destOrd="0" parTransId="{67D4E4C9-0DAD-40C9-96D7-3AF5D53E7488}" sibTransId="{C726E02D-12CD-4600-89B8-84C02375DF08}"/>
    <dgm:cxn modelId="{8812A00F-D420-4018-BF89-265B1A4AF136}" type="presOf" srcId="{EC21A71B-4595-463D-927B-7B19948FEF45}" destId="{731CCB33-12FC-4F03-A21A-21A6725AE3B9}" srcOrd="0" destOrd="0" presId="urn:microsoft.com/office/officeart/2005/8/layout/hierarchy3"/>
    <dgm:cxn modelId="{C9187612-4D3D-4AE9-97AE-CCA98F86A28C}" srcId="{8E5CA77B-C4B0-484D-AB53-D11909DBED6C}" destId="{27F9DE90-4486-4617-A97B-63B75F51EA45}" srcOrd="11" destOrd="0" parTransId="{091F0EA5-180E-40D4-B132-4DC90BE29A76}" sibTransId="{4EE81031-8FC7-45DE-8AF7-44F648D2582E}"/>
    <dgm:cxn modelId="{D3E15A16-7BA4-4B62-BC9E-77EFEF3F703A}" srcId="{67BBC69C-0827-4C2C-B277-00D0F98D69A6}" destId="{93DD65D0-A99D-4026-8956-D937DA7EB6E4}" srcOrd="1" destOrd="0" parTransId="{C7A90606-D13B-4EF0-828B-F906A0D89560}" sibTransId="{47B9A34E-447E-4201-909B-F1611CA85108}"/>
    <dgm:cxn modelId="{5087AC16-9BCB-4F9A-B35F-A27EA3CA9A60}" srcId="{74A51DA8-9DD6-492D-8E03-A3C74949FE5D}" destId="{7AFEF644-835E-4F82-B81A-C3111EFDF5FE}" srcOrd="3" destOrd="0" parTransId="{26F55174-3DAF-4E07-AF71-10CA006111E6}" sibTransId="{B02B28F6-5D05-455F-916A-040C067D17DB}"/>
    <dgm:cxn modelId="{5D904118-B9C3-4B63-9084-F0EC8CBF5EB2}" type="presOf" srcId="{C700BDFA-CEB3-4548-8559-2B2B2890309E}" destId="{99E5A27D-A30C-4EB6-B8A2-3992867DB2A3}" srcOrd="0" destOrd="0" presId="urn:microsoft.com/office/officeart/2005/8/layout/hierarchy3"/>
    <dgm:cxn modelId="{37098619-A93E-4F49-9B51-10125CA57D8B}" type="presOf" srcId="{7E42403E-EDF5-40C8-A33A-A7BB7373217D}" destId="{18923CDA-F1A0-4E6F-92C5-C57F40093BCC}" srcOrd="0" destOrd="0" presId="urn:microsoft.com/office/officeart/2005/8/layout/hierarchy3"/>
    <dgm:cxn modelId="{A55AA61B-CD6B-431F-A40A-2DF79E94FD44}" type="presOf" srcId="{736F93B3-A421-4646-8D10-A9C9FFCCCA8F}" destId="{28D4E7D8-55CD-4096-B432-C91D6CD7F720}" srcOrd="0" destOrd="0" presId="urn:microsoft.com/office/officeart/2005/8/layout/hierarchy3"/>
    <dgm:cxn modelId="{BA6E431D-323E-49F6-A745-6F60910A8617}" type="presOf" srcId="{6285812F-3E30-47E9-8D55-AEF34A7FADA7}" destId="{11B7D78A-92D1-4504-A328-C0EA12F8C40C}" srcOrd="0" destOrd="0" presId="urn:microsoft.com/office/officeart/2005/8/layout/hierarchy3"/>
    <dgm:cxn modelId="{47DF891D-6358-45B4-969D-675FF33374ED}" type="presOf" srcId="{85A324FC-48C4-4EB0-8F67-3AD410CD1C17}" destId="{78FCD6D9-C5CE-4010-8EC5-492AFB1BC26F}" srcOrd="0" destOrd="0" presId="urn:microsoft.com/office/officeart/2005/8/layout/hierarchy3"/>
    <dgm:cxn modelId="{73D9161E-03CD-459A-9775-1C570ED250CF}" type="presOf" srcId="{8917BC1F-195A-4F84-A0AE-BE196AF1512B}" destId="{4C52752D-BA7F-48D4-BC8C-73123A95B59A}" srcOrd="0" destOrd="0" presId="urn:microsoft.com/office/officeart/2005/8/layout/hierarchy3"/>
    <dgm:cxn modelId="{7E736B1E-038D-4902-9DBB-5E2C32DBCAC7}" type="presOf" srcId="{5F5E73F0-49BD-49AC-B37B-605E89D2A6A2}" destId="{4C20F4CB-DF5C-4C58-9473-691B6D5D40EF}" srcOrd="0" destOrd="0" presId="urn:microsoft.com/office/officeart/2005/8/layout/hierarchy3"/>
    <dgm:cxn modelId="{8F3B9420-F5B2-4886-92B9-4EF472E59A83}" type="presOf" srcId="{93C4822A-4EE3-4A8B-AEDA-9B5D8E874283}" destId="{019DE825-8A91-413D-A4D7-AD89A3FD600A}" srcOrd="0" destOrd="0" presId="urn:microsoft.com/office/officeart/2005/8/layout/hierarchy3"/>
    <dgm:cxn modelId="{44BB7B23-6D20-40AD-8643-7B021961CF2C}" type="presOf" srcId="{D2A041CB-A61E-4A9B-8E19-F930F8E8BB37}" destId="{3EC7F8B1-4883-42AE-AC8A-01CD737234E6}" srcOrd="0" destOrd="0" presId="urn:microsoft.com/office/officeart/2005/8/layout/hierarchy3"/>
    <dgm:cxn modelId="{89767325-CC2A-4F6D-893A-255AF08CCD70}" type="presOf" srcId="{26F55174-3DAF-4E07-AF71-10CA006111E6}" destId="{A104DF13-71C1-421F-8603-19C1CE144EB8}" srcOrd="0" destOrd="0" presId="urn:microsoft.com/office/officeart/2005/8/layout/hierarchy3"/>
    <dgm:cxn modelId="{F1CA3427-8DC7-47E5-A351-3490304CEA68}" srcId="{7CFFBFFE-A5E7-4645-BA0C-18DC729CCF06}" destId="{6285812F-3E30-47E9-8D55-AEF34A7FADA7}" srcOrd="3" destOrd="0" parTransId="{D897691C-BDBC-4C4F-A034-A8CCD79FD0A2}" sibTransId="{9E53E6F9-E72D-49AA-AAA0-8D89CA6AF788}"/>
    <dgm:cxn modelId="{35F53629-8A06-4C46-A3E3-5B4B119AEC46}" type="presOf" srcId="{4990AE86-9743-4CD6-B484-31F61BC43A95}" destId="{20FFC945-12E7-4D10-AAFF-F4CE965D1517}" srcOrd="0" destOrd="0" presId="urn:microsoft.com/office/officeart/2005/8/layout/hierarchy3"/>
    <dgm:cxn modelId="{7B54EC2A-104D-4291-99B0-25664C0E505E}" type="presOf" srcId="{549BEEEB-71C0-4FEC-B73B-A39FAE59AA7B}" destId="{68B25FC4-7FF7-4027-91C6-D7661543725C}" srcOrd="0" destOrd="0" presId="urn:microsoft.com/office/officeart/2005/8/layout/hierarchy3"/>
    <dgm:cxn modelId="{F7771F2E-3A36-4284-976D-B54AF3D47F0B}" srcId="{8E5CA77B-C4B0-484D-AB53-D11909DBED6C}" destId="{16847519-0FF2-4785-BCF6-D0988FBAAAFC}" srcOrd="7" destOrd="0" parTransId="{4990AE86-9743-4CD6-B484-31F61BC43A95}" sibTransId="{14A51ED2-3DD6-4158-BEFC-BEBB5369FD1F}"/>
    <dgm:cxn modelId="{6F406D30-FA0F-49F3-8CEB-98C64100C194}" srcId="{8052112F-DD6B-4AB2-BFC3-983ABBFA7261}" destId="{EFBFC664-6E37-424B-BA51-262E18DA8C6E}" srcOrd="4" destOrd="0" parTransId="{A6338F31-C241-415B-959E-0FF7EFED5694}" sibTransId="{8BDAFF24-45E9-4157-B8ED-251F1FD06D86}"/>
    <dgm:cxn modelId="{5474AB33-351B-46A3-9688-FC0AD0955079}" type="presOf" srcId="{00FB215A-E7B4-4E61-A7BD-C4436531616F}" destId="{9128DB40-5FA3-4290-B644-D388EB156593}" srcOrd="0" destOrd="0" presId="urn:microsoft.com/office/officeart/2005/8/layout/hierarchy3"/>
    <dgm:cxn modelId="{08815835-976E-4555-9757-6D47EB633DE6}" type="presOf" srcId="{E4E6A59A-C09D-4945-A801-DA393EE610D9}" destId="{E61F36D1-4AC8-4211-A94D-629BA48F563F}" srcOrd="0" destOrd="0" presId="urn:microsoft.com/office/officeart/2005/8/layout/hierarchy3"/>
    <dgm:cxn modelId="{E05B1638-FB46-41D3-865B-C184ED2C0333}" srcId="{74A51DA8-9DD6-492D-8E03-A3C74949FE5D}" destId="{C0BE850E-B7A6-4C3B-8615-08A60E08B793}" srcOrd="2" destOrd="0" parTransId="{6FBB5D83-F378-41F6-81EA-47E5EA2AC4B1}" sibTransId="{7BFFC004-3540-4FFD-A9A1-0B79C5C90A73}"/>
    <dgm:cxn modelId="{FFADBA3B-5648-4BA2-AC89-78F2B8C33DC2}" srcId="{93DD65D0-A99D-4026-8956-D937DA7EB6E4}" destId="{57D9E408-D6AE-49BA-A77B-4350F47A6124}" srcOrd="6" destOrd="0" parTransId="{36A96DDC-A3D7-4A1E-A51E-BE2518976925}" sibTransId="{19D11694-B957-42ED-8DBF-C94E1A3E13EC}"/>
    <dgm:cxn modelId="{2609353D-C711-466D-9D35-6A46F8B63AC2}" srcId="{17DFF03A-A66E-480D-95A1-A99531785178}" destId="{BE553FBA-9E70-4BA1-B052-83DA48DC7597}" srcOrd="1" destOrd="0" parTransId="{DBAF4199-151F-436A-81CE-C2CAFE319D7D}" sibTransId="{0577424D-C312-468E-B709-3589C5A07DA8}"/>
    <dgm:cxn modelId="{FF5CFB3D-E9E0-4065-893A-37D7AE0D1721}" type="presOf" srcId="{D1BC4CD4-35E9-48D4-A9EA-48AC3D166EE9}" destId="{BC4C93E6-9CB5-4DEA-B31A-E12F09135331}" srcOrd="0" destOrd="0" presId="urn:microsoft.com/office/officeart/2005/8/layout/hierarchy3"/>
    <dgm:cxn modelId="{373B933E-9D9E-4BBC-B33D-3CB5FAAAD411}" type="presOf" srcId="{67BBC69C-0827-4C2C-B277-00D0F98D69A6}" destId="{209B99FB-676F-404E-A574-7C0D1B9BF755}" srcOrd="0" destOrd="0" presId="urn:microsoft.com/office/officeart/2005/8/layout/hierarchy3"/>
    <dgm:cxn modelId="{B8D6313F-A363-40B3-AD30-1D1F203FC3D0}" type="presOf" srcId="{AB5A140F-F040-43D4-8917-D3D82A47B811}" destId="{E80EFA5C-C897-48C2-8B79-9028D84886AF}" srcOrd="0" destOrd="0" presId="urn:microsoft.com/office/officeart/2005/8/layout/hierarchy3"/>
    <dgm:cxn modelId="{3DF83440-FA79-48E0-B19C-792F2DB2A919}" srcId="{8E5CA77B-C4B0-484D-AB53-D11909DBED6C}" destId="{FDC69469-BA4F-4BB5-AB87-E833B54E691C}" srcOrd="9" destOrd="0" parTransId="{736F93B3-A421-4646-8D10-A9C9FFCCCA8F}" sibTransId="{DEC0CAD7-E67F-4938-9D39-7E0E98AF1E5D}"/>
    <dgm:cxn modelId="{985E3940-F60E-4D27-B5D9-A3F10940AE45}" type="presOf" srcId="{F56842BB-1439-4081-9D5D-592A81A2E4F8}" destId="{987A4121-4C14-44DC-8D7F-6D6997A4D2F9}" srcOrd="0" destOrd="0" presId="urn:microsoft.com/office/officeart/2005/8/layout/hierarchy3"/>
    <dgm:cxn modelId="{1191D340-E0FD-4093-B466-3BBDE69A2F02}" type="presOf" srcId="{9979865D-D23F-46B2-9143-3790C346D49D}" destId="{6523C330-BA24-4928-9292-C4664D7A656C}" srcOrd="0" destOrd="0" presId="urn:microsoft.com/office/officeart/2005/8/layout/hierarchy3"/>
    <dgm:cxn modelId="{90E0855B-A40D-4647-AD57-CA71F57A0601}" type="presOf" srcId="{74A51DA8-9DD6-492D-8E03-A3C74949FE5D}" destId="{0D559258-486A-4C0D-AF1F-231BACF1273F}" srcOrd="0" destOrd="0" presId="urn:microsoft.com/office/officeart/2005/8/layout/hierarchy3"/>
    <dgm:cxn modelId="{710C975B-163A-499C-A2A4-5F50E4115906}" srcId="{93DD65D0-A99D-4026-8956-D937DA7EB6E4}" destId="{B936D69A-E40A-478A-A397-9B8C4AD09542}" srcOrd="0" destOrd="0" parTransId="{B48BFBAF-E1CD-4C1B-8F63-33A685940CAC}" sibTransId="{35189A10-44BD-4B66-9C26-50411BA98C8F}"/>
    <dgm:cxn modelId="{E4819B5C-1114-424D-BA06-A8A6A0DC529C}" type="presOf" srcId="{C0633784-2F22-407A-96EB-A5B780951B80}" destId="{FEDB9CE6-41BB-4AE1-AECD-1075B88A46AC}" srcOrd="0" destOrd="0" presId="urn:microsoft.com/office/officeart/2005/8/layout/hierarchy3"/>
    <dgm:cxn modelId="{CA23E65C-2B2A-4BC8-8B1E-A60A77C444DC}" type="presOf" srcId="{9DE3E816-602F-4971-9933-1DEEE799EEC3}" destId="{05F53AF7-56C4-470A-9EAB-4FB8D585C39F}" srcOrd="0" destOrd="0" presId="urn:microsoft.com/office/officeart/2005/8/layout/hierarchy3"/>
    <dgm:cxn modelId="{05121E60-F9D8-4235-8278-F4725886BB48}" type="presOf" srcId="{BEF470B8-8FD0-46A5-A7BA-5173320425AC}" destId="{1BD5EEBC-85ED-4F0E-BBE3-710070AA107D}" srcOrd="0" destOrd="0" presId="urn:microsoft.com/office/officeart/2005/8/layout/hierarchy3"/>
    <dgm:cxn modelId="{4E3CA041-F857-485C-820D-D23BDB7E23D8}" type="presOf" srcId="{56350962-C1F8-4128-8D9E-3176B9F171F1}" destId="{A1098C2F-8941-4570-BC4C-027F4C0E1C59}" srcOrd="0" destOrd="0" presId="urn:microsoft.com/office/officeart/2005/8/layout/hierarchy3"/>
    <dgm:cxn modelId="{8116B941-8E96-483E-8CA1-3B68D0422ED1}" srcId="{8E5CA77B-C4B0-484D-AB53-D11909DBED6C}" destId="{6CE6AEA8-2DD0-4177-B08F-90549911F328}" srcOrd="8" destOrd="0" parTransId="{6C314DC6-5C53-48DC-BEAD-7B55448A3B72}" sibTransId="{083A46D6-B998-44DF-A3FF-FD0EF38953B5}"/>
    <dgm:cxn modelId="{FA1B6D42-3D01-4A41-8701-6B2EC8BB5C30}" type="presOf" srcId="{74A51DA8-9DD6-492D-8E03-A3C74949FE5D}" destId="{37A3DAB6-8AB3-4E58-B67A-967A7CDB6538}" srcOrd="1" destOrd="0" presId="urn:microsoft.com/office/officeart/2005/8/layout/hierarchy3"/>
    <dgm:cxn modelId="{52728D42-9A57-4250-AD0E-DA1EB67525B6}" srcId="{67BBC69C-0827-4C2C-B277-00D0F98D69A6}" destId="{EB2D5782-FD2D-496F-8506-BC2898BF81B5}" srcOrd="0" destOrd="0" parTransId="{80312B2E-4B1D-460F-BF75-76623A8FCBFE}" sibTransId="{E3E76E18-9FEE-451D-92EE-C8056ADFA4DC}"/>
    <dgm:cxn modelId="{9543D542-6CA3-4FEA-AECF-80F1523A0AC4}" type="presOf" srcId="{457E9340-B908-4F0A-9FAC-B99831CF33B5}" destId="{B2521A82-C879-4C87-97B4-D6760A77F36E}" srcOrd="0" destOrd="0" presId="urn:microsoft.com/office/officeart/2005/8/layout/hierarchy3"/>
    <dgm:cxn modelId="{AA826963-A5FB-4D00-9D3A-0C60062703E1}" type="presOf" srcId="{377FB58B-036C-444D-8242-ED9DBC93D9AE}" destId="{73D058A9-5D27-4AB8-A2D8-9E7FBBCB5E73}" srcOrd="0" destOrd="0" presId="urn:microsoft.com/office/officeart/2005/8/layout/hierarchy3"/>
    <dgm:cxn modelId="{0DA58664-A934-4DE0-9F74-271131CF1A79}" srcId="{67BBC69C-0827-4C2C-B277-00D0F98D69A6}" destId="{8052112F-DD6B-4AB2-BFC3-983ABBFA7261}" srcOrd="2" destOrd="0" parTransId="{173CCCF3-5D04-43BF-98D4-A1E5642A9D04}" sibTransId="{0B11A530-3148-4DEC-86AA-0DA4AFA4C00B}"/>
    <dgm:cxn modelId="{67ECEA65-1E57-447A-A037-D77C27FD6D4B}" srcId="{67BBC69C-0827-4C2C-B277-00D0F98D69A6}" destId="{7CFFBFFE-A5E7-4645-BA0C-18DC729CCF06}" srcOrd="6" destOrd="0" parTransId="{BFD43D0C-39CA-4F79-AB68-66232E1EE9A9}" sibTransId="{C6859B03-8D25-462A-8AF6-CA5C2C1BE966}"/>
    <dgm:cxn modelId="{0EA37B67-1AD6-4B57-8DB4-0D2C08BD4ABE}" type="presOf" srcId="{589F45DC-404B-4664-92CC-4FA028861EFB}" destId="{12AC630B-19DB-499E-8F79-962E62C72935}" srcOrd="0" destOrd="0" presId="urn:microsoft.com/office/officeart/2005/8/layout/hierarchy3"/>
    <dgm:cxn modelId="{76D2A767-8AAB-4E50-90EF-2A4D01D18ADF}" type="presOf" srcId="{F0AD9848-B911-4BB4-9C55-065CE1D2B469}" destId="{C50A2066-5840-46CE-81D6-CFC857AA1F6F}" srcOrd="0" destOrd="0" presId="urn:microsoft.com/office/officeart/2005/8/layout/hierarchy3"/>
    <dgm:cxn modelId="{964ECD67-3980-4838-9AE7-65E9153378B7}" srcId="{74A51DA8-9DD6-492D-8E03-A3C74949FE5D}" destId="{C0633784-2F22-407A-96EB-A5B780951B80}" srcOrd="1" destOrd="0" parTransId="{B81AE3A3-F9B7-47A7-A0B8-5AFEB0664295}" sibTransId="{05D9B630-F67F-4709-81FC-DC96EE201E42}"/>
    <dgm:cxn modelId="{44BC3948-ECD9-407C-8744-82095A4250A5}" srcId="{17DFF03A-A66E-480D-95A1-A99531785178}" destId="{9475D99A-436B-4C92-B56B-6F74DF9246E9}" srcOrd="6" destOrd="0" parTransId="{1BE192D9-55C9-4B6C-B9E0-7D8299F5143D}" sibTransId="{EB62D7A1-CB5A-459B-ABA0-48E480C87804}"/>
    <dgm:cxn modelId="{5CC33E48-0BE1-46CE-8C45-B08A4812006B}" type="presOf" srcId="{68E44DCA-1BFA-41F3-9F5B-6BAFE7FA89C4}" destId="{223912A0-6C23-45E3-B8F8-B29F0A63AA9B}" srcOrd="0" destOrd="0" presId="urn:microsoft.com/office/officeart/2005/8/layout/hierarchy3"/>
    <dgm:cxn modelId="{53EC544A-1598-4F00-A032-313C0A54DF48}" type="presOf" srcId="{A3BFCE6D-F553-4A0E-A7FC-F199CBFC827C}" destId="{75FC0ED6-C358-442A-962F-E3D9E5DD5CA9}" srcOrd="0" destOrd="0" presId="urn:microsoft.com/office/officeart/2005/8/layout/hierarchy3"/>
    <dgm:cxn modelId="{6A88E46A-ED41-4219-AC8B-CE523DCB4D1E}" srcId="{93DD65D0-A99D-4026-8956-D937DA7EB6E4}" destId="{D3F5A042-8DCA-4D51-9EEA-CD197C8B3B97}" srcOrd="2" destOrd="0" parTransId="{2A3F6AFB-CD1C-46E6-8E37-293F723967C7}" sibTransId="{E3E90505-1BAD-495E-BF67-65223FE0C06D}"/>
    <dgm:cxn modelId="{49E00B6B-A0DC-4926-A3A4-45C7CE895F5B}" type="presOf" srcId="{6FBB5D83-F378-41F6-81EA-47E5EA2AC4B1}" destId="{B1F2856D-D29C-44D6-A189-0A0D0615141F}" srcOrd="0" destOrd="0" presId="urn:microsoft.com/office/officeart/2005/8/layout/hierarchy3"/>
    <dgm:cxn modelId="{6E30D06B-67D3-40AA-8E4B-F2CC57A3AD70}" type="presOf" srcId="{E891A52B-3FD8-49EB-A306-C1A2A0B3448B}" destId="{E29E716C-3F5A-414E-B660-642B73C47D42}" srcOrd="0" destOrd="0" presId="urn:microsoft.com/office/officeart/2005/8/layout/hierarchy3"/>
    <dgm:cxn modelId="{9640D14B-997B-491C-945F-0D655D1BBBF4}" type="presOf" srcId="{C68A9AB9-0C24-4581-A602-36F2990F06A2}" destId="{908AF027-F27E-4EF0-9481-A72BB76686D5}" srcOrd="0" destOrd="0" presId="urn:microsoft.com/office/officeart/2005/8/layout/hierarchy3"/>
    <dgm:cxn modelId="{7073606E-CF6F-4B1E-92AD-CBC79AD49CAD}" type="presOf" srcId="{DE266A48-EFF9-4804-A3D5-1685013DC9E4}" destId="{8A4B2C3C-896F-491C-9696-6BAD02522E48}" srcOrd="0" destOrd="0" presId="urn:microsoft.com/office/officeart/2005/8/layout/hierarchy3"/>
    <dgm:cxn modelId="{5025914E-37A3-43BA-ACE8-2CFD305C2809}" srcId="{93DD65D0-A99D-4026-8956-D937DA7EB6E4}" destId="{D56E2325-3A15-4372-A4B0-C9B60B362F38}" srcOrd="5" destOrd="0" parTransId="{E7EAF876-09C0-4B14-8DFD-62D705A73598}" sibTransId="{1B03D1AA-3E2A-492F-8554-4B31541C4144}"/>
    <dgm:cxn modelId="{08BCC96E-5617-4E41-9820-FE1227C4FC47}" type="presOf" srcId="{A8DB796A-E24A-4A3D-9773-9C3168681AA9}" destId="{D44C25D2-C390-4CAE-A0C0-49F860C41AA2}" srcOrd="0" destOrd="0" presId="urn:microsoft.com/office/officeart/2005/8/layout/hierarchy3"/>
    <dgm:cxn modelId="{82E7364F-EDAB-4A15-89D3-58C3EFF3667E}" type="presOf" srcId="{3EF3E908-AABF-4085-8FF5-153BF91D60DA}" destId="{FC8D9FE0-68B4-407C-BB8E-22F24631D236}" srcOrd="0" destOrd="0" presId="urn:microsoft.com/office/officeart/2005/8/layout/hierarchy3"/>
    <dgm:cxn modelId="{4EC72850-D862-486F-A0CA-6696D5F4EB68}" srcId="{8052112F-DD6B-4AB2-BFC3-983ABBFA7261}" destId="{C700BDFA-CEB3-4548-8559-2B2B2890309E}" srcOrd="3" destOrd="0" parTransId="{95D05A07-E9CF-44D9-962D-A02DE21E1146}" sibTransId="{AF3A25DF-6249-4C9B-9A73-24BEE2B3403A}"/>
    <dgm:cxn modelId="{CD0A7F70-B363-4432-8EEA-741CD98C051F}" type="presOf" srcId="{57D9E408-D6AE-49BA-A77B-4350F47A6124}" destId="{D67161E9-15C5-4373-9188-CBC899EF2B21}" srcOrd="0" destOrd="0" presId="urn:microsoft.com/office/officeart/2005/8/layout/hierarchy3"/>
    <dgm:cxn modelId="{59A7F850-F0F4-47B2-B19C-5E34BDF4E350}" type="presOf" srcId="{16847519-0FF2-4785-BCF6-D0988FBAAAFC}" destId="{336A8EA9-16B4-460E-93B9-723988B79D80}" srcOrd="0" destOrd="0" presId="urn:microsoft.com/office/officeart/2005/8/layout/hierarchy3"/>
    <dgm:cxn modelId="{04AF3251-CDD4-4854-AA90-5A1CB7CF76A5}" type="presOf" srcId="{45CEAFBE-DDAC-48F4-BF62-E15E5A6FF282}" destId="{3196EAB0-B061-41BB-B907-97D36634E64F}" srcOrd="0" destOrd="0" presId="urn:microsoft.com/office/officeart/2005/8/layout/hierarchy3"/>
    <dgm:cxn modelId="{7F536752-90EB-4643-B2EE-10E9ED1A3633}" type="presOf" srcId="{36A96DDC-A3D7-4A1E-A51E-BE2518976925}" destId="{A6D4B060-2965-4ACA-BE30-72AD3BAF6D62}" srcOrd="0" destOrd="0" presId="urn:microsoft.com/office/officeart/2005/8/layout/hierarchy3"/>
    <dgm:cxn modelId="{BAAF6973-2285-4B82-B129-09BF6CC9A3A8}" type="presOf" srcId="{B936D69A-E40A-478A-A397-9B8C4AD09542}" destId="{8C42FA8D-033A-45BF-ABA9-A3E62AFEE575}" srcOrd="0" destOrd="0" presId="urn:microsoft.com/office/officeart/2005/8/layout/hierarchy3"/>
    <dgm:cxn modelId="{B0A2BB73-871E-4756-8543-E78249561A86}" type="presOf" srcId="{6C6FE86A-D787-4088-A028-F6F7E4CA07AB}" destId="{31D48898-E482-4231-955B-916DA7034289}" srcOrd="0" destOrd="0" presId="urn:microsoft.com/office/officeart/2005/8/layout/hierarchy3"/>
    <dgm:cxn modelId="{465FD654-C4CD-4262-B48A-BE37B675EC37}" type="presOf" srcId="{5853A181-C738-49AE-BCC6-D1407761560A}" destId="{7A92F3FF-D070-42E6-A98C-4EA07E69A5E0}" srcOrd="0" destOrd="0" presId="urn:microsoft.com/office/officeart/2005/8/layout/hierarchy3"/>
    <dgm:cxn modelId="{F41F6675-0A86-48B4-8CEA-BFAA65ACE565}" srcId="{8052112F-DD6B-4AB2-BFC3-983ABBFA7261}" destId="{C7F58936-D08C-44EE-AD3D-B3C80D80EF07}" srcOrd="0" destOrd="0" parTransId="{549BEEEB-71C0-4FEC-B73B-A39FAE59AA7B}" sibTransId="{323848F4-1305-4D4A-A62F-9C891E86AFCC}"/>
    <dgm:cxn modelId="{5826A256-E40A-4D44-8590-63C66724F349}" srcId="{8E5CA77B-C4B0-484D-AB53-D11909DBED6C}" destId="{19CD582A-1AB0-48C4-AFE2-87A8C82C8D5A}" srcOrd="5" destOrd="0" parTransId="{377FB58B-036C-444D-8242-ED9DBC93D9AE}" sibTransId="{BBDCE628-6839-4830-B973-DF8DFD79DC67}"/>
    <dgm:cxn modelId="{DCFC2977-B50A-409B-9C04-21557AEA3725}" type="presOf" srcId="{75914AE7-21A3-42FD-8AEB-BA989E0D83B1}" destId="{062BC5ED-D427-49E9-AD88-0B6DEB723F49}" srcOrd="0" destOrd="0" presId="urn:microsoft.com/office/officeart/2005/8/layout/hierarchy3"/>
    <dgm:cxn modelId="{A1A89A59-6E79-486A-ACAE-D1A42335F4BE}" type="presOf" srcId="{AA818C48-FB16-4D9F-8785-58E2C332AE79}" destId="{6DB27982-1261-4714-B891-10BD144DD761}" srcOrd="0" destOrd="0" presId="urn:microsoft.com/office/officeart/2005/8/layout/hierarchy3"/>
    <dgm:cxn modelId="{00CFA259-774F-40A6-8DB1-5560FFAADB4F}" type="presOf" srcId="{2A3F6AFB-CD1C-46E6-8E37-293F723967C7}" destId="{756BD41D-E353-4969-9753-68D68F490E40}" srcOrd="0" destOrd="0" presId="urn:microsoft.com/office/officeart/2005/8/layout/hierarchy3"/>
    <dgm:cxn modelId="{D5022D7A-E436-4AE7-B9E5-1489F0CD3188}" type="presOf" srcId="{144CB5B4-17D1-4880-88C2-786369F00092}" destId="{75062ECD-3E73-4B37-A151-CFE62B62E058}" srcOrd="0" destOrd="0" presId="urn:microsoft.com/office/officeart/2005/8/layout/hierarchy3"/>
    <dgm:cxn modelId="{F93ACF7A-F8BA-4F34-B222-87B3A271D4E3}" type="presOf" srcId="{9116EDFF-D9F8-4F7A-AC58-E6F238FD4EB8}" destId="{12091E0A-AD6F-4AAD-8285-C6B917163FDF}" srcOrd="0" destOrd="0" presId="urn:microsoft.com/office/officeart/2005/8/layout/hierarchy3"/>
    <dgm:cxn modelId="{9EF7037D-3167-46F3-BA5D-EC8B249E6C6A}" type="presOf" srcId="{E7EAF876-09C0-4B14-8DFD-62D705A73598}" destId="{3F2E71DA-4425-4FDA-92A9-39DE04AEE5FB}" srcOrd="0" destOrd="0" presId="urn:microsoft.com/office/officeart/2005/8/layout/hierarchy3"/>
    <dgm:cxn modelId="{81B5457E-2FD2-4CC9-8FF7-D730E06005D9}" srcId="{8052112F-DD6B-4AB2-BFC3-983ABBFA7261}" destId="{00FB215A-E7B4-4E61-A7BD-C4436531616F}" srcOrd="1" destOrd="0" parTransId="{C87C189A-1684-412F-A47C-FE9F4674EA0F}" sibTransId="{746886C3-5D54-4CEB-9B71-CD3F26160327}"/>
    <dgm:cxn modelId="{0ADC977E-7579-4E8F-B46C-564C8D9243DD}" srcId="{7CFFBFFE-A5E7-4645-BA0C-18DC729CCF06}" destId="{F477D7BB-9DFE-47FD-869D-83B8141D8E37}" srcOrd="4" destOrd="0" parTransId="{9DE3E816-602F-4971-9933-1DEEE799EEC3}" sibTransId="{BB5519E7-7986-4CD2-8FB6-D0F5977FA671}"/>
    <dgm:cxn modelId="{77CB7E80-8DA8-4222-AFE9-0AE60FF879DF}" type="presOf" srcId="{7CFFBFFE-A5E7-4645-BA0C-18DC729CCF06}" destId="{3E1AA7AC-53CC-4CA0-BADC-9EBE89CBD291}" srcOrd="0" destOrd="0" presId="urn:microsoft.com/office/officeart/2005/8/layout/hierarchy3"/>
    <dgm:cxn modelId="{7C6FC180-153D-4920-A0E4-48ADA6E9B198}" type="presOf" srcId="{B81AE3A3-F9B7-47A7-A0B8-5AFEB0664295}" destId="{30A4487C-51C5-41C7-9BD1-6506184DFE9A}" srcOrd="0" destOrd="0" presId="urn:microsoft.com/office/officeart/2005/8/layout/hierarchy3"/>
    <dgm:cxn modelId="{455AC580-1950-4ED6-9A20-66DA2104F30B}" srcId="{74A51DA8-9DD6-492D-8E03-A3C74949FE5D}" destId="{3605CEFD-5E53-4174-9BFF-701BB8D563A3}" srcOrd="0" destOrd="0" parTransId="{85A324FC-48C4-4EB0-8F67-3AD410CD1C17}" sibTransId="{8F90AF3D-06A6-4769-ABF7-B3CA1EE73919}"/>
    <dgm:cxn modelId="{9FE49581-5CEC-4F00-A062-56AF4889D0A7}" srcId="{EB2D5782-FD2D-496F-8506-BC2898BF81B5}" destId="{A8DB796A-E24A-4A3D-9773-9C3168681AA9}" srcOrd="1" destOrd="0" parTransId="{5842DC36-9CBA-4BE5-9B71-440D824EE193}" sibTransId="{A8C95682-6DB3-4F8A-85C6-F874CD7F00E4}"/>
    <dgm:cxn modelId="{50B60F82-B0AF-443F-9D4F-DD99E2D8755E}" type="presOf" srcId="{78A5C30B-5139-4295-82F8-4C3321B79FEA}" destId="{42D66EBD-B561-4330-BB82-4BC55074D165}" srcOrd="0" destOrd="0" presId="urn:microsoft.com/office/officeart/2005/8/layout/hierarchy3"/>
    <dgm:cxn modelId="{3652D182-1F61-4DC1-B659-0C971193E96D}" type="presOf" srcId="{0A7D40C6-D9DE-461D-92B5-F7A858264793}" destId="{65625BC7-539D-4805-ADA5-E1CECED57EA5}" srcOrd="0" destOrd="0" presId="urn:microsoft.com/office/officeart/2005/8/layout/hierarchy3"/>
    <dgm:cxn modelId="{438C2387-108E-42CC-B2A4-16238919000B}" type="presOf" srcId="{B48BFBAF-E1CD-4C1B-8F63-33A685940CAC}" destId="{25A80087-9606-4D06-88E2-75419B6CD54C}" srcOrd="0" destOrd="0" presId="urn:microsoft.com/office/officeart/2005/8/layout/hierarchy3"/>
    <dgm:cxn modelId="{F197DF89-3F06-4AAA-B327-9BFED39B1B6A}" type="presOf" srcId="{8E5CA77B-C4B0-484D-AB53-D11909DBED6C}" destId="{7D6F5A86-B0C1-439C-BCBA-839EB649D843}" srcOrd="0" destOrd="0" presId="urn:microsoft.com/office/officeart/2005/8/layout/hierarchy3"/>
    <dgm:cxn modelId="{23246A8A-5F32-4036-8EB3-111858E104BD}" srcId="{17DFF03A-A66E-480D-95A1-A99531785178}" destId="{698520B5-673C-48C3-8602-E7FC3B2A3367}" srcOrd="5" destOrd="0" parTransId="{997543A7-7EBA-4C6F-B3D7-2F218C4CF0E2}" sibTransId="{F72CE43B-73D0-4180-904F-251DDA75DB09}"/>
    <dgm:cxn modelId="{0B61938B-406D-4998-BEBE-DD1D4B6F96DE}" srcId="{67BBC69C-0827-4C2C-B277-00D0F98D69A6}" destId="{74A51DA8-9DD6-492D-8E03-A3C74949FE5D}" srcOrd="5" destOrd="0" parTransId="{B0B066D1-6D30-4074-A9A4-419A3EB17C49}" sibTransId="{3E37EF12-7D00-4CC5-B0FD-0C74F8773408}"/>
    <dgm:cxn modelId="{D534828D-8F11-4B8E-8FED-656AEAF945F5}" type="presOf" srcId="{D897691C-BDBC-4C4F-A034-A8CCD79FD0A2}" destId="{66F0C601-7AED-4661-BACE-41D3E39ED746}" srcOrd="0" destOrd="0" presId="urn:microsoft.com/office/officeart/2005/8/layout/hierarchy3"/>
    <dgm:cxn modelId="{A9B57C8E-F215-4FBA-AC18-E7AEA0E30582}" srcId="{7CFFBFFE-A5E7-4645-BA0C-18DC729CCF06}" destId="{81127D44-F316-42FC-8A51-560B16C73D87}" srcOrd="2" destOrd="0" parTransId="{DAB8A83F-13AF-4E7B-BE08-E7323431D333}" sibTransId="{FB05D735-218C-4A40-B43C-0921AB13F77B}"/>
    <dgm:cxn modelId="{8EF77F8E-3ABD-47FD-A6F9-D6CBE61CE43E}" srcId="{67BBC69C-0827-4C2C-B277-00D0F98D69A6}" destId="{17DFF03A-A66E-480D-95A1-A99531785178}" srcOrd="3" destOrd="0" parTransId="{207E67C3-2F30-4DDA-BAC2-FAE8755E5A31}" sibTransId="{F19F0BCE-B6AE-4D20-A611-8B5B0DDAD4A4}"/>
    <dgm:cxn modelId="{B0287E8F-EB58-4BF3-A3D9-9B63E84A8676}" type="presOf" srcId="{129E7F36-5346-4841-93A2-C931ABED88EA}" destId="{5126009F-C14A-408F-98F6-43C5F12F6F8D}" srcOrd="0" destOrd="0" presId="urn:microsoft.com/office/officeart/2005/8/layout/hierarchy3"/>
    <dgm:cxn modelId="{A0F5928F-6212-479C-A9D7-4DC3F125018C}" type="presOf" srcId="{44B3CFD9-39A0-4DF7-834D-D217E008B832}" destId="{04C5FFFF-C2E1-4553-894F-994984F905F7}" srcOrd="0" destOrd="0" presId="urn:microsoft.com/office/officeart/2005/8/layout/hierarchy3"/>
    <dgm:cxn modelId="{C5742290-57AD-4228-9F69-7108D0C18F12}" srcId="{93DD65D0-A99D-4026-8956-D937DA7EB6E4}" destId="{A3BFCE6D-F553-4A0E-A7FC-F199CBFC827C}" srcOrd="4" destOrd="0" parTransId="{AE719EE0-367D-4E35-A3C9-1D84606923CA}" sibTransId="{2B97AD84-A410-468B-A2D7-B4AB1873DA6A}"/>
    <dgm:cxn modelId="{363B5192-1A44-4168-B987-693CC95AA58B}" type="presOf" srcId="{091F0EA5-180E-40D4-B132-4DC90BE29A76}" destId="{E421E2BE-C997-4E2A-9447-59A57B63B5EA}" srcOrd="0" destOrd="0" presId="urn:microsoft.com/office/officeart/2005/8/layout/hierarchy3"/>
    <dgm:cxn modelId="{57B00E94-C749-4A46-AD31-401B313D6223}" srcId="{EB2D5782-FD2D-496F-8506-BC2898BF81B5}" destId="{73611BE8-D684-4AEA-AAAB-24A290EE10AE}" srcOrd="2" destOrd="0" parTransId="{32FED0E2-9E56-4778-8A31-8ED0CBAA09C5}" sibTransId="{1A5BAAFB-ECD6-4F79-9A7F-901F886F7F99}"/>
    <dgm:cxn modelId="{1B2C2194-EACD-4615-85B5-99DC1A358330}" type="presOf" srcId="{EC4C7629-6312-42C3-B5CE-123D18750FDA}" destId="{46DE43FF-656F-40E1-B0DA-07D842C7D403}" srcOrd="0" destOrd="0" presId="urn:microsoft.com/office/officeart/2005/8/layout/hierarchy3"/>
    <dgm:cxn modelId="{21D39A94-0659-42FA-963B-03D63F784B2E}" type="presOf" srcId="{997543A7-7EBA-4C6F-B3D7-2F218C4CF0E2}" destId="{FE3E39C7-1E1F-4E93-AB4E-B6B8F28F1C54}" srcOrd="0" destOrd="0" presId="urn:microsoft.com/office/officeart/2005/8/layout/hierarchy3"/>
    <dgm:cxn modelId="{7FE5B596-173D-493F-86C3-5A2F10AAD7D3}" srcId="{17DFF03A-A66E-480D-95A1-A99531785178}" destId="{9979865D-D23F-46B2-9143-3790C346D49D}" srcOrd="0" destOrd="0" parTransId="{6C6FE86A-D787-4088-A028-F6F7E4CA07AB}" sibTransId="{3EBD4446-11D1-43EE-9774-8BE0FDED683A}"/>
    <dgm:cxn modelId="{46C9C596-0C36-4924-AAFB-6CA374D32D3D}" type="presOf" srcId="{EB2D5782-FD2D-496F-8506-BC2898BF81B5}" destId="{4ACE52F9-9F47-4A82-A614-3853143B3BE9}" srcOrd="1" destOrd="0" presId="urn:microsoft.com/office/officeart/2005/8/layout/hierarchy3"/>
    <dgm:cxn modelId="{6A336E98-8CCD-4B80-BBAF-BFC2854EA852}" type="presOf" srcId="{9E788D01-8BED-4E62-A9DA-B535973A424A}" destId="{5EA8F66E-F6B6-4525-9129-37407893F0BE}" srcOrd="0" destOrd="0" presId="urn:microsoft.com/office/officeart/2005/8/layout/hierarchy3"/>
    <dgm:cxn modelId="{2509A39A-E102-46B8-AF13-0A104FAF4DBC}" type="presOf" srcId="{67D4E4C9-0DAD-40C9-96D7-3AF5D53E7488}" destId="{DE708FD6-16BB-45B9-BE7C-141B69452306}" srcOrd="0" destOrd="0" presId="urn:microsoft.com/office/officeart/2005/8/layout/hierarchy3"/>
    <dgm:cxn modelId="{CC9AB59A-5968-4B26-8FB1-A731672F792A}" type="presOf" srcId="{AE719EE0-367D-4E35-A3C9-1D84606923CA}" destId="{250BCA98-F516-4BB6-B706-7B07A5B8D1E7}" srcOrd="0" destOrd="0" presId="urn:microsoft.com/office/officeart/2005/8/layout/hierarchy3"/>
    <dgm:cxn modelId="{4934BE9B-CE57-410D-9385-EA37525A249B}" srcId="{93DD65D0-A99D-4026-8956-D937DA7EB6E4}" destId="{AB5A140F-F040-43D4-8917-D3D82A47B811}" srcOrd="3" destOrd="0" parTransId="{DF5F411E-EF7C-409C-BAB3-0DD0BB34DF1E}" sibTransId="{6C5CBC98-874D-4B55-A738-1F0A1A16282D}"/>
    <dgm:cxn modelId="{FE611B9C-E594-4045-98B6-FB3137858327}" type="presOf" srcId="{F477D7BB-9DFE-47FD-869D-83B8141D8E37}" destId="{C6F0D4E4-4A63-4BDD-A785-AD9F646A7609}" srcOrd="0" destOrd="0" presId="urn:microsoft.com/office/officeart/2005/8/layout/hierarchy3"/>
    <dgm:cxn modelId="{0228B89F-A8DA-4BBD-9DF6-6A2E0A089A77}" type="presOf" srcId="{3605CEFD-5E53-4174-9BFF-701BB8D563A3}" destId="{0CBC5F5F-CF72-42E6-92BF-0BB05172AD4D}" srcOrd="0" destOrd="0" presId="urn:microsoft.com/office/officeart/2005/8/layout/hierarchy3"/>
    <dgm:cxn modelId="{4D0A83A0-1502-436D-B52C-BFEF801D5F9B}" type="presOf" srcId="{32FED0E2-9E56-4778-8A31-8ED0CBAA09C5}" destId="{F44BE800-1073-44CD-832B-EBF7A47C8819}" srcOrd="0" destOrd="0" presId="urn:microsoft.com/office/officeart/2005/8/layout/hierarchy3"/>
    <dgm:cxn modelId="{188FBCA0-2804-4223-8871-E75F5D35905D}" srcId="{67BBC69C-0827-4C2C-B277-00D0F98D69A6}" destId="{8E5CA77B-C4B0-484D-AB53-D11909DBED6C}" srcOrd="4" destOrd="0" parTransId="{0D09DEC1-0A2D-48DA-A83A-0A290A47AB20}" sibTransId="{8C85083B-2897-4A19-95B1-101320B08E8A}"/>
    <dgm:cxn modelId="{A584EEA2-74CF-4ADF-B5FB-1FF17E8E4A03}" srcId="{93DD65D0-A99D-4026-8956-D937DA7EB6E4}" destId="{F56842BB-1439-4081-9D5D-592A81A2E4F8}" srcOrd="13" destOrd="0" parTransId="{EC4C7629-6312-42C3-B5CE-123D18750FDA}" sibTransId="{C6BB65E7-FBF0-4BE1-9600-558737B7E05D}"/>
    <dgm:cxn modelId="{C30E09A3-FF35-4F3C-99BD-21478AA79199}" type="presOf" srcId="{FE7D08BF-EB71-4DAA-9478-4D72258B18C1}" destId="{8273E476-6193-476D-BEA1-87A4E7269FAF}" srcOrd="0" destOrd="0" presId="urn:microsoft.com/office/officeart/2005/8/layout/hierarchy3"/>
    <dgm:cxn modelId="{D93E16A3-2A21-4E03-8483-73E836D48E44}" type="presOf" srcId="{18466AE1-3B83-481B-BF7B-E389B096E376}" destId="{70038861-CA6B-49E1-BBA4-91A50582CFC0}" srcOrd="0" destOrd="0" presId="urn:microsoft.com/office/officeart/2005/8/layout/hierarchy3"/>
    <dgm:cxn modelId="{9FE2A9A3-D068-403B-A868-180B0BD3E7DC}" srcId="{93DD65D0-A99D-4026-8956-D937DA7EB6E4}" destId="{3EF3E908-AABF-4085-8FF5-153BF91D60DA}" srcOrd="8" destOrd="0" parTransId="{6BA4CD56-417D-4264-AC7F-431ADE69FE90}" sibTransId="{A7DE6012-93CE-4548-BD44-BE961B1A7573}"/>
    <dgm:cxn modelId="{DE4331A5-131B-411B-B2A3-BB7455926FF1}" srcId="{93DD65D0-A99D-4026-8956-D937DA7EB6E4}" destId="{78A5C30B-5139-4295-82F8-4C3321B79FEA}" srcOrd="10" destOrd="0" parTransId="{EC21A71B-4595-463D-927B-7B19948FEF45}" sibTransId="{28C3A601-6702-4624-A8F6-57CA12365038}"/>
    <dgm:cxn modelId="{5A7409A7-A399-47E9-9BE2-A480C9B3B856}" type="presOf" srcId="{D56E2325-3A15-4372-A4B0-C9B60B362F38}" destId="{DD02EE16-5AEE-48C6-B36C-81AC5FB5A8D7}" srcOrd="0" destOrd="0" presId="urn:microsoft.com/office/officeart/2005/8/layout/hierarchy3"/>
    <dgm:cxn modelId="{B1F908A8-44BA-426C-8001-B554BE30F5A4}" type="presOf" srcId="{95D05A07-E9CF-44D9-962D-A02DE21E1146}" destId="{1933B891-A2A8-4DE2-9CF9-339D5EC12894}" srcOrd="0" destOrd="0" presId="urn:microsoft.com/office/officeart/2005/8/layout/hierarchy3"/>
    <dgm:cxn modelId="{ABEF0AA8-E9FC-48A0-A171-76368C31641D}" srcId="{7CFFBFFE-A5E7-4645-BA0C-18DC729CCF06}" destId="{252879E9-C046-49DA-81B8-BD410708D4AB}" srcOrd="1" destOrd="0" parTransId="{20E30CE8-0778-488B-92FB-A6D1E4EFD009}" sibTransId="{66939337-2AD7-49E9-8FDD-C8B81DDD2D78}"/>
    <dgm:cxn modelId="{72B966AB-7EF4-4215-BBC9-83E2244B96EE}" type="presOf" srcId="{187DF15B-D581-486A-9EEA-7A9730175F9D}" destId="{5B86DEEF-0E4D-4E06-AAAF-B776A7F6B678}" srcOrd="0" destOrd="0" presId="urn:microsoft.com/office/officeart/2005/8/layout/hierarchy3"/>
    <dgm:cxn modelId="{6EFC19AD-0409-4E7B-8C27-6CB1BDA52A66}" type="presOf" srcId="{901F1538-FE4B-477D-81AF-760C73FE0E59}" destId="{77A10B13-E9A5-4F57-87F9-6693F70EB3E4}" srcOrd="0" destOrd="0" presId="urn:microsoft.com/office/officeart/2005/8/layout/hierarchy3"/>
    <dgm:cxn modelId="{8CEE47AE-3365-4CCF-BD41-F2E0F65A52FD}" type="presOf" srcId="{7AFEF644-835E-4F82-B81A-C3111EFDF5FE}" destId="{E6203A1A-8B58-4665-BC13-CC7D53078856}" srcOrd="0" destOrd="0" presId="urn:microsoft.com/office/officeart/2005/8/layout/hierarchy3"/>
    <dgm:cxn modelId="{AB7883AF-29B0-4C02-BF62-01BC1D8221FD}" type="presOf" srcId="{8052112F-DD6B-4AB2-BFC3-983ABBFA7261}" destId="{1FB870CE-7678-4A27-ACF7-A5E2F53C71F3}" srcOrd="1" destOrd="0" presId="urn:microsoft.com/office/officeart/2005/8/layout/hierarchy3"/>
    <dgm:cxn modelId="{AEF289B1-C22F-488F-B52A-751856E5297A}" type="presOf" srcId="{7CFFBFFE-A5E7-4645-BA0C-18DC729CCF06}" destId="{8A411CFA-BAEC-4847-909B-BE1FA4E02016}" srcOrd="1" destOrd="0" presId="urn:microsoft.com/office/officeart/2005/8/layout/hierarchy3"/>
    <dgm:cxn modelId="{ABCB8FB4-AD26-48C0-9D7A-CC782FFEEE5E}" type="presOf" srcId="{3B475B77-CC19-4F29-B970-7DBBF64C3792}" destId="{7187D71C-18ED-459E-B8BC-B63AD8BEFE94}" srcOrd="0" destOrd="0" presId="urn:microsoft.com/office/officeart/2005/8/layout/hierarchy3"/>
    <dgm:cxn modelId="{28C73DB5-7D7F-4993-958B-A6594C290019}" srcId="{17DFF03A-A66E-480D-95A1-A99531785178}" destId="{68E44DCA-1BFA-41F3-9F5B-6BAFE7FA89C4}" srcOrd="2" destOrd="0" parTransId="{0A7D40C6-D9DE-461D-92B5-F7A858264793}" sibTransId="{AF9422D5-AA16-4C00-A17D-06A4A1A11E48}"/>
    <dgm:cxn modelId="{DF72B6B5-3900-4329-AD86-6E1527F5E64A}" type="presOf" srcId="{19CD582A-1AB0-48C4-AFE2-87A8C82C8D5A}" destId="{BBEB65FE-48F6-43F4-BDCD-D996EBBC8EC5}" srcOrd="0" destOrd="0" presId="urn:microsoft.com/office/officeart/2005/8/layout/hierarchy3"/>
    <dgm:cxn modelId="{CBAA35B6-1CBE-4D74-AE71-55AA277DF3C1}" srcId="{8E5CA77B-C4B0-484D-AB53-D11909DBED6C}" destId="{DC7AD554-1257-4C28-8076-AACE98CDE664}" srcOrd="10" destOrd="0" parTransId="{45CEAFBE-DDAC-48F4-BF62-E15E5A6FF282}" sibTransId="{567BC180-218E-4057-A1EA-A5225BD36ED3}"/>
    <dgm:cxn modelId="{AB42FAB7-152C-48D8-BCCC-BDD88B43087E}" type="presOf" srcId="{EB2D5782-FD2D-496F-8506-BC2898BF81B5}" destId="{F6764923-1CF7-44B2-B876-81B211A7637F}" srcOrd="0" destOrd="0" presId="urn:microsoft.com/office/officeart/2005/8/layout/hierarchy3"/>
    <dgm:cxn modelId="{A2AE1EBE-9461-4C25-B407-9D730CA7D332}" type="presOf" srcId="{C7F58936-D08C-44EE-AD3D-B3C80D80EF07}" destId="{DE7C085A-7883-4306-9601-29C7BDA12514}" srcOrd="0" destOrd="0" presId="urn:microsoft.com/office/officeart/2005/8/layout/hierarchy3"/>
    <dgm:cxn modelId="{B0F42CC1-1399-4BAA-8EB1-87AB652DF126}" srcId="{17DFF03A-A66E-480D-95A1-A99531785178}" destId="{E4E6A59A-C09D-4945-A801-DA393EE610D9}" srcOrd="4" destOrd="0" parTransId="{8917BC1F-195A-4F84-A0AE-BE196AF1512B}" sibTransId="{14CC3CAB-E498-4B34-B524-7E755053042A}"/>
    <dgm:cxn modelId="{8BD360C2-2A23-42AA-93BA-2BD858F4FA48}" type="presOf" srcId="{17DFF03A-A66E-480D-95A1-A99531785178}" destId="{A22DE7E5-B28F-4DEC-9737-E9F5BDA1E7A5}" srcOrd="0" destOrd="0" presId="urn:microsoft.com/office/officeart/2005/8/layout/hierarchy3"/>
    <dgm:cxn modelId="{D5BD58C2-0029-4E0E-BB88-93951C1D1C29}" type="presOf" srcId="{5E4FE519-025D-48A0-9394-2A439152B771}" destId="{58A24811-E35D-492A-8833-B5C985A79004}" srcOrd="0" destOrd="0" presId="urn:microsoft.com/office/officeart/2005/8/layout/hierarchy3"/>
    <dgm:cxn modelId="{6348B5C4-25B4-407F-A5A6-DA4F1859F87E}" srcId="{93DD65D0-A99D-4026-8956-D937DA7EB6E4}" destId="{9D40B7A1-7559-454B-B5D3-C4BF00F0C202}" srcOrd="1" destOrd="0" parTransId="{E891A52B-3FD8-49EB-A306-C1A2A0B3448B}" sibTransId="{8B3E3161-0E60-4218-8DA7-D90E48030AB7}"/>
    <dgm:cxn modelId="{32CCC4C6-DDB2-458E-9F7F-160A5D9FDC88}" type="presOf" srcId="{7B08CBF7-7865-4F5A-8C16-54A96E3C3183}" destId="{6753CDEB-016F-4CD8-BECB-1B782191A1DC}" srcOrd="0" destOrd="0" presId="urn:microsoft.com/office/officeart/2005/8/layout/hierarchy3"/>
    <dgm:cxn modelId="{BC7D35C8-E2A3-479D-9AED-B9E3EF7D339D}" srcId="{8E5CA77B-C4B0-484D-AB53-D11909DBED6C}" destId="{75914AE7-21A3-42FD-8AEB-BA989E0D83B1}" srcOrd="1" destOrd="0" parTransId="{C68A9AB9-0C24-4581-A602-36F2990F06A2}" sibTransId="{C5CE9770-4DFD-40DB-84E8-9AACC772A42C}"/>
    <dgm:cxn modelId="{8BC7A0C9-2190-44C9-9F89-48714CC5198F}" type="presOf" srcId="{9D64CF92-92DD-4DFD-A9B0-77CEAF49DD76}" destId="{D14F7347-496C-4F96-B59B-6FC5C27D1987}" srcOrd="0" destOrd="0" presId="urn:microsoft.com/office/officeart/2005/8/layout/hierarchy3"/>
    <dgm:cxn modelId="{E81E13CC-1615-4D45-8931-BA920808A24B}" type="presOf" srcId="{73611BE8-D684-4AEA-AAAB-24A290EE10AE}" destId="{6ADBE1DB-8D0F-474C-B205-88504D50324D}" srcOrd="0" destOrd="0" presId="urn:microsoft.com/office/officeart/2005/8/layout/hierarchy3"/>
    <dgm:cxn modelId="{B8C726CC-27AF-4E39-8956-0248F68AAB96}" srcId="{7CFFBFFE-A5E7-4645-BA0C-18DC729CCF06}" destId="{901F1538-FE4B-477D-81AF-760C73FE0E59}" srcOrd="0" destOrd="0" parTransId="{5F5E73F0-49BD-49AC-B37B-605E89D2A6A2}" sibTransId="{CB17E551-CE41-4FAC-852D-887B19BC0C61}"/>
    <dgm:cxn modelId="{4DEBDFCC-94FC-4123-B96C-B3C7B33FA893}" srcId="{93DD65D0-A99D-4026-8956-D937DA7EB6E4}" destId="{4FCD702A-5D58-444D-B8B0-C2C1485B6E67}" srcOrd="9" destOrd="0" parTransId="{44B3CFD9-39A0-4DF7-834D-D217E008B832}" sibTransId="{A5DC6DC1-A55E-4624-A6FD-20C23A05B36B}"/>
    <dgm:cxn modelId="{D7FBB0CD-8669-4E4E-8545-A7220C8D2FCE}" type="presOf" srcId="{4FCD702A-5D58-444D-B8B0-C2C1485B6E67}" destId="{8AC8069E-1A0C-465A-838A-6143D67D562A}" srcOrd="0" destOrd="0" presId="urn:microsoft.com/office/officeart/2005/8/layout/hierarchy3"/>
    <dgm:cxn modelId="{B6E9BFCE-8F82-42C9-A902-21E0C8EEE022}" type="presOf" srcId="{FDC69469-BA4F-4BB5-AB87-E833B54E691C}" destId="{9CCDB6D5-13DD-4C53-A987-DDF75C3F6DB2}" srcOrd="0" destOrd="0" presId="urn:microsoft.com/office/officeart/2005/8/layout/hierarchy3"/>
    <dgm:cxn modelId="{DA3990D2-8045-425C-9565-F9B870F2B7FA}" type="presOf" srcId="{C87C189A-1684-412F-A47C-FE9F4674EA0F}" destId="{EBDA2AB3-9C32-4A08-9D24-87A33478E0C7}" srcOrd="0" destOrd="0" presId="urn:microsoft.com/office/officeart/2005/8/layout/hierarchy3"/>
    <dgm:cxn modelId="{8B6B43D6-146F-4D60-8E53-98DE93E72F7A}" srcId="{8E5CA77B-C4B0-484D-AB53-D11909DBED6C}" destId="{187DF15B-D581-486A-9EEA-7A9730175F9D}" srcOrd="12" destOrd="0" parTransId="{9E788D01-8BED-4E62-A9DA-B535973A424A}" sibTransId="{A5618CB4-46B1-45E9-9720-E20E64C96E1C}"/>
    <dgm:cxn modelId="{80E177D6-5387-4E0D-9A5E-D9FA2B7F13EF}" type="presOf" srcId="{EFBFC664-6E37-424B-BA51-262E18DA8C6E}" destId="{5EE3B9A0-7298-4D42-81DE-6DF8BBD8C001}" srcOrd="0" destOrd="0" presId="urn:microsoft.com/office/officeart/2005/8/layout/hierarchy3"/>
    <dgm:cxn modelId="{3784FDD8-5DEE-4A65-9A97-0E748AD1007A}" srcId="{17DFF03A-A66E-480D-95A1-A99531785178}" destId="{5853A181-C738-49AE-BCC6-D1407761560A}" srcOrd="3" destOrd="0" parTransId="{144CB5B4-17D1-4880-88C2-786369F00092}" sibTransId="{18D3B0CB-A537-43EF-BCE5-ABC787769821}"/>
    <dgm:cxn modelId="{C152E2D9-F628-47A1-9876-17C8D8231D15}" srcId="{74A51DA8-9DD6-492D-8E03-A3C74949FE5D}" destId="{D2A041CB-A61E-4A9B-8E19-F930F8E8BB37}" srcOrd="4" destOrd="0" parTransId="{9D64CF92-92DD-4DFD-A9B0-77CEAF49DD76}" sibTransId="{C4EF3F34-296F-416F-BC01-D87A6575D46D}"/>
    <dgm:cxn modelId="{6B206DDB-04FD-4172-BDC0-B4D29B6A993B}" type="presOf" srcId="{DAB8A83F-13AF-4E7B-BE08-E7323431D333}" destId="{A286AB91-2C1A-46E9-AD4E-32C3FACC9842}" srcOrd="0" destOrd="0" presId="urn:microsoft.com/office/officeart/2005/8/layout/hierarchy3"/>
    <dgm:cxn modelId="{813128DC-C138-4C5F-BC1E-BBEDDC5298E6}" type="presOf" srcId="{8E5CA77B-C4B0-484D-AB53-D11909DBED6C}" destId="{3A262F26-8D18-4DD6-86C6-727E9993B58E}" srcOrd="1" destOrd="0" presId="urn:microsoft.com/office/officeart/2005/8/layout/hierarchy3"/>
    <dgm:cxn modelId="{18AF41E0-B204-4F84-BA3B-E972485E4E6A}" srcId="{8E5CA77B-C4B0-484D-AB53-D11909DBED6C}" destId="{DF0767A7-5026-4C44-BA3F-98BD9DACC1A1}" srcOrd="3" destOrd="0" parTransId="{D1BC4CD4-35E9-48D4-A9EA-48AC3D166EE9}" sibTransId="{F2654AAA-2AEC-4B94-A226-F34EE2E4FDF5}"/>
    <dgm:cxn modelId="{408A70E2-9EBE-46F8-A015-73364E24ACEF}" type="presOf" srcId="{6BA4CD56-417D-4264-AC7F-431ADE69FE90}" destId="{73DD907A-C025-493B-9B50-6EBA74A6D12C}" srcOrd="0" destOrd="0" presId="urn:microsoft.com/office/officeart/2005/8/layout/hierarchy3"/>
    <dgm:cxn modelId="{1DC928E5-3028-4965-AB47-8F258ABA4751}" srcId="{8E5CA77B-C4B0-484D-AB53-D11909DBED6C}" destId="{56350962-C1F8-4128-8D9E-3176B9F171F1}" srcOrd="4" destOrd="0" parTransId="{9116EDFF-D9F8-4F7A-AC58-E6F238FD4EB8}" sibTransId="{19BF472F-A1FB-4EC5-8FF7-11F3D722F009}"/>
    <dgm:cxn modelId="{5E4DD6E5-9CCC-42E7-B4D6-769E11646CEA}" srcId="{EB2D5782-FD2D-496F-8506-BC2898BF81B5}" destId="{CB41A3AD-7093-4F38-AE49-9E12821DCD03}" srcOrd="0" destOrd="0" parTransId="{5E4FE519-025D-48A0-9394-2A439152B771}" sibTransId="{FBE3320E-A46F-4396-BEA0-5BF046110ECB}"/>
    <dgm:cxn modelId="{2691D6E7-CFA3-4B70-ABCC-5B88A188FF5F}" type="presOf" srcId="{C0BE850E-B7A6-4C3B-8615-08A60E08B793}" destId="{396BBD8C-FF21-4059-9755-F1B452FC2F09}" srcOrd="0" destOrd="0" presId="urn:microsoft.com/office/officeart/2005/8/layout/hierarchy3"/>
    <dgm:cxn modelId="{D96026EA-7FBD-45BA-92CE-C1357F9E178F}" type="presOf" srcId="{17DFF03A-A66E-480D-95A1-A99531785178}" destId="{796A52F9-47BC-46D1-AC47-6AA03D0209D4}" srcOrd="1" destOrd="0" presId="urn:microsoft.com/office/officeart/2005/8/layout/hierarchy3"/>
    <dgm:cxn modelId="{DB6339EA-B543-4E6B-BEC7-A85EB779CB79}" type="presOf" srcId="{6C314DC6-5C53-48DC-BEAD-7B55448A3B72}" destId="{ED77064F-F216-4CAA-B2BB-E03F43F76885}" srcOrd="0" destOrd="0" presId="urn:microsoft.com/office/officeart/2005/8/layout/hierarchy3"/>
    <dgm:cxn modelId="{C79580EA-3FCC-45C0-ADD7-B3224D5CEA69}" type="presOf" srcId="{6CE6AEA8-2DD0-4177-B08F-90549911F328}" destId="{D06C5EB0-44DD-430D-ABC7-2A5E5B6775AB}" srcOrd="0" destOrd="0" presId="urn:microsoft.com/office/officeart/2005/8/layout/hierarchy3"/>
    <dgm:cxn modelId="{9EBCC5EC-3672-459C-B658-7A3EF6E9D120}" type="presOf" srcId="{5842DC36-9CBA-4BE5-9B71-440D824EE193}" destId="{57C9645C-CDDB-447C-B893-3581981D0297}" srcOrd="0" destOrd="0" presId="urn:microsoft.com/office/officeart/2005/8/layout/hierarchy3"/>
    <dgm:cxn modelId="{A94490ED-3571-4336-886F-6B203A5D0FF4}" type="presOf" srcId="{252879E9-C046-49DA-81B8-BD410708D4AB}" destId="{456B770B-5B74-4984-BFB8-6D4754805ED8}" srcOrd="0" destOrd="0" presId="urn:microsoft.com/office/officeart/2005/8/layout/hierarchy3"/>
    <dgm:cxn modelId="{E50EAEED-DCC5-444D-8E22-5E2AEF8646C9}" type="presOf" srcId="{BE553FBA-9E70-4BA1-B052-83DA48DC7597}" destId="{BD1D0212-E619-4A56-8C5E-514E295B915D}" srcOrd="0" destOrd="0" presId="urn:microsoft.com/office/officeart/2005/8/layout/hierarchy3"/>
    <dgm:cxn modelId="{B56C92EF-9259-4D07-83F5-492652C018AE}" type="presOf" srcId="{CB41A3AD-7093-4F38-AE49-9E12821DCD03}" destId="{736959FD-7AD9-4694-9672-DF215004D6D4}" srcOrd="0" destOrd="0" presId="urn:microsoft.com/office/officeart/2005/8/layout/hierarchy3"/>
    <dgm:cxn modelId="{2E8A6EF1-FFE6-4807-9EBA-4A4F591E092B}" type="presOf" srcId="{DF0767A7-5026-4C44-BA3F-98BD9DACC1A1}" destId="{8E2B1E31-98B2-4DAF-A0A1-D1EEE4FFBA50}" srcOrd="0" destOrd="0" presId="urn:microsoft.com/office/officeart/2005/8/layout/hierarchy3"/>
    <dgm:cxn modelId="{5F29DDF1-AB59-4C02-BD82-8E45D05AB27D}" srcId="{8052112F-DD6B-4AB2-BFC3-983ABBFA7261}" destId="{7B08CBF7-7865-4F5A-8C16-54A96E3C3183}" srcOrd="2" destOrd="0" parTransId="{7E42403E-EDF5-40C8-A33A-A7BB7373217D}" sibTransId="{7C882245-4567-473A-B693-6B0DA32764AC}"/>
    <dgm:cxn modelId="{FB5F3BF2-C407-45C4-8726-E72EBE7857DE}" type="presOf" srcId="{1BE192D9-55C9-4B6C-B9E0-7D8299F5143D}" destId="{CF98EE0A-3D98-4807-81BA-A081DF8E45E1}" srcOrd="0" destOrd="0" presId="urn:microsoft.com/office/officeart/2005/8/layout/hierarchy3"/>
    <dgm:cxn modelId="{320391F2-877E-4F79-9895-AA1C7E6143CB}" type="presOf" srcId="{95657C43-FDA5-4393-BD2E-B2E3E44E9FE2}" destId="{0A8A50AA-11BB-4580-A8DE-6BBC925D9AFD}" srcOrd="0" destOrd="0" presId="urn:microsoft.com/office/officeart/2005/8/layout/hierarchy3"/>
    <dgm:cxn modelId="{2ABBDFF2-F32A-4544-9EC7-68975A2F4EA4}" type="presOf" srcId="{D3F5A042-8DCA-4D51-9EEA-CD197C8B3B97}" destId="{52BB7AA2-B9AC-4A91-A728-B4B82F2D9086}" srcOrd="0" destOrd="0" presId="urn:microsoft.com/office/officeart/2005/8/layout/hierarchy3"/>
    <dgm:cxn modelId="{05B148F4-922D-4DBB-B3D3-69404C6121AE}" type="presOf" srcId="{93DD65D0-A99D-4026-8956-D937DA7EB6E4}" destId="{72FCC960-1EFE-4925-83C9-BA1E6458678E}" srcOrd="0" destOrd="0" presId="urn:microsoft.com/office/officeart/2005/8/layout/hierarchy3"/>
    <dgm:cxn modelId="{B04544F7-EB0D-4C81-A164-269DEBC443AE}" type="presOf" srcId="{DC7AD554-1257-4C28-8076-AACE98CDE664}" destId="{CFCE67A8-19C5-4587-A732-38C93FD63070}" srcOrd="0" destOrd="0" presId="urn:microsoft.com/office/officeart/2005/8/layout/hierarchy3"/>
    <dgm:cxn modelId="{BFB050F9-2C88-4298-8768-72A093F3BB30}" type="presOf" srcId="{93DD65D0-A99D-4026-8956-D937DA7EB6E4}" destId="{0EED0302-C1BC-4C06-9CF5-91D2DB9B2CA2}" srcOrd="1" destOrd="0" presId="urn:microsoft.com/office/officeart/2005/8/layout/hierarchy3"/>
    <dgm:cxn modelId="{1D51D1F9-8753-41D7-A5AE-ACDA1455939E}" type="presOf" srcId="{DF5F411E-EF7C-409C-BAB3-0DD0BB34DF1E}" destId="{2A634368-E1B2-4CC0-9B86-98E111C66D92}" srcOrd="0" destOrd="0" presId="urn:microsoft.com/office/officeart/2005/8/layout/hierarchy3"/>
    <dgm:cxn modelId="{4A50B0FA-9EA6-45E5-965C-D34E76F9F938}" srcId="{93DD65D0-A99D-4026-8956-D937DA7EB6E4}" destId="{93C4822A-4EE3-4A8B-AEDA-9B5D8E874283}" srcOrd="11" destOrd="0" parTransId="{DE266A48-EFF9-4804-A3D5-1685013DC9E4}" sibTransId="{F1EFB01A-EE52-47BF-8C23-2D8776D4A23D}"/>
    <dgm:cxn modelId="{C7C12CFC-636A-43E6-B0E9-5BEA95A7643B}" type="presOf" srcId="{DBAF4199-151F-436A-81CE-C2CAFE319D7D}" destId="{39563C55-D79C-4E78-81D2-1EAA527968D2}" srcOrd="0" destOrd="0" presId="urn:microsoft.com/office/officeart/2005/8/layout/hierarchy3"/>
    <dgm:cxn modelId="{D882C8FC-F77C-42FF-B842-97D3A2AAA9DF}" type="presOf" srcId="{27F9DE90-4486-4617-A97B-63B75F51EA45}" destId="{9FB85350-3B8D-400B-8B36-6A513532448C}" srcOrd="0" destOrd="0" presId="urn:microsoft.com/office/officeart/2005/8/layout/hierarchy3"/>
    <dgm:cxn modelId="{FC179AFD-7532-47B4-9ED7-67B18F01B9FB}" type="presOf" srcId="{A6338F31-C241-415B-959E-0FF7EFED5694}" destId="{8DF58408-D2FD-437B-B38A-5B71EA363251}" srcOrd="0" destOrd="0" presId="urn:microsoft.com/office/officeart/2005/8/layout/hierarchy3"/>
    <dgm:cxn modelId="{F1F59FFD-2A09-47F7-B0FE-37A9B11DCB01}" srcId="{8E5CA77B-C4B0-484D-AB53-D11909DBED6C}" destId="{4DBE1B34-25CA-4F4E-BBAC-6DFBB054EB2D}" srcOrd="2" destOrd="0" parTransId="{95657C43-FDA5-4393-BD2E-B2E3E44E9FE2}" sibTransId="{3492244E-97F0-492D-91F3-ABA04004D446}"/>
    <dgm:cxn modelId="{136173FE-64F8-4D6B-9062-4DEB2D6F13C8}" type="presOf" srcId="{4DBE1B34-25CA-4F4E-BBAC-6DFBB054EB2D}" destId="{EB7237B6-B313-4E39-84F2-5FD68B670DF3}" srcOrd="0" destOrd="0" presId="urn:microsoft.com/office/officeart/2005/8/layout/hierarchy3"/>
    <dgm:cxn modelId="{3409D8FF-D4FE-4D9D-BE39-75E5917C4ADE}" type="presOf" srcId="{20E30CE8-0778-488B-92FB-A6D1E4EFD009}" destId="{E6C0D2F0-B4D8-40D7-A961-66342CF2F9EC}" srcOrd="0" destOrd="0" presId="urn:microsoft.com/office/officeart/2005/8/layout/hierarchy3"/>
    <dgm:cxn modelId="{3D392283-3D39-439B-BB06-3D1D9B443BE1}" type="presParOf" srcId="{209B99FB-676F-404E-A574-7C0D1B9BF755}" destId="{E247AF0F-62B5-46F9-AC86-0514FB5A6386}" srcOrd="0" destOrd="0" presId="urn:microsoft.com/office/officeart/2005/8/layout/hierarchy3"/>
    <dgm:cxn modelId="{91FB611F-E65F-4E9B-BB60-90D970BC49B2}" type="presParOf" srcId="{E247AF0F-62B5-46F9-AC86-0514FB5A6386}" destId="{43B1963D-32A0-44CC-9923-1AE5B36A99F0}" srcOrd="0" destOrd="0" presId="urn:microsoft.com/office/officeart/2005/8/layout/hierarchy3"/>
    <dgm:cxn modelId="{5B65B6BC-8A28-4F92-8493-40565A89E5AA}" type="presParOf" srcId="{43B1963D-32A0-44CC-9923-1AE5B36A99F0}" destId="{F6764923-1CF7-44B2-B876-81B211A7637F}" srcOrd="0" destOrd="0" presId="urn:microsoft.com/office/officeart/2005/8/layout/hierarchy3"/>
    <dgm:cxn modelId="{23D35174-8BEC-4AE0-B72E-324A9A2E5100}" type="presParOf" srcId="{43B1963D-32A0-44CC-9923-1AE5B36A99F0}" destId="{4ACE52F9-9F47-4A82-A614-3853143B3BE9}" srcOrd="1" destOrd="0" presId="urn:microsoft.com/office/officeart/2005/8/layout/hierarchy3"/>
    <dgm:cxn modelId="{71B09079-B234-469C-941D-BBC3A8DCE4CC}" type="presParOf" srcId="{E247AF0F-62B5-46F9-AC86-0514FB5A6386}" destId="{D5CF79BE-794C-425F-9C14-21A6409B96A5}" srcOrd="1" destOrd="0" presId="urn:microsoft.com/office/officeart/2005/8/layout/hierarchy3"/>
    <dgm:cxn modelId="{2B2AF217-892F-4C5A-8C38-695528AF434F}" type="presParOf" srcId="{D5CF79BE-794C-425F-9C14-21A6409B96A5}" destId="{58A24811-E35D-492A-8833-B5C985A79004}" srcOrd="0" destOrd="0" presId="urn:microsoft.com/office/officeart/2005/8/layout/hierarchy3"/>
    <dgm:cxn modelId="{A1A61080-D923-41FC-B6FD-7A35ABDCAFDC}" type="presParOf" srcId="{D5CF79BE-794C-425F-9C14-21A6409B96A5}" destId="{736959FD-7AD9-4694-9672-DF215004D6D4}" srcOrd="1" destOrd="0" presId="urn:microsoft.com/office/officeart/2005/8/layout/hierarchy3"/>
    <dgm:cxn modelId="{632DFA9D-5310-4C8B-9507-158801F43164}" type="presParOf" srcId="{D5CF79BE-794C-425F-9C14-21A6409B96A5}" destId="{57C9645C-CDDB-447C-B893-3581981D0297}" srcOrd="2" destOrd="0" presId="urn:microsoft.com/office/officeart/2005/8/layout/hierarchy3"/>
    <dgm:cxn modelId="{17D31930-B15B-4BFE-A7A4-15042863D722}" type="presParOf" srcId="{D5CF79BE-794C-425F-9C14-21A6409B96A5}" destId="{D44C25D2-C390-4CAE-A0C0-49F860C41AA2}" srcOrd="3" destOrd="0" presId="urn:microsoft.com/office/officeart/2005/8/layout/hierarchy3"/>
    <dgm:cxn modelId="{15FBE665-52A2-452A-A13F-811DED2103FF}" type="presParOf" srcId="{D5CF79BE-794C-425F-9C14-21A6409B96A5}" destId="{F44BE800-1073-44CD-832B-EBF7A47C8819}" srcOrd="4" destOrd="0" presId="urn:microsoft.com/office/officeart/2005/8/layout/hierarchy3"/>
    <dgm:cxn modelId="{19924CA4-7E2A-42EE-A175-DDAAB9A9E56C}" type="presParOf" srcId="{D5CF79BE-794C-425F-9C14-21A6409B96A5}" destId="{6ADBE1DB-8D0F-474C-B205-88504D50324D}" srcOrd="5" destOrd="0" presId="urn:microsoft.com/office/officeart/2005/8/layout/hierarchy3"/>
    <dgm:cxn modelId="{AE2A4283-BE2E-498C-A215-CB39DDC71309}" type="presParOf" srcId="{D5CF79BE-794C-425F-9C14-21A6409B96A5}" destId="{C50A2066-5840-46CE-81D6-CFC857AA1F6F}" srcOrd="6" destOrd="0" presId="urn:microsoft.com/office/officeart/2005/8/layout/hierarchy3"/>
    <dgm:cxn modelId="{4DEE722F-1859-4969-AAB0-EEBDC601E837}" type="presParOf" srcId="{D5CF79BE-794C-425F-9C14-21A6409B96A5}" destId="{B2521A82-C879-4C87-97B4-D6760A77F36E}" srcOrd="7" destOrd="0" presId="urn:microsoft.com/office/officeart/2005/8/layout/hierarchy3"/>
    <dgm:cxn modelId="{812C41F9-01A3-435F-9DDC-DA7260A77CFA}" type="presParOf" srcId="{209B99FB-676F-404E-A574-7C0D1B9BF755}" destId="{34A8BEC1-D657-4672-9AEB-C67BEDC5C36D}" srcOrd="1" destOrd="0" presId="urn:microsoft.com/office/officeart/2005/8/layout/hierarchy3"/>
    <dgm:cxn modelId="{FEB47ED9-2C83-484B-9FCF-C05CDB7DEF1F}" type="presParOf" srcId="{34A8BEC1-D657-4672-9AEB-C67BEDC5C36D}" destId="{C2064900-98C8-478C-B368-B4830E496556}" srcOrd="0" destOrd="0" presId="urn:microsoft.com/office/officeart/2005/8/layout/hierarchy3"/>
    <dgm:cxn modelId="{4AF2352D-75BA-443A-8E44-A42C290AB769}" type="presParOf" srcId="{C2064900-98C8-478C-B368-B4830E496556}" destId="{72FCC960-1EFE-4925-83C9-BA1E6458678E}" srcOrd="0" destOrd="0" presId="urn:microsoft.com/office/officeart/2005/8/layout/hierarchy3"/>
    <dgm:cxn modelId="{9A0A7516-FA07-47CF-8F4C-253B2953143C}" type="presParOf" srcId="{C2064900-98C8-478C-B368-B4830E496556}" destId="{0EED0302-C1BC-4C06-9CF5-91D2DB9B2CA2}" srcOrd="1" destOrd="0" presId="urn:microsoft.com/office/officeart/2005/8/layout/hierarchy3"/>
    <dgm:cxn modelId="{4CEDE962-28B5-4D32-BBD7-041046137308}" type="presParOf" srcId="{34A8BEC1-D657-4672-9AEB-C67BEDC5C36D}" destId="{2D9CADB2-1DBC-4B63-85A4-CD0E8B52695F}" srcOrd="1" destOrd="0" presId="urn:microsoft.com/office/officeart/2005/8/layout/hierarchy3"/>
    <dgm:cxn modelId="{61ED8471-1E3A-426B-9025-2920CBDF2C39}" type="presParOf" srcId="{2D9CADB2-1DBC-4B63-85A4-CD0E8B52695F}" destId="{25A80087-9606-4D06-88E2-75419B6CD54C}" srcOrd="0" destOrd="0" presId="urn:microsoft.com/office/officeart/2005/8/layout/hierarchy3"/>
    <dgm:cxn modelId="{A50FF0AA-CF13-4661-A6B3-AFE6A7E6A1AF}" type="presParOf" srcId="{2D9CADB2-1DBC-4B63-85A4-CD0E8B52695F}" destId="{8C42FA8D-033A-45BF-ABA9-A3E62AFEE575}" srcOrd="1" destOrd="0" presId="urn:microsoft.com/office/officeart/2005/8/layout/hierarchy3"/>
    <dgm:cxn modelId="{E108117F-49E6-4E06-AC49-DE92B685BFA1}" type="presParOf" srcId="{2D9CADB2-1DBC-4B63-85A4-CD0E8B52695F}" destId="{E29E716C-3F5A-414E-B660-642B73C47D42}" srcOrd="2" destOrd="0" presId="urn:microsoft.com/office/officeart/2005/8/layout/hierarchy3"/>
    <dgm:cxn modelId="{63F50B52-3F7B-4728-956C-AABCE8A50ABD}" type="presParOf" srcId="{2D9CADB2-1DBC-4B63-85A4-CD0E8B52695F}" destId="{9CE69F50-BFAA-42E8-87D8-5B96A81D55B7}" srcOrd="3" destOrd="0" presId="urn:microsoft.com/office/officeart/2005/8/layout/hierarchy3"/>
    <dgm:cxn modelId="{A493386D-A48E-4320-83C7-22D6FF547CA1}" type="presParOf" srcId="{2D9CADB2-1DBC-4B63-85A4-CD0E8B52695F}" destId="{756BD41D-E353-4969-9753-68D68F490E40}" srcOrd="4" destOrd="0" presId="urn:microsoft.com/office/officeart/2005/8/layout/hierarchy3"/>
    <dgm:cxn modelId="{6CE0A048-4E92-41B2-A185-988D6739F48E}" type="presParOf" srcId="{2D9CADB2-1DBC-4B63-85A4-CD0E8B52695F}" destId="{52BB7AA2-B9AC-4A91-A728-B4B82F2D9086}" srcOrd="5" destOrd="0" presId="urn:microsoft.com/office/officeart/2005/8/layout/hierarchy3"/>
    <dgm:cxn modelId="{49E622B9-1641-487E-9552-2BE8AB45E5C0}" type="presParOf" srcId="{2D9CADB2-1DBC-4B63-85A4-CD0E8B52695F}" destId="{2A634368-E1B2-4CC0-9B86-98E111C66D92}" srcOrd="6" destOrd="0" presId="urn:microsoft.com/office/officeart/2005/8/layout/hierarchy3"/>
    <dgm:cxn modelId="{18368B1B-26DC-4825-8AA4-7E045B15E6D9}" type="presParOf" srcId="{2D9CADB2-1DBC-4B63-85A4-CD0E8B52695F}" destId="{E80EFA5C-C897-48C2-8B79-9028D84886AF}" srcOrd="7" destOrd="0" presId="urn:microsoft.com/office/officeart/2005/8/layout/hierarchy3"/>
    <dgm:cxn modelId="{B1C8CB8F-B144-4677-BAEA-1597DF217879}" type="presParOf" srcId="{2D9CADB2-1DBC-4B63-85A4-CD0E8B52695F}" destId="{250BCA98-F516-4BB6-B706-7B07A5B8D1E7}" srcOrd="8" destOrd="0" presId="urn:microsoft.com/office/officeart/2005/8/layout/hierarchy3"/>
    <dgm:cxn modelId="{B8CBCE17-9F11-487E-80AB-19D251808912}" type="presParOf" srcId="{2D9CADB2-1DBC-4B63-85A4-CD0E8B52695F}" destId="{75FC0ED6-C358-442A-962F-E3D9E5DD5CA9}" srcOrd="9" destOrd="0" presId="urn:microsoft.com/office/officeart/2005/8/layout/hierarchy3"/>
    <dgm:cxn modelId="{CED22CCE-F00E-4684-BC35-DFCA53A47022}" type="presParOf" srcId="{2D9CADB2-1DBC-4B63-85A4-CD0E8B52695F}" destId="{3F2E71DA-4425-4FDA-92A9-39DE04AEE5FB}" srcOrd="10" destOrd="0" presId="urn:microsoft.com/office/officeart/2005/8/layout/hierarchy3"/>
    <dgm:cxn modelId="{0EA027D8-1F3E-468A-A7E8-FF7852A0EAE4}" type="presParOf" srcId="{2D9CADB2-1DBC-4B63-85A4-CD0E8B52695F}" destId="{DD02EE16-5AEE-48C6-B36C-81AC5FB5A8D7}" srcOrd="11" destOrd="0" presId="urn:microsoft.com/office/officeart/2005/8/layout/hierarchy3"/>
    <dgm:cxn modelId="{E98310DF-3FBA-415D-88D5-DA87047ADF93}" type="presParOf" srcId="{2D9CADB2-1DBC-4B63-85A4-CD0E8B52695F}" destId="{A6D4B060-2965-4ACA-BE30-72AD3BAF6D62}" srcOrd="12" destOrd="0" presId="urn:microsoft.com/office/officeart/2005/8/layout/hierarchy3"/>
    <dgm:cxn modelId="{C253C012-ED02-41F6-953C-E657C894F613}" type="presParOf" srcId="{2D9CADB2-1DBC-4B63-85A4-CD0E8B52695F}" destId="{D67161E9-15C5-4373-9188-CBC899EF2B21}" srcOrd="13" destOrd="0" presId="urn:microsoft.com/office/officeart/2005/8/layout/hierarchy3"/>
    <dgm:cxn modelId="{676C815A-03A7-4C6A-8DBA-88B782B33FC8}" type="presParOf" srcId="{2D9CADB2-1DBC-4B63-85A4-CD0E8B52695F}" destId="{5126009F-C14A-408F-98F6-43C5F12F6F8D}" srcOrd="14" destOrd="0" presId="urn:microsoft.com/office/officeart/2005/8/layout/hierarchy3"/>
    <dgm:cxn modelId="{AAE9F92F-3B89-4A0B-B170-779739491F8F}" type="presParOf" srcId="{2D9CADB2-1DBC-4B63-85A4-CD0E8B52695F}" destId="{7187D71C-18ED-459E-B8BC-B63AD8BEFE94}" srcOrd="15" destOrd="0" presId="urn:microsoft.com/office/officeart/2005/8/layout/hierarchy3"/>
    <dgm:cxn modelId="{5AE8E50E-3A8E-4592-AF62-6356E2B1668D}" type="presParOf" srcId="{2D9CADB2-1DBC-4B63-85A4-CD0E8B52695F}" destId="{73DD907A-C025-493B-9B50-6EBA74A6D12C}" srcOrd="16" destOrd="0" presId="urn:microsoft.com/office/officeart/2005/8/layout/hierarchy3"/>
    <dgm:cxn modelId="{A1B03A5D-FC0C-4EC2-A917-0EB05D5A6B53}" type="presParOf" srcId="{2D9CADB2-1DBC-4B63-85A4-CD0E8B52695F}" destId="{FC8D9FE0-68B4-407C-BB8E-22F24631D236}" srcOrd="17" destOrd="0" presId="urn:microsoft.com/office/officeart/2005/8/layout/hierarchy3"/>
    <dgm:cxn modelId="{49C1AA0E-5815-42A6-B0F9-942A3895B9A8}" type="presParOf" srcId="{2D9CADB2-1DBC-4B63-85A4-CD0E8B52695F}" destId="{04C5FFFF-C2E1-4553-894F-994984F905F7}" srcOrd="18" destOrd="0" presId="urn:microsoft.com/office/officeart/2005/8/layout/hierarchy3"/>
    <dgm:cxn modelId="{CFC5B0AA-59EC-43FD-82C5-2698AD0D83BD}" type="presParOf" srcId="{2D9CADB2-1DBC-4B63-85A4-CD0E8B52695F}" destId="{8AC8069E-1A0C-465A-838A-6143D67D562A}" srcOrd="19" destOrd="0" presId="urn:microsoft.com/office/officeart/2005/8/layout/hierarchy3"/>
    <dgm:cxn modelId="{96E3EE4A-1A43-4726-8DF8-3C5ED285F250}" type="presParOf" srcId="{2D9CADB2-1DBC-4B63-85A4-CD0E8B52695F}" destId="{731CCB33-12FC-4F03-A21A-21A6725AE3B9}" srcOrd="20" destOrd="0" presId="urn:microsoft.com/office/officeart/2005/8/layout/hierarchy3"/>
    <dgm:cxn modelId="{AE43F912-FABE-478D-983A-7D0728FAAA90}" type="presParOf" srcId="{2D9CADB2-1DBC-4B63-85A4-CD0E8B52695F}" destId="{42D66EBD-B561-4330-BB82-4BC55074D165}" srcOrd="21" destOrd="0" presId="urn:microsoft.com/office/officeart/2005/8/layout/hierarchy3"/>
    <dgm:cxn modelId="{D2341C9E-DEA1-4F4F-9591-350BD28B492A}" type="presParOf" srcId="{2D9CADB2-1DBC-4B63-85A4-CD0E8B52695F}" destId="{8A4B2C3C-896F-491C-9696-6BAD02522E48}" srcOrd="22" destOrd="0" presId="urn:microsoft.com/office/officeart/2005/8/layout/hierarchy3"/>
    <dgm:cxn modelId="{79741606-70A2-4E52-95E5-49AFC48BD1B0}" type="presParOf" srcId="{2D9CADB2-1DBC-4B63-85A4-CD0E8B52695F}" destId="{019DE825-8A91-413D-A4D7-AD89A3FD600A}" srcOrd="23" destOrd="0" presId="urn:microsoft.com/office/officeart/2005/8/layout/hierarchy3"/>
    <dgm:cxn modelId="{A4261593-22AD-4B10-BCF6-425C034E5744}" type="presParOf" srcId="{2D9CADB2-1DBC-4B63-85A4-CD0E8B52695F}" destId="{6DB27982-1261-4714-B891-10BD144DD761}" srcOrd="24" destOrd="0" presId="urn:microsoft.com/office/officeart/2005/8/layout/hierarchy3"/>
    <dgm:cxn modelId="{8A482575-9C24-49CC-A01F-7C4C7359E88D}" type="presParOf" srcId="{2D9CADB2-1DBC-4B63-85A4-CD0E8B52695F}" destId="{70038861-CA6B-49E1-BBA4-91A50582CFC0}" srcOrd="25" destOrd="0" presId="urn:microsoft.com/office/officeart/2005/8/layout/hierarchy3"/>
    <dgm:cxn modelId="{56D88873-C4A1-4E60-AD8A-07D2C8A62DFF}" type="presParOf" srcId="{2D9CADB2-1DBC-4B63-85A4-CD0E8B52695F}" destId="{46DE43FF-656F-40E1-B0DA-07D842C7D403}" srcOrd="26" destOrd="0" presId="urn:microsoft.com/office/officeart/2005/8/layout/hierarchy3"/>
    <dgm:cxn modelId="{72BD7044-BED6-4ACA-AF0E-DE98D643DE8C}" type="presParOf" srcId="{2D9CADB2-1DBC-4B63-85A4-CD0E8B52695F}" destId="{987A4121-4C14-44DC-8D7F-6D6997A4D2F9}" srcOrd="27" destOrd="0" presId="urn:microsoft.com/office/officeart/2005/8/layout/hierarchy3"/>
    <dgm:cxn modelId="{C8357E55-6421-431B-941E-111A6FCA036D}" type="presParOf" srcId="{209B99FB-676F-404E-A574-7C0D1B9BF755}" destId="{7D5BD637-6293-4F10-8B6C-8BC0829F701F}" srcOrd="2" destOrd="0" presId="urn:microsoft.com/office/officeart/2005/8/layout/hierarchy3"/>
    <dgm:cxn modelId="{D13C235D-1897-4AA5-89A4-6CF73DB7FEFA}" type="presParOf" srcId="{7D5BD637-6293-4F10-8B6C-8BC0829F701F}" destId="{21ABCDC8-D982-4CEE-86B7-D18E3FA3083B}" srcOrd="0" destOrd="0" presId="urn:microsoft.com/office/officeart/2005/8/layout/hierarchy3"/>
    <dgm:cxn modelId="{BF20DC3F-9746-4816-92D9-C37655702D5E}" type="presParOf" srcId="{21ABCDC8-D982-4CEE-86B7-D18E3FA3083B}" destId="{302E3CD2-5C32-4234-9E32-15D495F756A6}" srcOrd="0" destOrd="0" presId="urn:microsoft.com/office/officeart/2005/8/layout/hierarchy3"/>
    <dgm:cxn modelId="{9DE74FC0-B41A-4163-8C15-FDEAF49777D5}" type="presParOf" srcId="{21ABCDC8-D982-4CEE-86B7-D18E3FA3083B}" destId="{1FB870CE-7678-4A27-ACF7-A5E2F53C71F3}" srcOrd="1" destOrd="0" presId="urn:microsoft.com/office/officeart/2005/8/layout/hierarchy3"/>
    <dgm:cxn modelId="{C691D40D-3C44-4BD2-A466-5A4B3E1E9299}" type="presParOf" srcId="{7D5BD637-6293-4F10-8B6C-8BC0829F701F}" destId="{0318A9FF-F841-4A2F-BD84-1BE4A4CAEB7C}" srcOrd="1" destOrd="0" presId="urn:microsoft.com/office/officeart/2005/8/layout/hierarchy3"/>
    <dgm:cxn modelId="{27492809-4A59-42EB-82D6-D936C54DAD78}" type="presParOf" srcId="{0318A9FF-F841-4A2F-BD84-1BE4A4CAEB7C}" destId="{68B25FC4-7FF7-4027-91C6-D7661543725C}" srcOrd="0" destOrd="0" presId="urn:microsoft.com/office/officeart/2005/8/layout/hierarchy3"/>
    <dgm:cxn modelId="{B905130A-5F40-4FA6-8135-2D9766BA6C5C}" type="presParOf" srcId="{0318A9FF-F841-4A2F-BD84-1BE4A4CAEB7C}" destId="{DE7C085A-7883-4306-9601-29C7BDA12514}" srcOrd="1" destOrd="0" presId="urn:microsoft.com/office/officeart/2005/8/layout/hierarchy3"/>
    <dgm:cxn modelId="{92BE31D2-D647-4B7B-B38F-5EF611C311FE}" type="presParOf" srcId="{0318A9FF-F841-4A2F-BD84-1BE4A4CAEB7C}" destId="{EBDA2AB3-9C32-4A08-9D24-87A33478E0C7}" srcOrd="2" destOrd="0" presId="urn:microsoft.com/office/officeart/2005/8/layout/hierarchy3"/>
    <dgm:cxn modelId="{5FC56109-8E4A-4EB2-B3ED-4EEFE6AE4DA4}" type="presParOf" srcId="{0318A9FF-F841-4A2F-BD84-1BE4A4CAEB7C}" destId="{9128DB40-5FA3-4290-B644-D388EB156593}" srcOrd="3" destOrd="0" presId="urn:microsoft.com/office/officeart/2005/8/layout/hierarchy3"/>
    <dgm:cxn modelId="{2DF76301-0751-4A0F-818B-D3F8265C1639}" type="presParOf" srcId="{0318A9FF-F841-4A2F-BD84-1BE4A4CAEB7C}" destId="{18923CDA-F1A0-4E6F-92C5-C57F40093BCC}" srcOrd="4" destOrd="0" presId="urn:microsoft.com/office/officeart/2005/8/layout/hierarchy3"/>
    <dgm:cxn modelId="{A7C62DD3-B869-426F-AF26-33F8B8F08738}" type="presParOf" srcId="{0318A9FF-F841-4A2F-BD84-1BE4A4CAEB7C}" destId="{6753CDEB-016F-4CD8-BECB-1B782191A1DC}" srcOrd="5" destOrd="0" presId="urn:microsoft.com/office/officeart/2005/8/layout/hierarchy3"/>
    <dgm:cxn modelId="{F2F92A33-98F9-4CB7-85E2-C5558F795031}" type="presParOf" srcId="{0318A9FF-F841-4A2F-BD84-1BE4A4CAEB7C}" destId="{1933B891-A2A8-4DE2-9CF9-339D5EC12894}" srcOrd="6" destOrd="0" presId="urn:microsoft.com/office/officeart/2005/8/layout/hierarchy3"/>
    <dgm:cxn modelId="{801E5429-0496-470F-B795-CD04432CA48B}" type="presParOf" srcId="{0318A9FF-F841-4A2F-BD84-1BE4A4CAEB7C}" destId="{99E5A27D-A30C-4EB6-B8A2-3992867DB2A3}" srcOrd="7" destOrd="0" presId="urn:microsoft.com/office/officeart/2005/8/layout/hierarchy3"/>
    <dgm:cxn modelId="{9E5BADCF-9EA9-4256-8826-2CA27A503803}" type="presParOf" srcId="{0318A9FF-F841-4A2F-BD84-1BE4A4CAEB7C}" destId="{8DF58408-D2FD-437B-B38A-5B71EA363251}" srcOrd="8" destOrd="0" presId="urn:microsoft.com/office/officeart/2005/8/layout/hierarchy3"/>
    <dgm:cxn modelId="{E6EFD938-56F7-41AF-837A-F0D11A5741D9}" type="presParOf" srcId="{0318A9FF-F841-4A2F-BD84-1BE4A4CAEB7C}" destId="{5EE3B9A0-7298-4D42-81DE-6DF8BBD8C001}" srcOrd="9" destOrd="0" presId="urn:microsoft.com/office/officeart/2005/8/layout/hierarchy3"/>
    <dgm:cxn modelId="{FE184466-8A2C-403D-9744-3DB9CC6B51E8}" type="presParOf" srcId="{209B99FB-676F-404E-A574-7C0D1B9BF755}" destId="{D131237E-434E-49B9-8DDC-A2AD9AA8040F}" srcOrd="3" destOrd="0" presId="urn:microsoft.com/office/officeart/2005/8/layout/hierarchy3"/>
    <dgm:cxn modelId="{033C216B-863A-4CB5-8308-0C5FDAAFC62C}" type="presParOf" srcId="{D131237E-434E-49B9-8DDC-A2AD9AA8040F}" destId="{DEF6BD9F-5246-4BED-B52D-81EA40211347}" srcOrd="0" destOrd="0" presId="urn:microsoft.com/office/officeart/2005/8/layout/hierarchy3"/>
    <dgm:cxn modelId="{931BC4DD-28B0-4384-BB68-58334A95FEA9}" type="presParOf" srcId="{DEF6BD9F-5246-4BED-B52D-81EA40211347}" destId="{A22DE7E5-B28F-4DEC-9737-E9F5BDA1E7A5}" srcOrd="0" destOrd="0" presId="urn:microsoft.com/office/officeart/2005/8/layout/hierarchy3"/>
    <dgm:cxn modelId="{8B0FCFA7-74C1-44F5-8784-D571AD0BE29F}" type="presParOf" srcId="{DEF6BD9F-5246-4BED-B52D-81EA40211347}" destId="{796A52F9-47BC-46D1-AC47-6AA03D0209D4}" srcOrd="1" destOrd="0" presId="urn:microsoft.com/office/officeart/2005/8/layout/hierarchy3"/>
    <dgm:cxn modelId="{39F6CBEB-26AC-46FA-A915-78924BEC6DB9}" type="presParOf" srcId="{D131237E-434E-49B9-8DDC-A2AD9AA8040F}" destId="{DD4BA72F-85EF-48CD-8DCD-A8332BD9419B}" srcOrd="1" destOrd="0" presId="urn:microsoft.com/office/officeart/2005/8/layout/hierarchy3"/>
    <dgm:cxn modelId="{93F11D10-538C-4BBD-8447-4B86670125E5}" type="presParOf" srcId="{DD4BA72F-85EF-48CD-8DCD-A8332BD9419B}" destId="{31D48898-E482-4231-955B-916DA7034289}" srcOrd="0" destOrd="0" presId="urn:microsoft.com/office/officeart/2005/8/layout/hierarchy3"/>
    <dgm:cxn modelId="{3659BECE-3065-456B-B09B-E82BF6390A42}" type="presParOf" srcId="{DD4BA72F-85EF-48CD-8DCD-A8332BD9419B}" destId="{6523C330-BA24-4928-9292-C4664D7A656C}" srcOrd="1" destOrd="0" presId="urn:microsoft.com/office/officeart/2005/8/layout/hierarchy3"/>
    <dgm:cxn modelId="{CA5AD8A0-9CE9-46B7-B078-7890FB6775FE}" type="presParOf" srcId="{DD4BA72F-85EF-48CD-8DCD-A8332BD9419B}" destId="{39563C55-D79C-4E78-81D2-1EAA527968D2}" srcOrd="2" destOrd="0" presId="urn:microsoft.com/office/officeart/2005/8/layout/hierarchy3"/>
    <dgm:cxn modelId="{5FE00E5D-FDA2-4BC3-A59A-07B00B05641D}" type="presParOf" srcId="{DD4BA72F-85EF-48CD-8DCD-A8332BD9419B}" destId="{BD1D0212-E619-4A56-8C5E-514E295B915D}" srcOrd="3" destOrd="0" presId="urn:microsoft.com/office/officeart/2005/8/layout/hierarchy3"/>
    <dgm:cxn modelId="{A90A1F76-538C-4D19-8090-77DF13C738C7}" type="presParOf" srcId="{DD4BA72F-85EF-48CD-8DCD-A8332BD9419B}" destId="{65625BC7-539D-4805-ADA5-E1CECED57EA5}" srcOrd="4" destOrd="0" presId="urn:microsoft.com/office/officeart/2005/8/layout/hierarchy3"/>
    <dgm:cxn modelId="{ECD8C41A-25E0-4C99-89E3-707B2FD07098}" type="presParOf" srcId="{DD4BA72F-85EF-48CD-8DCD-A8332BD9419B}" destId="{223912A0-6C23-45E3-B8F8-B29F0A63AA9B}" srcOrd="5" destOrd="0" presId="urn:microsoft.com/office/officeart/2005/8/layout/hierarchy3"/>
    <dgm:cxn modelId="{43F19715-6157-43B4-9695-B3CD853718B9}" type="presParOf" srcId="{DD4BA72F-85EF-48CD-8DCD-A8332BD9419B}" destId="{75062ECD-3E73-4B37-A151-CFE62B62E058}" srcOrd="6" destOrd="0" presId="urn:microsoft.com/office/officeart/2005/8/layout/hierarchy3"/>
    <dgm:cxn modelId="{A61ADCB6-5173-4B34-ACB1-CF380544FFC8}" type="presParOf" srcId="{DD4BA72F-85EF-48CD-8DCD-A8332BD9419B}" destId="{7A92F3FF-D070-42E6-A98C-4EA07E69A5E0}" srcOrd="7" destOrd="0" presId="urn:microsoft.com/office/officeart/2005/8/layout/hierarchy3"/>
    <dgm:cxn modelId="{6C963810-BE0C-40E3-AF4A-0380441C9ED2}" type="presParOf" srcId="{DD4BA72F-85EF-48CD-8DCD-A8332BD9419B}" destId="{4C52752D-BA7F-48D4-BC8C-73123A95B59A}" srcOrd="8" destOrd="0" presId="urn:microsoft.com/office/officeart/2005/8/layout/hierarchy3"/>
    <dgm:cxn modelId="{519E43D0-DC75-456A-9FA4-648455442F20}" type="presParOf" srcId="{DD4BA72F-85EF-48CD-8DCD-A8332BD9419B}" destId="{E61F36D1-4AC8-4211-A94D-629BA48F563F}" srcOrd="9" destOrd="0" presId="urn:microsoft.com/office/officeart/2005/8/layout/hierarchy3"/>
    <dgm:cxn modelId="{DAA59464-BC69-4B08-8A23-23780F685462}" type="presParOf" srcId="{DD4BA72F-85EF-48CD-8DCD-A8332BD9419B}" destId="{FE3E39C7-1E1F-4E93-AB4E-B6B8F28F1C54}" srcOrd="10" destOrd="0" presId="urn:microsoft.com/office/officeart/2005/8/layout/hierarchy3"/>
    <dgm:cxn modelId="{8883D840-D455-4101-8364-FA92BFC67272}" type="presParOf" srcId="{DD4BA72F-85EF-48CD-8DCD-A8332BD9419B}" destId="{B2836AF2-A947-468E-916E-3BD015F95588}" srcOrd="11" destOrd="0" presId="urn:microsoft.com/office/officeart/2005/8/layout/hierarchy3"/>
    <dgm:cxn modelId="{65451E71-2CA5-49E1-B8B2-09143FC898E7}" type="presParOf" srcId="{DD4BA72F-85EF-48CD-8DCD-A8332BD9419B}" destId="{CF98EE0A-3D98-4807-81BA-A081DF8E45E1}" srcOrd="12" destOrd="0" presId="urn:microsoft.com/office/officeart/2005/8/layout/hierarchy3"/>
    <dgm:cxn modelId="{933A4AD3-FDF9-4034-ABD4-74DAAF2BAB85}" type="presParOf" srcId="{DD4BA72F-85EF-48CD-8DCD-A8332BD9419B}" destId="{27B643BF-3BBA-4771-B4B6-CEDE383E3838}" srcOrd="13" destOrd="0" presId="urn:microsoft.com/office/officeart/2005/8/layout/hierarchy3"/>
    <dgm:cxn modelId="{EC49F7D6-F280-47FA-8FB8-E747B6AB8871}" type="presParOf" srcId="{209B99FB-676F-404E-A574-7C0D1B9BF755}" destId="{5D7AEC24-AA24-4DD4-8189-52F5586B7B5C}" srcOrd="4" destOrd="0" presId="urn:microsoft.com/office/officeart/2005/8/layout/hierarchy3"/>
    <dgm:cxn modelId="{49AE0F91-0F38-4E7A-9A68-6E90842B5726}" type="presParOf" srcId="{5D7AEC24-AA24-4DD4-8189-52F5586B7B5C}" destId="{97636464-A4B5-4B9A-9280-D9F6F1D821E7}" srcOrd="0" destOrd="0" presId="urn:microsoft.com/office/officeart/2005/8/layout/hierarchy3"/>
    <dgm:cxn modelId="{3E556C71-186A-44A2-83D4-3237CF876C43}" type="presParOf" srcId="{97636464-A4B5-4B9A-9280-D9F6F1D821E7}" destId="{7D6F5A86-B0C1-439C-BCBA-839EB649D843}" srcOrd="0" destOrd="0" presId="urn:microsoft.com/office/officeart/2005/8/layout/hierarchy3"/>
    <dgm:cxn modelId="{B837ADB0-8E77-4BF0-9E2A-DA58A473D497}" type="presParOf" srcId="{97636464-A4B5-4B9A-9280-D9F6F1D821E7}" destId="{3A262F26-8D18-4DD6-86C6-727E9993B58E}" srcOrd="1" destOrd="0" presId="urn:microsoft.com/office/officeart/2005/8/layout/hierarchy3"/>
    <dgm:cxn modelId="{471320FF-095C-4419-88ED-B45135BE52AE}" type="presParOf" srcId="{5D7AEC24-AA24-4DD4-8189-52F5586B7B5C}" destId="{8FFE2DF3-9E21-486F-81C2-DA0D7F79F610}" srcOrd="1" destOrd="0" presId="urn:microsoft.com/office/officeart/2005/8/layout/hierarchy3"/>
    <dgm:cxn modelId="{6474CE6D-4B5E-41E8-B25A-6F48C7905D64}" type="presParOf" srcId="{8FFE2DF3-9E21-486F-81C2-DA0D7F79F610}" destId="{1BD5EEBC-85ED-4F0E-BBE3-710070AA107D}" srcOrd="0" destOrd="0" presId="urn:microsoft.com/office/officeart/2005/8/layout/hierarchy3"/>
    <dgm:cxn modelId="{5F56E9D3-18A5-482B-8E25-C46031E5608B}" type="presParOf" srcId="{8FFE2DF3-9E21-486F-81C2-DA0D7F79F610}" destId="{8273E476-6193-476D-BEA1-87A4E7269FAF}" srcOrd="1" destOrd="0" presId="urn:microsoft.com/office/officeart/2005/8/layout/hierarchy3"/>
    <dgm:cxn modelId="{E23FB1E8-2B8D-43EE-BB3D-B905C48A6579}" type="presParOf" srcId="{8FFE2DF3-9E21-486F-81C2-DA0D7F79F610}" destId="{908AF027-F27E-4EF0-9481-A72BB76686D5}" srcOrd="2" destOrd="0" presId="urn:microsoft.com/office/officeart/2005/8/layout/hierarchy3"/>
    <dgm:cxn modelId="{2B3B503A-20D8-4361-A1C2-B9CD288EE80A}" type="presParOf" srcId="{8FFE2DF3-9E21-486F-81C2-DA0D7F79F610}" destId="{062BC5ED-D427-49E9-AD88-0B6DEB723F49}" srcOrd="3" destOrd="0" presId="urn:microsoft.com/office/officeart/2005/8/layout/hierarchy3"/>
    <dgm:cxn modelId="{B0183B33-E1E4-435F-B9F5-0CC3917A4CED}" type="presParOf" srcId="{8FFE2DF3-9E21-486F-81C2-DA0D7F79F610}" destId="{0A8A50AA-11BB-4580-A8DE-6BBC925D9AFD}" srcOrd="4" destOrd="0" presId="urn:microsoft.com/office/officeart/2005/8/layout/hierarchy3"/>
    <dgm:cxn modelId="{1485B9A0-C495-4DFA-AE95-EA8DDB3A32DD}" type="presParOf" srcId="{8FFE2DF3-9E21-486F-81C2-DA0D7F79F610}" destId="{EB7237B6-B313-4E39-84F2-5FD68B670DF3}" srcOrd="5" destOrd="0" presId="urn:microsoft.com/office/officeart/2005/8/layout/hierarchy3"/>
    <dgm:cxn modelId="{0710B3B0-4E0A-47D2-8FC9-252AED17EEAE}" type="presParOf" srcId="{8FFE2DF3-9E21-486F-81C2-DA0D7F79F610}" destId="{BC4C93E6-9CB5-4DEA-B31A-E12F09135331}" srcOrd="6" destOrd="0" presId="urn:microsoft.com/office/officeart/2005/8/layout/hierarchy3"/>
    <dgm:cxn modelId="{AAF96B2D-3761-408E-8E91-41511848A9C7}" type="presParOf" srcId="{8FFE2DF3-9E21-486F-81C2-DA0D7F79F610}" destId="{8E2B1E31-98B2-4DAF-A0A1-D1EEE4FFBA50}" srcOrd="7" destOrd="0" presId="urn:microsoft.com/office/officeart/2005/8/layout/hierarchy3"/>
    <dgm:cxn modelId="{514E16D1-3A7D-43A6-B6F8-992E8BE683B3}" type="presParOf" srcId="{8FFE2DF3-9E21-486F-81C2-DA0D7F79F610}" destId="{12091E0A-AD6F-4AAD-8285-C6B917163FDF}" srcOrd="8" destOrd="0" presId="urn:microsoft.com/office/officeart/2005/8/layout/hierarchy3"/>
    <dgm:cxn modelId="{A26D3929-7456-4411-AB7F-087E5D500782}" type="presParOf" srcId="{8FFE2DF3-9E21-486F-81C2-DA0D7F79F610}" destId="{A1098C2F-8941-4570-BC4C-027F4C0E1C59}" srcOrd="9" destOrd="0" presId="urn:microsoft.com/office/officeart/2005/8/layout/hierarchy3"/>
    <dgm:cxn modelId="{98F6B2CD-A584-4AE7-B888-780A2A97DC22}" type="presParOf" srcId="{8FFE2DF3-9E21-486F-81C2-DA0D7F79F610}" destId="{73D058A9-5D27-4AB8-A2D8-9E7FBBCB5E73}" srcOrd="10" destOrd="0" presId="urn:microsoft.com/office/officeart/2005/8/layout/hierarchy3"/>
    <dgm:cxn modelId="{F8D52815-E712-4B2C-9921-9C7B7938300B}" type="presParOf" srcId="{8FFE2DF3-9E21-486F-81C2-DA0D7F79F610}" destId="{BBEB65FE-48F6-43F4-BDCD-D996EBBC8EC5}" srcOrd="11" destOrd="0" presId="urn:microsoft.com/office/officeart/2005/8/layout/hierarchy3"/>
    <dgm:cxn modelId="{96FF6F6B-6088-46EC-8034-D222030694A9}" type="presParOf" srcId="{8FFE2DF3-9E21-486F-81C2-DA0D7F79F610}" destId="{DE708FD6-16BB-45B9-BE7C-141B69452306}" srcOrd="12" destOrd="0" presId="urn:microsoft.com/office/officeart/2005/8/layout/hierarchy3"/>
    <dgm:cxn modelId="{AFB40C55-247A-4C13-A848-60DE31A53B3B}" type="presParOf" srcId="{8FFE2DF3-9E21-486F-81C2-DA0D7F79F610}" destId="{12AC630B-19DB-499E-8F79-962E62C72935}" srcOrd="13" destOrd="0" presId="urn:microsoft.com/office/officeart/2005/8/layout/hierarchy3"/>
    <dgm:cxn modelId="{FD32C67D-21D9-4AE4-ADB8-37CA5AA882F6}" type="presParOf" srcId="{8FFE2DF3-9E21-486F-81C2-DA0D7F79F610}" destId="{20FFC945-12E7-4D10-AAFF-F4CE965D1517}" srcOrd="14" destOrd="0" presId="urn:microsoft.com/office/officeart/2005/8/layout/hierarchy3"/>
    <dgm:cxn modelId="{419C3494-1108-4E39-8BA7-FD04D663609D}" type="presParOf" srcId="{8FFE2DF3-9E21-486F-81C2-DA0D7F79F610}" destId="{336A8EA9-16B4-460E-93B9-723988B79D80}" srcOrd="15" destOrd="0" presId="urn:microsoft.com/office/officeart/2005/8/layout/hierarchy3"/>
    <dgm:cxn modelId="{73A2D2E5-5231-4BE2-BC8B-1495640472ED}" type="presParOf" srcId="{8FFE2DF3-9E21-486F-81C2-DA0D7F79F610}" destId="{ED77064F-F216-4CAA-B2BB-E03F43F76885}" srcOrd="16" destOrd="0" presId="urn:microsoft.com/office/officeart/2005/8/layout/hierarchy3"/>
    <dgm:cxn modelId="{82AA653A-3ACF-428F-BA75-CD473DEEC1E8}" type="presParOf" srcId="{8FFE2DF3-9E21-486F-81C2-DA0D7F79F610}" destId="{D06C5EB0-44DD-430D-ABC7-2A5E5B6775AB}" srcOrd="17" destOrd="0" presId="urn:microsoft.com/office/officeart/2005/8/layout/hierarchy3"/>
    <dgm:cxn modelId="{25DC4F4F-52A2-4C8C-8D7F-E81130B619B5}" type="presParOf" srcId="{8FFE2DF3-9E21-486F-81C2-DA0D7F79F610}" destId="{28D4E7D8-55CD-4096-B432-C91D6CD7F720}" srcOrd="18" destOrd="0" presId="urn:microsoft.com/office/officeart/2005/8/layout/hierarchy3"/>
    <dgm:cxn modelId="{76F4F59F-2708-4B7A-97A6-E4BDBCE7C789}" type="presParOf" srcId="{8FFE2DF3-9E21-486F-81C2-DA0D7F79F610}" destId="{9CCDB6D5-13DD-4C53-A987-DDF75C3F6DB2}" srcOrd="19" destOrd="0" presId="urn:microsoft.com/office/officeart/2005/8/layout/hierarchy3"/>
    <dgm:cxn modelId="{FF341292-3059-4AFD-B014-3CED4705FEDC}" type="presParOf" srcId="{8FFE2DF3-9E21-486F-81C2-DA0D7F79F610}" destId="{3196EAB0-B061-41BB-B907-97D36634E64F}" srcOrd="20" destOrd="0" presId="urn:microsoft.com/office/officeart/2005/8/layout/hierarchy3"/>
    <dgm:cxn modelId="{75B5A6EA-5F1E-4A5A-BFB1-B7071821BE9C}" type="presParOf" srcId="{8FFE2DF3-9E21-486F-81C2-DA0D7F79F610}" destId="{CFCE67A8-19C5-4587-A732-38C93FD63070}" srcOrd="21" destOrd="0" presId="urn:microsoft.com/office/officeart/2005/8/layout/hierarchy3"/>
    <dgm:cxn modelId="{B01093F6-70B3-479B-B61A-6A0E957A908D}" type="presParOf" srcId="{8FFE2DF3-9E21-486F-81C2-DA0D7F79F610}" destId="{E421E2BE-C997-4E2A-9447-59A57B63B5EA}" srcOrd="22" destOrd="0" presId="urn:microsoft.com/office/officeart/2005/8/layout/hierarchy3"/>
    <dgm:cxn modelId="{2A86D8CA-009F-452B-8C48-01B720E44013}" type="presParOf" srcId="{8FFE2DF3-9E21-486F-81C2-DA0D7F79F610}" destId="{9FB85350-3B8D-400B-8B36-6A513532448C}" srcOrd="23" destOrd="0" presId="urn:microsoft.com/office/officeart/2005/8/layout/hierarchy3"/>
    <dgm:cxn modelId="{73570D84-0829-49E6-90E9-9384548BE957}" type="presParOf" srcId="{8FFE2DF3-9E21-486F-81C2-DA0D7F79F610}" destId="{5EA8F66E-F6B6-4525-9129-37407893F0BE}" srcOrd="24" destOrd="0" presId="urn:microsoft.com/office/officeart/2005/8/layout/hierarchy3"/>
    <dgm:cxn modelId="{77F1B970-8286-4844-A7AA-DA4737BF86BE}" type="presParOf" srcId="{8FFE2DF3-9E21-486F-81C2-DA0D7F79F610}" destId="{5B86DEEF-0E4D-4E06-AAAF-B776A7F6B678}" srcOrd="25" destOrd="0" presId="urn:microsoft.com/office/officeart/2005/8/layout/hierarchy3"/>
    <dgm:cxn modelId="{5CF8D69E-5E3F-488F-BD76-1E8538766E6C}" type="presParOf" srcId="{209B99FB-676F-404E-A574-7C0D1B9BF755}" destId="{A4992785-43F1-4FED-9E4D-598CD2067A5B}" srcOrd="5" destOrd="0" presId="urn:microsoft.com/office/officeart/2005/8/layout/hierarchy3"/>
    <dgm:cxn modelId="{0FA5BE41-05C5-4DD3-8345-B9A9604E7775}" type="presParOf" srcId="{A4992785-43F1-4FED-9E4D-598CD2067A5B}" destId="{83D47F7B-6DE4-432B-B42E-E2D16AED4FD1}" srcOrd="0" destOrd="0" presId="urn:microsoft.com/office/officeart/2005/8/layout/hierarchy3"/>
    <dgm:cxn modelId="{69F6AB72-10A9-49F4-B15C-06AF39B2F85A}" type="presParOf" srcId="{83D47F7B-6DE4-432B-B42E-E2D16AED4FD1}" destId="{0D559258-486A-4C0D-AF1F-231BACF1273F}" srcOrd="0" destOrd="0" presId="urn:microsoft.com/office/officeart/2005/8/layout/hierarchy3"/>
    <dgm:cxn modelId="{2606A52E-8D36-4EAA-B91F-643AF6C02A87}" type="presParOf" srcId="{83D47F7B-6DE4-432B-B42E-E2D16AED4FD1}" destId="{37A3DAB6-8AB3-4E58-B67A-967A7CDB6538}" srcOrd="1" destOrd="0" presId="urn:microsoft.com/office/officeart/2005/8/layout/hierarchy3"/>
    <dgm:cxn modelId="{BE1F8F7F-8FF1-4296-A6C6-FE9A8CD77011}" type="presParOf" srcId="{A4992785-43F1-4FED-9E4D-598CD2067A5B}" destId="{C781540F-61E1-418F-A6F6-BAB833A2E1C5}" srcOrd="1" destOrd="0" presId="urn:microsoft.com/office/officeart/2005/8/layout/hierarchy3"/>
    <dgm:cxn modelId="{09F8BD29-9F42-40DA-9447-07AA60B890CE}" type="presParOf" srcId="{C781540F-61E1-418F-A6F6-BAB833A2E1C5}" destId="{78FCD6D9-C5CE-4010-8EC5-492AFB1BC26F}" srcOrd="0" destOrd="0" presId="urn:microsoft.com/office/officeart/2005/8/layout/hierarchy3"/>
    <dgm:cxn modelId="{187548AF-8D1C-4393-A5C8-B0C0D0F68B1A}" type="presParOf" srcId="{C781540F-61E1-418F-A6F6-BAB833A2E1C5}" destId="{0CBC5F5F-CF72-42E6-92BF-0BB05172AD4D}" srcOrd="1" destOrd="0" presId="urn:microsoft.com/office/officeart/2005/8/layout/hierarchy3"/>
    <dgm:cxn modelId="{C1BB7455-A1E5-462B-9E9F-C532AD21CF79}" type="presParOf" srcId="{C781540F-61E1-418F-A6F6-BAB833A2E1C5}" destId="{30A4487C-51C5-41C7-9BD1-6506184DFE9A}" srcOrd="2" destOrd="0" presId="urn:microsoft.com/office/officeart/2005/8/layout/hierarchy3"/>
    <dgm:cxn modelId="{45E71278-448B-4454-AF98-3428A454B6B7}" type="presParOf" srcId="{C781540F-61E1-418F-A6F6-BAB833A2E1C5}" destId="{FEDB9CE6-41BB-4AE1-AECD-1075B88A46AC}" srcOrd="3" destOrd="0" presId="urn:microsoft.com/office/officeart/2005/8/layout/hierarchy3"/>
    <dgm:cxn modelId="{629EA0F7-240B-4186-A228-918C22AF54C9}" type="presParOf" srcId="{C781540F-61E1-418F-A6F6-BAB833A2E1C5}" destId="{B1F2856D-D29C-44D6-A189-0A0D0615141F}" srcOrd="4" destOrd="0" presId="urn:microsoft.com/office/officeart/2005/8/layout/hierarchy3"/>
    <dgm:cxn modelId="{1CA01BB6-93A7-4CDA-853A-1A90F1CC31AC}" type="presParOf" srcId="{C781540F-61E1-418F-A6F6-BAB833A2E1C5}" destId="{396BBD8C-FF21-4059-9755-F1B452FC2F09}" srcOrd="5" destOrd="0" presId="urn:microsoft.com/office/officeart/2005/8/layout/hierarchy3"/>
    <dgm:cxn modelId="{DD1B2330-9E8E-4279-9C7A-F569E88FC6A0}" type="presParOf" srcId="{C781540F-61E1-418F-A6F6-BAB833A2E1C5}" destId="{A104DF13-71C1-421F-8603-19C1CE144EB8}" srcOrd="6" destOrd="0" presId="urn:microsoft.com/office/officeart/2005/8/layout/hierarchy3"/>
    <dgm:cxn modelId="{A7E9BA13-573D-47F3-ACAA-6E39F4DB87F2}" type="presParOf" srcId="{C781540F-61E1-418F-A6F6-BAB833A2E1C5}" destId="{E6203A1A-8B58-4665-BC13-CC7D53078856}" srcOrd="7" destOrd="0" presId="urn:microsoft.com/office/officeart/2005/8/layout/hierarchy3"/>
    <dgm:cxn modelId="{BEE6DEBA-4234-4D13-869F-C308EBA9B4E6}" type="presParOf" srcId="{C781540F-61E1-418F-A6F6-BAB833A2E1C5}" destId="{D14F7347-496C-4F96-B59B-6FC5C27D1987}" srcOrd="8" destOrd="0" presId="urn:microsoft.com/office/officeart/2005/8/layout/hierarchy3"/>
    <dgm:cxn modelId="{B1A53252-3756-4D7E-A690-4CE4E5851BEE}" type="presParOf" srcId="{C781540F-61E1-418F-A6F6-BAB833A2E1C5}" destId="{3EC7F8B1-4883-42AE-AC8A-01CD737234E6}" srcOrd="9" destOrd="0" presId="urn:microsoft.com/office/officeart/2005/8/layout/hierarchy3"/>
    <dgm:cxn modelId="{CA7D972B-0421-4971-A9E0-84B6BDD69757}" type="presParOf" srcId="{209B99FB-676F-404E-A574-7C0D1B9BF755}" destId="{F8E72152-2B56-4FD5-BE56-E64C25DD699C}" srcOrd="6" destOrd="0" presId="urn:microsoft.com/office/officeart/2005/8/layout/hierarchy3"/>
    <dgm:cxn modelId="{0076FCBD-5EB1-4751-AFFF-D0D4F1AAF38C}" type="presParOf" srcId="{F8E72152-2B56-4FD5-BE56-E64C25DD699C}" destId="{7F3211D3-7218-416C-B6B6-F50C85685DC5}" srcOrd="0" destOrd="0" presId="urn:microsoft.com/office/officeart/2005/8/layout/hierarchy3"/>
    <dgm:cxn modelId="{8E062A70-5BE6-4822-A595-85F9895B5D39}" type="presParOf" srcId="{7F3211D3-7218-416C-B6B6-F50C85685DC5}" destId="{3E1AA7AC-53CC-4CA0-BADC-9EBE89CBD291}" srcOrd="0" destOrd="0" presId="urn:microsoft.com/office/officeart/2005/8/layout/hierarchy3"/>
    <dgm:cxn modelId="{44F267F6-4C99-4CA3-B928-FA109C469877}" type="presParOf" srcId="{7F3211D3-7218-416C-B6B6-F50C85685DC5}" destId="{8A411CFA-BAEC-4847-909B-BE1FA4E02016}" srcOrd="1" destOrd="0" presId="urn:microsoft.com/office/officeart/2005/8/layout/hierarchy3"/>
    <dgm:cxn modelId="{44080EAE-CD1F-49E1-AFB8-0425961B2E2D}" type="presParOf" srcId="{F8E72152-2B56-4FD5-BE56-E64C25DD699C}" destId="{9ACEFFE0-CF7B-4C79-9AD4-E79B99556EB7}" srcOrd="1" destOrd="0" presId="urn:microsoft.com/office/officeart/2005/8/layout/hierarchy3"/>
    <dgm:cxn modelId="{047441E2-3251-443B-AF30-A9DF1203E382}" type="presParOf" srcId="{9ACEFFE0-CF7B-4C79-9AD4-E79B99556EB7}" destId="{4C20F4CB-DF5C-4C58-9473-691B6D5D40EF}" srcOrd="0" destOrd="0" presId="urn:microsoft.com/office/officeart/2005/8/layout/hierarchy3"/>
    <dgm:cxn modelId="{1313590A-3C82-43BA-85BF-EB229F8A0817}" type="presParOf" srcId="{9ACEFFE0-CF7B-4C79-9AD4-E79B99556EB7}" destId="{77A10B13-E9A5-4F57-87F9-6693F70EB3E4}" srcOrd="1" destOrd="0" presId="urn:microsoft.com/office/officeart/2005/8/layout/hierarchy3"/>
    <dgm:cxn modelId="{8F985C90-A507-4966-B9C3-D0084BE75484}" type="presParOf" srcId="{9ACEFFE0-CF7B-4C79-9AD4-E79B99556EB7}" destId="{E6C0D2F0-B4D8-40D7-A961-66342CF2F9EC}" srcOrd="2" destOrd="0" presId="urn:microsoft.com/office/officeart/2005/8/layout/hierarchy3"/>
    <dgm:cxn modelId="{10C21E40-3D02-4780-AA56-627CC8329340}" type="presParOf" srcId="{9ACEFFE0-CF7B-4C79-9AD4-E79B99556EB7}" destId="{456B770B-5B74-4984-BFB8-6D4754805ED8}" srcOrd="3" destOrd="0" presId="urn:microsoft.com/office/officeart/2005/8/layout/hierarchy3"/>
    <dgm:cxn modelId="{98713B81-3DFB-4ABD-AA28-A1AE3206DE52}" type="presParOf" srcId="{9ACEFFE0-CF7B-4C79-9AD4-E79B99556EB7}" destId="{A286AB91-2C1A-46E9-AD4E-32C3FACC9842}" srcOrd="4" destOrd="0" presId="urn:microsoft.com/office/officeart/2005/8/layout/hierarchy3"/>
    <dgm:cxn modelId="{B7D7B402-8AE0-426F-B541-E36C339FC6D3}" type="presParOf" srcId="{9ACEFFE0-CF7B-4C79-9AD4-E79B99556EB7}" destId="{498771CD-1666-48D7-BD45-3E2E2A1F1FA3}" srcOrd="5" destOrd="0" presId="urn:microsoft.com/office/officeart/2005/8/layout/hierarchy3"/>
    <dgm:cxn modelId="{AA9AD6C3-C87C-4EA1-95AE-956B1BFEA375}" type="presParOf" srcId="{9ACEFFE0-CF7B-4C79-9AD4-E79B99556EB7}" destId="{66F0C601-7AED-4661-BACE-41D3E39ED746}" srcOrd="6" destOrd="0" presId="urn:microsoft.com/office/officeart/2005/8/layout/hierarchy3"/>
    <dgm:cxn modelId="{3AFAA1CE-847B-4F87-9ADA-3DB8CC7C020D}" type="presParOf" srcId="{9ACEFFE0-CF7B-4C79-9AD4-E79B99556EB7}" destId="{11B7D78A-92D1-4504-A328-C0EA12F8C40C}" srcOrd="7" destOrd="0" presId="urn:microsoft.com/office/officeart/2005/8/layout/hierarchy3"/>
    <dgm:cxn modelId="{4761A0FC-6D32-4400-A263-2E8F3ED14E05}" type="presParOf" srcId="{9ACEFFE0-CF7B-4C79-9AD4-E79B99556EB7}" destId="{05F53AF7-56C4-470A-9EAB-4FB8D585C39F}" srcOrd="8" destOrd="0" presId="urn:microsoft.com/office/officeart/2005/8/layout/hierarchy3"/>
    <dgm:cxn modelId="{11178090-8499-4BA5-A17E-5929464FC037}" type="presParOf" srcId="{9ACEFFE0-CF7B-4C79-9AD4-E79B99556EB7}" destId="{C6F0D4E4-4A63-4BDD-A785-AD9F646A7609}" srcOrd="9"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54FC58-6CB6-43C7-B8CF-BE83CCE723AE}">
      <dsp:nvSpPr>
        <dsp:cNvPr id="0" name=""/>
        <dsp:cNvSpPr/>
      </dsp:nvSpPr>
      <dsp:spPr>
        <a:xfrm>
          <a:off x="0" y="18659"/>
          <a:ext cx="8229600" cy="3467880"/>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rtl="0">
            <a:lnSpc>
              <a:spcPct val="90000"/>
            </a:lnSpc>
            <a:spcBef>
              <a:spcPct val="0"/>
            </a:spcBef>
            <a:spcAft>
              <a:spcPct val="35000"/>
            </a:spcAft>
            <a:buNone/>
          </a:pPr>
          <a:r>
            <a:rPr lang="en-GB" sz="2600" kern="1200"/>
            <a:t>A University maintains information about the student registered for courses.  Each student is registered for one course at a time. A course consists of a number of modules. A module is associated with one course only.  For each student on a module a grade is awarded. Each module is led by one member of staff who belongs to a department.  A department employs a number of staff.  A department runs a number of courses.</a:t>
          </a:r>
        </a:p>
      </dsp:txBody>
      <dsp:txXfrm>
        <a:off x="169288" y="187947"/>
        <a:ext cx="7891024" cy="312930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CBBB7B-89D3-4F53-94B9-98B9AC1B27A7}">
      <dsp:nvSpPr>
        <dsp:cNvPr id="0" name=""/>
        <dsp:cNvSpPr/>
      </dsp:nvSpPr>
      <dsp:spPr>
        <a:xfrm rot="5400000">
          <a:off x="-119763" y="120337"/>
          <a:ext cx="798425" cy="558897"/>
        </a:xfrm>
        <a:prstGeom prst="chevron">
          <a:avLst/>
        </a:prstGeom>
        <a:solidFill>
          <a:schemeClr val="accent4">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rtl="0">
            <a:lnSpc>
              <a:spcPct val="90000"/>
            </a:lnSpc>
            <a:spcBef>
              <a:spcPct val="0"/>
            </a:spcBef>
            <a:spcAft>
              <a:spcPct val="35000"/>
            </a:spcAft>
            <a:buNone/>
          </a:pPr>
          <a:endParaRPr lang="en-GB" sz="1500" kern="1200" dirty="0"/>
        </a:p>
      </dsp:txBody>
      <dsp:txXfrm rot="-5400000">
        <a:off x="2" y="280022"/>
        <a:ext cx="558897" cy="239528"/>
      </dsp:txXfrm>
    </dsp:sp>
    <dsp:sp modelId="{2E22978B-33BF-4439-9B62-E5A4F466A940}">
      <dsp:nvSpPr>
        <dsp:cNvPr id="0" name=""/>
        <dsp:cNvSpPr/>
      </dsp:nvSpPr>
      <dsp:spPr>
        <a:xfrm rot="5400000">
          <a:off x="4134760" y="-3575289"/>
          <a:ext cx="518976" cy="7670702"/>
        </a:xfrm>
        <a:prstGeom prst="round2SameRect">
          <a:avLst/>
        </a:prstGeom>
        <a:solidFill>
          <a:schemeClr val="lt1">
            <a:alpha val="90000"/>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568" tIns="8890" rIns="8890" bIns="8890" numCol="1" spcCol="1270" anchor="ctr" anchorCtr="0">
          <a:noAutofit/>
        </a:bodyPr>
        <a:lstStyle/>
        <a:p>
          <a:pPr marL="114300" lvl="1" indent="-114300" algn="l" defTabSz="622300" rtl="0">
            <a:lnSpc>
              <a:spcPct val="90000"/>
            </a:lnSpc>
            <a:spcBef>
              <a:spcPct val="0"/>
            </a:spcBef>
            <a:spcAft>
              <a:spcPct val="15000"/>
            </a:spcAft>
            <a:buChar char="•"/>
          </a:pPr>
          <a:r>
            <a:rPr lang="en-GB" sz="1400" kern="1200" dirty="0"/>
            <a:t>University may have different </a:t>
          </a:r>
          <a:r>
            <a:rPr lang="en-GB" sz="1400" b="1" kern="1200" dirty="0"/>
            <a:t>course</a:t>
          </a:r>
          <a:r>
            <a:rPr lang="en-GB" sz="1400" kern="1200" dirty="0"/>
            <a:t>, course details must be recorded</a:t>
          </a:r>
        </a:p>
      </dsp:txBody>
      <dsp:txXfrm rot="-5400000">
        <a:off x="558897" y="25908"/>
        <a:ext cx="7645368" cy="468308"/>
      </dsp:txXfrm>
    </dsp:sp>
    <dsp:sp modelId="{D7627DEC-7E85-4BD2-B448-A49993040328}">
      <dsp:nvSpPr>
        <dsp:cNvPr id="0" name=""/>
        <dsp:cNvSpPr/>
      </dsp:nvSpPr>
      <dsp:spPr>
        <a:xfrm rot="5400000">
          <a:off x="-119763" y="796744"/>
          <a:ext cx="798425" cy="558897"/>
        </a:xfrm>
        <a:prstGeom prst="chevron">
          <a:avLst/>
        </a:prstGeom>
        <a:solidFill>
          <a:schemeClr val="accent4">
            <a:hueOff val="-1116192"/>
            <a:satOff val="6725"/>
            <a:lumOff val="539"/>
            <a:alphaOff val="0"/>
          </a:schemeClr>
        </a:solidFill>
        <a:ln w="25400" cap="flat" cmpd="sng" algn="ctr">
          <a:solidFill>
            <a:schemeClr val="accent4">
              <a:hueOff val="-1116192"/>
              <a:satOff val="6725"/>
              <a:lumOff val="539"/>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rtl="0">
            <a:lnSpc>
              <a:spcPct val="90000"/>
            </a:lnSpc>
            <a:spcBef>
              <a:spcPct val="0"/>
            </a:spcBef>
            <a:spcAft>
              <a:spcPct val="35000"/>
            </a:spcAft>
            <a:buNone/>
          </a:pPr>
          <a:endParaRPr lang="en-GB" sz="1500" kern="1200" dirty="0"/>
        </a:p>
      </dsp:txBody>
      <dsp:txXfrm rot="-5400000">
        <a:off x="2" y="956429"/>
        <a:ext cx="558897" cy="239528"/>
      </dsp:txXfrm>
    </dsp:sp>
    <dsp:sp modelId="{6C5CBF98-D992-41EB-B494-24F4747A7C19}">
      <dsp:nvSpPr>
        <dsp:cNvPr id="0" name=""/>
        <dsp:cNvSpPr/>
      </dsp:nvSpPr>
      <dsp:spPr>
        <a:xfrm rot="5400000">
          <a:off x="4134760" y="-2898882"/>
          <a:ext cx="518976" cy="7670702"/>
        </a:xfrm>
        <a:prstGeom prst="round2SameRect">
          <a:avLst/>
        </a:prstGeom>
        <a:solidFill>
          <a:schemeClr val="lt1">
            <a:alpha val="90000"/>
            <a:hueOff val="0"/>
            <a:satOff val="0"/>
            <a:lumOff val="0"/>
            <a:alphaOff val="0"/>
          </a:schemeClr>
        </a:solidFill>
        <a:ln w="25400" cap="flat" cmpd="sng" algn="ctr">
          <a:solidFill>
            <a:schemeClr val="accent4">
              <a:hueOff val="-1116192"/>
              <a:satOff val="6725"/>
              <a:lumOff val="539"/>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568" tIns="8890" rIns="8890" bIns="8890" numCol="1" spcCol="1270" anchor="ctr" anchorCtr="0">
          <a:noAutofit/>
        </a:bodyPr>
        <a:lstStyle/>
        <a:p>
          <a:pPr marL="114300" lvl="1" indent="-114300" algn="l" defTabSz="622300" rtl="0">
            <a:lnSpc>
              <a:spcPct val="90000"/>
            </a:lnSpc>
            <a:spcBef>
              <a:spcPct val="0"/>
            </a:spcBef>
            <a:spcAft>
              <a:spcPct val="15000"/>
            </a:spcAft>
            <a:buChar char="•"/>
          </a:pPr>
          <a:r>
            <a:rPr lang="en-GB" sz="1400" kern="1200" dirty="0"/>
            <a:t>Course have many </a:t>
          </a:r>
          <a:r>
            <a:rPr lang="en-GB" sz="1400" b="1" kern="1200" dirty="0"/>
            <a:t>modules</a:t>
          </a:r>
          <a:r>
            <a:rPr lang="en-GB" sz="1400" kern="1200" dirty="0"/>
            <a:t>, modules details must be stored</a:t>
          </a:r>
        </a:p>
      </dsp:txBody>
      <dsp:txXfrm rot="-5400000">
        <a:off x="558897" y="702315"/>
        <a:ext cx="7645368" cy="468308"/>
      </dsp:txXfrm>
    </dsp:sp>
    <dsp:sp modelId="{5E0A008C-A948-419B-9FD6-A92FE249AB31}">
      <dsp:nvSpPr>
        <dsp:cNvPr id="0" name=""/>
        <dsp:cNvSpPr/>
      </dsp:nvSpPr>
      <dsp:spPr>
        <a:xfrm rot="5400000">
          <a:off x="-119763" y="1473151"/>
          <a:ext cx="798425" cy="558897"/>
        </a:xfrm>
        <a:prstGeom prst="chevron">
          <a:avLst/>
        </a:prstGeom>
        <a:solidFill>
          <a:schemeClr val="accent4">
            <a:hueOff val="-2232385"/>
            <a:satOff val="13449"/>
            <a:lumOff val="1078"/>
            <a:alphaOff val="0"/>
          </a:schemeClr>
        </a:solidFill>
        <a:ln w="25400" cap="flat" cmpd="sng" algn="ctr">
          <a:solidFill>
            <a:schemeClr val="accent4">
              <a:hueOff val="-2232385"/>
              <a:satOff val="13449"/>
              <a:lumOff val="1078"/>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rtl="0">
            <a:lnSpc>
              <a:spcPct val="90000"/>
            </a:lnSpc>
            <a:spcBef>
              <a:spcPct val="0"/>
            </a:spcBef>
            <a:spcAft>
              <a:spcPct val="35000"/>
            </a:spcAft>
            <a:buNone/>
          </a:pPr>
          <a:endParaRPr lang="en-GB" sz="1500" kern="1200" dirty="0"/>
        </a:p>
      </dsp:txBody>
      <dsp:txXfrm rot="-5400000">
        <a:off x="2" y="1632836"/>
        <a:ext cx="558897" cy="239528"/>
      </dsp:txXfrm>
    </dsp:sp>
    <dsp:sp modelId="{C926C2C6-8076-455D-A5EB-DF6F89CC3289}">
      <dsp:nvSpPr>
        <dsp:cNvPr id="0" name=""/>
        <dsp:cNvSpPr/>
      </dsp:nvSpPr>
      <dsp:spPr>
        <a:xfrm rot="5400000">
          <a:off x="4134760" y="-2222475"/>
          <a:ext cx="518976" cy="7670702"/>
        </a:xfrm>
        <a:prstGeom prst="round2SameRect">
          <a:avLst/>
        </a:prstGeom>
        <a:solidFill>
          <a:schemeClr val="lt1">
            <a:alpha val="90000"/>
            <a:hueOff val="0"/>
            <a:satOff val="0"/>
            <a:lumOff val="0"/>
            <a:alphaOff val="0"/>
          </a:schemeClr>
        </a:solidFill>
        <a:ln w="25400" cap="flat" cmpd="sng" algn="ctr">
          <a:solidFill>
            <a:schemeClr val="accent4">
              <a:hueOff val="-2232385"/>
              <a:satOff val="13449"/>
              <a:lumOff val="107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568" tIns="8890" rIns="8890" bIns="8890" numCol="1" spcCol="1270" anchor="ctr" anchorCtr="0">
          <a:noAutofit/>
        </a:bodyPr>
        <a:lstStyle/>
        <a:p>
          <a:pPr marL="114300" lvl="1" indent="-114300" algn="l" defTabSz="622300" rtl="0">
            <a:lnSpc>
              <a:spcPct val="90000"/>
            </a:lnSpc>
            <a:spcBef>
              <a:spcPct val="0"/>
            </a:spcBef>
            <a:spcAft>
              <a:spcPct val="15000"/>
            </a:spcAft>
            <a:buChar char="•"/>
          </a:pPr>
          <a:r>
            <a:rPr lang="en-GB" sz="1400" b="1" kern="1200" dirty="0"/>
            <a:t>Staff</a:t>
          </a:r>
          <a:r>
            <a:rPr lang="en-GB" sz="1400" kern="1200" dirty="0"/>
            <a:t> details and </a:t>
          </a:r>
          <a:r>
            <a:rPr lang="en-GB" sz="1400" b="1" kern="1200" dirty="0"/>
            <a:t>Department</a:t>
          </a:r>
          <a:r>
            <a:rPr lang="en-GB" sz="1400" kern="1200" dirty="0"/>
            <a:t> details must be recorded</a:t>
          </a:r>
        </a:p>
      </dsp:txBody>
      <dsp:txXfrm rot="-5400000">
        <a:off x="558897" y="1378722"/>
        <a:ext cx="7645368" cy="468308"/>
      </dsp:txXfrm>
    </dsp:sp>
    <dsp:sp modelId="{48E5F75C-98EE-41AF-B954-7C194C064334}">
      <dsp:nvSpPr>
        <dsp:cNvPr id="0" name=""/>
        <dsp:cNvSpPr/>
      </dsp:nvSpPr>
      <dsp:spPr>
        <a:xfrm rot="5400000">
          <a:off x="-119763" y="2149557"/>
          <a:ext cx="798425" cy="558897"/>
        </a:xfrm>
        <a:prstGeom prst="chevron">
          <a:avLst/>
        </a:prstGeom>
        <a:solidFill>
          <a:schemeClr val="accent4">
            <a:hueOff val="-3348577"/>
            <a:satOff val="20174"/>
            <a:lumOff val="1617"/>
            <a:alphaOff val="0"/>
          </a:schemeClr>
        </a:solidFill>
        <a:ln w="25400" cap="flat" cmpd="sng" algn="ctr">
          <a:solidFill>
            <a:schemeClr val="accent4">
              <a:hueOff val="-3348577"/>
              <a:satOff val="20174"/>
              <a:lumOff val="1617"/>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rtl="0">
            <a:lnSpc>
              <a:spcPct val="90000"/>
            </a:lnSpc>
            <a:spcBef>
              <a:spcPct val="0"/>
            </a:spcBef>
            <a:spcAft>
              <a:spcPct val="35000"/>
            </a:spcAft>
            <a:buNone/>
          </a:pPr>
          <a:endParaRPr lang="en-GB" sz="1500" kern="1200" dirty="0"/>
        </a:p>
      </dsp:txBody>
      <dsp:txXfrm rot="-5400000">
        <a:off x="2" y="2309242"/>
        <a:ext cx="558897" cy="239528"/>
      </dsp:txXfrm>
    </dsp:sp>
    <dsp:sp modelId="{9BC7ADFF-8E44-46A9-B392-EAD05A5AB409}">
      <dsp:nvSpPr>
        <dsp:cNvPr id="0" name=""/>
        <dsp:cNvSpPr/>
      </dsp:nvSpPr>
      <dsp:spPr>
        <a:xfrm rot="5400000">
          <a:off x="4134760" y="-1546068"/>
          <a:ext cx="518976" cy="7670702"/>
        </a:xfrm>
        <a:prstGeom prst="round2SameRect">
          <a:avLst/>
        </a:prstGeom>
        <a:solidFill>
          <a:schemeClr val="lt1">
            <a:alpha val="90000"/>
            <a:hueOff val="0"/>
            <a:satOff val="0"/>
            <a:lumOff val="0"/>
            <a:alphaOff val="0"/>
          </a:schemeClr>
        </a:solidFill>
        <a:ln w="25400" cap="flat" cmpd="sng" algn="ctr">
          <a:solidFill>
            <a:schemeClr val="accent4">
              <a:hueOff val="-3348577"/>
              <a:satOff val="20174"/>
              <a:lumOff val="161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568" tIns="8890" rIns="8890" bIns="8890" numCol="1" spcCol="1270" anchor="ctr" anchorCtr="0">
          <a:noAutofit/>
        </a:bodyPr>
        <a:lstStyle/>
        <a:p>
          <a:pPr marL="114300" lvl="1" indent="-114300" algn="l" defTabSz="622300" rtl="0">
            <a:lnSpc>
              <a:spcPct val="90000"/>
            </a:lnSpc>
            <a:spcBef>
              <a:spcPct val="0"/>
            </a:spcBef>
            <a:spcAft>
              <a:spcPct val="15000"/>
            </a:spcAft>
            <a:buChar char="•"/>
          </a:pPr>
          <a:r>
            <a:rPr lang="en-GB" sz="1400" kern="1200" dirty="0"/>
            <a:t>When a </a:t>
          </a:r>
          <a:r>
            <a:rPr lang="en-GB" sz="1400" b="1" kern="1200" dirty="0"/>
            <a:t>student</a:t>
          </a:r>
          <a:r>
            <a:rPr lang="en-GB" sz="1400" kern="1200" dirty="0"/>
            <a:t> register for a course, the details about the students and the course they are enrolled for must be recorded</a:t>
          </a:r>
        </a:p>
      </dsp:txBody>
      <dsp:txXfrm rot="-5400000">
        <a:off x="558897" y="2055129"/>
        <a:ext cx="7645368" cy="468308"/>
      </dsp:txXfrm>
    </dsp:sp>
    <dsp:sp modelId="{5A99EB31-3CDA-4B0B-8A36-E420152B903E}">
      <dsp:nvSpPr>
        <dsp:cNvPr id="0" name=""/>
        <dsp:cNvSpPr/>
      </dsp:nvSpPr>
      <dsp:spPr>
        <a:xfrm rot="5400000">
          <a:off x="-119763" y="2825964"/>
          <a:ext cx="798425" cy="558897"/>
        </a:xfrm>
        <a:prstGeom prst="chevron">
          <a:avLst/>
        </a:prstGeom>
        <a:solidFill>
          <a:schemeClr val="accent4">
            <a:hueOff val="-4464770"/>
            <a:satOff val="26899"/>
            <a:lumOff val="2156"/>
            <a:alphaOff val="0"/>
          </a:schemeClr>
        </a:solidFill>
        <a:ln w="25400" cap="flat" cmpd="sng" algn="ctr">
          <a:solidFill>
            <a:schemeClr val="accent4">
              <a:hueOff val="-4464770"/>
              <a:satOff val="26899"/>
              <a:lumOff val="2156"/>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rtl="0">
            <a:lnSpc>
              <a:spcPct val="90000"/>
            </a:lnSpc>
            <a:spcBef>
              <a:spcPct val="0"/>
            </a:spcBef>
            <a:spcAft>
              <a:spcPct val="35000"/>
            </a:spcAft>
            <a:buNone/>
          </a:pPr>
          <a:endParaRPr lang="en-GB" sz="1500" kern="1200" dirty="0"/>
        </a:p>
      </dsp:txBody>
      <dsp:txXfrm rot="-5400000">
        <a:off x="2" y="2985649"/>
        <a:ext cx="558897" cy="239528"/>
      </dsp:txXfrm>
    </dsp:sp>
    <dsp:sp modelId="{AC7DA247-E217-466D-B93C-10C69F671660}">
      <dsp:nvSpPr>
        <dsp:cNvPr id="0" name=""/>
        <dsp:cNvSpPr/>
      </dsp:nvSpPr>
      <dsp:spPr>
        <a:xfrm rot="5400000">
          <a:off x="4134760" y="-869661"/>
          <a:ext cx="518976" cy="7670702"/>
        </a:xfrm>
        <a:prstGeom prst="round2SameRect">
          <a:avLst/>
        </a:prstGeom>
        <a:solidFill>
          <a:schemeClr val="lt1">
            <a:alpha val="90000"/>
            <a:hueOff val="0"/>
            <a:satOff val="0"/>
            <a:lumOff val="0"/>
            <a:alphaOff val="0"/>
          </a:schemeClr>
        </a:solidFill>
        <a:ln w="25400" cap="flat" cmpd="sng" algn="ctr">
          <a:solidFill>
            <a:schemeClr val="accent4">
              <a:hueOff val="-4464770"/>
              <a:satOff val="26899"/>
              <a:lumOff val="215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568" tIns="8890" rIns="8890" bIns="8890" numCol="1" spcCol="1270" anchor="ctr" anchorCtr="0">
          <a:noAutofit/>
        </a:bodyPr>
        <a:lstStyle/>
        <a:p>
          <a:pPr marL="114300" lvl="1" indent="-114300" algn="l" defTabSz="622300" rtl="0">
            <a:lnSpc>
              <a:spcPct val="90000"/>
            </a:lnSpc>
            <a:spcBef>
              <a:spcPct val="0"/>
            </a:spcBef>
            <a:spcAft>
              <a:spcPct val="15000"/>
            </a:spcAft>
            <a:buChar char="•"/>
          </a:pPr>
          <a:r>
            <a:rPr lang="en-GB" sz="1400" kern="1200" dirty="0"/>
            <a:t>Students will be completing many modules as they take the course</a:t>
          </a:r>
        </a:p>
        <a:p>
          <a:pPr marL="228600" lvl="2" indent="-114300" algn="l" defTabSz="622300" rtl="0">
            <a:lnSpc>
              <a:spcPct val="90000"/>
            </a:lnSpc>
            <a:spcBef>
              <a:spcPct val="0"/>
            </a:spcBef>
            <a:spcAft>
              <a:spcPct val="15000"/>
            </a:spcAft>
            <a:buChar char="•"/>
          </a:pPr>
          <a:r>
            <a:rPr lang="en-GB" sz="1400" kern="1200" dirty="0"/>
            <a:t>For each module they will be awarded a grade</a:t>
          </a:r>
        </a:p>
      </dsp:txBody>
      <dsp:txXfrm rot="-5400000">
        <a:off x="558897" y="2731536"/>
        <a:ext cx="7645368" cy="46830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B2803A-ED86-4880-BB2F-077CC96FB6F8}">
      <dsp:nvSpPr>
        <dsp:cNvPr id="0" name=""/>
        <dsp:cNvSpPr/>
      </dsp:nvSpPr>
      <dsp:spPr>
        <a:xfrm>
          <a:off x="1034984" y="453"/>
          <a:ext cx="1380397" cy="546142"/>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rtl="0">
            <a:lnSpc>
              <a:spcPct val="90000"/>
            </a:lnSpc>
            <a:spcBef>
              <a:spcPct val="0"/>
            </a:spcBef>
            <a:spcAft>
              <a:spcPct val="35000"/>
            </a:spcAft>
            <a:buNone/>
          </a:pPr>
          <a:r>
            <a:rPr lang="en-GB" sz="2000" kern="1200" dirty="0"/>
            <a:t>Possible Entities</a:t>
          </a:r>
        </a:p>
      </dsp:txBody>
      <dsp:txXfrm>
        <a:off x="1050980" y="16449"/>
        <a:ext cx="1348405" cy="514150"/>
      </dsp:txXfrm>
    </dsp:sp>
    <dsp:sp modelId="{F2FC0C57-6CE5-42A5-B80F-D38F161FF06E}">
      <dsp:nvSpPr>
        <dsp:cNvPr id="0" name=""/>
        <dsp:cNvSpPr/>
      </dsp:nvSpPr>
      <dsp:spPr>
        <a:xfrm>
          <a:off x="1173024" y="546595"/>
          <a:ext cx="138039" cy="409606"/>
        </a:xfrm>
        <a:custGeom>
          <a:avLst/>
          <a:gdLst/>
          <a:ahLst/>
          <a:cxnLst/>
          <a:rect l="0" t="0" r="0" b="0"/>
          <a:pathLst>
            <a:path>
              <a:moveTo>
                <a:pt x="0" y="0"/>
              </a:moveTo>
              <a:lnTo>
                <a:pt x="0" y="409606"/>
              </a:lnTo>
              <a:lnTo>
                <a:pt x="138039" y="409606"/>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68E84D0-7FDB-4DA7-A5D2-22C80CC42681}">
      <dsp:nvSpPr>
        <dsp:cNvPr id="0" name=""/>
        <dsp:cNvSpPr/>
      </dsp:nvSpPr>
      <dsp:spPr>
        <a:xfrm>
          <a:off x="1311064" y="683131"/>
          <a:ext cx="1182341" cy="546142"/>
        </a:xfrm>
        <a:prstGeom prst="roundRect">
          <a:avLst>
            <a:gd name="adj" fmla="val 10000"/>
          </a:avLst>
        </a:prstGeom>
        <a:solidFill>
          <a:schemeClr val="lt1">
            <a:alpha val="90000"/>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rtl="0">
            <a:lnSpc>
              <a:spcPct val="90000"/>
            </a:lnSpc>
            <a:spcBef>
              <a:spcPct val="0"/>
            </a:spcBef>
            <a:spcAft>
              <a:spcPct val="35000"/>
            </a:spcAft>
            <a:buNone/>
          </a:pPr>
          <a:r>
            <a:rPr lang="en-GB" sz="1600" kern="1200" dirty="0"/>
            <a:t>Student </a:t>
          </a:r>
        </a:p>
      </dsp:txBody>
      <dsp:txXfrm>
        <a:off x="1327060" y="699127"/>
        <a:ext cx="1150349" cy="514150"/>
      </dsp:txXfrm>
    </dsp:sp>
    <dsp:sp modelId="{EA21565F-54F9-4907-B616-263EB18BC89C}">
      <dsp:nvSpPr>
        <dsp:cNvPr id="0" name=""/>
        <dsp:cNvSpPr/>
      </dsp:nvSpPr>
      <dsp:spPr>
        <a:xfrm>
          <a:off x="1173024" y="546595"/>
          <a:ext cx="138039" cy="1092285"/>
        </a:xfrm>
        <a:custGeom>
          <a:avLst/>
          <a:gdLst/>
          <a:ahLst/>
          <a:cxnLst/>
          <a:rect l="0" t="0" r="0" b="0"/>
          <a:pathLst>
            <a:path>
              <a:moveTo>
                <a:pt x="0" y="0"/>
              </a:moveTo>
              <a:lnTo>
                <a:pt x="0" y="1092285"/>
              </a:lnTo>
              <a:lnTo>
                <a:pt x="138039" y="1092285"/>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C524C01-558F-470B-80EA-9AAFF2C70F8C}">
      <dsp:nvSpPr>
        <dsp:cNvPr id="0" name=""/>
        <dsp:cNvSpPr/>
      </dsp:nvSpPr>
      <dsp:spPr>
        <a:xfrm>
          <a:off x="1311064" y="1365809"/>
          <a:ext cx="1182341" cy="546142"/>
        </a:xfrm>
        <a:prstGeom prst="roundRect">
          <a:avLst>
            <a:gd name="adj" fmla="val 10000"/>
          </a:avLst>
        </a:prstGeom>
        <a:solidFill>
          <a:schemeClr val="lt1">
            <a:alpha val="90000"/>
            <a:hueOff val="0"/>
            <a:satOff val="0"/>
            <a:lumOff val="0"/>
            <a:alphaOff val="0"/>
          </a:schemeClr>
        </a:solidFill>
        <a:ln w="25400" cap="flat" cmpd="sng" algn="ctr">
          <a:solidFill>
            <a:schemeClr val="accent4">
              <a:hueOff val="-1116192"/>
              <a:satOff val="6725"/>
              <a:lumOff val="539"/>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rtl="0">
            <a:lnSpc>
              <a:spcPct val="90000"/>
            </a:lnSpc>
            <a:spcBef>
              <a:spcPct val="0"/>
            </a:spcBef>
            <a:spcAft>
              <a:spcPct val="35000"/>
            </a:spcAft>
            <a:buNone/>
          </a:pPr>
          <a:r>
            <a:rPr lang="en-GB" sz="1600" kern="1200"/>
            <a:t>Course</a:t>
          </a:r>
        </a:p>
      </dsp:txBody>
      <dsp:txXfrm>
        <a:off x="1327060" y="1381805"/>
        <a:ext cx="1150349" cy="514150"/>
      </dsp:txXfrm>
    </dsp:sp>
    <dsp:sp modelId="{DEC4EA42-4E1D-40D3-8357-3427C86925FE}">
      <dsp:nvSpPr>
        <dsp:cNvPr id="0" name=""/>
        <dsp:cNvSpPr/>
      </dsp:nvSpPr>
      <dsp:spPr>
        <a:xfrm>
          <a:off x="1173024" y="546595"/>
          <a:ext cx="138039" cy="1774963"/>
        </a:xfrm>
        <a:custGeom>
          <a:avLst/>
          <a:gdLst/>
          <a:ahLst/>
          <a:cxnLst/>
          <a:rect l="0" t="0" r="0" b="0"/>
          <a:pathLst>
            <a:path>
              <a:moveTo>
                <a:pt x="0" y="0"/>
              </a:moveTo>
              <a:lnTo>
                <a:pt x="0" y="1774963"/>
              </a:lnTo>
              <a:lnTo>
                <a:pt x="138039" y="1774963"/>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B499A43-1A21-41D2-ABCF-7771F9AA9EFC}">
      <dsp:nvSpPr>
        <dsp:cNvPr id="0" name=""/>
        <dsp:cNvSpPr/>
      </dsp:nvSpPr>
      <dsp:spPr>
        <a:xfrm>
          <a:off x="1311064" y="2048487"/>
          <a:ext cx="1182341" cy="546142"/>
        </a:xfrm>
        <a:prstGeom prst="roundRect">
          <a:avLst>
            <a:gd name="adj" fmla="val 10000"/>
          </a:avLst>
        </a:prstGeom>
        <a:solidFill>
          <a:schemeClr val="lt1">
            <a:alpha val="90000"/>
            <a:hueOff val="0"/>
            <a:satOff val="0"/>
            <a:lumOff val="0"/>
            <a:alphaOff val="0"/>
          </a:schemeClr>
        </a:solidFill>
        <a:ln w="25400" cap="flat" cmpd="sng" algn="ctr">
          <a:solidFill>
            <a:schemeClr val="accent4">
              <a:hueOff val="-2232385"/>
              <a:satOff val="13449"/>
              <a:lumOff val="107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rtl="0">
            <a:lnSpc>
              <a:spcPct val="90000"/>
            </a:lnSpc>
            <a:spcBef>
              <a:spcPct val="0"/>
            </a:spcBef>
            <a:spcAft>
              <a:spcPct val="35000"/>
            </a:spcAft>
            <a:buNone/>
          </a:pPr>
          <a:r>
            <a:rPr lang="en-GB" sz="1600" kern="1200"/>
            <a:t>Module </a:t>
          </a:r>
        </a:p>
      </dsp:txBody>
      <dsp:txXfrm>
        <a:off x="1327060" y="2064483"/>
        <a:ext cx="1150349" cy="514150"/>
      </dsp:txXfrm>
    </dsp:sp>
    <dsp:sp modelId="{5CC03F74-5803-4F38-A62F-D2428C5EBB41}">
      <dsp:nvSpPr>
        <dsp:cNvPr id="0" name=""/>
        <dsp:cNvSpPr/>
      </dsp:nvSpPr>
      <dsp:spPr>
        <a:xfrm>
          <a:off x="1173024" y="546595"/>
          <a:ext cx="138039" cy="2457641"/>
        </a:xfrm>
        <a:custGeom>
          <a:avLst/>
          <a:gdLst/>
          <a:ahLst/>
          <a:cxnLst/>
          <a:rect l="0" t="0" r="0" b="0"/>
          <a:pathLst>
            <a:path>
              <a:moveTo>
                <a:pt x="0" y="0"/>
              </a:moveTo>
              <a:lnTo>
                <a:pt x="0" y="2457641"/>
              </a:lnTo>
              <a:lnTo>
                <a:pt x="138039" y="2457641"/>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4322C00-38ED-4F8F-8A73-A8B187277F4B}">
      <dsp:nvSpPr>
        <dsp:cNvPr id="0" name=""/>
        <dsp:cNvSpPr/>
      </dsp:nvSpPr>
      <dsp:spPr>
        <a:xfrm>
          <a:off x="1311064" y="2731166"/>
          <a:ext cx="1182341" cy="546142"/>
        </a:xfrm>
        <a:prstGeom prst="roundRect">
          <a:avLst>
            <a:gd name="adj" fmla="val 10000"/>
          </a:avLst>
        </a:prstGeom>
        <a:solidFill>
          <a:schemeClr val="lt1">
            <a:alpha val="90000"/>
            <a:hueOff val="0"/>
            <a:satOff val="0"/>
            <a:lumOff val="0"/>
            <a:alphaOff val="0"/>
          </a:schemeClr>
        </a:solidFill>
        <a:ln w="25400" cap="flat" cmpd="sng" algn="ctr">
          <a:solidFill>
            <a:schemeClr val="accent4">
              <a:hueOff val="-3348577"/>
              <a:satOff val="20174"/>
              <a:lumOff val="161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rtl="0">
            <a:lnSpc>
              <a:spcPct val="90000"/>
            </a:lnSpc>
            <a:spcBef>
              <a:spcPct val="0"/>
            </a:spcBef>
            <a:spcAft>
              <a:spcPct val="35000"/>
            </a:spcAft>
            <a:buNone/>
          </a:pPr>
          <a:r>
            <a:rPr lang="en-GB" sz="1600" kern="1200"/>
            <a:t>Staff </a:t>
          </a:r>
        </a:p>
      </dsp:txBody>
      <dsp:txXfrm>
        <a:off x="1327060" y="2747162"/>
        <a:ext cx="1150349" cy="514150"/>
      </dsp:txXfrm>
    </dsp:sp>
    <dsp:sp modelId="{D8BC1F04-5219-409F-A3CD-D8F1C3E8FD3F}">
      <dsp:nvSpPr>
        <dsp:cNvPr id="0" name=""/>
        <dsp:cNvSpPr/>
      </dsp:nvSpPr>
      <dsp:spPr>
        <a:xfrm>
          <a:off x="1173024" y="546595"/>
          <a:ext cx="138039" cy="3140319"/>
        </a:xfrm>
        <a:custGeom>
          <a:avLst/>
          <a:gdLst/>
          <a:ahLst/>
          <a:cxnLst/>
          <a:rect l="0" t="0" r="0" b="0"/>
          <a:pathLst>
            <a:path>
              <a:moveTo>
                <a:pt x="0" y="0"/>
              </a:moveTo>
              <a:lnTo>
                <a:pt x="0" y="3140319"/>
              </a:lnTo>
              <a:lnTo>
                <a:pt x="138039" y="3140319"/>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7FE8208-6D7B-404A-B55B-96C4F3F54455}">
      <dsp:nvSpPr>
        <dsp:cNvPr id="0" name=""/>
        <dsp:cNvSpPr/>
      </dsp:nvSpPr>
      <dsp:spPr>
        <a:xfrm>
          <a:off x="1311064" y="3413844"/>
          <a:ext cx="1182341" cy="546142"/>
        </a:xfrm>
        <a:prstGeom prst="roundRect">
          <a:avLst>
            <a:gd name="adj" fmla="val 10000"/>
          </a:avLst>
        </a:prstGeom>
        <a:solidFill>
          <a:schemeClr val="lt1">
            <a:alpha val="90000"/>
            <a:hueOff val="0"/>
            <a:satOff val="0"/>
            <a:lumOff val="0"/>
            <a:alphaOff val="0"/>
          </a:schemeClr>
        </a:solidFill>
        <a:ln w="25400" cap="flat" cmpd="sng" algn="ctr">
          <a:solidFill>
            <a:schemeClr val="accent4">
              <a:hueOff val="-4464770"/>
              <a:satOff val="26899"/>
              <a:lumOff val="215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rtl="0">
            <a:lnSpc>
              <a:spcPct val="90000"/>
            </a:lnSpc>
            <a:spcBef>
              <a:spcPct val="0"/>
            </a:spcBef>
            <a:spcAft>
              <a:spcPct val="35000"/>
            </a:spcAft>
            <a:buNone/>
          </a:pPr>
          <a:r>
            <a:rPr lang="en-GB" sz="1600" kern="1200"/>
            <a:t>Department</a:t>
          </a:r>
        </a:p>
      </dsp:txBody>
      <dsp:txXfrm>
        <a:off x="1327060" y="3429840"/>
        <a:ext cx="1150349" cy="51415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44C081-7642-4D93-84C2-081C73834DFC}">
      <dsp:nvSpPr>
        <dsp:cNvPr id="0" name=""/>
        <dsp:cNvSpPr/>
      </dsp:nvSpPr>
      <dsp:spPr>
        <a:xfrm>
          <a:off x="678703" y="869"/>
          <a:ext cx="2274782" cy="536095"/>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rtl="0">
            <a:lnSpc>
              <a:spcPct val="90000"/>
            </a:lnSpc>
            <a:spcBef>
              <a:spcPct val="0"/>
            </a:spcBef>
            <a:spcAft>
              <a:spcPct val="35000"/>
            </a:spcAft>
            <a:buNone/>
          </a:pPr>
          <a:r>
            <a:rPr lang="en-GB" sz="2000" kern="1200" dirty="0"/>
            <a:t>Possible relationships</a:t>
          </a:r>
        </a:p>
      </dsp:txBody>
      <dsp:txXfrm>
        <a:off x="694405" y="16571"/>
        <a:ext cx="2243378" cy="504691"/>
      </dsp:txXfrm>
    </dsp:sp>
    <dsp:sp modelId="{134AFBF0-063D-4699-B904-717F2A8DE3D3}">
      <dsp:nvSpPr>
        <dsp:cNvPr id="0" name=""/>
        <dsp:cNvSpPr/>
      </dsp:nvSpPr>
      <dsp:spPr>
        <a:xfrm>
          <a:off x="906181" y="536964"/>
          <a:ext cx="227478" cy="402071"/>
        </a:xfrm>
        <a:custGeom>
          <a:avLst/>
          <a:gdLst/>
          <a:ahLst/>
          <a:cxnLst/>
          <a:rect l="0" t="0" r="0" b="0"/>
          <a:pathLst>
            <a:path>
              <a:moveTo>
                <a:pt x="0" y="0"/>
              </a:moveTo>
              <a:lnTo>
                <a:pt x="0" y="402071"/>
              </a:lnTo>
              <a:lnTo>
                <a:pt x="227478" y="402071"/>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57C44EA-DC59-4A5A-85D4-DC3A701FFA42}">
      <dsp:nvSpPr>
        <dsp:cNvPr id="0" name=""/>
        <dsp:cNvSpPr/>
      </dsp:nvSpPr>
      <dsp:spPr>
        <a:xfrm>
          <a:off x="1133659" y="670988"/>
          <a:ext cx="3300205" cy="536095"/>
        </a:xfrm>
        <a:prstGeom prst="roundRect">
          <a:avLst>
            <a:gd name="adj" fmla="val 10000"/>
          </a:avLst>
        </a:prstGeom>
        <a:solidFill>
          <a:schemeClr val="lt1">
            <a:alpha val="90000"/>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rtl="0">
            <a:lnSpc>
              <a:spcPct val="90000"/>
            </a:lnSpc>
            <a:spcBef>
              <a:spcPct val="0"/>
            </a:spcBef>
            <a:spcAft>
              <a:spcPct val="35000"/>
            </a:spcAft>
            <a:buNone/>
          </a:pPr>
          <a:r>
            <a:rPr lang="en-GB" sz="1600" kern="1200" dirty="0"/>
            <a:t>Student is registered for one course</a:t>
          </a:r>
        </a:p>
      </dsp:txBody>
      <dsp:txXfrm>
        <a:off x="1149361" y="686690"/>
        <a:ext cx="3268801" cy="504691"/>
      </dsp:txXfrm>
    </dsp:sp>
    <dsp:sp modelId="{2049A476-4F82-4C9A-A104-0E98AB6AA634}">
      <dsp:nvSpPr>
        <dsp:cNvPr id="0" name=""/>
        <dsp:cNvSpPr/>
      </dsp:nvSpPr>
      <dsp:spPr>
        <a:xfrm>
          <a:off x="906181" y="536964"/>
          <a:ext cx="227478" cy="1072191"/>
        </a:xfrm>
        <a:custGeom>
          <a:avLst/>
          <a:gdLst/>
          <a:ahLst/>
          <a:cxnLst/>
          <a:rect l="0" t="0" r="0" b="0"/>
          <a:pathLst>
            <a:path>
              <a:moveTo>
                <a:pt x="0" y="0"/>
              </a:moveTo>
              <a:lnTo>
                <a:pt x="0" y="1072191"/>
              </a:lnTo>
              <a:lnTo>
                <a:pt x="227478" y="1072191"/>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1BB5BCE-7438-49A4-92B0-89461B5DBEEB}">
      <dsp:nvSpPr>
        <dsp:cNvPr id="0" name=""/>
        <dsp:cNvSpPr/>
      </dsp:nvSpPr>
      <dsp:spPr>
        <a:xfrm>
          <a:off x="1133659" y="1341108"/>
          <a:ext cx="3300205" cy="536095"/>
        </a:xfrm>
        <a:prstGeom prst="roundRect">
          <a:avLst>
            <a:gd name="adj" fmla="val 10000"/>
          </a:avLst>
        </a:prstGeom>
        <a:solidFill>
          <a:schemeClr val="lt1">
            <a:alpha val="90000"/>
            <a:hueOff val="0"/>
            <a:satOff val="0"/>
            <a:lumOff val="0"/>
            <a:alphaOff val="0"/>
          </a:schemeClr>
        </a:solidFill>
        <a:ln w="25400" cap="flat" cmpd="sng" algn="ctr">
          <a:solidFill>
            <a:schemeClr val="accent4">
              <a:hueOff val="-1116192"/>
              <a:satOff val="6725"/>
              <a:lumOff val="539"/>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rtl="0">
            <a:lnSpc>
              <a:spcPct val="90000"/>
            </a:lnSpc>
            <a:spcBef>
              <a:spcPct val="0"/>
            </a:spcBef>
            <a:spcAft>
              <a:spcPct val="35000"/>
            </a:spcAft>
            <a:buNone/>
          </a:pPr>
          <a:r>
            <a:rPr lang="en-GB" sz="1600" kern="1200"/>
            <a:t>Course consists of a number of modules</a:t>
          </a:r>
        </a:p>
      </dsp:txBody>
      <dsp:txXfrm>
        <a:off x="1149361" y="1356810"/>
        <a:ext cx="3268801" cy="504691"/>
      </dsp:txXfrm>
    </dsp:sp>
    <dsp:sp modelId="{24502CB3-AEB2-4939-9970-77B1E8956601}">
      <dsp:nvSpPr>
        <dsp:cNvPr id="0" name=""/>
        <dsp:cNvSpPr/>
      </dsp:nvSpPr>
      <dsp:spPr>
        <a:xfrm>
          <a:off x="906181" y="536964"/>
          <a:ext cx="227478" cy="1742311"/>
        </a:xfrm>
        <a:custGeom>
          <a:avLst/>
          <a:gdLst/>
          <a:ahLst/>
          <a:cxnLst/>
          <a:rect l="0" t="0" r="0" b="0"/>
          <a:pathLst>
            <a:path>
              <a:moveTo>
                <a:pt x="0" y="0"/>
              </a:moveTo>
              <a:lnTo>
                <a:pt x="0" y="1742311"/>
              </a:lnTo>
              <a:lnTo>
                <a:pt x="227478" y="1742311"/>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6A83695-3068-4C68-B5A1-F7F3282C89FF}">
      <dsp:nvSpPr>
        <dsp:cNvPr id="0" name=""/>
        <dsp:cNvSpPr/>
      </dsp:nvSpPr>
      <dsp:spPr>
        <a:xfrm>
          <a:off x="1133659" y="2011227"/>
          <a:ext cx="3300205" cy="536095"/>
        </a:xfrm>
        <a:prstGeom prst="roundRect">
          <a:avLst>
            <a:gd name="adj" fmla="val 10000"/>
          </a:avLst>
        </a:prstGeom>
        <a:solidFill>
          <a:schemeClr val="lt1">
            <a:alpha val="90000"/>
            <a:hueOff val="0"/>
            <a:satOff val="0"/>
            <a:lumOff val="0"/>
            <a:alphaOff val="0"/>
          </a:schemeClr>
        </a:solidFill>
        <a:ln w="25400" cap="flat" cmpd="sng" algn="ctr">
          <a:solidFill>
            <a:schemeClr val="accent4">
              <a:hueOff val="-2232385"/>
              <a:satOff val="13449"/>
              <a:lumOff val="107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rtl="0">
            <a:lnSpc>
              <a:spcPct val="90000"/>
            </a:lnSpc>
            <a:spcBef>
              <a:spcPct val="0"/>
            </a:spcBef>
            <a:spcAft>
              <a:spcPct val="35000"/>
            </a:spcAft>
            <a:buNone/>
          </a:pPr>
          <a:r>
            <a:rPr lang="en-GB" sz="1600" kern="1200" dirty="0"/>
            <a:t>Module is led by one member of staff</a:t>
          </a:r>
        </a:p>
      </dsp:txBody>
      <dsp:txXfrm>
        <a:off x="1149361" y="2026929"/>
        <a:ext cx="3268801" cy="504691"/>
      </dsp:txXfrm>
    </dsp:sp>
    <dsp:sp modelId="{F01DA7FC-565C-4875-A813-6299909B661E}">
      <dsp:nvSpPr>
        <dsp:cNvPr id="0" name=""/>
        <dsp:cNvSpPr/>
      </dsp:nvSpPr>
      <dsp:spPr>
        <a:xfrm>
          <a:off x="906181" y="536964"/>
          <a:ext cx="227478" cy="2412430"/>
        </a:xfrm>
        <a:custGeom>
          <a:avLst/>
          <a:gdLst/>
          <a:ahLst/>
          <a:cxnLst/>
          <a:rect l="0" t="0" r="0" b="0"/>
          <a:pathLst>
            <a:path>
              <a:moveTo>
                <a:pt x="0" y="0"/>
              </a:moveTo>
              <a:lnTo>
                <a:pt x="0" y="2412430"/>
              </a:lnTo>
              <a:lnTo>
                <a:pt x="227478" y="2412430"/>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5F6884B-21D9-4AF4-87B4-0D73FC7E6C6A}">
      <dsp:nvSpPr>
        <dsp:cNvPr id="0" name=""/>
        <dsp:cNvSpPr/>
      </dsp:nvSpPr>
      <dsp:spPr>
        <a:xfrm>
          <a:off x="1133659" y="2681347"/>
          <a:ext cx="3300205" cy="536095"/>
        </a:xfrm>
        <a:prstGeom prst="roundRect">
          <a:avLst>
            <a:gd name="adj" fmla="val 10000"/>
          </a:avLst>
        </a:prstGeom>
        <a:solidFill>
          <a:schemeClr val="lt1">
            <a:alpha val="90000"/>
            <a:hueOff val="0"/>
            <a:satOff val="0"/>
            <a:lumOff val="0"/>
            <a:alphaOff val="0"/>
          </a:schemeClr>
        </a:solidFill>
        <a:ln w="25400" cap="flat" cmpd="sng" algn="ctr">
          <a:solidFill>
            <a:schemeClr val="accent4">
              <a:hueOff val="-3348577"/>
              <a:satOff val="20174"/>
              <a:lumOff val="161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rtl="0">
            <a:lnSpc>
              <a:spcPct val="90000"/>
            </a:lnSpc>
            <a:spcBef>
              <a:spcPct val="0"/>
            </a:spcBef>
            <a:spcAft>
              <a:spcPct val="35000"/>
            </a:spcAft>
            <a:buNone/>
          </a:pPr>
          <a:r>
            <a:rPr lang="en-GB" sz="1600" kern="1200" dirty="0"/>
            <a:t>Department employs many staff</a:t>
          </a:r>
        </a:p>
      </dsp:txBody>
      <dsp:txXfrm>
        <a:off x="1149361" y="2697049"/>
        <a:ext cx="3268801" cy="504691"/>
      </dsp:txXfrm>
    </dsp:sp>
    <dsp:sp modelId="{9AC868FD-43BA-4C8F-B6DF-C01A6CF047CA}">
      <dsp:nvSpPr>
        <dsp:cNvPr id="0" name=""/>
        <dsp:cNvSpPr/>
      </dsp:nvSpPr>
      <dsp:spPr>
        <a:xfrm>
          <a:off x="906181" y="536964"/>
          <a:ext cx="227478" cy="3082550"/>
        </a:xfrm>
        <a:custGeom>
          <a:avLst/>
          <a:gdLst/>
          <a:ahLst/>
          <a:cxnLst/>
          <a:rect l="0" t="0" r="0" b="0"/>
          <a:pathLst>
            <a:path>
              <a:moveTo>
                <a:pt x="0" y="0"/>
              </a:moveTo>
              <a:lnTo>
                <a:pt x="0" y="3082550"/>
              </a:lnTo>
              <a:lnTo>
                <a:pt x="227478" y="3082550"/>
              </a:lnTo>
            </a:path>
          </a:pathLst>
        </a:custGeom>
        <a:noFill/>
        <a:ln w="254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88CB326-B30E-470C-B9FB-1C11E6FF91B4}">
      <dsp:nvSpPr>
        <dsp:cNvPr id="0" name=""/>
        <dsp:cNvSpPr/>
      </dsp:nvSpPr>
      <dsp:spPr>
        <a:xfrm>
          <a:off x="1133659" y="3351467"/>
          <a:ext cx="3300205" cy="536095"/>
        </a:xfrm>
        <a:prstGeom prst="roundRect">
          <a:avLst>
            <a:gd name="adj" fmla="val 10000"/>
          </a:avLst>
        </a:prstGeom>
        <a:solidFill>
          <a:schemeClr val="lt1">
            <a:alpha val="90000"/>
            <a:hueOff val="0"/>
            <a:satOff val="0"/>
            <a:lumOff val="0"/>
            <a:alphaOff val="0"/>
          </a:schemeClr>
        </a:solidFill>
        <a:ln w="25400" cap="flat" cmpd="sng" algn="ctr">
          <a:solidFill>
            <a:schemeClr val="accent4">
              <a:hueOff val="-4464770"/>
              <a:satOff val="26899"/>
              <a:lumOff val="215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rtl="0">
            <a:lnSpc>
              <a:spcPct val="90000"/>
            </a:lnSpc>
            <a:spcBef>
              <a:spcPct val="0"/>
            </a:spcBef>
            <a:spcAft>
              <a:spcPct val="35000"/>
            </a:spcAft>
            <a:buNone/>
          </a:pPr>
          <a:r>
            <a:rPr lang="en-GB" sz="1600" kern="1200" dirty="0"/>
            <a:t>Department  runs many courses</a:t>
          </a:r>
        </a:p>
      </dsp:txBody>
      <dsp:txXfrm>
        <a:off x="1149361" y="3367169"/>
        <a:ext cx="3268801" cy="50469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393983-AD39-4D03-A365-6CDC41FF93FA}">
      <dsp:nvSpPr>
        <dsp:cNvPr id="0" name=""/>
        <dsp:cNvSpPr/>
      </dsp:nvSpPr>
      <dsp:spPr>
        <a:xfrm>
          <a:off x="622654" y="1113"/>
          <a:ext cx="1107097" cy="251736"/>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GB" sz="900" kern="1200" dirty="0"/>
            <a:t>Department</a:t>
          </a:r>
          <a:endParaRPr lang="en-US" sz="900" kern="1200" dirty="0"/>
        </a:p>
      </dsp:txBody>
      <dsp:txXfrm>
        <a:off x="630027" y="8486"/>
        <a:ext cx="1092351" cy="236990"/>
      </dsp:txXfrm>
    </dsp:sp>
    <dsp:sp modelId="{9E4F4C99-5FCB-45E9-8156-E0BF62E32153}">
      <dsp:nvSpPr>
        <dsp:cNvPr id="0" name=""/>
        <dsp:cNvSpPr/>
      </dsp:nvSpPr>
      <dsp:spPr>
        <a:xfrm>
          <a:off x="733364" y="252850"/>
          <a:ext cx="110709" cy="135475"/>
        </a:xfrm>
        <a:custGeom>
          <a:avLst/>
          <a:gdLst/>
          <a:ahLst/>
          <a:cxnLst/>
          <a:rect l="0" t="0" r="0" b="0"/>
          <a:pathLst>
            <a:path>
              <a:moveTo>
                <a:pt x="0" y="0"/>
              </a:moveTo>
              <a:lnTo>
                <a:pt x="0" y="135475"/>
              </a:lnTo>
              <a:lnTo>
                <a:pt x="110709" y="135475"/>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C8E08DB-FA9E-4CDE-9A4E-9520E1FE44AF}">
      <dsp:nvSpPr>
        <dsp:cNvPr id="0" name=""/>
        <dsp:cNvSpPr/>
      </dsp:nvSpPr>
      <dsp:spPr>
        <a:xfrm>
          <a:off x="844074" y="262456"/>
          <a:ext cx="885679" cy="251736"/>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GB" sz="900" kern="1200" dirty="0" err="1"/>
            <a:t>Department_No</a:t>
          </a:r>
          <a:endParaRPr lang="en-US" sz="900" kern="1200" dirty="0"/>
        </a:p>
      </dsp:txBody>
      <dsp:txXfrm>
        <a:off x="851447" y="269829"/>
        <a:ext cx="870933" cy="236990"/>
      </dsp:txXfrm>
    </dsp:sp>
    <dsp:sp modelId="{1DB632A0-CC22-40F6-95F1-1DFF80973CD7}">
      <dsp:nvSpPr>
        <dsp:cNvPr id="0" name=""/>
        <dsp:cNvSpPr/>
      </dsp:nvSpPr>
      <dsp:spPr>
        <a:xfrm>
          <a:off x="733364" y="252850"/>
          <a:ext cx="110709" cy="396818"/>
        </a:xfrm>
        <a:custGeom>
          <a:avLst/>
          <a:gdLst/>
          <a:ahLst/>
          <a:cxnLst/>
          <a:rect l="0" t="0" r="0" b="0"/>
          <a:pathLst>
            <a:path>
              <a:moveTo>
                <a:pt x="0" y="0"/>
              </a:moveTo>
              <a:lnTo>
                <a:pt x="0" y="396818"/>
              </a:lnTo>
              <a:lnTo>
                <a:pt x="110709" y="39681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EBA5262-CC6F-4D1C-9739-2569B76A2BB0}">
      <dsp:nvSpPr>
        <dsp:cNvPr id="0" name=""/>
        <dsp:cNvSpPr/>
      </dsp:nvSpPr>
      <dsp:spPr>
        <a:xfrm>
          <a:off x="844074" y="523800"/>
          <a:ext cx="885679" cy="251736"/>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220593"/>
              <a:satOff val="-331"/>
              <a:lumOff val="-5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GB" sz="900" kern="1200" dirty="0"/>
            <a:t> Name</a:t>
          </a:r>
          <a:endParaRPr lang="en-US" sz="900" kern="1200" dirty="0"/>
        </a:p>
      </dsp:txBody>
      <dsp:txXfrm>
        <a:off x="851447" y="531173"/>
        <a:ext cx="870933" cy="236990"/>
      </dsp:txXfrm>
    </dsp:sp>
    <dsp:sp modelId="{4738DFC3-A04D-44DF-A7A5-702F8CD6E6BA}">
      <dsp:nvSpPr>
        <dsp:cNvPr id="0" name=""/>
        <dsp:cNvSpPr/>
      </dsp:nvSpPr>
      <dsp:spPr>
        <a:xfrm>
          <a:off x="733364" y="252850"/>
          <a:ext cx="110709" cy="658161"/>
        </a:xfrm>
        <a:custGeom>
          <a:avLst/>
          <a:gdLst/>
          <a:ahLst/>
          <a:cxnLst/>
          <a:rect l="0" t="0" r="0" b="0"/>
          <a:pathLst>
            <a:path>
              <a:moveTo>
                <a:pt x="0" y="0"/>
              </a:moveTo>
              <a:lnTo>
                <a:pt x="0" y="658161"/>
              </a:lnTo>
              <a:lnTo>
                <a:pt x="110709" y="65816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751D26D-CF2F-4C9A-A700-743C4C6E95EC}">
      <dsp:nvSpPr>
        <dsp:cNvPr id="0" name=""/>
        <dsp:cNvSpPr/>
      </dsp:nvSpPr>
      <dsp:spPr>
        <a:xfrm>
          <a:off x="844074" y="785143"/>
          <a:ext cx="885679" cy="251736"/>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441187"/>
              <a:satOff val="-662"/>
              <a:lumOff val="-10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GB" sz="900" kern="1200" dirty="0"/>
            <a:t> Location</a:t>
          </a:r>
          <a:endParaRPr lang="en-US" sz="900" kern="1200" dirty="0"/>
        </a:p>
      </dsp:txBody>
      <dsp:txXfrm>
        <a:off x="851447" y="792516"/>
        <a:ext cx="870933" cy="236990"/>
      </dsp:txXfrm>
    </dsp:sp>
    <dsp:sp modelId="{24A50372-BF7A-46AA-9641-57F834429A71}">
      <dsp:nvSpPr>
        <dsp:cNvPr id="0" name=""/>
        <dsp:cNvSpPr/>
      </dsp:nvSpPr>
      <dsp:spPr>
        <a:xfrm>
          <a:off x="733364" y="252850"/>
          <a:ext cx="110709" cy="919505"/>
        </a:xfrm>
        <a:custGeom>
          <a:avLst/>
          <a:gdLst/>
          <a:ahLst/>
          <a:cxnLst/>
          <a:rect l="0" t="0" r="0" b="0"/>
          <a:pathLst>
            <a:path>
              <a:moveTo>
                <a:pt x="0" y="0"/>
              </a:moveTo>
              <a:lnTo>
                <a:pt x="0" y="919505"/>
              </a:lnTo>
              <a:lnTo>
                <a:pt x="110709" y="919505"/>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10FFFD5-79BF-4411-AF53-F914F537FB6C}">
      <dsp:nvSpPr>
        <dsp:cNvPr id="0" name=""/>
        <dsp:cNvSpPr/>
      </dsp:nvSpPr>
      <dsp:spPr>
        <a:xfrm>
          <a:off x="844074" y="1046486"/>
          <a:ext cx="885679" cy="251736"/>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661780"/>
              <a:satOff val="-993"/>
              <a:lumOff val="-16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GB" sz="900" kern="1200" dirty="0"/>
            <a:t> </a:t>
          </a:r>
          <a:r>
            <a:rPr lang="en-GB" sz="900" kern="1200" dirty="0" err="1"/>
            <a:t>Tel_no</a:t>
          </a:r>
          <a:endParaRPr lang="en-US" sz="900" kern="1200" dirty="0"/>
        </a:p>
      </dsp:txBody>
      <dsp:txXfrm>
        <a:off x="851447" y="1053859"/>
        <a:ext cx="870933" cy="236990"/>
      </dsp:txXfrm>
    </dsp:sp>
    <dsp:sp modelId="{0691A92A-F060-49B7-A552-3111C7FFD37D}">
      <dsp:nvSpPr>
        <dsp:cNvPr id="0" name=""/>
        <dsp:cNvSpPr/>
      </dsp:nvSpPr>
      <dsp:spPr>
        <a:xfrm>
          <a:off x="1748966" y="1113"/>
          <a:ext cx="1107097" cy="251736"/>
        </a:xfrm>
        <a:prstGeom prst="roundRect">
          <a:avLst>
            <a:gd name="adj" fmla="val 10000"/>
          </a:avLst>
        </a:prstGeom>
        <a:solidFill>
          <a:schemeClr val="accent3">
            <a:hueOff val="2250053"/>
            <a:satOff val="-3376"/>
            <a:lumOff val="-54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GB" sz="900" kern="1200" dirty="0"/>
            <a:t>Staff</a:t>
          </a:r>
          <a:endParaRPr lang="en-US" sz="900" kern="1200" dirty="0"/>
        </a:p>
      </dsp:txBody>
      <dsp:txXfrm>
        <a:off x="1756339" y="8486"/>
        <a:ext cx="1092351" cy="236990"/>
      </dsp:txXfrm>
    </dsp:sp>
    <dsp:sp modelId="{7D0B856D-40DF-4088-8D8E-7C0D9386682E}">
      <dsp:nvSpPr>
        <dsp:cNvPr id="0" name=""/>
        <dsp:cNvSpPr/>
      </dsp:nvSpPr>
      <dsp:spPr>
        <a:xfrm>
          <a:off x="1859675" y="252850"/>
          <a:ext cx="110709" cy="135475"/>
        </a:xfrm>
        <a:custGeom>
          <a:avLst/>
          <a:gdLst/>
          <a:ahLst/>
          <a:cxnLst/>
          <a:rect l="0" t="0" r="0" b="0"/>
          <a:pathLst>
            <a:path>
              <a:moveTo>
                <a:pt x="0" y="0"/>
              </a:moveTo>
              <a:lnTo>
                <a:pt x="0" y="135475"/>
              </a:lnTo>
              <a:lnTo>
                <a:pt x="110709" y="135475"/>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0FB2447-F469-473F-BB46-52D7AF19048D}">
      <dsp:nvSpPr>
        <dsp:cNvPr id="0" name=""/>
        <dsp:cNvSpPr/>
      </dsp:nvSpPr>
      <dsp:spPr>
        <a:xfrm>
          <a:off x="1970385" y="262456"/>
          <a:ext cx="885679" cy="251736"/>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882374"/>
              <a:satOff val="-1324"/>
              <a:lumOff val="-21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GB" sz="900" kern="1200" dirty="0" err="1"/>
            <a:t>Staff_No</a:t>
          </a:r>
          <a:endParaRPr lang="en-US" sz="900" kern="1200" dirty="0"/>
        </a:p>
      </dsp:txBody>
      <dsp:txXfrm>
        <a:off x="1977758" y="269829"/>
        <a:ext cx="870933" cy="236990"/>
      </dsp:txXfrm>
    </dsp:sp>
    <dsp:sp modelId="{3C2BBE2A-467B-436E-9F1F-7D35B9E84A6A}">
      <dsp:nvSpPr>
        <dsp:cNvPr id="0" name=""/>
        <dsp:cNvSpPr/>
      </dsp:nvSpPr>
      <dsp:spPr>
        <a:xfrm>
          <a:off x="1859675" y="252850"/>
          <a:ext cx="110709" cy="396818"/>
        </a:xfrm>
        <a:custGeom>
          <a:avLst/>
          <a:gdLst/>
          <a:ahLst/>
          <a:cxnLst/>
          <a:rect l="0" t="0" r="0" b="0"/>
          <a:pathLst>
            <a:path>
              <a:moveTo>
                <a:pt x="0" y="0"/>
              </a:moveTo>
              <a:lnTo>
                <a:pt x="0" y="396818"/>
              </a:lnTo>
              <a:lnTo>
                <a:pt x="110709" y="39681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32D968D-69F0-47E6-816C-E8E0DE0B866A}">
      <dsp:nvSpPr>
        <dsp:cNvPr id="0" name=""/>
        <dsp:cNvSpPr/>
      </dsp:nvSpPr>
      <dsp:spPr>
        <a:xfrm>
          <a:off x="1970385" y="523800"/>
          <a:ext cx="885679" cy="251736"/>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1102967"/>
              <a:satOff val="-1655"/>
              <a:lumOff val="-269"/>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GB" sz="700" kern="1200" dirty="0" err="1"/>
            <a:t>Department_No</a:t>
          </a:r>
          <a:endParaRPr lang="en-US" sz="700" kern="1200" dirty="0"/>
        </a:p>
      </dsp:txBody>
      <dsp:txXfrm>
        <a:off x="1977758" y="531173"/>
        <a:ext cx="870933" cy="236990"/>
      </dsp:txXfrm>
    </dsp:sp>
    <dsp:sp modelId="{00F36D22-4021-46EC-88B2-BEB32DB1C8C8}">
      <dsp:nvSpPr>
        <dsp:cNvPr id="0" name=""/>
        <dsp:cNvSpPr/>
      </dsp:nvSpPr>
      <dsp:spPr>
        <a:xfrm>
          <a:off x="1859675" y="252850"/>
          <a:ext cx="110709" cy="658161"/>
        </a:xfrm>
        <a:custGeom>
          <a:avLst/>
          <a:gdLst/>
          <a:ahLst/>
          <a:cxnLst/>
          <a:rect l="0" t="0" r="0" b="0"/>
          <a:pathLst>
            <a:path>
              <a:moveTo>
                <a:pt x="0" y="0"/>
              </a:moveTo>
              <a:lnTo>
                <a:pt x="0" y="658161"/>
              </a:lnTo>
              <a:lnTo>
                <a:pt x="110709" y="65816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6FB561A-5B9C-45B0-B44B-CFAE4D2A7945}">
      <dsp:nvSpPr>
        <dsp:cNvPr id="0" name=""/>
        <dsp:cNvSpPr/>
      </dsp:nvSpPr>
      <dsp:spPr>
        <a:xfrm>
          <a:off x="1970385" y="785143"/>
          <a:ext cx="885679" cy="251736"/>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1323560"/>
              <a:satOff val="-1986"/>
              <a:lumOff val="-32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GB" sz="900" kern="1200" dirty="0"/>
            <a:t> Title</a:t>
          </a:r>
          <a:endParaRPr lang="en-US" sz="900" kern="1200" dirty="0"/>
        </a:p>
      </dsp:txBody>
      <dsp:txXfrm>
        <a:off x="1977758" y="792516"/>
        <a:ext cx="870933" cy="236990"/>
      </dsp:txXfrm>
    </dsp:sp>
    <dsp:sp modelId="{B2B53CE6-CC33-4E53-9518-CC1323088B79}">
      <dsp:nvSpPr>
        <dsp:cNvPr id="0" name=""/>
        <dsp:cNvSpPr/>
      </dsp:nvSpPr>
      <dsp:spPr>
        <a:xfrm>
          <a:off x="1859675" y="252850"/>
          <a:ext cx="110709" cy="919505"/>
        </a:xfrm>
        <a:custGeom>
          <a:avLst/>
          <a:gdLst/>
          <a:ahLst/>
          <a:cxnLst/>
          <a:rect l="0" t="0" r="0" b="0"/>
          <a:pathLst>
            <a:path>
              <a:moveTo>
                <a:pt x="0" y="0"/>
              </a:moveTo>
              <a:lnTo>
                <a:pt x="0" y="919505"/>
              </a:lnTo>
              <a:lnTo>
                <a:pt x="110709" y="919505"/>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6984842-8A67-40F9-9BBF-E333012CAFD4}">
      <dsp:nvSpPr>
        <dsp:cNvPr id="0" name=""/>
        <dsp:cNvSpPr/>
      </dsp:nvSpPr>
      <dsp:spPr>
        <a:xfrm>
          <a:off x="1970385" y="1046486"/>
          <a:ext cx="885679" cy="251736"/>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1544154"/>
              <a:satOff val="-2317"/>
              <a:lumOff val="-37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GB" sz="900" kern="1200" dirty="0"/>
            <a:t> </a:t>
          </a:r>
          <a:r>
            <a:rPr lang="en-GB" sz="900" kern="1200" dirty="0" err="1"/>
            <a:t>F_name</a:t>
          </a:r>
          <a:endParaRPr lang="en-US" sz="900" kern="1200" dirty="0"/>
        </a:p>
      </dsp:txBody>
      <dsp:txXfrm>
        <a:off x="1977758" y="1053859"/>
        <a:ext cx="870933" cy="236990"/>
      </dsp:txXfrm>
    </dsp:sp>
    <dsp:sp modelId="{25BB6C47-E65B-4165-9AB5-4883B2867A8C}">
      <dsp:nvSpPr>
        <dsp:cNvPr id="0" name=""/>
        <dsp:cNvSpPr/>
      </dsp:nvSpPr>
      <dsp:spPr>
        <a:xfrm>
          <a:off x="1859675" y="252850"/>
          <a:ext cx="110709" cy="1180848"/>
        </a:xfrm>
        <a:custGeom>
          <a:avLst/>
          <a:gdLst/>
          <a:ahLst/>
          <a:cxnLst/>
          <a:rect l="0" t="0" r="0" b="0"/>
          <a:pathLst>
            <a:path>
              <a:moveTo>
                <a:pt x="0" y="0"/>
              </a:moveTo>
              <a:lnTo>
                <a:pt x="0" y="1180848"/>
              </a:lnTo>
              <a:lnTo>
                <a:pt x="110709" y="118084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18E893D-709B-43B1-9996-435BBE557998}">
      <dsp:nvSpPr>
        <dsp:cNvPr id="0" name=""/>
        <dsp:cNvSpPr/>
      </dsp:nvSpPr>
      <dsp:spPr>
        <a:xfrm>
          <a:off x="1970385" y="1307830"/>
          <a:ext cx="885679" cy="251736"/>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1764747"/>
              <a:satOff val="-2648"/>
              <a:lumOff val="-43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GB" sz="900" kern="1200" dirty="0"/>
            <a:t> </a:t>
          </a:r>
          <a:r>
            <a:rPr lang="en-GB" sz="900" kern="1200" dirty="0" err="1"/>
            <a:t>L_name</a:t>
          </a:r>
          <a:r>
            <a:rPr lang="en-GB" sz="900" kern="1200" dirty="0"/>
            <a:t>,</a:t>
          </a:r>
          <a:endParaRPr lang="en-US" sz="900" kern="1200" dirty="0"/>
        </a:p>
      </dsp:txBody>
      <dsp:txXfrm>
        <a:off x="1977758" y="1315203"/>
        <a:ext cx="870933" cy="236990"/>
      </dsp:txXfrm>
    </dsp:sp>
    <dsp:sp modelId="{D5746C1A-BF1B-45CA-BD04-539F3003AC77}">
      <dsp:nvSpPr>
        <dsp:cNvPr id="0" name=""/>
        <dsp:cNvSpPr/>
      </dsp:nvSpPr>
      <dsp:spPr>
        <a:xfrm>
          <a:off x="1859675" y="252850"/>
          <a:ext cx="110709" cy="1442191"/>
        </a:xfrm>
        <a:custGeom>
          <a:avLst/>
          <a:gdLst/>
          <a:ahLst/>
          <a:cxnLst/>
          <a:rect l="0" t="0" r="0" b="0"/>
          <a:pathLst>
            <a:path>
              <a:moveTo>
                <a:pt x="0" y="0"/>
              </a:moveTo>
              <a:lnTo>
                <a:pt x="0" y="1442191"/>
              </a:lnTo>
              <a:lnTo>
                <a:pt x="110709" y="144219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93179E9-1138-4B3B-AD06-ABB0357BD24F}">
      <dsp:nvSpPr>
        <dsp:cNvPr id="0" name=""/>
        <dsp:cNvSpPr/>
      </dsp:nvSpPr>
      <dsp:spPr>
        <a:xfrm>
          <a:off x="1970385" y="1569173"/>
          <a:ext cx="885679" cy="251736"/>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1985341"/>
              <a:satOff val="-2979"/>
              <a:lumOff val="-48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GB" sz="900" kern="1200" dirty="0" err="1"/>
            <a:t>H_No</a:t>
          </a:r>
          <a:endParaRPr lang="en-US" sz="900" kern="1200" dirty="0"/>
        </a:p>
      </dsp:txBody>
      <dsp:txXfrm>
        <a:off x="1977758" y="1576546"/>
        <a:ext cx="870933" cy="236990"/>
      </dsp:txXfrm>
    </dsp:sp>
    <dsp:sp modelId="{C8B2F7D9-D0FE-4C98-A392-651EE0F31E49}">
      <dsp:nvSpPr>
        <dsp:cNvPr id="0" name=""/>
        <dsp:cNvSpPr/>
      </dsp:nvSpPr>
      <dsp:spPr>
        <a:xfrm>
          <a:off x="1859675" y="252850"/>
          <a:ext cx="110709" cy="1727369"/>
        </a:xfrm>
        <a:custGeom>
          <a:avLst/>
          <a:gdLst/>
          <a:ahLst/>
          <a:cxnLst/>
          <a:rect l="0" t="0" r="0" b="0"/>
          <a:pathLst>
            <a:path>
              <a:moveTo>
                <a:pt x="0" y="0"/>
              </a:moveTo>
              <a:lnTo>
                <a:pt x="0" y="1727369"/>
              </a:lnTo>
              <a:lnTo>
                <a:pt x="110709" y="172736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0795796-7D0B-45FF-B269-77E8CFACF81D}">
      <dsp:nvSpPr>
        <dsp:cNvPr id="0" name=""/>
        <dsp:cNvSpPr/>
      </dsp:nvSpPr>
      <dsp:spPr>
        <a:xfrm>
          <a:off x="1970385" y="1830516"/>
          <a:ext cx="852478" cy="299406"/>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2205934"/>
              <a:satOff val="-3310"/>
              <a:lumOff val="-53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GB" sz="900" kern="1200" dirty="0"/>
            <a:t>Street</a:t>
          </a:r>
          <a:endParaRPr lang="en-US" sz="900" kern="1200" dirty="0"/>
        </a:p>
      </dsp:txBody>
      <dsp:txXfrm>
        <a:off x="1979154" y="1839285"/>
        <a:ext cx="834940" cy="281868"/>
      </dsp:txXfrm>
    </dsp:sp>
    <dsp:sp modelId="{B0EAA89B-2C9F-488F-B0AF-134E43D241D9}">
      <dsp:nvSpPr>
        <dsp:cNvPr id="0" name=""/>
        <dsp:cNvSpPr/>
      </dsp:nvSpPr>
      <dsp:spPr>
        <a:xfrm>
          <a:off x="1859675" y="252850"/>
          <a:ext cx="110709" cy="2012548"/>
        </a:xfrm>
        <a:custGeom>
          <a:avLst/>
          <a:gdLst/>
          <a:ahLst/>
          <a:cxnLst/>
          <a:rect l="0" t="0" r="0" b="0"/>
          <a:pathLst>
            <a:path>
              <a:moveTo>
                <a:pt x="0" y="0"/>
              </a:moveTo>
              <a:lnTo>
                <a:pt x="0" y="2012548"/>
              </a:lnTo>
              <a:lnTo>
                <a:pt x="110709" y="201254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264F852-CB61-4786-9619-744CD408E144}">
      <dsp:nvSpPr>
        <dsp:cNvPr id="0" name=""/>
        <dsp:cNvSpPr/>
      </dsp:nvSpPr>
      <dsp:spPr>
        <a:xfrm>
          <a:off x="1970385" y="2139529"/>
          <a:ext cx="885679" cy="251736"/>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2426527"/>
              <a:satOff val="-3641"/>
              <a:lumOff val="-592"/>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GB" sz="900" kern="1200" dirty="0"/>
            <a:t> City</a:t>
          </a:r>
          <a:endParaRPr lang="en-US" sz="900" kern="1200" dirty="0"/>
        </a:p>
      </dsp:txBody>
      <dsp:txXfrm>
        <a:off x="1977758" y="2146902"/>
        <a:ext cx="870933" cy="236990"/>
      </dsp:txXfrm>
    </dsp:sp>
    <dsp:sp modelId="{5C80B08F-E0A7-47C9-B5E6-09F8383E2F5D}">
      <dsp:nvSpPr>
        <dsp:cNvPr id="0" name=""/>
        <dsp:cNvSpPr/>
      </dsp:nvSpPr>
      <dsp:spPr>
        <a:xfrm>
          <a:off x="1859675" y="252850"/>
          <a:ext cx="110709" cy="2273891"/>
        </a:xfrm>
        <a:custGeom>
          <a:avLst/>
          <a:gdLst/>
          <a:ahLst/>
          <a:cxnLst/>
          <a:rect l="0" t="0" r="0" b="0"/>
          <a:pathLst>
            <a:path>
              <a:moveTo>
                <a:pt x="0" y="0"/>
              </a:moveTo>
              <a:lnTo>
                <a:pt x="0" y="2273891"/>
              </a:lnTo>
              <a:lnTo>
                <a:pt x="110709" y="227389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1A36072-1C0F-4270-A78A-ECE8C20BEF49}">
      <dsp:nvSpPr>
        <dsp:cNvPr id="0" name=""/>
        <dsp:cNvSpPr/>
      </dsp:nvSpPr>
      <dsp:spPr>
        <a:xfrm>
          <a:off x="1970385" y="2400873"/>
          <a:ext cx="885679" cy="251736"/>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2647121"/>
              <a:satOff val="-3972"/>
              <a:lumOff val="-64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GB" sz="900" kern="1200" dirty="0"/>
            <a:t>Postcode</a:t>
          </a:r>
          <a:endParaRPr lang="en-US" sz="900" kern="1200" dirty="0"/>
        </a:p>
      </dsp:txBody>
      <dsp:txXfrm>
        <a:off x="1977758" y="2408246"/>
        <a:ext cx="870933" cy="236990"/>
      </dsp:txXfrm>
    </dsp:sp>
    <dsp:sp modelId="{A136091F-38A7-4209-8A7C-E90D18311416}">
      <dsp:nvSpPr>
        <dsp:cNvPr id="0" name=""/>
        <dsp:cNvSpPr/>
      </dsp:nvSpPr>
      <dsp:spPr>
        <a:xfrm>
          <a:off x="1859675" y="252850"/>
          <a:ext cx="110709" cy="2535234"/>
        </a:xfrm>
        <a:custGeom>
          <a:avLst/>
          <a:gdLst/>
          <a:ahLst/>
          <a:cxnLst/>
          <a:rect l="0" t="0" r="0" b="0"/>
          <a:pathLst>
            <a:path>
              <a:moveTo>
                <a:pt x="0" y="0"/>
              </a:moveTo>
              <a:lnTo>
                <a:pt x="0" y="2535234"/>
              </a:lnTo>
              <a:lnTo>
                <a:pt x="110709" y="2535234"/>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751D328-744C-42A3-80C7-3A20DF85E29A}">
      <dsp:nvSpPr>
        <dsp:cNvPr id="0" name=""/>
        <dsp:cNvSpPr/>
      </dsp:nvSpPr>
      <dsp:spPr>
        <a:xfrm>
          <a:off x="1970385" y="2662216"/>
          <a:ext cx="1002623" cy="251736"/>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2867715"/>
              <a:satOff val="-4303"/>
              <a:lumOff val="-70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GB" sz="900" kern="1200" dirty="0"/>
            <a:t> </a:t>
          </a:r>
          <a:r>
            <a:rPr lang="en-GB" sz="900" kern="1200" dirty="0" err="1"/>
            <a:t>Home_Tel_No</a:t>
          </a:r>
          <a:endParaRPr lang="en-US" sz="900" kern="1200" dirty="0"/>
        </a:p>
      </dsp:txBody>
      <dsp:txXfrm>
        <a:off x="1977758" y="2669589"/>
        <a:ext cx="987877" cy="236990"/>
      </dsp:txXfrm>
    </dsp:sp>
    <dsp:sp modelId="{EFD0B9AD-F493-480C-A301-007AF5FB9136}">
      <dsp:nvSpPr>
        <dsp:cNvPr id="0" name=""/>
        <dsp:cNvSpPr/>
      </dsp:nvSpPr>
      <dsp:spPr>
        <a:xfrm>
          <a:off x="1859675" y="252850"/>
          <a:ext cx="110709" cy="2796578"/>
        </a:xfrm>
        <a:custGeom>
          <a:avLst/>
          <a:gdLst/>
          <a:ahLst/>
          <a:cxnLst/>
          <a:rect l="0" t="0" r="0" b="0"/>
          <a:pathLst>
            <a:path>
              <a:moveTo>
                <a:pt x="0" y="0"/>
              </a:moveTo>
              <a:lnTo>
                <a:pt x="0" y="2796578"/>
              </a:lnTo>
              <a:lnTo>
                <a:pt x="110709" y="279657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A68D458-A506-4BAC-B5A3-D8E389BEB9FE}">
      <dsp:nvSpPr>
        <dsp:cNvPr id="0" name=""/>
        <dsp:cNvSpPr/>
      </dsp:nvSpPr>
      <dsp:spPr>
        <a:xfrm>
          <a:off x="1970385" y="2923559"/>
          <a:ext cx="885679" cy="251736"/>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3088308"/>
              <a:satOff val="-4634"/>
              <a:lumOff val="-75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GB" sz="900" kern="1200" dirty="0" err="1"/>
            <a:t>Mob_No</a:t>
          </a:r>
          <a:endParaRPr lang="en-US" sz="900" kern="1200" dirty="0"/>
        </a:p>
      </dsp:txBody>
      <dsp:txXfrm>
        <a:off x="1977758" y="2930932"/>
        <a:ext cx="870933" cy="236990"/>
      </dsp:txXfrm>
    </dsp:sp>
    <dsp:sp modelId="{CA6811CC-C21E-4EFE-A5BB-029BCD2A1B0C}">
      <dsp:nvSpPr>
        <dsp:cNvPr id="0" name=""/>
        <dsp:cNvSpPr/>
      </dsp:nvSpPr>
      <dsp:spPr>
        <a:xfrm>
          <a:off x="1859675" y="252850"/>
          <a:ext cx="110709" cy="3057921"/>
        </a:xfrm>
        <a:custGeom>
          <a:avLst/>
          <a:gdLst/>
          <a:ahLst/>
          <a:cxnLst/>
          <a:rect l="0" t="0" r="0" b="0"/>
          <a:pathLst>
            <a:path>
              <a:moveTo>
                <a:pt x="0" y="0"/>
              </a:moveTo>
              <a:lnTo>
                <a:pt x="0" y="3057921"/>
              </a:lnTo>
              <a:lnTo>
                <a:pt x="110709" y="305792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9DFE6D4-6DD1-4E9F-981C-3EE4003811F7}">
      <dsp:nvSpPr>
        <dsp:cNvPr id="0" name=""/>
        <dsp:cNvSpPr/>
      </dsp:nvSpPr>
      <dsp:spPr>
        <a:xfrm>
          <a:off x="1970385" y="3184903"/>
          <a:ext cx="885679" cy="251736"/>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3308901"/>
              <a:satOff val="-4965"/>
              <a:lumOff val="-80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GB" sz="900" kern="1200" dirty="0"/>
            <a:t> DOB</a:t>
          </a:r>
          <a:endParaRPr lang="en-US" sz="900" kern="1200" dirty="0"/>
        </a:p>
      </dsp:txBody>
      <dsp:txXfrm>
        <a:off x="1977758" y="3192276"/>
        <a:ext cx="870933" cy="236990"/>
      </dsp:txXfrm>
    </dsp:sp>
    <dsp:sp modelId="{02307ACA-4FE9-4D80-8148-CD8B0120ABFB}">
      <dsp:nvSpPr>
        <dsp:cNvPr id="0" name=""/>
        <dsp:cNvSpPr/>
      </dsp:nvSpPr>
      <dsp:spPr>
        <a:xfrm>
          <a:off x="1859675" y="252850"/>
          <a:ext cx="110709" cy="3319264"/>
        </a:xfrm>
        <a:custGeom>
          <a:avLst/>
          <a:gdLst/>
          <a:ahLst/>
          <a:cxnLst/>
          <a:rect l="0" t="0" r="0" b="0"/>
          <a:pathLst>
            <a:path>
              <a:moveTo>
                <a:pt x="0" y="0"/>
              </a:moveTo>
              <a:lnTo>
                <a:pt x="0" y="3319264"/>
              </a:lnTo>
              <a:lnTo>
                <a:pt x="110709" y="3319264"/>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4ADBEDB-1EE4-4996-B75C-47C02DC28371}">
      <dsp:nvSpPr>
        <dsp:cNvPr id="0" name=""/>
        <dsp:cNvSpPr/>
      </dsp:nvSpPr>
      <dsp:spPr>
        <a:xfrm>
          <a:off x="1970385" y="3446246"/>
          <a:ext cx="885679" cy="251736"/>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3529495"/>
              <a:satOff val="-5296"/>
              <a:lumOff val="-86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GB" sz="900" kern="1200" dirty="0" err="1"/>
            <a:t>Job_Ttile</a:t>
          </a:r>
          <a:endParaRPr lang="en-US" sz="900" kern="1200" dirty="0"/>
        </a:p>
      </dsp:txBody>
      <dsp:txXfrm>
        <a:off x="1977758" y="3453619"/>
        <a:ext cx="870933" cy="236990"/>
      </dsp:txXfrm>
    </dsp:sp>
    <dsp:sp modelId="{747BABC4-84D7-4882-BD64-5759CEEDF562}">
      <dsp:nvSpPr>
        <dsp:cNvPr id="0" name=""/>
        <dsp:cNvSpPr/>
      </dsp:nvSpPr>
      <dsp:spPr>
        <a:xfrm>
          <a:off x="1859675" y="252850"/>
          <a:ext cx="110709" cy="3580608"/>
        </a:xfrm>
        <a:custGeom>
          <a:avLst/>
          <a:gdLst/>
          <a:ahLst/>
          <a:cxnLst/>
          <a:rect l="0" t="0" r="0" b="0"/>
          <a:pathLst>
            <a:path>
              <a:moveTo>
                <a:pt x="0" y="0"/>
              </a:moveTo>
              <a:lnTo>
                <a:pt x="0" y="3580608"/>
              </a:lnTo>
              <a:lnTo>
                <a:pt x="110709" y="358060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5E28453-B6E6-466F-A0D0-A612772E1C13}">
      <dsp:nvSpPr>
        <dsp:cNvPr id="0" name=""/>
        <dsp:cNvSpPr/>
      </dsp:nvSpPr>
      <dsp:spPr>
        <a:xfrm>
          <a:off x="1970385" y="3707589"/>
          <a:ext cx="885679" cy="251736"/>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3750088"/>
              <a:satOff val="-5627"/>
              <a:lumOff val="-91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GB" sz="900" kern="1200" dirty="0"/>
            <a:t>Salary</a:t>
          </a:r>
          <a:endParaRPr lang="en-US" sz="900" kern="1200" dirty="0"/>
        </a:p>
      </dsp:txBody>
      <dsp:txXfrm>
        <a:off x="1977758" y="3714962"/>
        <a:ext cx="870933" cy="236990"/>
      </dsp:txXfrm>
    </dsp:sp>
    <dsp:sp modelId="{D40425DE-FC53-4C82-8AEC-E6422A82237F}">
      <dsp:nvSpPr>
        <dsp:cNvPr id="0" name=""/>
        <dsp:cNvSpPr/>
      </dsp:nvSpPr>
      <dsp:spPr>
        <a:xfrm>
          <a:off x="2875277" y="1113"/>
          <a:ext cx="1107097" cy="251736"/>
        </a:xfrm>
        <a:prstGeom prst="roundRect">
          <a:avLst>
            <a:gd name="adj" fmla="val 10000"/>
          </a:avLst>
        </a:prstGeom>
        <a:solidFill>
          <a:schemeClr val="accent3">
            <a:hueOff val="4500106"/>
            <a:satOff val="-6752"/>
            <a:lumOff val="-109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GB" sz="900" kern="1200" dirty="0"/>
            <a:t>Course</a:t>
          </a:r>
        </a:p>
      </dsp:txBody>
      <dsp:txXfrm>
        <a:off x="2882650" y="8486"/>
        <a:ext cx="1092351" cy="236990"/>
      </dsp:txXfrm>
    </dsp:sp>
    <dsp:sp modelId="{B8B2D19B-DFF2-4301-888C-5705965F4E7E}">
      <dsp:nvSpPr>
        <dsp:cNvPr id="0" name=""/>
        <dsp:cNvSpPr/>
      </dsp:nvSpPr>
      <dsp:spPr>
        <a:xfrm>
          <a:off x="2985987" y="252850"/>
          <a:ext cx="110709" cy="135475"/>
        </a:xfrm>
        <a:custGeom>
          <a:avLst/>
          <a:gdLst/>
          <a:ahLst/>
          <a:cxnLst/>
          <a:rect l="0" t="0" r="0" b="0"/>
          <a:pathLst>
            <a:path>
              <a:moveTo>
                <a:pt x="0" y="0"/>
              </a:moveTo>
              <a:lnTo>
                <a:pt x="0" y="135475"/>
              </a:lnTo>
              <a:lnTo>
                <a:pt x="110709" y="135475"/>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0246A3C-40B5-43E7-92C8-FF3C90152DB4}">
      <dsp:nvSpPr>
        <dsp:cNvPr id="0" name=""/>
        <dsp:cNvSpPr/>
      </dsp:nvSpPr>
      <dsp:spPr>
        <a:xfrm>
          <a:off x="3096696" y="262456"/>
          <a:ext cx="885679" cy="251736"/>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3970681"/>
              <a:satOff val="-5958"/>
              <a:lumOff val="-969"/>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GB" sz="900" kern="1200" dirty="0" err="1"/>
            <a:t>Course_No</a:t>
          </a:r>
          <a:endParaRPr lang="en-GB" sz="900" kern="1200" dirty="0"/>
        </a:p>
      </dsp:txBody>
      <dsp:txXfrm>
        <a:off x="3104069" y="269829"/>
        <a:ext cx="870933" cy="236990"/>
      </dsp:txXfrm>
    </dsp:sp>
    <dsp:sp modelId="{AF1D0DD3-B355-41EE-A083-9B43F25AC691}">
      <dsp:nvSpPr>
        <dsp:cNvPr id="0" name=""/>
        <dsp:cNvSpPr/>
      </dsp:nvSpPr>
      <dsp:spPr>
        <a:xfrm>
          <a:off x="2985987" y="252850"/>
          <a:ext cx="110709" cy="396818"/>
        </a:xfrm>
        <a:custGeom>
          <a:avLst/>
          <a:gdLst/>
          <a:ahLst/>
          <a:cxnLst/>
          <a:rect l="0" t="0" r="0" b="0"/>
          <a:pathLst>
            <a:path>
              <a:moveTo>
                <a:pt x="0" y="0"/>
              </a:moveTo>
              <a:lnTo>
                <a:pt x="0" y="396818"/>
              </a:lnTo>
              <a:lnTo>
                <a:pt x="110709" y="39681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59A15C4-FFD5-4A28-9FCC-7A1089B2A614}">
      <dsp:nvSpPr>
        <dsp:cNvPr id="0" name=""/>
        <dsp:cNvSpPr/>
      </dsp:nvSpPr>
      <dsp:spPr>
        <a:xfrm>
          <a:off x="3096696" y="523800"/>
          <a:ext cx="885679" cy="251736"/>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4191275"/>
              <a:satOff val="-6289"/>
              <a:lumOff val="-102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GB" sz="700" kern="1200" dirty="0" err="1"/>
            <a:t>Department_No</a:t>
          </a:r>
          <a:endParaRPr lang="en-GB" sz="700" kern="1200" dirty="0"/>
        </a:p>
      </dsp:txBody>
      <dsp:txXfrm>
        <a:off x="3104069" y="531173"/>
        <a:ext cx="870933" cy="236990"/>
      </dsp:txXfrm>
    </dsp:sp>
    <dsp:sp modelId="{701ED516-0356-4C80-A148-01830B89253F}">
      <dsp:nvSpPr>
        <dsp:cNvPr id="0" name=""/>
        <dsp:cNvSpPr/>
      </dsp:nvSpPr>
      <dsp:spPr>
        <a:xfrm>
          <a:off x="2985987" y="252850"/>
          <a:ext cx="110709" cy="658161"/>
        </a:xfrm>
        <a:custGeom>
          <a:avLst/>
          <a:gdLst/>
          <a:ahLst/>
          <a:cxnLst/>
          <a:rect l="0" t="0" r="0" b="0"/>
          <a:pathLst>
            <a:path>
              <a:moveTo>
                <a:pt x="0" y="0"/>
              </a:moveTo>
              <a:lnTo>
                <a:pt x="0" y="658161"/>
              </a:lnTo>
              <a:lnTo>
                <a:pt x="110709" y="65816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5377F7D-2938-4B4B-ACEA-090307A689EE}">
      <dsp:nvSpPr>
        <dsp:cNvPr id="0" name=""/>
        <dsp:cNvSpPr/>
      </dsp:nvSpPr>
      <dsp:spPr>
        <a:xfrm>
          <a:off x="3096696" y="785143"/>
          <a:ext cx="885679" cy="251736"/>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4411868"/>
              <a:satOff val="-6620"/>
              <a:lumOff val="-107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GB" sz="900" kern="1200" dirty="0"/>
            <a:t> Name,</a:t>
          </a:r>
        </a:p>
      </dsp:txBody>
      <dsp:txXfrm>
        <a:off x="3104069" y="792516"/>
        <a:ext cx="870933" cy="236990"/>
      </dsp:txXfrm>
    </dsp:sp>
    <dsp:sp modelId="{4C423189-FB0B-4481-9E99-FC84516CA853}">
      <dsp:nvSpPr>
        <dsp:cNvPr id="0" name=""/>
        <dsp:cNvSpPr/>
      </dsp:nvSpPr>
      <dsp:spPr>
        <a:xfrm>
          <a:off x="2985987" y="252850"/>
          <a:ext cx="110709" cy="919505"/>
        </a:xfrm>
        <a:custGeom>
          <a:avLst/>
          <a:gdLst/>
          <a:ahLst/>
          <a:cxnLst/>
          <a:rect l="0" t="0" r="0" b="0"/>
          <a:pathLst>
            <a:path>
              <a:moveTo>
                <a:pt x="0" y="0"/>
              </a:moveTo>
              <a:lnTo>
                <a:pt x="0" y="919505"/>
              </a:lnTo>
              <a:lnTo>
                <a:pt x="110709" y="919505"/>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125D661-9B0E-4D02-9BF7-32104E1B8210}">
      <dsp:nvSpPr>
        <dsp:cNvPr id="0" name=""/>
        <dsp:cNvSpPr/>
      </dsp:nvSpPr>
      <dsp:spPr>
        <a:xfrm>
          <a:off x="3096696" y="1046486"/>
          <a:ext cx="885679" cy="251736"/>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4632462"/>
              <a:satOff val="-6951"/>
              <a:lumOff val="-113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GB" sz="900" kern="1200" dirty="0"/>
            <a:t>Duration</a:t>
          </a:r>
        </a:p>
      </dsp:txBody>
      <dsp:txXfrm>
        <a:off x="3104069" y="1053859"/>
        <a:ext cx="870933" cy="236990"/>
      </dsp:txXfrm>
    </dsp:sp>
    <dsp:sp modelId="{7D29C8F0-FC2B-45EF-96B7-03701A95EF5D}">
      <dsp:nvSpPr>
        <dsp:cNvPr id="0" name=""/>
        <dsp:cNvSpPr/>
      </dsp:nvSpPr>
      <dsp:spPr>
        <a:xfrm>
          <a:off x="2985987" y="252850"/>
          <a:ext cx="110709" cy="1180848"/>
        </a:xfrm>
        <a:custGeom>
          <a:avLst/>
          <a:gdLst/>
          <a:ahLst/>
          <a:cxnLst/>
          <a:rect l="0" t="0" r="0" b="0"/>
          <a:pathLst>
            <a:path>
              <a:moveTo>
                <a:pt x="0" y="0"/>
              </a:moveTo>
              <a:lnTo>
                <a:pt x="0" y="1180848"/>
              </a:lnTo>
              <a:lnTo>
                <a:pt x="110709" y="118084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75F8575-6EA3-4160-958E-3B496FAEBBD1}">
      <dsp:nvSpPr>
        <dsp:cNvPr id="0" name=""/>
        <dsp:cNvSpPr/>
      </dsp:nvSpPr>
      <dsp:spPr>
        <a:xfrm>
          <a:off x="3096696" y="1307830"/>
          <a:ext cx="885679" cy="251736"/>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4853055"/>
              <a:satOff val="-7282"/>
              <a:lumOff val="-118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GB" sz="900" kern="1200" dirty="0"/>
            <a:t> Level</a:t>
          </a:r>
        </a:p>
      </dsp:txBody>
      <dsp:txXfrm>
        <a:off x="3104069" y="1315203"/>
        <a:ext cx="870933" cy="236990"/>
      </dsp:txXfrm>
    </dsp:sp>
    <dsp:sp modelId="{A11D1764-32E4-4577-B386-95B073A86705}">
      <dsp:nvSpPr>
        <dsp:cNvPr id="0" name=""/>
        <dsp:cNvSpPr/>
      </dsp:nvSpPr>
      <dsp:spPr>
        <a:xfrm>
          <a:off x="4001588" y="1113"/>
          <a:ext cx="1107097" cy="251736"/>
        </a:xfrm>
        <a:prstGeom prst="roundRect">
          <a:avLst>
            <a:gd name="adj" fmla="val 10000"/>
          </a:avLst>
        </a:prstGeom>
        <a:solidFill>
          <a:schemeClr val="accent3">
            <a:hueOff val="6750158"/>
            <a:satOff val="-10128"/>
            <a:lumOff val="-164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GB" sz="900" kern="1200" dirty="0"/>
            <a:t>Modules</a:t>
          </a:r>
        </a:p>
      </dsp:txBody>
      <dsp:txXfrm>
        <a:off x="4008961" y="8486"/>
        <a:ext cx="1092351" cy="236990"/>
      </dsp:txXfrm>
    </dsp:sp>
    <dsp:sp modelId="{3A00FFAA-4453-47F0-A704-3E25DB5C862C}">
      <dsp:nvSpPr>
        <dsp:cNvPr id="0" name=""/>
        <dsp:cNvSpPr/>
      </dsp:nvSpPr>
      <dsp:spPr>
        <a:xfrm>
          <a:off x="4112298" y="252850"/>
          <a:ext cx="110709" cy="135475"/>
        </a:xfrm>
        <a:custGeom>
          <a:avLst/>
          <a:gdLst/>
          <a:ahLst/>
          <a:cxnLst/>
          <a:rect l="0" t="0" r="0" b="0"/>
          <a:pathLst>
            <a:path>
              <a:moveTo>
                <a:pt x="0" y="0"/>
              </a:moveTo>
              <a:lnTo>
                <a:pt x="0" y="135475"/>
              </a:lnTo>
              <a:lnTo>
                <a:pt x="110709" y="135475"/>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352A506-A8B1-45D8-AE55-03F1ABA46DE7}">
      <dsp:nvSpPr>
        <dsp:cNvPr id="0" name=""/>
        <dsp:cNvSpPr/>
      </dsp:nvSpPr>
      <dsp:spPr>
        <a:xfrm>
          <a:off x="4223007" y="262456"/>
          <a:ext cx="885679" cy="251736"/>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5073648"/>
              <a:satOff val="-7613"/>
              <a:lumOff val="-123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GB" sz="900" kern="1200" dirty="0" err="1"/>
            <a:t>Module_No</a:t>
          </a:r>
          <a:endParaRPr lang="en-GB" sz="900" kern="1200" dirty="0"/>
        </a:p>
      </dsp:txBody>
      <dsp:txXfrm>
        <a:off x="4230380" y="269829"/>
        <a:ext cx="870933" cy="236990"/>
      </dsp:txXfrm>
    </dsp:sp>
    <dsp:sp modelId="{0DC20BC7-7E64-45BC-91FE-5FACAC3D0A82}">
      <dsp:nvSpPr>
        <dsp:cNvPr id="0" name=""/>
        <dsp:cNvSpPr/>
      </dsp:nvSpPr>
      <dsp:spPr>
        <a:xfrm>
          <a:off x="4112298" y="252850"/>
          <a:ext cx="110709" cy="396818"/>
        </a:xfrm>
        <a:custGeom>
          <a:avLst/>
          <a:gdLst/>
          <a:ahLst/>
          <a:cxnLst/>
          <a:rect l="0" t="0" r="0" b="0"/>
          <a:pathLst>
            <a:path>
              <a:moveTo>
                <a:pt x="0" y="0"/>
              </a:moveTo>
              <a:lnTo>
                <a:pt x="0" y="396818"/>
              </a:lnTo>
              <a:lnTo>
                <a:pt x="110709" y="39681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C2328A6-DEED-443F-8E5A-F0198B831BAC}">
      <dsp:nvSpPr>
        <dsp:cNvPr id="0" name=""/>
        <dsp:cNvSpPr/>
      </dsp:nvSpPr>
      <dsp:spPr>
        <a:xfrm>
          <a:off x="4223007" y="523800"/>
          <a:ext cx="885679" cy="251736"/>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5294242"/>
              <a:satOff val="-7944"/>
              <a:lumOff val="-1292"/>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GB" sz="900" kern="1200" dirty="0" err="1"/>
            <a:t>Course_No</a:t>
          </a:r>
          <a:endParaRPr lang="en-GB" sz="900" kern="1200" dirty="0"/>
        </a:p>
      </dsp:txBody>
      <dsp:txXfrm>
        <a:off x="4230380" y="531173"/>
        <a:ext cx="870933" cy="236990"/>
      </dsp:txXfrm>
    </dsp:sp>
    <dsp:sp modelId="{6E7BA79E-6AF1-49B5-993C-B961E8CBC48C}">
      <dsp:nvSpPr>
        <dsp:cNvPr id="0" name=""/>
        <dsp:cNvSpPr/>
      </dsp:nvSpPr>
      <dsp:spPr>
        <a:xfrm>
          <a:off x="4112298" y="252850"/>
          <a:ext cx="110709" cy="658161"/>
        </a:xfrm>
        <a:custGeom>
          <a:avLst/>
          <a:gdLst/>
          <a:ahLst/>
          <a:cxnLst/>
          <a:rect l="0" t="0" r="0" b="0"/>
          <a:pathLst>
            <a:path>
              <a:moveTo>
                <a:pt x="0" y="0"/>
              </a:moveTo>
              <a:lnTo>
                <a:pt x="0" y="658161"/>
              </a:lnTo>
              <a:lnTo>
                <a:pt x="110709" y="65816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60AF564-E6F6-423D-AACC-A1CBE61A8FDA}">
      <dsp:nvSpPr>
        <dsp:cNvPr id="0" name=""/>
        <dsp:cNvSpPr/>
      </dsp:nvSpPr>
      <dsp:spPr>
        <a:xfrm>
          <a:off x="4223007" y="785143"/>
          <a:ext cx="885679" cy="251736"/>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5514835"/>
              <a:satOff val="-8275"/>
              <a:lumOff val="-134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GB" sz="900" kern="1200" dirty="0" err="1"/>
            <a:t>Staff_No</a:t>
          </a:r>
          <a:endParaRPr lang="en-GB" sz="900" kern="1200" dirty="0"/>
        </a:p>
      </dsp:txBody>
      <dsp:txXfrm>
        <a:off x="4230380" y="792516"/>
        <a:ext cx="870933" cy="236990"/>
      </dsp:txXfrm>
    </dsp:sp>
    <dsp:sp modelId="{82CC76CF-CDB2-4EAB-A070-9E021EC08204}">
      <dsp:nvSpPr>
        <dsp:cNvPr id="0" name=""/>
        <dsp:cNvSpPr/>
      </dsp:nvSpPr>
      <dsp:spPr>
        <a:xfrm>
          <a:off x="4112298" y="252850"/>
          <a:ext cx="110709" cy="919505"/>
        </a:xfrm>
        <a:custGeom>
          <a:avLst/>
          <a:gdLst/>
          <a:ahLst/>
          <a:cxnLst/>
          <a:rect l="0" t="0" r="0" b="0"/>
          <a:pathLst>
            <a:path>
              <a:moveTo>
                <a:pt x="0" y="0"/>
              </a:moveTo>
              <a:lnTo>
                <a:pt x="0" y="919505"/>
              </a:lnTo>
              <a:lnTo>
                <a:pt x="110709" y="919505"/>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72CFA9A-BFE1-4A26-8EE4-05FDBD5820C5}">
      <dsp:nvSpPr>
        <dsp:cNvPr id="0" name=""/>
        <dsp:cNvSpPr/>
      </dsp:nvSpPr>
      <dsp:spPr>
        <a:xfrm>
          <a:off x="4223007" y="1046486"/>
          <a:ext cx="885679" cy="251736"/>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5735429"/>
              <a:satOff val="-8605"/>
              <a:lumOff val="-1399"/>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GB" sz="900" kern="1200" dirty="0"/>
            <a:t> Name</a:t>
          </a:r>
        </a:p>
      </dsp:txBody>
      <dsp:txXfrm>
        <a:off x="4230380" y="1053859"/>
        <a:ext cx="870933" cy="236990"/>
      </dsp:txXfrm>
    </dsp:sp>
    <dsp:sp modelId="{E3566D07-8E69-491F-A85F-D4D95578C268}">
      <dsp:nvSpPr>
        <dsp:cNvPr id="0" name=""/>
        <dsp:cNvSpPr/>
      </dsp:nvSpPr>
      <dsp:spPr>
        <a:xfrm>
          <a:off x="4112298" y="252850"/>
          <a:ext cx="110709" cy="1180848"/>
        </a:xfrm>
        <a:custGeom>
          <a:avLst/>
          <a:gdLst/>
          <a:ahLst/>
          <a:cxnLst/>
          <a:rect l="0" t="0" r="0" b="0"/>
          <a:pathLst>
            <a:path>
              <a:moveTo>
                <a:pt x="0" y="0"/>
              </a:moveTo>
              <a:lnTo>
                <a:pt x="0" y="1180848"/>
              </a:lnTo>
              <a:lnTo>
                <a:pt x="110709" y="118084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527937C-2BC3-4FB5-AF5F-F5DCAF48A2DC}">
      <dsp:nvSpPr>
        <dsp:cNvPr id="0" name=""/>
        <dsp:cNvSpPr/>
      </dsp:nvSpPr>
      <dsp:spPr>
        <a:xfrm>
          <a:off x="4223007" y="1307830"/>
          <a:ext cx="885679" cy="251736"/>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5956022"/>
              <a:satOff val="-8936"/>
              <a:lumOff val="-145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GB" sz="900" kern="1200" dirty="0"/>
            <a:t>Credit</a:t>
          </a:r>
        </a:p>
      </dsp:txBody>
      <dsp:txXfrm>
        <a:off x="4230380" y="1315203"/>
        <a:ext cx="870933" cy="236990"/>
      </dsp:txXfrm>
    </dsp:sp>
    <dsp:sp modelId="{9A29B9B6-25DD-4FBA-9C0B-2204A3694263}">
      <dsp:nvSpPr>
        <dsp:cNvPr id="0" name=""/>
        <dsp:cNvSpPr/>
      </dsp:nvSpPr>
      <dsp:spPr>
        <a:xfrm>
          <a:off x="4112298" y="252850"/>
          <a:ext cx="110709" cy="1442191"/>
        </a:xfrm>
        <a:custGeom>
          <a:avLst/>
          <a:gdLst/>
          <a:ahLst/>
          <a:cxnLst/>
          <a:rect l="0" t="0" r="0" b="0"/>
          <a:pathLst>
            <a:path>
              <a:moveTo>
                <a:pt x="0" y="0"/>
              </a:moveTo>
              <a:lnTo>
                <a:pt x="0" y="1442191"/>
              </a:lnTo>
              <a:lnTo>
                <a:pt x="110709" y="144219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EB3E3F2-6DF6-4CB1-B7C7-FD5422F7E994}">
      <dsp:nvSpPr>
        <dsp:cNvPr id="0" name=""/>
        <dsp:cNvSpPr/>
      </dsp:nvSpPr>
      <dsp:spPr>
        <a:xfrm>
          <a:off x="4223007" y="1569173"/>
          <a:ext cx="885679" cy="251736"/>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6176616"/>
              <a:satOff val="-9267"/>
              <a:lumOff val="-150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GB" sz="900" kern="1200" dirty="0"/>
            <a:t>Duration</a:t>
          </a:r>
        </a:p>
      </dsp:txBody>
      <dsp:txXfrm>
        <a:off x="4230380" y="1576546"/>
        <a:ext cx="870933" cy="236990"/>
      </dsp:txXfrm>
    </dsp:sp>
    <dsp:sp modelId="{42A48D87-0D94-4D02-935E-86BA7FE9B771}">
      <dsp:nvSpPr>
        <dsp:cNvPr id="0" name=""/>
        <dsp:cNvSpPr/>
      </dsp:nvSpPr>
      <dsp:spPr>
        <a:xfrm>
          <a:off x="4112298" y="252850"/>
          <a:ext cx="110709" cy="1703535"/>
        </a:xfrm>
        <a:custGeom>
          <a:avLst/>
          <a:gdLst/>
          <a:ahLst/>
          <a:cxnLst/>
          <a:rect l="0" t="0" r="0" b="0"/>
          <a:pathLst>
            <a:path>
              <a:moveTo>
                <a:pt x="0" y="0"/>
              </a:moveTo>
              <a:lnTo>
                <a:pt x="0" y="1703535"/>
              </a:lnTo>
              <a:lnTo>
                <a:pt x="110709" y="1703535"/>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13DB14E-3623-45E3-B5E7-C13529705B4F}">
      <dsp:nvSpPr>
        <dsp:cNvPr id="0" name=""/>
        <dsp:cNvSpPr/>
      </dsp:nvSpPr>
      <dsp:spPr>
        <a:xfrm>
          <a:off x="4223007" y="1830516"/>
          <a:ext cx="885679" cy="251736"/>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6397209"/>
              <a:satOff val="-9598"/>
              <a:lumOff val="-156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GB" sz="900" kern="1200" dirty="0"/>
            <a:t>Description</a:t>
          </a:r>
        </a:p>
      </dsp:txBody>
      <dsp:txXfrm>
        <a:off x="4230380" y="1837889"/>
        <a:ext cx="870933" cy="236990"/>
      </dsp:txXfrm>
    </dsp:sp>
    <dsp:sp modelId="{2304A08F-7A64-4B7D-8C79-D6FC0FF545C0}">
      <dsp:nvSpPr>
        <dsp:cNvPr id="0" name=""/>
        <dsp:cNvSpPr/>
      </dsp:nvSpPr>
      <dsp:spPr>
        <a:xfrm>
          <a:off x="5127899" y="1113"/>
          <a:ext cx="1107097" cy="251736"/>
        </a:xfrm>
        <a:prstGeom prst="roundRect">
          <a:avLst>
            <a:gd name="adj" fmla="val 10000"/>
          </a:avLst>
        </a:prstGeom>
        <a:solidFill>
          <a:schemeClr val="accent3">
            <a:hueOff val="9000211"/>
            <a:satOff val="-13504"/>
            <a:lumOff val="-219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GB" sz="900" kern="1200" dirty="0"/>
            <a:t>Student</a:t>
          </a:r>
        </a:p>
      </dsp:txBody>
      <dsp:txXfrm>
        <a:off x="5135272" y="8486"/>
        <a:ext cx="1092351" cy="236990"/>
      </dsp:txXfrm>
    </dsp:sp>
    <dsp:sp modelId="{87641D73-1D34-4796-9BC7-7B47972AD41D}">
      <dsp:nvSpPr>
        <dsp:cNvPr id="0" name=""/>
        <dsp:cNvSpPr/>
      </dsp:nvSpPr>
      <dsp:spPr>
        <a:xfrm>
          <a:off x="5238609" y="252850"/>
          <a:ext cx="110709" cy="135475"/>
        </a:xfrm>
        <a:custGeom>
          <a:avLst/>
          <a:gdLst/>
          <a:ahLst/>
          <a:cxnLst/>
          <a:rect l="0" t="0" r="0" b="0"/>
          <a:pathLst>
            <a:path>
              <a:moveTo>
                <a:pt x="0" y="0"/>
              </a:moveTo>
              <a:lnTo>
                <a:pt x="0" y="135475"/>
              </a:lnTo>
              <a:lnTo>
                <a:pt x="110709" y="135475"/>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A891357-0DC0-4C3C-A62E-2360F48B0B9E}">
      <dsp:nvSpPr>
        <dsp:cNvPr id="0" name=""/>
        <dsp:cNvSpPr/>
      </dsp:nvSpPr>
      <dsp:spPr>
        <a:xfrm>
          <a:off x="5349319" y="262456"/>
          <a:ext cx="885679" cy="251736"/>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6617802"/>
              <a:satOff val="-9929"/>
              <a:lumOff val="-161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GB" sz="900" kern="1200" dirty="0" err="1"/>
            <a:t>Student_No</a:t>
          </a:r>
          <a:endParaRPr lang="en-GB" sz="900" kern="1200" dirty="0"/>
        </a:p>
      </dsp:txBody>
      <dsp:txXfrm>
        <a:off x="5356692" y="269829"/>
        <a:ext cx="870933" cy="236990"/>
      </dsp:txXfrm>
    </dsp:sp>
    <dsp:sp modelId="{026B0CA4-ADB4-4E47-9CD6-5C87FABC0245}">
      <dsp:nvSpPr>
        <dsp:cNvPr id="0" name=""/>
        <dsp:cNvSpPr/>
      </dsp:nvSpPr>
      <dsp:spPr>
        <a:xfrm>
          <a:off x="5238609" y="252850"/>
          <a:ext cx="110709" cy="396818"/>
        </a:xfrm>
        <a:custGeom>
          <a:avLst/>
          <a:gdLst/>
          <a:ahLst/>
          <a:cxnLst/>
          <a:rect l="0" t="0" r="0" b="0"/>
          <a:pathLst>
            <a:path>
              <a:moveTo>
                <a:pt x="0" y="0"/>
              </a:moveTo>
              <a:lnTo>
                <a:pt x="0" y="396818"/>
              </a:lnTo>
              <a:lnTo>
                <a:pt x="110709" y="39681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8287357-04D8-4E97-BB27-899AED24F3D7}">
      <dsp:nvSpPr>
        <dsp:cNvPr id="0" name=""/>
        <dsp:cNvSpPr/>
      </dsp:nvSpPr>
      <dsp:spPr>
        <a:xfrm>
          <a:off x="5349319" y="523800"/>
          <a:ext cx="885679" cy="251736"/>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6838396"/>
              <a:satOff val="-10260"/>
              <a:lumOff val="-1669"/>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GB" sz="900" kern="1200" dirty="0" err="1"/>
            <a:t>Course_No</a:t>
          </a:r>
          <a:endParaRPr lang="en-GB" sz="900" kern="1200" dirty="0"/>
        </a:p>
      </dsp:txBody>
      <dsp:txXfrm>
        <a:off x="5356692" y="531173"/>
        <a:ext cx="870933" cy="236990"/>
      </dsp:txXfrm>
    </dsp:sp>
    <dsp:sp modelId="{A4AAB221-909F-4D81-9784-2977DB38DF17}">
      <dsp:nvSpPr>
        <dsp:cNvPr id="0" name=""/>
        <dsp:cNvSpPr/>
      </dsp:nvSpPr>
      <dsp:spPr>
        <a:xfrm>
          <a:off x="5238609" y="252850"/>
          <a:ext cx="110709" cy="658161"/>
        </a:xfrm>
        <a:custGeom>
          <a:avLst/>
          <a:gdLst/>
          <a:ahLst/>
          <a:cxnLst/>
          <a:rect l="0" t="0" r="0" b="0"/>
          <a:pathLst>
            <a:path>
              <a:moveTo>
                <a:pt x="0" y="0"/>
              </a:moveTo>
              <a:lnTo>
                <a:pt x="0" y="658161"/>
              </a:lnTo>
              <a:lnTo>
                <a:pt x="110709" y="65816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E67952F-F4EA-4C92-AB8D-3F7C896571C2}">
      <dsp:nvSpPr>
        <dsp:cNvPr id="0" name=""/>
        <dsp:cNvSpPr/>
      </dsp:nvSpPr>
      <dsp:spPr>
        <a:xfrm>
          <a:off x="5349319" y="785143"/>
          <a:ext cx="885679" cy="251736"/>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7058989"/>
              <a:satOff val="-10591"/>
              <a:lumOff val="-1722"/>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GB" sz="900" kern="1200" dirty="0"/>
            <a:t>Title</a:t>
          </a:r>
        </a:p>
      </dsp:txBody>
      <dsp:txXfrm>
        <a:off x="5356692" y="792516"/>
        <a:ext cx="870933" cy="236990"/>
      </dsp:txXfrm>
    </dsp:sp>
    <dsp:sp modelId="{5109BBDA-79BD-4793-AB0A-DC6B7624CB7C}">
      <dsp:nvSpPr>
        <dsp:cNvPr id="0" name=""/>
        <dsp:cNvSpPr/>
      </dsp:nvSpPr>
      <dsp:spPr>
        <a:xfrm>
          <a:off x="5238609" y="252850"/>
          <a:ext cx="110709" cy="919505"/>
        </a:xfrm>
        <a:custGeom>
          <a:avLst/>
          <a:gdLst/>
          <a:ahLst/>
          <a:cxnLst/>
          <a:rect l="0" t="0" r="0" b="0"/>
          <a:pathLst>
            <a:path>
              <a:moveTo>
                <a:pt x="0" y="0"/>
              </a:moveTo>
              <a:lnTo>
                <a:pt x="0" y="919505"/>
              </a:lnTo>
              <a:lnTo>
                <a:pt x="110709" y="919505"/>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276DB53-4E40-476C-BA29-DFDD1A63E39B}">
      <dsp:nvSpPr>
        <dsp:cNvPr id="0" name=""/>
        <dsp:cNvSpPr/>
      </dsp:nvSpPr>
      <dsp:spPr>
        <a:xfrm>
          <a:off x="5349319" y="1046486"/>
          <a:ext cx="885679" cy="251736"/>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7279583"/>
              <a:satOff val="-10922"/>
              <a:lumOff val="-177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GB" sz="900" kern="1200" dirty="0" err="1"/>
            <a:t>F_name</a:t>
          </a:r>
          <a:endParaRPr lang="en-GB" sz="900" kern="1200" dirty="0"/>
        </a:p>
      </dsp:txBody>
      <dsp:txXfrm>
        <a:off x="5356692" y="1053859"/>
        <a:ext cx="870933" cy="236990"/>
      </dsp:txXfrm>
    </dsp:sp>
    <dsp:sp modelId="{3F5CB6BB-9214-4037-A66B-0E651A2376A9}">
      <dsp:nvSpPr>
        <dsp:cNvPr id="0" name=""/>
        <dsp:cNvSpPr/>
      </dsp:nvSpPr>
      <dsp:spPr>
        <a:xfrm>
          <a:off x="5238609" y="252850"/>
          <a:ext cx="110709" cy="1180848"/>
        </a:xfrm>
        <a:custGeom>
          <a:avLst/>
          <a:gdLst/>
          <a:ahLst/>
          <a:cxnLst/>
          <a:rect l="0" t="0" r="0" b="0"/>
          <a:pathLst>
            <a:path>
              <a:moveTo>
                <a:pt x="0" y="0"/>
              </a:moveTo>
              <a:lnTo>
                <a:pt x="0" y="1180848"/>
              </a:lnTo>
              <a:lnTo>
                <a:pt x="110709" y="118084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CBD250E-6CC4-4122-AC6C-504434B2377F}">
      <dsp:nvSpPr>
        <dsp:cNvPr id="0" name=""/>
        <dsp:cNvSpPr/>
      </dsp:nvSpPr>
      <dsp:spPr>
        <a:xfrm>
          <a:off x="5349319" y="1307830"/>
          <a:ext cx="885679" cy="251736"/>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7500176"/>
              <a:satOff val="-11253"/>
              <a:lumOff val="-183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GB" sz="900" kern="1200" dirty="0"/>
            <a:t> </a:t>
          </a:r>
          <a:r>
            <a:rPr lang="en-GB" sz="900" kern="1200" dirty="0" err="1"/>
            <a:t>L_name</a:t>
          </a:r>
          <a:endParaRPr lang="en-GB" sz="900" kern="1200" dirty="0"/>
        </a:p>
      </dsp:txBody>
      <dsp:txXfrm>
        <a:off x="5356692" y="1315203"/>
        <a:ext cx="870933" cy="236990"/>
      </dsp:txXfrm>
    </dsp:sp>
    <dsp:sp modelId="{EECD5FCC-A184-4A28-8CB8-D88DD9CAA04F}">
      <dsp:nvSpPr>
        <dsp:cNvPr id="0" name=""/>
        <dsp:cNvSpPr/>
      </dsp:nvSpPr>
      <dsp:spPr>
        <a:xfrm>
          <a:off x="5238609" y="252850"/>
          <a:ext cx="110709" cy="1442191"/>
        </a:xfrm>
        <a:custGeom>
          <a:avLst/>
          <a:gdLst/>
          <a:ahLst/>
          <a:cxnLst/>
          <a:rect l="0" t="0" r="0" b="0"/>
          <a:pathLst>
            <a:path>
              <a:moveTo>
                <a:pt x="0" y="0"/>
              </a:moveTo>
              <a:lnTo>
                <a:pt x="0" y="1442191"/>
              </a:lnTo>
              <a:lnTo>
                <a:pt x="110709" y="144219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210F23C-BF61-4F01-910B-494FC1C5A371}">
      <dsp:nvSpPr>
        <dsp:cNvPr id="0" name=""/>
        <dsp:cNvSpPr/>
      </dsp:nvSpPr>
      <dsp:spPr>
        <a:xfrm>
          <a:off x="5349319" y="1569173"/>
          <a:ext cx="885679" cy="251736"/>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7720769"/>
              <a:satOff val="-11584"/>
              <a:lumOff val="-188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GB" sz="900" kern="1200" dirty="0" err="1"/>
            <a:t>H_No</a:t>
          </a:r>
          <a:endParaRPr lang="en-GB" sz="900" kern="1200" dirty="0"/>
        </a:p>
      </dsp:txBody>
      <dsp:txXfrm>
        <a:off x="5356692" y="1576546"/>
        <a:ext cx="870933" cy="236990"/>
      </dsp:txXfrm>
    </dsp:sp>
    <dsp:sp modelId="{4873D770-E80A-4B86-9359-604A670CD448}">
      <dsp:nvSpPr>
        <dsp:cNvPr id="0" name=""/>
        <dsp:cNvSpPr/>
      </dsp:nvSpPr>
      <dsp:spPr>
        <a:xfrm>
          <a:off x="5238609" y="252850"/>
          <a:ext cx="110709" cy="1703535"/>
        </a:xfrm>
        <a:custGeom>
          <a:avLst/>
          <a:gdLst/>
          <a:ahLst/>
          <a:cxnLst/>
          <a:rect l="0" t="0" r="0" b="0"/>
          <a:pathLst>
            <a:path>
              <a:moveTo>
                <a:pt x="0" y="0"/>
              </a:moveTo>
              <a:lnTo>
                <a:pt x="0" y="1703535"/>
              </a:lnTo>
              <a:lnTo>
                <a:pt x="110709" y="1703535"/>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29D36CB-EDFD-43E6-81A3-91928BBEAF5C}">
      <dsp:nvSpPr>
        <dsp:cNvPr id="0" name=""/>
        <dsp:cNvSpPr/>
      </dsp:nvSpPr>
      <dsp:spPr>
        <a:xfrm>
          <a:off x="5349319" y="1830516"/>
          <a:ext cx="885679" cy="251736"/>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7941363"/>
              <a:satOff val="-11915"/>
              <a:lumOff val="-193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GB" sz="900" kern="1200" dirty="0"/>
            <a:t>Street</a:t>
          </a:r>
        </a:p>
      </dsp:txBody>
      <dsp:txXfrm>
        <a:off x="5356692" y="1837889"/>
        <a:ext cx="870933" cy="236990"/>
      </dsp:txXfrm>
    </dsp:sp>
    <dsp:sp modelId="{99BEE858-DDF2-4311-B627-B8C49A1D3FF6}">
      <dsp:nvSpPr>
        <dsp:cNvPr id="0" name=""/>
        <dsp:cNvSpPr/>
      </dsp:nvSpPr>
      <dsp:spPr>
        <a:xfrm>
          <a:off x="5238609" y="252850"/>
          <a:ext cx="110709" cy="1964878"/>
        </a:xfrm>
        <a:custGeom>
          <a:avLst/>
          <a:gdLst/>
          <a:ahLst/>
          <a:cxnLst/>
          <a:rect l="0" t="0" r="0" b="0"/>
          <a:pathLst>
            <a:path>
              <a:moveTo>
                <a:pt x="0" y="0"/>
              </a:moveTo>
              <a:lnTo>
                <a:pt x="0" y="1964878"/>
              </a:lnTo>
              <a:lnTo>
                <a:pt x="110709" y="196487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F91621F-726F-4D63-8104-53D175BF39F3}">
      <dsp:nvSpPr>
        <dsp:cNvPr id="0" name=""/>
        <dsp:cNvSpPr/>
      </dsp:nvSpPr>
      <dsp:spPr>
        <a:xfrm>
          <a:off x="5349319" y="2091860"/>
          <a:ext cx="885679" cy="251736"/>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8161956"/>
              <a:satOff val="-12246"/>
              <a:lumOff val="-199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GB" sz="900" kern="1200" dirty="0"/>
            <a:t>City</a:t>
          </a:r>
        </a:p>
      </dsp:txBody>
      <dsp:txXfrm>
        <a:off x="5356692" y="2099233"/>
        <a:ext cx="870933" cy="236990"/>
      </dsp:txXfrm>
    </dsp:sp>
    <dsp:sp modelId="{54F3BF60-0615-4E38-A8BB-C624AF3F382A}">
      <dsp:nvSpPr>
        <dsp:cNvPr id="0" name=""/>
        <dsp:cNvSpPr/>
      </dsp:nvSpPr>
      <dsp:spPr>
        <a:xfrm>
          <a:off x="5238609" y="252850"/>
          <a:ext cx="110709" cy="2226221"/>
        </a:xfrm>
        <a:custGeom>
          <a:avLst/>
          <a:gdLst/>
          <a:ahLst/>
          <a:cxnLst/>
          <a:rect l="0" t="0" r="0" b="0"/>
          <a:pathLst>
            <a:path>
              <a:moveTo>
                <a:pt x="0" y="0"/>
              </a:moveTo>
              <a:lnTo>
                <a:pt x="0" y="2226221"/>
              </a:lnTo>
              <a:lnTo>
                <a:pt x="110709" y="222622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A01EFDC-8E37-4D3D-BB0B-B3C275E9A343}">
      <dsp:nvSpPr>
        <dsp:cNvPr id="0" name=""/>
        <dsp:cNvSpPr/>
      </dsp:nvSpPr>
      <dsp:spPr>
        <a:xfrm>
          <a:off x="5349319" y="2353203"/>
          <a:ext cx="885679" cy="251736"/>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8382549"/>
              <a:satOff val="-12577"/>
              <a:lumOff val="-204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GB" sz="900" kern="1200" dirty="0"/>
            <a:t>Postcode</a:t>
          </a:r>
        </a:p>
      </dsp:txBody>
      <dsp:txXfrm>
        <a:off x="5356692" y="2360576"/>
        <a:ext cx="870933" cy="236990"/>
      </dsp:txXfrm>
    </dsp:sp>
    <dsp:sp modelId="{1303EC3B-4C78-4278-BDB6-271F4FE6B73A}">
      <dsp:nvSpPr>
        <dsp:cNvPr id="0" name=""/>
        <dsp:cNvSpPr/>
      </dsp:nvSpPr>
      <dsp:spPr>
        <a:xfrm>
          <a:off x="5238609" y="252850"/>
          <a:ext cx="110709" cy="2487565"/>
        </a:xfrm>
        <a:custGeom>
          <a:avLst/>
          <a:gdLst/>
          <a:ahLst/>
          <a:cxnLst/>
          <a:rect l="0" t="0" r="0" b="0"/>
          <a:pathLst>
            <a:path>
              <a:moveTo>
                <a:pt x="0" y="0"/>
              </a:moveTo>
              <a:lnTo>
                <a:pt x="0" y="2487565"/>
              </a:lnTo>
              <a:lnTo>
                <a:pt x="110709" y="2487565"/>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720B441-BEDC-4F80-A751-B8F396FB61D8}">
      <dsp:nvSpPr>
        <dsp:cNvPr id="0" name=""/>
        <dsp:cNvSpPr/>
      </dsp:nvSpPr>
      <dsp:spPr>
        <a:xfrm>
          <a:off x="5349319" y="2614546"/>
          <a:ext cx="981404" cy="251736"/>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8603143"/>
              <a:satOff val="-12908"/>
              <a:lumOff val="-2099"/>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377825">
            <a:lnSpc>
              <a:spcPct val="90000"/>
            </a:lnSpc>
            <a:spcBef>
              <a:spcPct val="0"/>
            </a:spcBef>
            <a:spcAft>
              <a:spcPct val="35000"/>
            </a:spcAft>
            <a:buNone/>
          </a:pPr>
          <a:r>
            <a:rPr lang="en-GB" sz="850" kern="1200" dirty="0" err="1"/>
            <a:t>Home_Tel_No</a:t>
          </a:r>
          <a:endParaRPr lang="en-GB" sz="850" kern="1200" dirty="0"/>
        </a:p>
      </dsp:txBody>
      <dsp:txXfrm>
        <a:off x="5356692" y="2621919"/>
        <a:ext cx="966658" cy="236990"/>
      </dsp:txXfrm>
    </dsp:sp>
    <dsp:sp modelId="{93A4F2A3-ED85-49ED-AD6C-A7ECB3EA16E2}">
      <dsp:nvSpPr>
        <dsp:cNvPr id="0" name=""/>
        <dsp:cNvSpPr/>
      </dsp:nvSpPr>
      <dsp:spPr>
        <a:xfrm>
          <a:off x="5238609" y="252850"/>
          <a:ext cx="110709" cy="2748908"/>
        </a:xfrm>
        <a:custGeom>
          <a:avLst/>
          <a:gdLst/>
          <a:ahLst/>
          <a:cxnLst/>
          <a:rect l="0" t="0" r="0" b="0"/>
          <a:pathLst>
            <a:path>
              <a:moveTo>
                <a:pt x="0" y="0"/>
              </a:moveTo>
              <a:lnTo>
                <a:pt x="0" y="2748908"/>
              </a:lnTo>
              <a:lnTo>
                <a:pt x="110709" y="274890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69AF02E-F38F-456F-BE87-C073BBAE8898}">
      <dsp:nvSpPr>
        <dsp:cNvPr id="0" name=""/>
        <dsp:cNvSpPr/>
      </dsp:nvSpPr>
      <dsp:spPr>
        <a:xfrm>
          <a:off x="5349319" y="2875890"/>
          <a:ext cx="885679" cy="251736"/>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8823736"/>
              <a:satOff val="-13239"/>
              <a:lumOff val="-215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GB" sz="900" kern="1200" dirty="0" err="1"/>
            <a:t>Mob_No</a:t>
          </a:r>
          <a:endParaRPr lang="en-GB" sz="900" kern="1200" dirty="0"/>
        </a:p>
      </dsp:txBody>
      <dsp:txXfrm>
        <a:off x="5356692" y="2883263"/>
        <a:ext cx="870933" cy="236990"/>
      </dsp:txXfrm>
    </dsp:sp>
    <dsp:sp modelId="{E40092B4-7851-48B7-9D7C-4DDFCEE16BED}">
      <dsp:nvSpPr>
        <dsp:cNvPr id="0" name=""/>
        <dsp:cNvSpPr/>
      </dsp:nvSpPr>
      <dsp:spPr>
        <a:xfrm>
          <a:off x="5238609" y="252850"/>
          <a:ext cx="110709" cy="3010251"/>
        </a:xfrm>
        <a:custGeom>
          <a:avLst/>
          <a:gdLst/>
          <a:ahLst/>
          <a:cxnLst/>
          <a:rect l="0" t="0" r="0" b="0"/>
          <a:pathLst>
            <a:path>
              <a:moveTo>
                <a:pt x="0" y="0"/>
              </a:moveTo>
              <a:lnTo>
                <a:pt x="0" y="3010251"/>
              </a:lnTo>
              <a:lnTo>
                <a:pt x="110709" y="301025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B042221-24A9-431C-A847-C2FF16635356}">
      <dsp:nvSpPr>
        <dsp:cNvPr id="0" name=""/>
        <dsp:cNvSpPr/>
      </dsp:nvSpPr>
      <dsp:spPr>
        <a:xfrm>
          <a:off x="5349319" y="3137233"/>
          <a:ext cx="885679" cy="251736"/>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9044330"/>
              <a:satOff val="-13570"/>
              <a:lumOff val="-220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GB" sz="900" kern="1200" dirty="0"/>
            <a:t>DOB</a:t>
          </a:r>
        </a:p>
      </dsp:txBody>
      <dsp:txXfrm>
        <a:off x="5356692" y="3144606"/>
        <a:ext cx="870933" cy="236990"/>
      </dsp:txXfrm>
    </dsp:sp>
    <dsp:sp modelId="{307470AB-2E68-4AD7-A218-84F9DD59B1B9}">
      <dsp:nvSpPr>
        <dsp:cNvPr id="0" name=""/>
        <dsp:cNvSpPr/>
      </dsp:nvSpPr>
      <dsp:spPr>
        <a:xfrm>
          <a:off x="5238609" y="252850"/>
          <a:ext cx="110709" cy="3271594"/>
        </a:xfrm>
        <a:custGeom>
          <a:avLst/>
          <a:gdLst/>
          <a:ahLst/>
          <a:cxnLst/>
          <a:rect l="0" t="0" r="0" b="0"/>
          <a:pathLst>
            <a:path>
              <a:moveTo>
                <a:pt x="0" y="0"/>
              </a:moveTo>
              <a:lnTo>
                <a:pt x="0" y="3271594"/>
              </a:lnTo>
              <a:lnTo>
                <a:pt x="110709" y="3271594"/>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78744F2-DB66-4750-8F5A-6164966A23C4}">
      <dsp:nvSpPr>
        <dsp:cNvPr id="0" name=""/>
        <dsp:cNvSpPr/>
      </dsp:nvSpPr>
      <dsp:spPr>
        <a:xfrm>
          <a:off x="5349319" y="3398576"/>
          <a:ext cx="885679" cy="251736"/>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9264923"/>
              <a:satOff val="-13901"/>
              <a:lumOff val="-226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GB" sz="900" kern="1200" dirty="0" err="1"/>
            <a:t>Start_Date</a:t>
          </a:r>
          <a:endParaRPr lang="en-GB" sz="900" kern="1200" dirty="0"/>
        </a:p>
      </dsp:txBody>
      <dsp:txXfrm>
        <a:off x="5356692" y="3405949"/>
        <a:ext cx="870933" cy="236990"/>
      </dsp:txXfrm>
    </dsp:sp>
    <dsp:sp modelId="{A79F693F-42CB-490E-BE8D-40343A4A950D}">
      <dsp:nvSpPr>
        <dsp:cNvPr id="0" name=""/>
        <dsp:cNvSpPr/>
      </dsp:nvSpPr>
      <dsp:spPr>
        <a:xfrm>
          <a:off x="6254210" y="1113"/>
          <a:ext cx="1260038" cy="251736"/>
        </a:xfrm>
        <a:prstGeom prst="roundRect">
          <a:avLst>
            <a:gd name="adj" fmla="val 10000"/>
          </a:avLst>
        </a:prstGeom>
        <a:solidFill>
          <a:schemeClr val="accent3">
            <a:hueOff val="11250264"/>
            <a:satOff val="-16880"/>
            <a:lumOff val="-274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GB" sz="900" kern="1200" dirty="0" err="1"/>
            <a:t>Module_Register</a:t>
          </a:r>
          <a:endParaRPr lang="en-GB" sz="900" kern="1200" dirty="0"/>
        </a:p>
      </dsp:txBody>
      <dsp:txXfrm>
        <a:off x="6261583" y="8486"/>
        <a:ext cx="1245292" cy="236990"/>
      </dsp:txXfrm>
    </dsp:sp>
    <dsp:sp modelId="{84BA5E35-0E1E-46DF-856C-989580E91153}">
      <dsp:nvSpPr>
        <dsp:cNvPr id="0" name=""/>
        <dsp:cNvSpPr/>
      </dsp:nvSpPr>
      <dsp:spPr>
        <a:xfrm>
          <a:off x="6380214" y="252850"/>
          <a:ext cx="126003" cy="135475"/>
        </a:xfrm>
        <a:custGeom>
          <a:avLst/>
          <a:gdLst/>
          <a:ahLst/>
          <a:cxnLst/>
          <a:rect l="0" t="0" r="0" b="0"/>
          <a:pathLst>
            <a:path>
              <a:moveTo>
                <a:pt x="0" y="0"/>
              </a:moveTo>
              <a:lnTo>
                <a:pt x="0" y="135475"/>
              </a:lnTo>
              <a:lnTo>
                <a:pt x="126003" y="135475"/>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1C21489-ACF9-4139-83B1-1334ED9DBCA9}">
      <dsp:nvSpPr>
        <dsp:cNvPr id="0" name=""/>
        <dsp:cNvSpPr/>
      </dsp:nvSpPr>
      <dsp:spPr>
        <a:xfrm>
          <a:off x="6506218" y="262456"/>
          <a:ext cx="931557" cy="251736"/>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9485517"/>
              <a:satOff val="-14232"/>
              <a:lumOff val="-231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GB" sz="900" kern="1200" dirty="0" err="1"/>
            <a:t>Module_Grade_no</a:t>
          </a:r>
          <a:endParaRPr lang="en-GB" sz="900" kern="1200" dirty="0"/>
        </a:p>
      </dsp:txBody>
      <dsp:txXfrm>
        <a:off x="6513591" y="269829"/>
        <a:ext cx="916811" cy="236990"/>
      </dsp:txXfrm>
    </dsp:sp>
    <dsp:sp modelId="{936E2243-90FD-4836-96CF-22988DE089BF}">
      <dsp:nvSpPr>
        <dsp:cNvPr id="0" name=""/>
        <dsp:cNvSpPr/>
      </dsp:nvSpPr>
      <dsp:spPr>
        <a:xfrm>
          <a:off x="6380214" y="252850"/>
          <a:ext cx="126003" cy="396818"/>
        </a:xfrm>
        <a:custGeom>
          <a:avLst/>
          <a:gdLst/>
          <a:ahLst/>
          <a:cxnLst/>
          <a:rect l="0" t="0" r="0" b="0"/>
          <a:pathLst>
            <a:path>
              <a:moveTo>
                <a:pt x="0" y="0"/>
              </a:moveTo>
              <a:lnTo>
                <a:pt x="0" y="396818"/>
              </a:lnTo>
              <a:lnTo>
                <a:pt x="126003" y="39681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CA9AC7B-EBB2-466F-87F8-DD44A31185B4}">
      <dsp:nvSpPr>
        <dsp:cNvPr id="0" name=""/>
        <dsp:cNvSpPr/>
      </dsp:nvSpPr>
      <dsp:spPr>
        <a:xfrm>
          <a:off x="6506218" y="523800"/>
          <a:ext cx="885679" cy="251736"/>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9706110"/>
              <a:satOff val="-14563"/>
              <a:lumOff val="-236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GB" sz="900" kern="1200"/>
            <a:t> Student_No</a:t>
          </a:r>
          <a:endParaRPr lang="en-GB" sz="900" kern="1200" dirty="0"/>
        </a:p>
      </dsp:txBody>
      <dsp:txXfrm>
        <a:off x="6513591" y="531173"/>
        <a:ext cx="870933" cy="236990"/>
      </dsp:txXfrm>
    </dsp:sp>
    <dsp:sp modelId="{4A9AC3E9-5BC5-4CA6-81B5-EF2BB8E8CD20}">
      <dsp:nvSpPr>
        <dsp:cNvPr id="0" name=""/>
        <dsp:cNvSpPr/>
      </dsp:nvSpPr>
      <dsp:spPr>
        <a:xfrm>
          <a:off x="6380214" y="252850"/>
          <a:ext cx="126003" cy="658161"/>
        </a:xfrm>
        <a:custGeom>
          <a:avLst/>
          <a:gdLst/>
          <a:ahLst/>
          <a:cxnLst/>
          <a:rect l="0" t="0" r="0" b="0"/>
          <a:pathLst>
            <a:path>
              <a:moveTo>
                <a:pt x="0" y="0"/>
              </a:moveTo>
              <a:lnTo>
                <a:pt x="0" y="658161"/>
              </a:lnTo>
              <a:lnTo>
                <a:pt x="126003" y="65816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9F24AC3-8E37-4409-8C3C-D440999AA20E}">
      <dsp:nvSpPr>
        <dsp:cNvPr id="0" name=""/>
        <dsp:cNvSpPr/>
      </dsp:nvSpPr>
      <dsp:spPr>
        <a:xfrm>
          <a:off x="6506218" y="785143"/>
          <a:ext cx="885679" cy="251736"/>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9926703"/>
              <a:satOff val="-14894"/>
              <a:lumOff val="-2422"/>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GB" sz="900" kern="1200"/>
            <a:t>Module_No</a:t>
          </a:r>
          <a:endParaRPr lang="en-GB" sz="900" kern="1200" dirty="0"/>
        </a:p>
      </dsp:txBody>
      <dsp:txXfrm>
        <a:off x="6513591" y="792516"/>
        <a:ext cx="870933" cy="236990"/>
      </dsp:txXfrm>
    </dsp:sp>
    <dsp:sp modelId="{DAC84F30-7DB4-43BA-9C32-240391E03113}">
      <dsp:nvSpPr>
        <dsp:cNvPr id="0" name=""/>
        <dsp:cNvSpPr/>
      </dsp:nvSpPr>
      <dsp:spPr>
        <a:xfrm>
          <a:off x="6380214" y="252850"/>
          <a:ext cx="126003" cy="919505"/>
        </a:xfrm>
        <a:custGeom>
          <a:avLst/>
          <a:gdLst/>
          <a:ahLst/>
          <a:cxnLst/>
          <a:rect l="0" t="0" r="0" b="0"/>
          <a:pathLst>
            <a:path>
              <a:moveTo>
                <a:pt x="0" y="0"/>
              </a:moveTo>
              <a:lnTo>
                <a:pt x="0" y="919505"/>
              </a:lnTo>
              <a:lnTo>
                <a:pt x="126003" y="919505"/>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5F93989-58D5-4F53-9BDC-B2ABD858FE8C}">
      <dsp:nvSpPr>
        <dsp:cNvPr id="0" name=""/>
        <dsp:cNvSpPr/>
      </dsp:nvSpPr>
      <dsp:spPr>
        <a:xfrm>
          <a:off x="6506218" y="1046486"/>
          <a:ext cx="885679" cy="251736"/>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10147297"/>
              <a:satOff val="-15225"/>
              <a:lumOff val="-247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GB" sz="900" kern="1200"/>
            <a:t>Assignment</a:t>
          </a:r>
          <a:endParaRPr lang="en-GB" sz="900" kern="1200" dirty="0"/>
        </a:p>
      </dsp:txBody>
      <dsp:txXfrm>
        <a:off x="6513591" y="1053859"/>
        <a:ext cx="870933" cy="236990"/>
      </dsp:txXfrm>
    </dsp:sp>
    <dsp:sp modelId="{2D3D0383-36DE-4F2F-AAFA-8E129D3DA696}">
      <dsp:nvSpPr>
        <dsp:cNvPr id="0" name=""/>
        <dsp:cNvSpPr/>
      </dsp:nvSpPr>
      <dsp:spPr>
        <a:xfrm>
          <a:off x="6380214" y="252850"/>
          <a:ext cx="126003" cy="1180848"/>
        </a:xfrm>
        <a:custGeom>
          <a:avLst/>
          <a:gdLst/>
          <a:ahLst/>
          <a:cxnLst/>
          <a:rect l="0" t="0" r="0" b="0"/>
          <a:pathLst>
            <a:path>
              <a:moveTo>
                <a:pt x="0" y="0"/>
              </a:moveTo>
              <a:lnTo>
                <a:pt x="0" y="1180848"/>
              </a:lnTo>
              <a:lnTo>
                <a:pt x="126003" y="118084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50FAF9E-A5CA-49E1-9B1E-989847CA9F28}">
      <dsp:nvSpPr>
        <dsp:cNvPr id="0" name=""/>
        <dsp:cNvSpPr/>
      </dsp:nvSpPr>
      <dsp:spPr>
        <a:xfrm>
          <a:off x="6506218" y="1307830"/>
          <a:ext cx="885679" cy="251736"/>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10367890"/>
              <a:satOff val="-15556"/>
              <a:lumOff val="-253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GB" sz="900" kern="1200" dirty="0">
              <a:solidFill>
                <a:srgbClr val="FF0000"/>
              </a:solidFill>
            </a:rPr>
            <a:t>Grade</a:t>
          </a:r>
        </a:p>
      </dsp:txBody>
      <dsp:txXfrm>
        <a:off x="6513591" y="1315203"/>
        <a:ext cx="870933" cy="236990"/>
      </dsp:txXfrm>
    </dsp:sp>
    <dsp:sp modelId="{EBAC3DF0-2AEB-473A-A2FC-B9B312A899D6}">
      <dsp:nvSpPr>
        <dsp:cNvPr id="0" name=""/>
        <dsp:cNvSpPr/>
      </dsp:nvSpPr>
      <dsp:spPr>
        <a:xfrm>
          <a:off x="6380214" y="252850"/>
          <a:ext cx="126003" cy="1442191"/>
        </a:xfrm>
        <a:custGeom>
          <a:avLst/>
          <a:gdLst/>
          <a:ahLst/>
          <a:cxnLst/>
          <a:rect l="0" t="0" r="0" b="0"/>
          <a:pathLst>
            <a:path>
              <a:moveTo>
                <a:pt x="0" y="0"/>
              </a:moveTo>
              <a:lnTo>
                <a:pt x="0" y="1442191"/>
              </a:lnTo>
              <a:lnTo>
                <a:pt x="126003" y="144219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387D6D9-F24A-48FC-B251-365C5AA2EBDD}">
      <dsp:nvSpPr>
        <dsp:cNvPr id="0" name=""/>
        <dsp:cNvSpPr/>
      </dsp:nvSpPr>
      <dsp:spPr>
        <a:xfrm>
          <a:off x="6506218" y="1569173"/>
          <a:ext cx="885679" cy="251736"/>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10588484"/>
              <a:satOff val="-15887"/>
              <a:lumOff val="-258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GB" sz="900" kern="1200">
              <a:solidFill>
                <a:srgbClr val="FF0000"/>
              </a:solidFill>
            </a:rPr>
            <a:t>Min_Range</a:t>
          </a:r>
          <a:endParaRPr lang="en-GB" sz="900" kern="1200" dirty="0">
            <a:solidFill>
              <a:srgbClr val="FF0000"/>
            </a:solidFill>
          </a:endParaRPr>
        </a:p>
      </dsp:txBody>
      <dsp:txXfrm>
        <a:off x="6513591" y="1576546"/>
        <a:ext cx="870933" cy="236990"/>
      </dsp:txXfrm>
    </dsp:sp>
    <dsp:sp modelId="{05A07308-AC28-426D-93ED-5DB6A1EE0054}">
      <dsp:nvSpPr>
        <dsp:cNvPr id="0" name=""/>
        <dsp:cNvSpPr/>
      </dsp:nvSpPr>
      <dsp:spPr>
        <a:xfrm>
          <a:off x="6380214" y="252850"/>
          <a:ext cx="126003" cy="1703535"/>
        </a:xfrm>
        <a:custGeom>
          <a:avLst/>
          <a:gdLst/>
          <a:ahLst/>
          <a:cxnLst/>
          <a:rect l="0" t="0" r="0" b="0"/>
          <a:pathLst>
            <a:path>
              <a:moveTo>
                <a:pt x="0" y="0"/>
              </a:moveTo>
              <a:lnTo>
                <a:pt x="0" y="1703535"/>
              </a:lnTo>
              <a:lnTo>
                <a:pt x="126003" y="1703535"/>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1D424F5-AE6D-4B9F-A4BA-6BC9F5A36E73}">
      <dsp:nvSpPr>
        <dsp:cNvPr id="0" name=""/>
        <dsp:cNvSpPr/>
      </dsp:nvSpPr>
      <dsp:spPr>
        <a:xfrm>
          <a:off x="6506218" y="1830516"/>
          <a:ext cx="885679" cy="251736"/>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10809077"/>
              <a:satOff val="-16218"/>
              <a:lumOff val="-263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GB" sz="900" kern="1200" dirty="0" err="1">
              <a:solidFill>
                <a:srgbClr val="FF0000"/>
              </a:solidFill>
            </a:rPr>
            <a:t>Max_ange</a:t>
          </a:r>
          <a:endParaRPr lang="en-GB" sz="900" kern="1200" dirty="0">
            <a:solidFill>
              <a:srgbClr val="FF0000"/>
            </a:solidFill>
          </a:endParaRPr>
        </a:p>
      </dsp:txBody>
      <dsp:txXfrm>
        <a:off x="6513591" y="1837889"/>
        <a:ext cx="870933" cy="236990"/>
      </dsp:txXfrm>
    </dsp:sp>
    <dsp:sp modelId="{E6BFDADB-F3F2-42A4-82B5-320B5D225788}">
      <dsp:nvSpPr>
        <dsp:cNvPr id="0" name=""/>
        <dsp:cNvSpPr/>
      </dsp:nvSpPr>
      <dsp:spPr>
        <a:xfrm>
          <a:off x="6380214" y="252850"/>
          <a:ext cx="126003" cy="1964878"/>
        </a:xfrm>
        <a:custGeom>
          <a:avLst/>
          <a:gdLst/>
          <a:ahLst/>
          <a:cxnLst/>
          <a:rect l="0" t="0" r="0" b="0"/>
          <a:pathLst>
            <a:path>
              <a:moveTo>
                <a:pt x="0" y="0"/>
              </a:moveTo>
              <a:lnTo>
                <a:pt x="0" y="1964878"/>
              </a:lnTo>
              <a:lnTo>
                <a:pt x="126003" y="196487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AEA31E4-F833-4BE8-BDB5-2C8A798B6E80}">
      <dsp:nvSpPr>
        <dsp:cNvPr id="0" name=""/>
        <dsp:cNvSpPr/>
      </dsp:nvSpPr>
      <dsp:spPr>
        <a:xfrm>
          <a:off x="6506218" y="2091860"/>
          <a:ext cx="885679" cy="251736"/>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11029670"/>
              <a:satOff val="-16549"/>
              <a:lumOff val="-269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GB" sz="900" kern="1200" dirty="0">
              <a:solidFill>
                <a:srgbClr val="FF0000"/>
              </a:solidFill>
            </a:rPr>
            <a:t>Description</a:t>
          </a:r>
        </a:p>
      </dsp:txBody>
      <dsp:txXfrm>
        <a:off x="6513591" y="2099233"/>
        <a:ext cx="870933" cy="236990"/>
      </dsp:txXfrm>
    </dsp:sp>
    <dsp:sp modelId="{7B9E0A60-7121-41FA-9AC0-5C0E647ACAF3}">
      <dsp:nvSpPr>
        <dsp:cNvPr id="0" name=""/>
        <dsp:cNvSpPr/>
      </dsp:nvSpPr>
      <dsp:spPr>
        <a:xfrm>
          <a:off x="6380214" y="252850"/>
          <a:ext cx="126003" cy="2226221"/>
        </a:xfrm>
        <a:custGeom>
          <a:avLst/>
          <a:gdLst/>
          <a:ahLst/>
          <a:cxnLst/>
          <a:rect l="0" t="0" r="0" b="0"/>
          <a:pathLst>
            <a:path>
              <a:moveTo>
                <a:pt x="0" y="0"/>
              </a:moveTo>
              <a:lnTo>
                <a:pt x="0" y="2226221"/>
              </a:lnTo>
              <a:lnTo>
                <a:pt x="126003" y="222622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C37914B-8349-435D-95AC-4F57A954C69C}">
      <dsp:nvSpPr>
        <dsp:cNvPr id="0" name=""/>
        <dsp:cNvSpPr/>
      </dsp:nvSpPr>
      <dsp:spPr>
        <a:xfrm>
          <a:off x="6506218" y="2353203"/>
          <a:ext cx="885679" cy="251736"/>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11250264"/>
              <a:satOff val="-16880"/>
              <a:lumOff val="-274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GB" sz="900" kern="1200" dirty="0"/>
            <a:t>Mark</a:t>
          </a:r>
        </a:p>
      </dsp:txBody>
      <dsp:txXfrm>
        <a:off x="6513591" y="2360576"/>
        <a:ext cx="870933" cy="23699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764923-1CF7-44B2-B876-81B211A7637F}">
      <dsp:nvSpPr>
        <dsp:cNvPr id="0" name=""/>
        <dsp:cNvSpPr/>
      </dsp:nvSpPr>
      <dsp:spPr>
        <a:xfrm>
          <a:off x="134933" y="1071"/>
          <a:ext cx="1113828" cy="210110"/>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GB" sz="900" kern="1200" dirty="0"/>
            <a:t>Department</a:t>
          </a:r>
          <a:endParaRPr lang="en-US" sz="900" kern="1200" dirty="0"/>
        </a:p>
      </dsp:txBody>
      <dsp:txXfrm>
        <a:off x="141087" y="7225"/>
        <a:ext cx="1101520" cy="197802"/>
      </dsp:txXfrm>
    </dsp:sp>
    <dsp:sp modelId="{58A24811-E35D-492A-8833-B5C985A79004}">
      <dsp:nvSpPr>
        <dsp:cNvPr id="0" name=""/>
        <dsp:cNvSpPr/>
      </dsp:nvSpPr>
      <dsp:spPr>
        <a:xfrm>
          <a:off x="246316" y="211182"/>
          <a:ext cx="111382" cy="131681"/>
        </a:xfrm>
        <a:custGeom>
          <a:avLst/>
          <a:gdLst/>
          <a:ahLst/>
          <a:cxnLst/>
          <a:rect l="0" t="0" r="0" b="0"/>
          <a:pathLst>
            <a:path>
              <a:moveTo>
                <a:pt x="0" y="0"/>
              </a:moveTo>
              <a:lnTo>
                <a:pt x="0" y="131681"/>
              </a:lnTo>
              <a:lnTo>
                <a:pt x="111382" y="13168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36959FD-7AD9-4694-9672-DF215004D6D4}">
      <dsp:nvSpPr>
        <dsp:cNvPr id="0" name=""/>
        <dsp:cNvSpPr/>
      </dsp:nvSpPr>
      <dsp:spPr>
        <a:xfrm>
          <a:off x="357699" y="218143"/>
          <a:ext cx="852103" cy="249439"/>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GB" sz="700" kern="1200" dirty="0" err="1"/>
            <a:t>Department_No</a:t>
          </a:r>
          <a:endParaRPr lang="en-US" sz="700" kern="1200" dirty="0"/>
        </a:p>
      </dsp:txBody>
      <dsp:txXfrm>
        <a:off x="365005" y="225449"/>
        <a:ext cx="837491" cy="234827"/>
      </dsp:txXfrm>
    </dsp:sp>
    <dsp:sp modelId="{57C9645C-CDDB-447C-B893-3581981D0297}">
      <dsp:nvSpPr>
        <dsp:cNvPr id="0" name=""/>
        <dsp:cNvSpPr/>
      </dsp:nvSpPr>
      <dsp:spPr>
        <a:xfrm>
          <a:off x="246316" y="211182"/>
          <a:ext cx="111382" cy="388082"/>
        </a:xfrm>
        <a:custGeom>
          <a:avLst/>
          <a:gdLst/>
          <a:ahLst/>
          <a:cxnLst/>
          <a:rect l="0" t="0" r="0" b="0"/>
          <a:pathLst>
            <a:path>
              <a:moveTo>
                <a:pt x="0" y="0"/>
              </a:moveTo>
              <a:lnTo>
                <a:pt x="0" y="388082"/>
              </a:lnTo>
              <a:lnTo>
                <a:pt x="111382" y="38808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44C25D2-C390-4CAE-A0C0-49F860C41AA2}">
      <dsp:nvSpPr>
        <dsp:cNvPr id="0" name=""/>
        <dsp:cNvSpPr/>
      </dsp:nvSpPr>
      <dsp:spPr>
        <a:xfrm>
          <a:off x="357699" y="474544"/>
          <a:ext cx="852103" cy="249439"/>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216351"/>
              <a:satOff val="-325"/>
              <a:lumOff val="-5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GB" sz="700" kern="1200" dirty="0"/>
            <a:t> Name</a:t>
          </a:r>
          <a:endParaRPr lang="en-US" sz="700" kern="1200" dirty="0"/>
        </a:p>
      </dsp:txBody>
      <dsp:txXfrm>
        <a:off x="365005" y="481850"/>
        <a:ext cx="837491" cy="234827"/>
      </dsp:txXfrm>
    </dsp:sp>
    <dsp:sp modelId="{F44BE800-1073-44CD-832B-EBF7A47C8819}">
      <dsp:nvSpPr>
        <dsp:cNvPr id="0" name=""/>
        <dsp:cNvSpPr/>
      </dsp:nvSpPr>
      <dsp:spPr>
        <a:xfrm>
          <a:off x="246316" y="211182"/>
          <a:ext cx="111382" cy="644483"/>
        </a:xfrm>
        <a:custGeom>
          <a:avLst/>
          <a:gdLst/>
          <a:ahLst/>
          <a:cxnLst/>
          <a:rect l="0" t="0" r="0" b="0"/>
          <a:pathLst>
            <a:path>
              <a:moveTo>
                <a:pt x="0" y="0"/>
              </a:moveTo>
              <a:lnTo>
                <a:pt x="0" y="644483"/>
              </a:lnTo>
              <a:lnTo>
                <a:pt x="111382" y="644483"/>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ADBE1DB-8D0F-474C-B205-88504D50324D}">
      <dsp:nvSpPr>
        <dsp:cNvPr id="0" name=""/>
        <dsp:cNvSpPr/>
      </dsp:nvSpPr>
      <dsp:spPr>
        <a:xfrm>
          <a:off x="357699" y="730945"/>
          <a:ext cx="852103" cy="249439"/>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432702"/>
              <a:satOff val="-649"/>
              <a:lumOff val="-10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GB" sz="700" kern="1200" dirty="0"/>
            <a:t> Location</a:t>
          </a:r>
          <a:endParaRPr lang="en-US" sz="700" kern="1200" dirty="0"/>
        </a:p>
      </dsp:txBody>
      <dsp:txXfrm>
        <a:off x="365005" y="738251"/>
        <a:ext cx="837491" cy="234827"/>
      </dsp:txXfrm>
    </dsp:sp>
    <dsp:sp modelId="{C50A2066-5840-46CE-81D6-CFC857AA1F6F}">
      <dsp:nvSpPr>
        <dsp:cNvPr id="0" name=""/>
        <dsp:cNvSpPr/>
      </dsp:nvSpPr>
      <dsp:spPr>
        <a:xfrm>
          <a:off x="246316" y="211182"/>
          <a:ext cx="111382" cy="900884"/>
        </a:xfrm>
        <a:custGeom>
          <a:avLst/>
          <a:gdLst/>
          <a:ahLst/>
          <a:cxnLst/>
          <a:rect l="0" t="0" r="0" b="0"/>
          <a:pathLst>
            <a:path>
              <a:moveTo>
                <a:pt x="0" y="0"/>
              </a:moveTo>
              <a:lnTo>
                <a:pt x="0" y="900884"/>
              </a:lnTo>
              <a:lnTo>
                <a:pt x="111382" y="900884"/>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2521A82-C879-4C87-97B4-D6760A77F36E}">
      <dsp:nvSpPr>
        <dsp:cNvPr id="0" name=""/>
        <dsp:cNvSpPr/>
      </dsp:nvSpPr>
      <dsp:spPr>
        <a:xfrm>
          <a:off x="357699" y="987346"/>
          <a:ext cx="852103" cy="249439"/>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649054"/>
              <a:satOff val="-974"/>
              <a:lumOff val="-15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GB" sz="700" kern="1200" dirty="0"/>
            <a:t> </a:t>
          </a:r>
          <a:r>
            <a:rPr lang="en-GB" sz="700" kern="1200" dirty="0" err="1"/>
            <a:t>Tel_no</a:t>
          </a:r>
          <a:endParaRPr lang="en-US" sz="700" kern="1200" dirty="0"/>
        </a:p>
      </dsp:txBody>
      <dsp:txXfrm>
        <a:off x="365005" y="994652"/>
        <a:ext cx="837491" cy="234827"/>
      </dsp:txXfrm>
    </dsp:sp>
    <dsp:sp modelId="{72FCC960-1EFE-4925-83C9-BA1E6458678E}">
      <dsp:nvSpPr>
        <dsp:cNvPr id="0" name=""/>
        <dsp:cNvSpPr/>
      </dsp:nvSpPr>
      <dsp:spPr>
        <a:xfrm>
          <a:off x="1262684" y="1071"/>
          <a:ext cx="1065124" cy="249439"/>
        </a:xfrm>
        <a:prstGeom prst="roundRect">
          <a:avLst>
            <a:gd name="adj" fmla="val 10000"/>
          </a:avLst>
        </a:prstGeom>
        <a:solidFill>
          <a:schemeClr val="accent3">
            <a:hueOff val="1875044"/>
            <a:satOff val="-2813"/>
            <a:lumOff val="-45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GB" sz="900" kern="1200" dirty="0"/>
            <a:t>Staff</a:t>
          </a:r>
          <a:endParaRPr lang="en-US" sz="900" kern="1200" dirty="0"/>
        </a:p>
      </dsp:txBody>
      <dsp:txXfrm>
        <a:off x="1269990" y="8377"/>
        <a:ext cx="1050512" cy="234827"/>
      </dsp:txXfrm>
    </dsp:sp>
    <dsp:sp modelId="{25A80087-9606-4D06-88E2-75419B6CD54C}">
      <dsp:nvSpPr>
        <dsp:cNvPr id="0" name=""/>
        <dsp:cNvSpPr/>
      </dsp:nvSpPr>
      <dsp:spPr>
        <a:xfrm>
          <a:off x="1369197" y="250510"/>
          <a:ext cx="106512" cy="131681"/>
        </a:xfrm>
        <a:custGeom>
          <a:avLst/>
          <a:gdLst/>
          <a:ahLst/>
          <a:cxnLst/>
          <a:rect l="0" t="0" r="0" b="0"/>
          <a:pathLst>
            <a:path>
              <a:moveTo>
                <a:pt x="0" y="0"/>
              </a:moveTo>
              <a:lnTo>
                <a:pt x="0" y="131681"/>
              </a:lnTo>
              <a:lnTo>
                <a:pt x="106512" y="13168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C42FA8D-033A-45BF-ABA9-A3E62AFEE575}">
      <dsp:nvSpPr>
        <dsp:cNvPr id="0" name=""/>
        <dsp:cNvSpPr/>
      </dsp:nvSpPr>
      <dsp:spPr>
        <a:xfrm>
          <a:off x="1475709" y="257472"/>
          <a:ext cx="852103" cy="249439"/>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865405"/>
              <a:satOff val="-1298"/>
              <a:lumOff val="-21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GB" sz="700" kern="1200" dirty="0" err="1"/>
            <a:t>Staff_No</a:t>
          </a:r>
          <a:endParaRPr lang="en-US" sz="700" kern="1200" dirty="0"/>
        </a:p>
      </dsp:txBody>
      <dsp:txXfrm>
        <a:off x="1483015" y="264778"/>
        <a:ext cx="837491" cy="234827"/>
      </dsp:txXfrm>
    </dsp:sp>
    <dsp:sp modelId="{E29E716C-3F5A-414E-B660-642B73C47D42}">
      <dsp:nvSpPr>
        <dsp:cNvPr id="0" name=""/>
        <dsp:cNvSpPr/>
      </dsp:nvSpPr>
      <dsp:spPr>
        <a:xfrm>
          <a:off x="1369197" y="250510"/>
          <a:ext cx="106512" cy="388082"/>
        </a:xfrm>
        <a:custGeom>
          <a:avLst/>
          <a:gdLst/>
          <a:ahLst/>
          <a:cxnLst/>
          <a:rect l="0" t="0" r="0" b="0"/>
          <a:pathLst>
            <a:path>
              <a:moveTo>
                <a:pt x="0" y="0"/>
              </a:moveTo>
              <a:lnTo>
                <a:pt x="0" y="388082"/>
              </a:lnTo>
              <a:lnTo>
                <a:pt x="106512" y="38808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CE69F50-BFAA-42E8-87D8-5B96A81D55B7}">
      <dsp:nvSpPr>
        <dsp:cNvPr id="0" name=""/>
        <dsp:cNvSpPr/>
      </dsp:nvSpPr>
      <dsp:spPr>
        <a:xfrm>
          <a:off x="1475709" y="513873"/>
          <a:ext cx="852103" cy="249439"/>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1081756"/>
              <a:satOff val="-1623"/>
              <a:lumOff val="-26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GB" sz="700" kern="1200" dirty="0" err="1"/>
            <a:t>Department_No</a:t>
          </a:r>
          <a:endParaRPr lang="en-US" sz="700" kern="1200" dirty="0"/>
        </a:p>
      </dsp:txBody>
      <dsp:txXfrm>
        <a:off x="1483015" y="521179"/>
        <a:ext cx="837491" cy="234827"/>
      </dsp:txXfrm>
    </dsp:sp>
    <dsp:sp modelId="{756BD41D-E353-4969-9753-68D68F490E40}">
      <dsp:nvSpPr>
        <dsp:cNvPr id="0" name=""/>
        <dsp:cNvSpPr/>
      </dsp:nvSpPr>
      <dsp:spPr>
        <a:xfrm>
          <a:off x="1369197" y="250510"/>
          <a:ext cx="106512" cy="644483"/>
        </a:xfrm>
        <a:custGeom>
          <a:avLst/>
          <a:gdLst/>
          <a:ahLst/>
          <a:cxnLst/>
          <a:rect l="0" t="0" r="0" b="0"/>
          <a:pathLst>
            <a:path>
              <a:moveTo>
                <a:pt x="0" y="0"/>
              </a:moveTo>
              <a:lnTo>
                <a:pt x="0" y="644483"/>
              </a:lnTo>
              <a:lnTo>
                <a:pt x="106512" y="644483"/>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2BB7AA2-B9AC-4A91-A728-B4B82F2D9086}">
      <dsp:nvSpPr>
        <dsp:cNvPr id="0" name=""/>
        <dsp:cNvSpPr/>
      </dsp:nvSpPr>
      <dsp:spPr>
        <a:xfrm>
          <a:off x="1475709" y="770274"/>
          <a:ext cx="852103" cy="249439"/>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1298107"/>
              <a:satOff val="-1948"/>
              <a:lumOff val="-31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GB" sz="700" kern="1200" dirty="0"/>
            <a:t> Title</a:t>
          </a:r>
          <a:endParaRPr lang="en-US" sz="700" kern="1200" dirty="0"/>
        </a:p>
      </dsp:txBody>
      <dsp:txXfrm>
        <a:off x="1483015" y="777580"/>
        <a:ext cx="837491" cy="234827"/>
      </dsp:txXfrm>
    </dsp:sp>
    <dsp:sp modelId="{2A634368-E1B2-4CC0-9B86-98E111C66D92}">
      <dsp:nvSpPr>
        <dsp:cNvPr id="0" name=""/>
        <dsp:cNvSpPr/>
      </dsp:nvSpPr>
      <dsp:spPr>
        <a:xfrm>
          <a:off x="1369197" y="250510"/>
          <a:ext cx="106512" cy="900884"/>
        </a:xfrm>
        <a:custGeom>
          <a:avLst/>
          <a:gdLst/>
          <a:ahLst/>
          <a:cxnLst/>
          <a:rect l="0" t="0" r="0" b="0"/>
          <a:pathLst>
            <a:path>
              <a:moveTo>
                <a:pt x="0" y="0"/>
              </a:moveTo>
              <a:lnTo>
                <a:pt x="0" y="900884"/>
              </a:lnTo>
              <a:lnTo>
                <a:pt x="106512" y="900884"/>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80EFA5C-C897-48C2-8B79-9028D84886AF}">
      <dsp:nvSpPr>
        <dsp:cNvPr id="0" name=""/>
        <dsp:cNvSpPr/>
      </dsp:nvSpPr>
      <dsp:spPr>
        <a:xfrm>
          <a:off x="1475709" y="1026675"/>
          <a:ext cx="852103" cy="249439"/>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1514459"/>
              <a:satOff val="-2272"/>
              <a:lumOff val="-37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GB" sz="700" kern="1200" dirty="0"/>
            <a:t> </a:t>
          </a:r>
          <a:r>
            <a:rPr lang="en-GB" sz="700" kern="1200" dirty="0" err="1"/>
            <a:t>F_name</a:t>
          </a:r>
          <a:endParaRPr lang="en-US" sz="700" kern="1200" dirty="0"/>
        </a:p>
      </dsp:txBody>
      <dsp:txXfrm>
        <a:off x="1483015" y="1033981"/>
        <a:ext cx="837491" cy="234827"/>
      </dsp:txXfrm>
    </dsp:sp>
    <dsp:sp modelId="{250BCA98-F516-4BB6-B706-7B07A5B8D1E7}">
      <dsp:nvSpPr>
        <dsp:cNvPr id="0" name=""/>
        <dsp:cNvSpPr/>
      </dsp:nvSpPr>
      <dsp:spPr>
        <a:xfrm>
          <a:off x="1369197" y="250510"/>
          <a:ext cx="106512" cy="1157285"/>
        </a:xfrm>
        <a:custGeom>
          <a:avLst/>
          <a:gdLst/>
          <a:ahLst/>
          <a:cxnLst/>
          <a:rect l="0" t="0" r="0" b="0"/>
          <a:pathLst>
            <a:path>
              <a:moveTo>
                <a:pt x="0" y="0"/>
              </a:moveTo>
              <a:lnTo>
                <a:pt x="0" y="1157285"/>
              </a:lnTo>
              <a:lnTo>
                <a:pt x="106512" y="1157285"/>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5FC0ED6-C358-442A-962F-E3D9E5DD5CA9}">
      <dsp:nvSpPr>
        <dsp:cNvPr id="0" name=""/>
        <dsp:cNvSpPr/>
      </dsp:nvSpPr>
      <dsp:spPr>
        <a:xfrm>
          <a:off x="1475709" y="1283076"/>
          <a:ext cx="852103" cy="249439"/>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1730810"/>
              <a:satOff val="-2597"/>
              <a:lumOff val="-422"/>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GB" sz="700" kern="1200" dirty="0"/>
            <a:t> </a:t>
          </a:r>
          <a:r>
            <a:rPr lang="en-GB" sz="700" kern="1200" dirty="0" err="1"/>
            <a:t>L_name</a:t>
          </a:r>
          <a:r>
            <a:rPr lang="en-GB" sz="700" kern="1200" dirty="0"/>
            <a:t>,</a:t>
          </a:r>
          <a:endParaRPr lang="en-US" sz="700" kern="1200" dirty="0"/>
        </a:p>
      </dsp:txBody>
      <dsp:txXfrm>
        <a:off x="1483015" y="1290382"/>
        <a:ext cx="837491" cy="234827"/>
      </dsp:txXfrm>
    </dsp:sp>
    <dsp:sp modelId="{3F2E71DA-4425-4FDA-92A9-39DE04AEE5FB}">
      <dsp:nvSpPr>
        <dsp:cNvPr id="0" name=""/>
        <dsp:cNvSpPr/>
      </dsp:nvSpPr>
      <dsp:spPr>
        <a:xfrm>
          <a:off x="1369197" y="250510"/>
          <a:ext cx="106512" cy="1413686"/>
        </a:xfrm>
        <a:custGeom>
          <a:avLst/>
          <a:gdLst/>
          <a:ahLst/>
          <a:cxnLst/>
          <a:rect l="0" t="0" r="0" b="0"/>
          <a:pathLst>
            <a:path>
              <a:moveTo>
                <a:pt x="0" y="0"/>
              </a:moveTo>
              <a:lnTo>
                <a:pt x="0" y="1413686"/>
              </a:lnTo>
              <a:lnTo>
                <a:pt x="106512" y="1413686"/>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D02EE16-5AEE-48C6-B36C-81AC5FB5A8D7}">
      <dsp:nvSpPr>
        <dsp:cNvPr id="0" name=""/>
        <dsp:cNvSpPr/>
      </dsp:nvSpPr>
      <dsp:spPr>
        <a:xfrm>
          <a:off x="1475709" y="1539477"/>
          <a:ext cx="852103" cy="249439"/>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1947161"/>
              <a:satOff val="-2922"/>
              <a:lumOff val="-47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GB" sz="700" kern="1200" dirty="0" err="1"/>
            <a:t>H_No</a:t>
          </a:r>
          <a:endParaRPr lang="en-US" sz="700" kern="1200" dirty="0"/>
        </a:p>
      </dsp:txBody>
      <dsp:txXfrm>
        <a:off x="1483015" y="1546783"/>
        <a:ext cx="837491" cy="234827"/>
      </dsp:txXfrm>
    </dsp:sp>
    <dsp:sp modelId="{A6D4B060-2965-4ACA-BE30-72AD3BAF6D62}">
      <dsp:nvSpPr>
        <dsp:cNvPr id="0" name=""/>
        <dsp:cNvSpPr/>
      </dsp:nvSpPr>
      <dsp:spPr>
        <a:xfrm>
          <a:off x="1369197" y="250510"/>
          <a:ext cx="106512" cy="1693705"/>
        </a:xfrm>
        <a:custGeom>
          <a:avLst/>
          <a:gdLst/>
          <a:ahLst/>
          <a:cxnLst/>
          <a:rect l="0" t="0" r="0" b="0"/>
          <a:pathLst>
            <a:path>
              <a:moveTo>
                <a:pt x="0" y="0"/>
              </a:moveTo>
              <a:lnTo>
                <a:pt x="0" y="1693705"/>
              </a:lnTo>
              <a:lnTo>
                <a:pt x="106512" y="1693705"/>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67161E9-15C5-4373-9188-CBC899EF2B21}">
      <dsp:nvSpPr>
        <dsp:cNvPr id="0" name=""/>
        <dsp:cNvSpPr/>
      </dsp:nvSpPr>
      <dsp:spPr>
        <a:xfrm>
          <a:off x="1475709" y="1795878"/>
          <a:ext cx="820159" cy="296675"/>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2163512"/>
              <a:satOff val="-3246"/>
              <a:lumOff val="-52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GB" sz="700" kern="1200" dirty="0"/>
            <a:t>Street</a:t>
          </a:r>
          <a:endParaRPr lang="en-US" sz="700" kern="1200" dirty="0"/>
        </a:p>
      </dsp:txBody>
      <dsp:txXfrm>
        <a:off x="1484398" y="1804567"/>
        <a:ext cx="802781" cy="279297"/>
      </dsp:txXfrm>
    </dsp:sp>
    <dsp:sp modelId="{5126009F-C14A-408F-98F6-43C5F12F6F8D}">
      <dsp:nvSpPr>
        <dsp:cNvPr id="0" name=""/>
        <dsp:cNvSpPr/>
      </dsp:nvSpPr>
      <dsp:spPr>
        <a:xfrm>
          <a:off x="1369197" y="250510"/>
          <a:ext cx="106512" cy="1973723"/>
        </a:xfrm>
        <a:custGeom>
          <a:avLst/>
          <a:gdLst/>
          <a:ahLst/>
          <a:cxnLst/>
          <a:rect l="0" t="0" r="0" b="0"/>
          <a:pathLst>
            <a:path>
              <a:moveTo>
                <a:pt x="0" y="0"/>
              </a:moveTo>
              <a:lnTo>
                <a:pt x="0" y="1973723"/>
              </a:lnTo>
              <a:lnTo>
                <a:pt x="106512" y="1973723"/>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187D71C-18ED-459E-B8BC-B63AD8BEFE94}">
      <dsp:nvSpPr>
        <dsp:cNvPr id="0" name=""/>
        <dsp:cNvSpPr/>
      </dsp:nvSpPr>
      <dsp:spPr>
        <a:xfrm>
          <a:off x="1475709" y="2099514"/>
          <a:ext cx="852103" cy="249439"/>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2379863"/>
              <a:satOff val="-3571"/>
              <a:lumOff val="-58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GB" sz="700" kern="1200" dirty="0"/>
            <a:t> City</a:t>
          </a:r>
          <a:endParaRPr lang="en-US" sz="700" kern="1200" dirty="0"/>
        </a:p>
      </dsp:txBody>
      <dsp:txXfrm>
        <a:off x="1483015" y="2106820"/>
        <a:ext cx="837491" cy="234827"/>
      </dsp:txXfrm>
    </dsp:sp>
    <dsp:sp modelId="{73DD907A-C025-493B-9B50-6EBA74A6D12C}">
      <dsp:nvSpPr>
        <dsp:cNvPr id="0" name=""/>
        <dsp:cNvSpPr/>
      </dsp:nvSpPr>
      <dsp:spPr>
        <a:xfrm>
          <a:off x="1369197" y="250510"/>
          <a:ext cx="106512" cy="2230124"/>
        </a:xfrm>
        <a:custGeom>
          <a:avLst/>
          <a:gdLst/>
          <a:ahLst/>
          <a:cxnLst/>
          <a:rect l="0" t="0" r="0" b="0"/>
          <a:pathLst>
            <a:path>
              <a:moveTo>
                <a:pt x="0" y="0"/>
              </a:moveTo>
              <a:lnTo>
                <a:pt x="0" y="2230124"/>
              </a:lnTo>
              <a:lnTo>
                <a:pt x="106512" y="2230124"/>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C8D9FE0-68B4-407C-BB8E-22F24631D236}">
      <dsp:nvSpPr>
        <dsp:cNvPr id="0" name=""/>
        <dsp:cNvSpPr/>
      </dsp:nvSpPr>
      <dsp:spPr>
        <a:xfrm>
          <a:off x="1475709" y="2355916"/>
          <a:ext cx="852103" cy="249439"/>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2596215"/>
              <a:satOff val="-3895"/>
              <a:lumOff val="-63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GB" sz="700" kern="1200" dirty="0"/>
            <a:t>Postcode</a:t>
          </a:r>
          <a:endParaRPr lang="en-US" sz="700" kern="1200" dirty="0"/>
        </a:p>
      </dsp:txBody>
      <dsp:txXfrm>
        <a:off x="1483015" y="2363222"/>
        <a:ext cx="837491" cy="234827"/>
      </dsp:txXfrm>
    </dsp:sp>
    <dsp:sp modelId="{04C5FFFF-C2E1-4553-894F-994984F905F7}">
      <dsp:nvSpPr>
        <dsp:cNvPr id="0" name=""/>
        <dsp:cNvSpPr/>
      </dsp:nvSpPr>
      <dsp:spPr>
        <a:xfrm>
          <a:off x="1369197" y="250510"/>
          <a:ext cx="106512" cy="2486525"/>
        </a:xfrm>
        <a:custGeom>
          <a:avLst/>
          <a:gdLst/>
          <a:ahLst/>
          <a:cxnLst/>
          <a:rect l="0" t="0" r="0" b="0"/>
          <a:pathLst>
            <a:path>
              <a:moveTo>
                <a:pt x="0" y="0"/>
              </a:moveTo>
              <a:lnTo>
                <a:pt x="0" y="2486525"/>
              </a:lnTo>
              <a:lnTo>
                <a:pt x="106512" y="2486525"/>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AC8069E-1A0C-465A-838A-6143D67D562A}">
      <dsp:nvSpPr>
        <dsp:cNvPr id="0" name=""/>
        <dsp:cNvSpPr/>
      </dsp:nvSpPr>
      <dsp:spPr>
        <a:xfrm>
          <a:off x="1475709" y="2612317"/>
          <a:ext cx="891062" cy="249439"/>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2812566"/>
              <a:satOff val="-4220"/>
              <a:lumOff val="-68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GB" sz="700" kern="1200" dirty="0"/>
            <a:t> </a:t>
          </a:r>
          <a:r>
            <a:rPr lang="en-GB" sz="700" kern="1200" dirty="0" err="1"/>
            <a:t>Home_Tel_No</a:t>
          </a:r>
          <a:endParaRPr lang="en-US" sz="700" kern="1200" dirty="0"/>
        </a:p>
      </dsp:txBody>
      <dsp:txXfrm>
        <a:off x="1483015" y="2619623"/>
        <a:ext cx="876450" cy="234827"/>
      </dsp:txXfrm>
    </dsp:sp>
    <dsp:sp modelId="{731CCB33-12FC-4F03-A21A-21A6725AE3B9}">
      <dsp:nvSpPr>
        <dsp:cNvPr id="0" name=""/>
        <dsp:cNvSpPr/>
      </dsp:nvSpPr>
      <dsp:spPr>
        <a:xfrm>
          <a:off x="1369197" y="250510"/>
          <a:ext cx="106512" cy="2742927"/>
        </a:xfrm>
        <a:custGeom>
          <a:avLst/>
          <a:gdLst/>
          <a:ahLst/>
          <a:cxnLst/>
          <a:rect l="0" t="0" r="0" b="0"/>
          <a:pathLst>
            <a:path>
              <a:moveTo>
                <a:pt x="0" y="0"/>
              </a:moveTo>
              <a:lnTo>
                <a:pt x="0" y="2742927"/>
              </a:lnTo>
              <a:lnTo>
                <a:pt x="106512" y="274292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2D66EBD-B561-4330-BB82-4BC55074D165}">
      <dsp:nvSpPr>
        <dsp:cNvPr id="0" name=""/>
        <dsp:cNvSpPr/>
      </dsp:nvSpPr>
      <dsp:spPr>
        <a:xfrm>
          <a:off x="1475709" y="2868718"/>
          <a:ext cx="852103" cy="249439"/>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3028917"/>
              <a:satOff val="-4545"/>
              <a:lumOff val="-739"/>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GB" sz="700" kern="1200" dirty="0" err="1"/>
            <a:t>Mob_No</a:t>
          </a:r>
          <a:endParaRPr lang="en-US" sz="700" kern="1200" dirty="0"/>
        </a:p>
      </dsp:txBody>
      <dsp:txXfrm>
        <a:off x="1483015" y="2876024"/>
        <a:ext cx="837491" cy="234827"/>
      </dsp:txXfrm>
    </dsp:sp>
    <dsp:sp modelId="{8A4B2C3C-896F-491C-9696-6BAD02522E48}">
      <dsp:nvSpPr>
        <dsp:cNvPr id="0" name=""/>
        <dsp:cNvSpPr/>
      </dsp:nvSpPr>
      <dsp:spPr>
        <a:xfrm>
          <a:off x="1369197" y="250510"/>
          <a:ext cx="106512" cy="2999328"/>
        </a:xfrm>
        <a:custGeom>
          <a:avLst/>
          <a:gdLst/>
          <a:ahLst/>
          <a:cxnLst/>
          <a:rect l="0" t="0" r="0" b="0"/>
          <a:pathLst>
            <a:path>
              <a:moveTo>
                <a:pt x="0" y="0"/>
              </a:moveTo>
              <a:lnTo>
                <a:pt x="0" y="2999328"/>
              </a:lnTo>
              <a:lnTo>
                <a:pt x="106512" y="299932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19DE825-8A91-413D-A4D7-AD89A3FD600A}">
      <dsp:nvSpPr>
        <dsp:cNvPr id="0" name=""/>
        <dsp:cNvSpPr/>
      </dsp:nvSpPr>
      <dsp:spPr>
        <a:xfrm>
          <a:off x="1475709" y="3125119"/>
          <a:ext cx="852103" cy="249439"/>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3245268"/>
              <a:satOff val="-4869"/>
              <a:lumOff val="-792"/>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GB" sz="700" kern="1200" dirty="0"/>
            <a:t> DOB</a:t>
          </a:r>
          <a:endParaRPr lang="en-US" sz="700" kern="1200" dirty="0"/>
        </a:p>
      </dsp:txBody>
      <dsp:txXfrm>
        <a:off x="1483015" y="3132425"/>
        <a:ext cx="837491" cy="234827"/>
      </dsp:txXfrm>
    </dsp:sp>
    <dsp:sp modelId="{6DB27982-1261-4714-B891-10BD144DD761}">
      <dsp:nvSpPr>
        <dsp:cNvPr id="0" name=""/>
        <dsp:cNvSpPr/>
      </dsp:nvSpPr>
      <dsp:spPr>
        <a:xfrm>
          <a:off x="1369197" y="250510"/>
          <a:ext cx="106512" cy="3255729"/>
        </a:xfrm>
        <a:custGeom>
          <a:avLst/>
          <a:gdLst/>
          <a:ahLst/>
          <a:cxnLst/>
          <a:rect l="0" t="0" r="0" b="0"/>
          <a:pathLst>
            <a:path>
              <a:moveTo>
                <a:pt x="0" y="0"/>
              </a:moveTo>
              <a:lnTo>
                <a:pt x="0" y="3255729"/>
              </a:lnTo>
              <a:lnTo>
                <a:pt x="106512" y="325572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0038861-CA6B-49E1-BBA4-91A50582CFC0}">
      <dsp:nvSpPr>
        <dsp:cNvPr id="0" name=""/>
        <dsp:cNvSpPr/>
      </dsp:nvSpPr>
      <dsp:spPr>
        <a:xfrm>
          <a:off x="1475709" y="3381520"/>
          <a:ext cx="852103" cy="249439"/>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3461620"/>
              <a:satOff val="-5194"/>
              <a:lumOff val="-84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GB" sz="700" kern="1200" dirty="0" err="1"/>
            <a:t>Job_Ttile</a:t>
          </a:r>
          <a:endParaRPr lang="en-US" sz="700" kern="1200" dirty="0"/>
        </a:p>
      </dsp:txBody>
      <dsp:txXfrm>
        <a:off x="1483015" y="3388826"/>
        <a:ext cx="837491" cy="234827"/>
      </dsp:txXfrm>
    </dsp:sp>
    <dsp:sp modelId="{46DE43FF-656F-40E1-B0DA-07D842C7D403}">
      <dsp:nvSpPr>
        <dsp:cNvPr id="0" name=""/>
        <dsp:cNvSpPr/>
      </dsp:nvSpPr>
      <dsp:spPr>
        <a:xfrm>
          <a:off x="1369197" y="250510"/>
          <a:ext cx="106512" cy="3512130"/>
        </a:xfrm>
        <a:custGeom>
          <a:avLst/>
          <a:gdLst/>
          <a:ahLst/>
          <a:cxnLst/>
          <a:rect l="0" t="0" r="0" b="0"/>
          <a:pathLst>
            <a:path>
              <a:moveTo>
                <a:pt x="0" y="0"/>
              </a:moveTo>
              <a:lnTo>
                <a:pt x="0" y="3512130"/>
              </a:lnTo>
              <a:lnTo>
                <a:pt x="106512" y="351213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87A4121-4C14-44DC-8D7F-6D6997A4D2F9}">
      <dsp:nvSpPr>
        <dsp:cNvPr id="0" name=""/>
        <dsp:cNvSpPr/>
      </dsp:nvSpPr>
      <dsp:spPr>
        <a:xfrm>
          <a:off x="1475709" y="3637921"/>
          <a:ext cx="852103" cy="249439"/>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3677971"/>
              <a:satOff val="-5518"/>
              <a:lumOff val="-89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GB" sz="700" kern="1200" dirty="0"/>
            <a:t>Salary</a:t>
          </a:r>
          <a:endParaRPr lang="en-US" sz="700" kern="1200" dirty="0"/>
        </a:p>
      </dsp:txBody>
      <dsp:txXfrm>
        <a:off x="1483015" y="3645227"/>
        <a:ext cx="837491" cy="234827"/>
      </dsp:txXfrm>
    </dsp:sp>
    <dsp:sp modelId="{302E3CD2-5C32-4234-9E32-15D495F756A6}">
      <dsp:nvSpPr>
        <dsp:cNvPr id="0" name=""/>
        <dsp:cNvSpPr/>
      </dsp:nvSpPr>
      <dsp:spPr>
        <a:xfrm>
          <a:off x="2341732" y="1071"/>
          <a:ext cx="1065124" cy="249439"/>
        </a:xfrm>
        <a:prstGeom prst="roundRect">
          <a:avLst>
            <a:gd name="adj" fmla="val 10000"/>
          </a:avLst>
        </a:prstGeom>
        <a:solidFill>
          <a:schemeClr val="accent3">
            <a:hueOff val="3750088"/>
            <a:satOff val="-5627"/>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GB" sz="900" kern="1200" dirty="0"/>
            <a:t>Course</a:t>
          </a:r>
        </a:p>
      </dsp:txBody>
      <dsp:txXfrm>
        <a:off x="2349038" y="8377"/>
        <a:ext cx="1050512" cy="234827"/>
      </dsp:txXfrm>
    </dsp:sp>
    <dsp:sp modelId="{68B25FC4-7FF7-4027-91C6-D7661543725C}">
      <dsp:nvSpPr>
        <dsp:cNvPr id="0" name=""/>
        <dsp:cNvSpPr/>
      </dsp:nvSpPr>
      <dsp:spPr>
        <a:xfrm>
          <a:off x="2448245" y="250510"/>
          <a:ext cx="106512" cy="131681"/>
        </a:xfrm>
        <a:custGeom>
          <a:avLst/>
          <a:gdLst/>
          <a:ahLst/>
          <a:cxnLst/>
          <a:rect l="0" t="0" r="0" b="0"/>
          <a:pathLst>
            <a:path>
              <a:moveTo>
                <a:pt x="0" y="0"/>
              </a:moveTo>
              <a:lnTo>
                <a:pt x="0" y="131681"/>
              </a:lnTo>
              <a:lnTo>
                <a:pt x="106512" y="13168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E7C085A-7883-4306-9601-29C7BDA12514}">
      <dsp:nvSpPr>
        <dsp:cNvPr id="0" name=""/>
        <dsp:cNvSpPr/>
      </dsp:nvSpPr>
      <dsp:spPr>
        <a:xfrm>
          <a:off x="2554757" y="257472"/>
          <a:ext cx="852103" cy="249439"/>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3894322"/>
              <a:satOff val="-5843"/>
              <a:lumOff val="-95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GB" sz="700" kern="1200" dirty="0" err="1"/>
            <a:t>Course_No</a:t>
          </a:r>
          <a:endParaRPr lang="en-GB" sz="700" kern="1200" dirty="0"/>
        </a:p>
      </dsp:txBody>
      <dsp:txXfrm>
        <a:off x="2562063" y="264778"/>
        <a:ext cx="837491" cy="234827"/>
      </dsp:txXfrm>
    </dsp:sp>
    <dsp:sp modelId="{EBDA2AB3-9C32-4A08-9D24-87A33478E0C7}">
      <dsp:nvSpPr>
        <dsp:cNvPr id="0" name=""/>
        <dsp:cNvSpPr/>
      </dsp:nvSpPr>
      <dsp:spPr>
        <a:xfrm>
          <a:off x="2448245" y="250510"/>
          <a:ext cx="106512" cy="388082"/>
        </a:xfrm>
        <a:custGeom>
          <a:avLst/>
          <a:gdLst/>
          <a:ahLst/>
          <a:cxnLst/>
          <a:rect l="0" t="0" r="0" b="0"/>
          <a:pathLst>
            <a:path>
              <a:moveTo>
                <a:pt x="0" y="0"/>
              </a:moveTo>
              <a:lnTo>
                <a:pt x="0" y="388082"/>
              </a:lnTo>
              <a:lnTo>
                <a:pt x="106512" y="38808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128DB40-5FA3-4290-B644-D388EB156593}">
      <dsp:nvSpPr>
        <dsp:cNvPr id="0" name=""/>
        <dsp:cNvSpPr/>
      </dsp:nvSpPr>
      <dsp:spPr>
        <a:xfrm>
          <a:off x="2554757" y="513873"/>
          <a:ext cx="852103" cy="249439"/>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4110673"/>
              <a:satOff val="-6168"/>
              <a:lumOff val="-100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GB" sz="700" kern="1200" dirty="0" err="1"/>
            <a:t>Department_No</a:t>
          </a:r>
          <a:endParaRPr lang="en-GB" sz="700" kern="1200" dirty="0"/>
        </a:p>
      </dsp:txBody>
      <dsp:txXfrm>
        <a:off x="2562063" y="521179"/>
        <a:ext cx="837491" cy="234827"/>
      </dsp:txXfrm>
    </dsp:sp>
    <dsp:sp modelId="{18923CDA-F1A0-4E6F-92C5-C57F40093BCC}">
      <dsp:nvSpPr>
        <dsp:cNvPr id="0" name=""/>
        <dsp:cNvSpPr/>
      </dsp:nvSpPr>
      <dsp:spPr>
        <a:xfrm>
          <a:off x="2448245" y="250510"/>
          <a:ext cx="106512" cy="644483"/>
        </a:xfrm>
        <a:custGeom>
          <a:avLst/>
          <a:gdLst/>
          <a:ahLst/>
          <a:cxnLst/>
          <a:rect l="0" t="0" r="0" b="0"/>
          <a:pathLst>
            <a:path>
              <a:moveTo>
                <a:pt x="0" y="0"/>
              </a:moveTo>
              <a:lnTo>
                <a:pt x="0" y="644483"/>
              </a:lnTo>
              <a:lnTo>
                <a:pt x="106512" y="644483"/>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753CDEB-016F-4CD8-BECB-1B782191A1DC}">
      <dsp:nvSpPr>
        <dsp:cNvPr id="0" name=""/>
        <dsp:cNvSpPr/>
      </dsp:nvSpPr>
      <dsp:spPr>
        <a:xfrm>
          <a:off x="2554757" y="770274"/>
          <a:ext cx="852103" cy="249439"/>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4327024"/>
              <a:satOff val="-6492"/>
              <a:lumOff val="-105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GB" sz="700" kern="1200" dirty="0"/>
            <a:t> Name,</a:t>
          </a:r>
        </a:p>
      </dsp:txBody>
      <dsp:txXfrm>
        <a:off x="2562063" y="777580"/>
        <a:ext cx="837491" cy="234827"/>
      </dsp:txXfrm>
    </dsp:sp>
    <dsp:sp modelId="{1933B891-A2A8-4DE2-9CF9-339D5EC12894}">
      <dsp:nvSpPr>
        <dsp:cNvPr id="0" name=""/>
        <dsp:cNvSpPr/>
      </dsp:nvSpPr>
      <dsp:spPr>
        <a:xfrm>
          <a:off x="2448245" y="250510"/>
          <a:ext cx="106512" cy="900884"/>
        </a:xfrm>
        <a:custGeom>
          <a:avLst/>
          <a:gdLst/>
          <a:ahLst/>
          <a:cxnLst/>
          <a:rect l="0" t="0" r="0" b="0"/>
          <a:pathLst>
            <a:path>
              <a:moveTo>
                <a:pt x="0" y="0"/>
              </a:moveTo>
              <a:lnTo>
                <a:pt x="0" y="900884"/>
              </a:lnTo>
              <a:lnTo>
                <a:pt x="106512" y="900884"/>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9E5A27D-A30C-4EB6-B8A2-3992867DB2A3}">
      <dsp:nvSpPr>
        <dsp:cNvPr id="0" name=""/>
        <dsp:cNvSpPr/>
      </dsp:nvSpPr>
      <dsp:spPr>
        <a:xfrm>
          <a:off x="2554757" y="1026675"/>
          <a:ext cx="852103" cy="249439"/>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4543375"/>
              <a:satOff val="-6817"/>
              <a:lumOff val="-1109"/>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GB" sz="700" kern="1200" dirty="0"/>
            <a:t>Duration</a:t>
          </a:r>
        </a:p>
      </dsp:txBody>
      <dsp:txXfrm>
        <a:off x="2562063" y="1033981"/>
        <a:ext cx="837491" cy="234827"/>
      </dsp:txXfrm>
    </dsp:sp>
    <dsp:sp modelId="{8DF58408-D2FD-437B-B38A-5B71EA363251}">
      <dsp:nvSpPr>
        <dsp:cNvPr id="0" name=""/>
        <dsp:cNvSpPr/>
      </dsp:nvSpPr>
      <dsp:spPr>
        <a:xfrm>
          <a:off x="2448245" y="250510"/>
          <a:ext cx="106512" cy="1157285"/>
        </a:xfrm>
        <a:custGeom>
          <a:avLst/>
          <a:gdLst/>
          <a:ahLst/>
          <a:cxnLst/>
          <a:rect l="0" t="0" r="0" b="0"/>
          <a:pathLst>
            <a:path>
              <a:moveTo>
                <a:pt x="0" y="0"/>
              </a:moveTo>
              <a:lnTo>
                <a:pt x="0" y="1157285"/>
              </a:lnTo>
              <a:lnTo>
                <a:pt x="106512" y="1157285"/>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EE3B9A0-7298-4D42-81DE-6DF8BBD8C001}">
      <dsp:nvSpPr>
        <dsp:cNvPr id="0" name=""/>
        <dsp:cNvSpPr/>
      </dsp:nvSpPr>
      <dsp:spPr>
        <a:xfrm>
          <a:off x="2554757" y="1283076"/>
          <a:ext cx="852103" cy="249439"/>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4759727"/>
              <a:satOff val="-7142"/>
              <a:lumOff val="-116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GB" sz="700" kern="1200" dirty="0"/>
            <a:t> Level</a:t>
          </a:r>
        </a:p>
      </dsp:txBody>
      <dsp:txXfrm>
        <a:off x="2562063" y="1290382"/>
        <a:ext cx="837491" cy="234827"/>
      </dsp:txXfrm>
    </dsp:sp>
    <dsp:sp modelId="{A22DE7E5-B28F-4DEC-9737-E9F5BDA1E7A5}">
      <dsp:nvSpPr>
        <dsp:cNvPr id="0" name=""/>
        <dsp:cNvSpPr/>
      </dsp:nvSpPr>
      <dsp:spPr>
        <a:xfrm>
          <a:off x="3420780" y="1071"/>
          <a:ext cx="1065124" cy="249439"/>
        </a:xfrm>
        <a:prstGeom prst="roundRect">
          <a:avLst>
            <a:gd name="adj" fmla="val 10000"/>
          </a:avLst>
        </a:prstGeom>
        <a:solidFill>
          <a:schemeClr val="accent3">
            <a:hueOff val="5625132"/>
            <a:satOff val="-8440"/>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GB" sz="900" kern="1200" dirty="0"/>
            <a:t>Modules</a:t>
          </a:r>
        </a:p>
      </dsp:txBody>
      <dsp:txXfrm>
        <a:off x="3428086" y="8377"/>
        <a:ext cx="1050512" cy="234827"/>
      </dsp:txXfrm>
    </dsp:sp>
    <dsp:sp modelId="{31D48898-E482-4231-955B-916DA7034289}">
      <dsp:nvSpPr>
        <dsp:cNvPr id="0" name=""/>
        <dsp:cNvSpPr/>
      </dsp:nvSpPr>
      <dsp:spPr>
        <a:xfrm>
          <a:off x="3527292" y="250510"/>
          <a:ext cx="106512" cy="131681"/>
        </a:xfrm>
        <a:custGeom>
          <a:avLst/>
          <a:gdLst/>
          <a:ahLst/>
          <a:cxnLst/>
          <a:rect l="0" t="0" r="0" b="0"/>
          <a:pathLst>
            <a:path>
              <a:moveTo>
                <a:pt x="0" y="0"/>
              </a:moveTo>
              <a:lnTo>
                <a:pt x="0" y="131681"/>
              </a:lnTo>
              <a:lnTo>
                <a:pt x="106512" y="13168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523C330-BA24-4928-9292-C4664D7A656C}">
      <dsp:nvSpPr>
        <dsp:cNvPr id="0" name=""/>
        <dsp:cNvSpPr/>
      </dsp:nvSpPr>
      <dsp:spPr>
        <a:xfrm>
          <a:off x="3633805" y="257472"/>
          <a:ext cx="852103" cy="249439"/>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4976078"/>
              <a:satOff val="-7466"/>
              <a:lumOff val="-121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GB" sz="700" kern="1200" dirty="0" err="1"/>
            <a:t>Module_No</a:t>
          </a:r>
          <a:endParaRPr lang="en-GB" sz="700" kern="1200" dirty="0"/>
        </a:p>
      </dsp:txBody>
      <dsp:txXfrm>
        <a:off x="3641111" y="264778"/>
        <a:ext cx="837491" cy="234827"/>
      </dsp:txXfrm>
    </dsp:sp>
    <dsp:sp modelId="{39563C55-D79C-4E78-81D2-1EAA527968D2}">
      <dsp:nvSpPr>
        <dsp:cNvPr id="0" name=""/>
        <dsp:cNvSpPr/>
      </dsp:nvSpPr>
      <dsp:spPr>
        <a:xfrm>
          <a:off x="3527292" y="250510"/>
          <a:ext cx="106512" cy="388082"/>
        </a:xfrm>
        <a:custGeom>
          <a:avLst/>
          <a:gdLst/>
          <a:ahLst/>
          <a:cxnLst/>
          <a:rect l="0" t="0" r="0" b="0"/>
          <a:pathLst>
            <a:path>
              <a:moveTo>
                <a:pt x="0" y="0"/>
              </a:moveTo>
              <a:lnTo>
                <a:pt x="0" y="388082"/>
              </a:lnTo>
              <a:lnTo>
                <a:pt x="106512" y="38808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D1D0212-E619-4A56-8C5E-514E295B915D}">
      <dsp:nvSpPr>
        <dsp:cNvPr id="0" name=""/>
        <dsp:cNvSpPr/>
      </dsp:nvSpPr>
      <dsp:spPr>
        <a:xfrm>
          <a:off x="3633805" y="513873"/>
          <a:ext cx="852103" cy="249439"/>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5192429"/>
              <a:satOff val="-7791"/>
              <a:lumOff val="-126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GB" sz="700" kern="1200" dirty="0" err="1"/>
            <a:t>Course_No</a:t>
          </a:r>
          <a:endParaRPr lang="en-GB" sz="700" kern="1200" dirty="0"/>
        </a:p>
      </dsp:txBody>
      <dsp:txXfrm>
        <a:off x="3641111" y="521179"/>
        <a:ext cx="837491" cy="234827"/>
      </dsp:txXfrm>
    </dsp:sp>
    <dsp:sp modelId="{65625BC7-539D-4805-ADA5-E1CECED57EA5}">
      <dsp:nvSpPr>
        <dsp:cNvPr id="0" name=""/>
        <dsp:cNvSpPr/>
      </dsp:nvSpPr>
      <dsp:spPr>
        <a:xfrm>
          <a:off x="3527292" y="250510"/>
          <a:ext cx="106512" cy="644483"/>
        </a:xfrm>
        <a:custGeom>
          <a:avLst/>
          <a:gdLst/>
          <a:ahLst/>
          <a:cxnLst/>
          <a:rect l="0" t="0" r="0" b="0"/>
          <a:pathLst>
            <a:path>
              <a:moveTo>
                <a:pt x="0" y="0"/>
              </a:moveTo>
              <a:lnTo>
                <a:pt x="0" y="644483"/>
              </a:lnTo>
              <a:lnTo>
                <a:pt x="106512" y="644483"/>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23912A0-6C23-45E3-B8F8-B29F0A63AA9B}">
      <dsp:nvSpPr>
        <dsp:cNvPr id="0" name=""/>
        <dsp:cNvSpPr/>
      </dsp:nvSpPr>
      <dsp:spPr>
        <a:xfrm>
          <a:off x="3633805" y="770274"/>
          <a:ext cx="852103" cy="249439"/>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5408780"/>
              <a:satOff val="-8115"/>
              <a:lumOff val="-132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GB" sz="700" kern="1200" dirty="0" err="1"/>
            <a:t>Staff_No</a:t>
          </a:r>
          <a:endParaRPr lang="en-GB" sz="700" kern="1200" dirty="0"/>
        </a:p>
      </dsp:txBody>
      <dsp:txXfrm>
        <a:off x="3641111" y="777580"/>
        <a:ext cx="837491" cy="234827"/>
      </dsp:txXfrm>
    </dsp:sp>
    <dsp:sp modelId="{75062ECD-3E73-4B37-A151-CFE62B62E058}">
      <dsp:nvSpPr>
        <dsp:cNvPr id="0" name=""/>
        <dsp:cNvSpPr/>
      </dsp:nvSpPr>
      <dsp:spPr>
        <a:xfrm>
          <a:off x="3527292" y="250510"/>
          <a:ext cx="106512" cy="900884"/>
        </a:xfrm>
        <a:custGeom>
          <a:avLst/>
          <a:gdLst/>
          <a:ahLst/>
          <a:cxnLst/>
          <a:rect l="0" t="0" r="0" b="0"/>
          <a:pathLst>
            <a:path>
              <a:moveTo>
                <a:pt x="0" y="0"/>
              </a:moveTo>
              <a:lnTo>
                <a:pt x="0" y="900884"/>
              </a:lnTo>
              <a:lnTo>
                <a:pt x="106512" y="900884"/>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A92F3FF-D070-42E6-A98C-4EA07E69A5E0}">
      <dsp:nvSpPr>
        <dsp:cNvPr id="0" name=""/>
        <dsp:cNvSpPr/>
      </dsp:nvSpPr>
      <dsp:spPr>
        <a:xfrm>
          <a:off x="3633805" y="1026675"/>
          <a:ext cx="852103" cy="249439"/>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5625132"/>
              <a:satOff val="-8440"/>
              <a:lumOff val="-137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GB" sz="700" kern="1200" dirty="0"/>
            <a:t> Name</a:t>
          </a:r>
        </a:p>
      </dsp:txBody>
      <dsp:txXfrm>
        <a:off x="3641111" y="1033981"/>
        <a:ext cx="837491" cy="234827"/>
      </dsp:txXfrm>
    </dsp:sp>
    <dsp:sp modelId="{4C52752D-BA7F-48D4-BC8C-73123A95B59A}">
      <dsp:nvSpPr>
        <dsp:cNvPr id="0" name=""/>
        <dsp:cNvSpPr/>
      </dsp:nvSpPr>
      <dsp:spPr>
        <a:xfrm>
          <a:off x="3527292" y="250510"/>
          <a:ext cx="106512" cy="1157285"/>
        </a:xfrm>
        <a:custGeom>
          <a:avLst/>
          <a:gdLst/>
          <a:ahLst/>
          <a:cxnLst/>
          <a:rect l="0" t="0" r="0" b="0"/>
          <a:pathLst>
            <a:path>
              <a:moveTo>
                <a:pt x="0" y="0"/>
              </a:moveTo>
              <a:lnTo>
                <a:pt x="0" y="1157285"/>
              </a:lnTo>
              <a:lnTo>
                <a:pt x="106512" y="1157285"/>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61F36D1-4AC8-4211-A94D-629BA48F563F}">
      <dsp:nvSpPr>
        <dsp:cNvPr id="0" name=""/>
        <dsp:cNvSpPr/>
      </dsp:nvSpPr>
      <dsp:spPr>
        <a:xfrm>
          <a:off x="3633805" y="1283076"/>
          <a:ext cx="852103" cy="249439"/>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5841483"/>
              <a:satOff val="-8765"/>
              <a:lumOff val="-142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GB" sz="700" kern="1200" dirty="0"/>
            <a:t>Credit</a:t>
          </a:r>
        </a:p>
      </dsp:txBody>
      <dsp:txXfrm>
        <a:off x="3641111" y="1290382"/>
        <a:ext cx="837491" cy="234827"/>
      </dsp:txXfrm>
    </dsp:sp>
    <dsp:sp modelId="{FE3E39C7-1E1F-4E93-AB4E-B6B8F28F1C54}">
      <dsp:nvSpPr>
        <dsp:cNvPr id="0" name=""/>
        <dsp:cNvSpPr/>
      </dsp:nvSpPr>
      <dsp:spPr>
        <a:xfrm>
          <a:off x="3527292" y="250510"/>
          <a:ext cx="106512" cy="1413686"/>
        </a:xfrm>
        <a:custGeom>
          <a:avLst/>
          <a:gdLst/>
          <a:ahLst/>
          <a:cxnLst/>
          <a:rect l="0" t="0" r="0" b="0"/>
          <a:pathLst>
            <a:path>
              <a:moveTo>
                <a:pt x="0" y="0"/>
              </a:moveTo>
              <a:lnTo>
                <a:pt x="0" y="1413686"/>
              </a:lnTo>
              <a:lnTo>
                <a:pt x="106512" y="1413686"/>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2836AF2-A947-468E-916E-3BD015F95588}">
      <dsp:nvSpPr>
        <dsp:cNvPr id="0" name=""/>
        <dsp:cNvSpPr/>
      </dsp:nvSpPr>
      <dsp:spPr>
        <a:xfrm>
          <a:off x="3633805" y="1539477"/>
          <a:ext cx="852103" cy="249439"/>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6057835"/>
              <a:satOff val="-9089"/>
              <a:lumOff val="-147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GB" sz="700" kern="1200" dirty="0"/>
            <a:t>Duration</a:t>
          </a:r>
        </a:p>
      </dsp:txBody>
      <dsp:txXfrm>
        <a:off x="3641111" y="1546783"/>
        <a:ext cx="837491" cy="234827"/>
      </dsp:txXfrm>
    </dsp:sp>
    <dsp:sp modelId="{CF98EE0A-3D98-4807-81BA-A081DF8E45E1}">
      <dsp:nvSpPr>
        <dsp:cNvPr id="0" name=""/>
        <dsp:cNvSpPr/>
      </dsp:nvSpPr>
      <dsp:spPr>
        <a:xfrm>
          <a:off x="3527292" y="250510"/>
          <a:ext cx="106512" cy="1670087"/>
        </a:xfrm>
        <a:custGeom>
          <a:avLst/>
          <a:gdLst/>
          <a:ahLst/>
          <a:cxnLst/>
          <a:rect l="0" t="0" r="0" b="0"/>
          <a:pathLst>
            <a:path>
              <a:moveTo>
                <a:pt x="0" y="0"/>
              </a:moveTo>
              <a:lnTo>
                <a:pt x="0" y="1670087"/>
              </a:lnTo>
              <a:lnTo>
                <a:pt x="106512" y="167008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7B643BF-3BBA-4771-B4B6-CEDE383E3838}">
      <dsp:nvSpPr>
        <dsp:cNvPr id="0" name=""/>
        <dsp:cNvSpPr/>
      </dsp:nvSpPr>
      <dsp:spPr>
        <a:xfrm>
          <a:off x="3633805" y="1795878"/>
          <a:ext cx="852103" cy="249439"/>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6274185"/>
              <a:satOff val="-9414"/>
              <a:lumOff val="-153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GB" sz="700" kern="1200" dirty="0"/>
            <a:t>Description</a:t>
          </a:r>
        </a:p>
      </dsp:txBody>
      <dsp:txXfrm>
        <a:off x="3641111" y="1803184"/>
        <a:ext cx="837491" cy="234827"/>
      </dsp:txXfrm>
    </dsp:sp>
    <dsp:sp modelId="{7D6F5A86-B0C1-439C-BCBA-839EB649D843}">
      <dsp:nvSpPr>
        <dsp:cNvPr id="0" name=""/>
        <dsp:cNvSpPr/>
      </dsp:nvSpPr>
      <dsp:spPr>
        <a:xfrm>
          <a:off x="4499828" y="1071"/>
          <a:ext cx="1065124" cy="249439"/>
        </a:xfrm>
        <a:prstGeom prst="roundRect">
          <a:avLst>
            <a:gd name="adj" fmla="val 10000"/>
          </a:avLst>
        </a:prstGeom>
        <a:solidFill>
          <a:schemeClr val="accent3">
            <a:hueOff val="7500176"/>
            <a:satOff val="-11253"/>
            <a:lumOff val="-183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GB" sz="900" kern="1200" dirty="0"/>
            <a:t>Student</a:t>
          </a:r>
        </a:p>
      </dsp:txBody>
      <dsp:txXfrm>
        <a:off x="4507134" y="8377"/>
        <a:ext cx="1050512" cy="234827"/>
      </dsp:txXfrm>
    </dsp:sp>
    <dsp:sp modelId="{1BD5EEBC-85ED-4F0E-BBE3-710070AA107D}">
      <dsp:nvSpPr>
        <dsp:cNvPr id="0" name=""/>
        <dsp:cNvSpPr/>
      </dsp:nvSpPr>
      <dsp:spPr>
        <a:xfrm>
          <a:off x="4606340" y="250510"/>
          <a:ext cx="106512" cy="131681"/>
        </a:xfrm>
        <a:custGeom>
          <a:avLst/>
          <a:gdLst/>
          <a:ahLst/>
          <a:cxnLst/>
          <a:rect l="0" t="0" r="0" b="0"/>
          <a:pathLst>
            <a:path>
              <a:moveTo>
                <a:pt x="0" y="0"/>
              </a:moveTo>
              <a:lnTo>
                <a:pt x="0" y="131681"/>
              </a:lnTo>
              <a:lnTo>
                <a:pt x="106512" y="13168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273E476-6193-476D-BEA1-87A4E7269FAF}">
      <dsp:nvSpPr>
        <dsp:cNvPr id="0" name=""/>
        <dsp:cNvSpPr/>
      </dsp:nvSpPr>
      <dsp:spPr>
        <a:xfrm>
          <a:off x="4712853" y="257472"/>
          <a:ext cx="852103" cy="249439"/>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6490537"/>
              <a:satOff val="-9738"/>
              <a:lumOff val="-158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GB" sz="700" kern="1200" dirty="0" err="1"/>
            <a:t>Student_No</a:t>
          </a:r>
          <a:endParaRPr lang="en-GB" sz="700" kern="1200" dirty="0"/>
        </a:p>
      </dsp:txBody>
      <dsp:txXfrm>
        <a:off x="4720159" y="264778"/>
        <a:ext cx="837491" cy="234827"/>
      </dsp:txXfrm>
    </dsp:sp>
    <dsp:sp modelId="{908AF027-F27E-4EF0-9481-A72BB76686D5}">
      <dsp:nvSpPr>
        <dsp:cNvPr id="0" name=""/>
        <dsp:cNvSpPr/>
      </dsp:nvSpPr>
      <dsp:spPr>
        <a:xfrm>
          <a:off x="4606340" y="250510"/>
          <a:ext cx="106512" cy="388082"/>
        </a:xfrm>
        <a:custGeom>
          <a:avLst/>
          <a:gdLst/>
          <a:ahLst/>
          <a:cxnLst/>
          <a:rect l="0" t="0" r="0" b="0"/>
          <a:pathLst>
            <a:path>
              <a:moveTo>
                <a:pt x="0" y="0"/>
              </a:moveTo>
              <a:lnTo>
                <a:pt x="0" y="388082"/>
              </a:lnTo>
              <a:lnTo>
                <a:pt x="106512" y="38808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62BC5ED-D427-49E9-AD88-0B6DEB723F49}">
      <dsp:nvSpPr>
        <dsp:cNvPr id="0" name=""/>
        <dsp:cNvSpPr/>
      </dsp:nvSpPr>
      <dsp:spPr>
        <a:xfrm>
          <a:off x="4712853" y="513873"/>
          <a:ext cx="852103" cy="249439"/>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6706888"/>
              <a:satOff val="-10063"/>
              <a:lumOff val="-163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GB" sz="700" kern="1200" dirty="0" err="1"/>
            <a:t>Course_No</a:t>
          </a:r>
          <a:endParaRPr lang="en-GB" sz="700" kern="1200" dirty="0"/>
        </a:p>
      </dsp:txBody>
      <dsp:txXfrm>
        <a:off x="4720159" y="521179"/>
        <a:ext cx="837491" cy="234827"/>
      </dsp:txXfrm>
    </dsp:sp>
    <dsp:sp modelId="{0A8A50AA-11BB-4580-A8DE-6BBC925D9AFD}">
      <dsp:nvSpPr>
        <dsp:cNvPr id="0" name=""/>
        <dsp:cNvSpPr/>
      </dsp:nvSpPr>
      <dsp:spPr>
        <a:xfrm>
          <a:off x="4606340" y="250510"/>
          <a:ext cx="106512" cy="644483"/>
        </a:xfrm>
        <a:custGeom>
          <a:avLst/>
          <a:gdLst/>
          <a:ahLst/>
          <a:cxnLst/>
          <a:rect l="0" t="0" r="0" b="0"/>
          <a:pathLst>
            <a:path>
              <a:moveTo>
                <a:pt x="0" y="0"/>
              </a:moveTo>
              <a:lnTo>
                <a:pt x="0" y="644483"/>
              </a:lnTo>
              <a:lnTo>
                <a:pt x="106512" y="644483"/>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B7237B6-B313-4E39-84F2-5FD68B670DF3}">
      <dsp:nvSpPr>
        <dsp:cNvPr id="0" name=""/>
        <dsp:cNvSpPr/>
      </dsp:nvSpPr>
      <dsp:spPr>
        <a:xfrm>
          <a:off x="4712853" y="770274"/>
          <a:ext cx="852103" cy="249439"/>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6923239"/>
              <a:satOff val="-10388"/>
              <a:lumOff val="-1689"/>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GB" sz="700" kern="1200" dirty="0"/>
            <a:t>Title</a:t>
          </a:r>
        </a:p>
      </dsp:txBody>
      <dsp:txXfrm>
        <a:off x="4720159" y="777580"/>
        <a:ext cx="837491" cy="234827"/>
      </dsp:txXfrm>
    </dsp:sp>
    <dsp:sp modelId="{BC4C93E6-9CB5-4DEA-B31A-E12F09135331}">
      <dsp:nvSpPr>
        <dsp:cNvPr id="0" name=""/>
        <dsp:cNvSpPr/>
      </dsp:nvSpPr>
      <dsp:spPr>
        <a:xfrm>
          <a:off x="4606340" y="250510"/>
          <a:ext cx="106512" cy="900884"/>
        </a:xfrm>
        <a:custGeom>
          <a:avLst/>
          <a:gdLst/>
          <a:ahLst/>
          <a:cxnLst/>
          <a:rect l="0" t="0" r="0" b="0"/>
          <a:pathLst>
            <a:path>
              <a:moveTo>
                <a:pt x="0" y="0"/>
              </a:moveTo>
              <a:lnTo>
                <a:pt x="0" y="900884"/>
              </a:lnTo>
              <a:lnTo>
                <a:pt x="106512" y="900884"/>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E2B1E31-98B2-4DAF-A0A1-D1EEE4FFBA50}">
      <dsp:nvSpPr>
        <dsp:cNvPr id="0" name=""/>
        <dsp:cNvSpPr/>
      </dsp:nvSpPr>
      <dsp:spPr>
        <a:xfrm>
          <a:off x="4712853" y="1026675"/>
          <a:ext cx="852103" cy="249439"/>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7139590"/>
              <a:satOff val="-10712"/>
              <a:lumOff val="-1742"/>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GB" sz="700" kern="1200" dirty="0" err="1"/>
            <a:t>F_name</a:t>
          </a:r>
          <a:endParaRPr lang="en-GB" sz="700" kern="1200" dirty="0"/>
        </a:p>
      </dsp:txBody>
      <dsp:txXfrm>
        <a:off x="4720159" y="1033981"/>
        <a:ext cx="837491" cy="234827"/>
      </dsp:txXfrm>
    </dsp:sp>
    <dsp:sp modelId="{12091E0A-AD6F-4AAD-8285-C6B917163FDF}">
      <dsp:nvSpPr>
        <dsp:cNvPr id="0" name=""/>
        <dsp:cNvSpPr/>
      </dsp:nvSpPr>
      <dsp:spPr>
        <a:xfrm>
          <a:off x="4606340" y="250510"/>
          <a:ext cx="106512" cy="1157285"/>
        </a:xfrm>
        <a:custGeom>
          <a:avLst/>
          <a:gdLst/>
          <a:ahLst/>
          <a:cxnLst/>
          <a:rect l="0" t="0" r="0" b="0"/>
          <a:pathLst>
            <a:path>
              <a:moveTo>
                <a:pt x="0" y="0"/>
              </a:moveTo>
              <a:lnTo>
                <a:pt x="0" y="1157285"/>
              </a:lnTo>
              <a:lnTo>
                <a:pt x="106512" y="1157285"/>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1098C2F-8941-4570-BC4C-027F4C0E1C59}">
      <dsp:nvSpPr>
        <dsp:cNvPr id="0" name=""/>
        <dsp:cNvSpPr/>
      </dsp:nvSpPr>
      <dsp:spPr>
        <a:xfrm>
          <a:off x="4712853" y="1283076"/>
          <a:ext cx="852103" cy="249439"/>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7355941"/>
              <a:satOff val="-11037"/>
              <a:lumOff val="-179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GB" sz="700" kern="1200" dirty="0"/>
            <a:t> </a:t>
          </a:r>
          <a:r>
            <a:rPr lang="en-GB" sz="700" kern="1200" dirty="0" err="1"/>
            <a:t>L_name</a:t>
          </a:r>
          <a:endParaRPr lang="en-GB" sz="700" kern="1200" dirty="0"/>
        </a:p>
      </dsp:txBody>
      <dsp:txXfrm>
        <a:off x="4720159" y="1290382"/>
        <a:ext cx="837491" cy="234827"/>
      </dsp:txXfrm>
    </dsp:sp>
    <dsp:sp modelId="{73D058A9-5D27-4AB8-A2D8-9E7FBBCB5E73}">
      <dsp:nvSpPr>
        <dsp:cNvPr id="0" name=""/>
        <dsp:cNvSpPr/>
      </dsp:nvSpPr>
      <dsp:spPr>
        <a:xfrm>
          <a:off x="4606340" y="250510"/>
          <a:ext cx="106512" cy="1413686"/>
        </a:xfrm>
        <a:custGeom>
          <a:avLst/>
          <a:gdLst/>
          <a:ahLst/>
          <a:cxnLst/>
          <a:rect l="0" t="0" r="0" b="0"/>
          <a:pathLst>
            <a:path>
              <a:moveTo>
                <a:pt x="0" y="0"/>
              </a:moveTo>
              <a:lnTo>
                <a:pt x="0" y="1413686"/>
              </a:lnTo>
              <a:lnTo>
                <a:pt x="106512" y="1413686"/>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BEB65FE-48F6-43F4-BDCD-D996EBBC8EC5}">
      <dsp:nvSpPr>
        <dsp:cNvPr id="0" name=""/>
        <dsp:cNvSpPr/>
      </dsp:nvSpPr>
      <dsp:spPr>
        <a:xfrm>
          <a:off x="4712853" y="1539477"/>
          <a:ext cx="852103" cy="249439"/>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7572293"/>
              <a:satOff val="-11362"/>
              <a:lumOff val="-184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GB" sz="700" kern="1200" dirty="0" err="1"/>
            <a:t>H_No</a:t>
          </a:r>
          <a:endParaRPr lang="en-GB" sz="700" kern="1200" dirty="0"/>
        </a:p>
      </dsp:txBody>
      <dsp:txXfrm>
        <a:off x="4720159" y="1546783"/>
        <a:ext cx="837491" cy="234827"/>
      </dsp:txXfrm>
    </dsp:sp>
    <dsp:sp modelId="{DE708FD6-16BB-45B9-BE7C-141B69452306}">
      <dsp:nvSpPr>
        <dsp:cNvPr id="0" name=""/>
        <dsp:cNvSpPr/>
      </dsp:nvSpPr>
      <dsp:spPr>
        <a:xfrm>
          <a:off x="4606340" y="250510"/>
          <a:ext cx="106512" cy="1670087"/>
        </a:xfrm>
        <a:custGeom>
          <a:avLst/>
          <a:gdLst/>
          <a:ahLst/>
          <a:cxnLst/>
          <a:rect l="0" t="0" r="0" b="0"/>
          <a:pathLst>
            <a:path>
              <a:moveTo>
                <a:pt x="0" y="0"/>
              </a:moveTo>
              <a:lnTo>
                <a:pt x="0" y="1670087"/>
              </a:lnTo>
              <a:lnTo>
                <a:pt x="106512" y="167008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2AC630B-19DB-499E-8F79-962E62C72935}">
      <dsp:nvSpPr>
        <dsp:cNvPr id="0" name=""/>
        <dsp:cNvSpPr/>
      </dsp:nvSpPr>
      <dsp:spPr>
        <a:xfrm>
          <a:off x="4712853" y="1795878"/>
          <a:ext cx="852103" cy="249439"/>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7788645"/>
              <a:satOff val="-11686"/>
              <a:lumOff val="-190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GB" sz="700" kern="1200" dirty="0"/>
            <a:t>Street</a:t>
          </a:r>
        </a:p>
      </dsp:txBody>
      <dsp:txXfrm>
        <a:off x="4720159" y="1803184"/>
        <a:ext cx="837491" cy="234827"/>
      </dsp:txXfrm>
    </dsp:sp>
    <dsp:sp modelId="{20FFC945-12E7-4D10-AAFF-F4CE965D1517}">
      <dsp:nvSpPr>
        <dsp:cNvPr id="0" name=""/>
        <dsp:cNvSpPr/>
      </dsp:nvSpPr>
      <dsp:spPr>
        <a:xfrm>
          <a:off x="4606340" y="250510"/>
          <a:ext cx="106512" cy="1926488"/>
        </a:xfrm>
        <a:custGeom>
          <a:avLst/>
          <a:gdLst/>
          <a:ahLst/>
          <a:cxnLst/>
          <a:rect l="0" t="0" r="0" b="0"/>
          <a:pathLst>
            <a:path>
              <a:moveTo>
                <a:pt x="0" y="0"/>
              </a:moveTo>
              <a:lnTo>
                <a:pt x="0" y="1926488"/>
              </a:lnTo>
              <a:lnTo>
                <a:pt x="106512" y="192648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36A8EA9-16B4-460E-93B9-723988B79D80}">
      <dsp:nvSpPr>
        <dsp:cNvPr id="0" name=""/>
        <dsp:cNvSpPr/>
      </dsp:nvSpPr>
      <dsp:spPr>
        <a:xfrm>
          <a:off x="4712853" y="2052279"/>
          <a:ext cx="852103" cy="249439"/>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8004995"/>
              <a:satOff val="-12011"/>
              <a:lumOff val="-195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GB" sz="700" kern="1200" dirty="0"/>
            <a:t>City</a:t>
          </a:r>
        </a:p>
      </dsp:txBody>
      <dsp:txXfrm>
        <a:off x="4720159" y="2059585"/>
        <a:ext cx="837491" cy="234827"/>
      </dsp:txXfrm>
    </dsp:sp>
    <dsp:sp modelId="{ED77064F-F216-4CAA-B2BB-E03F43F76885}">
      <dsp:nvSpPr>
        <dsp:cNvPr id="0" name=""/>
        <dsp:cNvSpPr/>
      </dsp:nvSpPr>
      <dsp:spPr>
        <a:xfrm>
          <a:off x="4606340" y="250510"/>
          <a:ext cx="106512" cy="2182889"/>
        </a:xfrm>
        <a:custGeom>
          <a:avLst/>
          <a:gdLst/>
          <a:ahLst/>
          <a:cxnLst/>
          <a:rect l="0" t="0" r="0" b="0"/>
          <a:pathLst>
            <a:path>
              <a:moveTo>
                <a:pt x="0" y="0"/>
              </a:moveTo>
              <a:lnTo>
                <a:pt x="0" y="2182889"/>
              </a:lnTo>
              <a:lnTo>
                <a:pt x="106512" y="218288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06C5EB0-44DD-430D-ABC7-2A5E5B6775AB}">
      <dsp:nvSpPr>
        <dsp:cNvPr id="0" name=""/>
        <dsp:cNvSpPr/>
      </dsp:nvSpPr>
      <dsp:spPr>
        <a:xfrm>
          <a:off x="4712853" y="2308680"/>
          <a:ext cx="852103" cy="249439"/>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8221347"/>
              <a:satOff val="-12335"/>
              <a:lumOff val="-200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GB" sz="700" kern="1200" dirty="0"/>
            <a:t>Postcode</a:t>
          </a:r>
        </a:p>
      </dsp:txBody>
      <dsp:txXfrm>
        <a:off x="4720159" y="2315986"/>
        <a:ext cx="837491" cy="234827"/>
      </dsp:txXfrm>
    </dsp:sp>
    <dsp:sp modelId="{28D4E7D8-55CD-4096-B432-C91D6CD7F720}">
      <dsp:nvSpPr>
        <dsp:cNvPr id="0" name=""/>
        <dsp:cNvSpPr/>
      </dsp:nvSpPr>
      <dsp:spPr>
        <a:xfrm>
          <a:off x="4606340" y="250510"/>
          <a:ext cx="106512" cy="2439290"/>
        </a:xfrm>
        <a:custGeom>
          <a:avLst/>
          <a:gdLst/>
          <a:ahLst/>
          <a:cxnLst/>
          <a:rect l="0" t="0" r="0" b="0"/>
          <a:pathLst>
            <a:path>
              <a:moveTo>
                <a:pt x="0" y="0"/>
              </a:moveTo>
              <a:lnTo>
                <a:pt x="0" y="2439290"/>
              </a:lnTo>
              <a:lnTo>
                <a:pt x="106512" y="243929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CCDB6D5-13DD-4C53-A987-DDF75C3F6DB2}">
      <dsp:nvSpPr>
        <dsp:cNvPr id="0" name=""/>
        <dsp:cNvSpPr/>
      </dsp:nvSpPr>
      <dsp:spPr>
        <a:xfrm>
          <a:off x="4712853" y="2565081"/>
          <a:ext cx="891062" cy="249439"/>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8437698"/>
              <a:satOff val="-12660"/>
              <a:lumOff val="-2059"/>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GB" sz="700" kern="1200" dirty="0" err="1"/>
            <a:t>Home_Tel_No</a:t>
          </a:r>
          <a:endParaRPr lang="en-GB" sz="700" kern="1200" dirty="0"/>
        </a:p>
      </dsp:txBody>
      <dsp:txXfrm>
        <a:off x="4720159" y="2572387"/>
        <a:ext cx="876450" cy="234827"/>
      </dsp:txXfrm>
    </dsp:sp>
    <dsp:sp modelId="{3196EAB0-B061-41BB-B907-97D36634E64F}">
      <dsp:nvSpPr>
        <dsp:cNvPr id="0" name=""/>
        <dsp:cNvSpPr/>
      </dsp:nvSpPr>
      <dsp:spPr>
        <a:xfrm>
          <a:off x="4606340" y="250510"/>
          <a:ext cx="106512" cy="2695691"/>
        </a:xfrm>
        <a:custGeom>
          <a:avLst/>
          <a:gdLst/>
          <a:ahLst/>
          <a:cxnLst/>
          <a:rect l="0" t="0" r="0" b="0"/>
          <a:pathLst>
            <a:path>
              <a:moveTo>
                <a:pt x="0" y="0"/>
              </a:moveTo>
              <a:lnTo>
                <a:pt x="0" y="2695691"/>
              </a:lnTo>
              <a:lnTo>
                <a:pt x="106512" y="269569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FCE67A8-19C5-4587-A732-38C93FD63070}">
      <dsp:nvSpPr>
        <dsp:cNvPr id="0" name=""/>
        <dsp:cNvSpPr/>
      </dsp:nvSpPr>
      <dsp:spPr>
        <a:xfrm>
          <a:off x="4712853" y="2821482"/>
          <a:ext cx="852103" cy="249439"/>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8654049"/>
              <a:satOff val="-12985"/>
              <a:lumOff val="-2112"/>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GB" sz="700" kern="1200" dirty="0" err="1"/>
            <a:t>Mob_No</a:t>
          </a:r>
          <a:endParaRPr lang="en-GB" sz="700" kern="1200" dirty="0"/>
        </a:p>
      </dsp:txBody>
      <dsp:txXfrm>
        <a:off x="4720159" y="2828788"/>
        <a:ext cx="837491" cy="234827"/>
      </dsp:txXfrm>
    </dsp:sp>
    <dsp:sp modelId="{E421E2BE-C997-4E2A-9447-59A57B63B5EA}">
      <dsp:nvSpPr>
        <dsp:cNvPr id="0" name=""/>
        <dsp:cNvSpPr/>
      </dsp:nvSpPr>
      <dsp:spPr>
        <a:xfrm>
          <a:off x="4606340" y="250510"/>
          <a:ext cx="106512" cy="2952092"/>
        </a:xfrm>
        <a:custGeom>
          <a:avLst/>
          <a:gdLst/>
          <a:ahLst/>
          <a:cxnLst/>
          <a:rect l="0" t="0" r="0" b="0"/>
          <a:pathLst>
            <a:path>
              <a:moveTo>
                <a:pt x="0" y="0"/>
              </a:moveTo>
              <a:lnTo>
                <a:pt x="0" y="2952092"/>
              </a:lnTo>
              <a:lnTo>
                <a:pt x="106512" y="295209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FB85350-3B8D-400B-8B36-6A513532448C}">
      <dsp:nvSpPr>
        <dsp:cNvPr id="0" name=""/>
        <dsp:cNvSpPr/>
      </dsp:nvSpPr>
      <dsp:spPr>
        <a:xfrm>
          <a:off x="4712853" y="3077883"/>
          <a:ext cx="852103" cy="249439"/>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8870401"/>
              <a:satOff val="-13309"/>
              <a:lumOff val="-216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GB" sz="700" kern="1200" dirty="0"/>
            <a:t>DOB</a:t>
          </a:r>
        </a:p>
      </dsp:txBody>
      <dsp:txXfrm>
        <a:off x="4720159" y="3085189"/>
        <a:ext cx="837491" cy="234827"/>
      </dsp:txXfrm>
    </dsp:sp>
    <dsp:sp modelId="{5EA8F66E-F6B6-4525-9129-37407893F0BE}">
      <dsp:nvSpPr>
        <dsp:cNvPr id="0" name=""/>
        <dsp:cNvSpPr/>
      </dsp:nvSpPr>
      <dsp:spPr>
        <a:xfrm>
          <a:off x="4606340" y="250510"/>
          <a:ext cx="106512" cy="3208493"/>
        </a:xfrm>
        <a:custGeom>
          <a:avLst/>
          <a:gdLst/>
          <a:ahLst/>
          <a:cxnLst/>
          <a:rect l="0" t="0" r="0" b="0"/>
          <a:pathLst>
            <a:path>
              <a:moveTo>
                <a:pt x="0" y="0"/>
              </a:moveTo>
              <a:lnTo>
                <a:pt x="0" y="3208493"/>
              </a:lnTo>
              <a:lnTo>
                <a:pt x="106512" y="3208493"/>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B86DEEF-0E4D-4E06-AAAF-B776A7F6B678}">
      <dsp:nvSpPr>
        <dsp:cNvPr id="0" name=""/>
        <dsp:cNvSpPr/>
      </dsp:nvSpPr>
      <dsp:spPr>
        <a:xfrm>
          <a:off x="4712853" y="3334284"/>
          <a:ext cx="852103" cy="249439"/>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9086751"/>
              <a:satOff val="-13634"/>
              <a:lumOff val="-221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GB" sz="700" kern="1200" dirty="0" err="1"/>
            <a:t>Start_Date</a:t>
          </a:r>
          <a:endParaRPr lang="en-GB" sz="700" kern="1200" dirty="0"/>
        </a:p>
      </dsp:txBody>
      <dsp:txXfrm>
        <a:off x="4720159" y="3341590"/>
        <a:ext cx="837491" cy="234827"/>
      </dsp:txXfrm>
    </dsp:sp>
    <dsp:sp modelId="{0D559258-486A-4C0D-AF1F-231BACF1273F}">
      <dsp:nvSpPr>
        <dsp:cNvPr id="0" name=""/>
        <dsp:cNvSpPr/>
      </dsp:nvSpPr>
      <dsp:spPr>
        <a:xfrm>
          <a:off x="5578876" y="1071"/>
          <a:ext cx="836649" cy="209044"/>
        </a:xfrm>
        <a:prstGeom prst="roundRect">
          <a:avLst>
            <a:gd name="adj" fmla="val 10000"/>
          </a:avLst>
        </a:prstGeom>
        <a:solidFill>
          <a:schemeClr val="accent3">
            <a:hueOff val="9375220"/>
            <a:satOff val="-14067"/>
            <a:lumOff val="-228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GB" sz="900" kern="1200" dirty="0"/>
            <a:t>Grade</a:t>
          </a:r>
        </a:p>
      </dsp:txBody>
      <dsp:txXfrm>
        <a:off x="5584999" y="7194"/>
        <a:ext cx="824403" cy="196798"/>
      </dsp:txXfrm>
    </dsp:sp>
    <dsp:sp modelId="{78FCD6D9-C5CE-4010-8EC5-492AFB1BC26F}">
      <dsp:nvSpPr>
        <dsp:cNvPr id="0" name=""/>
        <dsp:cNvSpPr/>
      </dsp:nvSpPr>
      <dsp:spPr>
        <a:xfrm>
          <a:off x="5616821" y="210115"/>
          <a:ext cx="91440" cy="136941"/>
        </a:xfrm>
        <a:custGeom>
          <a:avLst/>
          <a:gdLst/>
          <a:ahLst/>
          <a:cxnLst/>
          <a:rect l="0" t="0" r="0" b="0"/>
          <a:pathLst>
            <a:path>
              <a:moveTo>
                <a:pt x="45720" y="0"/>
              </a:moveTo>
              <a:lnTo>
                <a:pt x="45720" y="136941"/>
              </a:lnTo>
              <a:lnTo>
                <a:pt x="129384" y="13694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CBC5F5F-CF72-42E6-92BF-0BB05172AD4D}">
      <dsp:nvSpPr>
        <dsp:cNvPr id="0" name=""/>
        <dsp:cNvSpPr/>
      </dsp:nvSpPr>
      <dsp:spPr>
        <a:xfrm>
          <a:off x="5746206" y="217076"/>
          <a:ext cx="669319" cy="259959"/>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9303103"/>
              <a:satOff val="-13958"/>
              <a:lumOff val="-227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GB" sz="700" kern="1200" dirty="0" err="1"/>
            <a:t>Grade_No</a:t>
          </a:r>
          <a:endParaRPr lang="en-GB" sz="700" kern="1200" dirty="0"/>
        </a:p>
      </dsp:txBody>
      <dsp:txXfrm>
        <a:off x="5753820" y="224690"/>
        <a:ext cx="654091" cy="244731"/>
      </dsp:txXfrm>
    </dsp:sp>
    <dsp:sp modelId="{30A4487C-51C5-41C7-9BD1-6506184DFE9A}">
      <dsp:nvSpPr>
        <dsp:cNvPr id="0" name=""/>
        <dsp:cNvSpPr/>
      </dsp:nvSpPr>
      <dsp:spPr>
        <a:xfrm>
          <a:off x="5616821" y="210115"/>
          <a:ext cx="91440" cy="415388"/>
        </a:xfrm>
        <a:custGeom>
          <a:avLst/>
          <a:gdLst/>
          <a:ahLst/>
          <a:cxnLst/>
          <a:rect l="0" t="0" r="0" b="0"/>
          <a:pathLst>
            <a:path>
              <a:moveTo>
                <a:pt x="45720" y="0"/>
              </a:moveTo>
              <a:lnTo>
                <a:pt x="45720" y="415388"/>
              </a:lnTo>
              <a:lnTo>
                <a:pt x="129384" y="41538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EDB9CE6-41BB-4AE1-AECD-1075B88A46AC}">
      <dsp:nvSpPr>
        <dsp:cNvPr id="0" name=""/>
        <dsp:cNvSpPr/>
      </dsp:nvSpPr>
      <dsp:spPr>
        <a:xfrm>
          <a:off x="5746206" y="483998"/>
          <a:ext cx="669319" cy="283012"/>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9519454"/>
              <a:satOff val="-14283"/>
              <a:lumOff val="-232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GB" sz="700" kern="1200"/>
            <a:t>Name</a:t>
          </a:r>
          <a:endParaRPr lang="en-GB" sz="700" kern="1200" dirty="0"/>
        </a:p>
      </dsp:txBody>
      <dsp:txXfrm>
        <a:off x="5754495" y="492287"/>
        <a:ext cx="652741" cy="266434"/>
      </dsp:txXfrm>
    </dsp:sp>
    <dsp:sp modelId="{B1F2856D-D29C-44D6-A189-0A0D0615141F}">
      <dsp:nvSpPr>
        <dsp:cNvPr id="0" name=""/>
        <dsp:cNvSpPr/>
      </dsp:nvSpPr>
      <dsp:spPr>
        <a:xfrm>
          <a:off x="5616821" y="210115"/>
          <a:ext cx="91440" cy="705362"/>
        </a:xfrm>
        <a:custGeom>
          <a:avLst/>
          <a:gdLst/>
          <a:ahLst/>
          <a:cxnLst/>
          <a:rect l="0" t="0" r="0" b="0"/>
          <a:pathLst>
            <a:path>
              <a:moveTo>
                <a:pt x="45720" y="0"/>
              </a:moveTo>
              <a:lnTo>
                <a:pt x="45720" y="705362"/>
              </a:lnTo>
              <a:lnTo>
                <a:pt x="129384" y="70536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96BBD8C-FF21-4059-9755-F1B452FC2F09}">
      <dsp:nvSpPr>
        <dsp:cNvPr id="0" name=""/>
        <dsp:cNvSpPr/>
      </dsp:nvSpPr>
      <dsp:spPr>
        <a:xfrm>
          <a:off x="5746206" y="773971"/>
          <a:ext cx="669319" cy="283012"/>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9735806"/>
              <a:satOff val="-14608"/>
              <a:lumOff val="-237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GB" sz="700" kern="1200" dirty="0" err="1"/>
            <a:t>Min_Range</a:t>
          </a:r>
          <a:endParaRPr lang="en-GB" sz="700" kern="1200" dirty="0"/>
        </a:p>
      </dsp:txBody>
      <dsp:txXfrm>
        <a:off x="5754495" y="782260"/>
        <a:ext cx="652741" cy="266434"/>
      </dsp:txXfrm>
    </dsp:sp>
    <dsp:sp modelId="{A104DF13-71C1-421F-8603-19C1CE144EB8}">
      <dsp:nvSpPr>
        <dsp:cNvPr id="0" name=""/>
        <dsp:cNvSpPr/>
      </dsp:nvSpPr>
      <dsp:spPr>
        <a:xfrm>
          <a:off x="5616821" y="210115"/>
          <a:ext cx="91440" cy="995335"/>
        </a:xfrm>
        <a:custGeom>
          <a:avLst/>
          <a:gdLst/>
          <a:ahLst/>
          <a:cxnLst/>
          <a:rect l="0" t="0" r="0" b="0"/>
          <a:pathLst>
            <a:path>
              <a:moveTo>
                <a:pt x="45720" y="0"/>
              </a:moveTo>
              <a:lnTo>
                <a:pt x="45720" y="995335"/>
              </a:lnTo>
              <a:lnTo>
                <a:pt x="129384" y="995335"/>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6203A1A-8B58-4665-BC13-CC7D53078856}">
      <dsp:nvSpPr>
        <dsp:cNvPr id="0" name=""/>
        <dsp:cNvSpPr/>
      </dsp:nvSpPr>
      <dsp:spPr>
        <a:xfrm>
          <a:off x="5746206" y="1063945"/>
          <a:ext cx="669319" cy="283012"/>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9952156"/>
              <a:satOff val="-14932"/>
              <a:lumOff val="-242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GB" sz="700" kern="1200" dirty="0" err="1"/>
            <a:t>Max_Range</a:t>
          </a:r>
          <a:endParaRPr lang="en-GB" sz="700" kern="1200" dirty="0"/>
        </a:p>
      </dsp:txBody>
      <dsp:txXfrm>
        <a:off x="5754495" y="1072234"/>
        <a:ext cx="652741" cy="266434"/>
      </dsp:txXfrm>
    </dsp:sp>
    <dsp:sp modelId="{D14F7347-496C-4F96-B59B-6FC5C27D1987}">
      <dsp:nvSpPr>
        <dsp:cNvPr id="0" name=""/>
        <dsp:cNvSpPr/>
      </dsp:nvSpPr>
      <dsp:spPr>
        <a:xfrm>
          <a:off x="5616821" y="210115"/>
          <a:ext cx="91440" cy="1273783"/>
        </a:xfrm>
        <a:custGeom>
          <a:avLst/>
          <a:gdLst/>
          <a:ahLst/>
          <a:cxnLst/>
          <a:rect l="0" t="0" r="0" b="0"/>
          <a:pathLst>
            <a:path>
              <a:moveTo>
                <a:pt x="45720" y="0"/>
              </a:moveTo>
              <a:lnTo>
                <a:pt x="45720" y="1273783"/>
              </a:lnTo>
              <a:lnTo>
                <a:pt x="129384" y="1273783"/>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EC7F8B1-4883-42AE-AC8A-01CD737234E6}">
      <dsp:nvSpPr>
        <dsp:cNvPr id="0" name=""/>
        <dsp:cNvSpPr/>
      </dsp:nvSpPr>
      <dsp:spPr>
        <a:xfrm>
          <a:off x="5746206" y="1353918"/>
          <a:ext cx="669319" cy="259959"/>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10168508"/>
              <a:satOff val="-15257"/>
              <a:lumOff val="-248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GB" sz="700" kern="1200" dirty="0"/>
            <a:t>Description</a:t>
          </a:r>
        </a:p>
      </dsp:txBody>
      <dsp:txXfrm>
        <a:off x="5753820" y="1361532"/>
        <a:ext cx="654091" cy="244731"/>
      </dsp:txXfrm>
    </dsp:sp>
    <dsp:sp modelId="{3E1AA7AC-53CC-4CA0-BADC-9EBE89CBD291}">
      <dsp:nvSpPr>
        <dsp:cNvPr id="0" name=""/>
        <dsp:cNvSpPr/>
      </dsp:nvSpPr>
      <dsp:spPr>
        <a:xfrm>
          <a:off x="6429448" y="1071"/>
          <a:ext cx="960962" cy="300379"/>
        </a:xfrm>
        <a:prstGeom prst="roundRect">
          <a:avLst>
            <a:gd name="adj" fmla="val 10000"/>
          </a:avLst>
        </a:prstGeom>
        <a:solidFill>
          <a:schemeClr val="accent3">
            <a:hueOff val="11250264"/>
            <a:satOff val="-16880"/>
            <a:lumOff val="-274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GB" sz="900" kern="1200" dirty="0" err="1"/>
            <a:t>Module_Register</a:t>
          </a:r>
          <a:endParaRPr lang="en-GB" sz="900" kern="1200" dirty="0"/>
        </a:p>
      </dsp:txBody>
      <dsp:txXfrm>
        <a:off x="6438246" y="9869"/>
        <a:ext cx="943366" cy="282783"/>
      </dsp:txXfrm>
    </dsp:sp>
    <dsp:sp modelId="{4C20F4CB-DF5C-4C58-9473-691B6D5D40EF}">
      <dsp:nvSpPr>
        <dsp:cNvPr id="0" name=""/>
        <dsp:cNvSpPr/>
      </dsp:nvSpPr>
      <dsp:spPr>
        <a:xfrm>
          <a:off x="6525545" y="301450"/>
          <a:ext cx="96096" cy="157150"/>
        </a:xfrm>
        <a:custGeom>
          <a:avLst/>
          <a:gdLst/>
          <a:ahLst/>
          <a:cxnLst/>
          <a:rect l="0" t="0" r="0" b="0"/>
          <a:pathLst>
            <a:path>
              <a:moveTo>
                <a:pt x="0" y="0"/>
              </a:moveTo>
              <a:lnTo>
                <a:pt x="0" y="157150"/>
              </a:lnTo>
              <a:lnTo>
                <a:pt x="96096" y="15715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7A10B13-E9A5-4F57-87F9-6693F70EB3E4}">
      <dsp:nvSpPr>
        <dsp:cNvPr id="0" name=""/>
        <dsp:cNvSpPr/>
      </dsp:nvSpPr>
      <dsp:spPr>
        <a:xfrm>
          <a:off x="6621641" y="308411"/>
          <a:ext cx="768768" cy="300379"/>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10384859"/>
              <a:satOff val="-15582"/>
              <a:lumOff val="-253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GB" sz="700" kern="1200" dirty="0" err="1"/>
            <a:t>Module_Grade_no</a:t>
          </a:r>
          <a:endParaRPr lang="en-GB" sz="700" b="1" kern="1200" dirty="0"/>
        </a:p>
      </dsp:txBody>
      <dsp:txXfrm>
        <a:off x="6630439" y="317209"/>
        <a:ext cx="751172" cy="282783"/>
      </dsp:txXfrm>
    </dsp:sp>
    <dsp:sp modelId="{E6C0D2F0-B4D8-40D7-A961-66342CF2F9EC}">
      <dsp:nvSpPr>
        <dsp:cNvPr id="0" name=""/>
        <dsp:cNvSpPr/>
      </dsp:nvSpPr>
      <dsp:spPr>
        <a:xfrm>
          <a:off x="6525545" y="301450"/>
          <a:ext cx="96096" cy="464491"/>
        </a:xfrm>
        <a:custGeom>
          <a:avLst/>
          <a:gdLst/>
          <a:ahLst/>
          <a:cxnLst/>
          <a:rect l="0" t="0" r="0" b="0"/>
          <a:pathLst>
            <a:path>
              <a:moveTo>
                <a:pt x="0" y="0"/>
              </a:moveTo>
              <a:lnTo>
                <a:pt x="0" y="464491"/>
              </a:lnTo>
              <a:lnTo>
                <a:pt x="96096" y="46449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56B770B-5B74-4984-BFB8-6D4754805ED8}">
      <dsp:nvSpPr>
        <dsp:cNvPr id="0" name=""/>
        <dsp:cNvSpPr/>
      </dsp:nvSpPr>
      <dsp:spPr>
        <a:xfrm>
          <a:off x="6621641" y="615752"/>
          <a:ext cx="768768" cy="300379"/>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10601211"/>
              <a:satOff val="-15906"/>
              <a:lumOff val="-258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GB" sz="700" kern="1200" dirty="0" err="1"/>
            <a:t>Student_No</a:t>
          </a:r>
          <a:endParaRPr lang="en-GB" sz="700" b="1" kern="1200" dirty="0"/>
        </a:p>
      </dsp:txBody>
      <dsp:txXfrm>
        <a:off x="6630439" y="624550"/>
        <a:ext cx="751172" cy="282783"/>
      </dsp:txXfrm>
    </dsp:sp>
    <dsp:sp modelId="{A286AB91-2C1A-46E9-AD4E-32C3FACC9842}">
      <dsp:nvSpPr>
        <dsp:cNvPr id="0" name=""/>
        <dsp:cNvSpPr/>
      </dsp:nvSpPr>
      <dsp:spPr>
        <a:xfrm>
          <a:off x="6525545" y="301450"/>
          <a:ext cx="96096" cy="771832"/>
        </a:xfrm>
        <a:custGeom>
          <a:avLst/>
          <a:gdLst/>
          <a:ahLst/>
          <a:cxnLst/>
          <a:rect l="0" t="0" r="0" b="0"/>
          <a:pathLst>
            <a:path>
              <a:moveTo>
                <a:pt x="0" y="0"/>
              </a:moveTo>
              <a:lnTo>
                <a:pt x="0" y="771832"/>
              </a:lnTo>
              <a:lnTo>
                <a:pt x="96096" y="77183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98771CD-1666-48D7-BD45-3E2E2A1F1FA3}">
      <dsp:nvSpPr>
        <dsp:cNvPr id="0" name=""/>
        <dsp:cNvSpPr/>
      </dsp:nvSpPr>
      <dsp:spPr>
        <a:xfrm>
          <a:off x="6621641" y="923092"/>
          <a:ext cx="768768" cy="300379"/>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10817561"/>
              <a:satOff val="-16231"/>
              <a:lumOff val="-2639"/>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GB" sz="700" kern="1200" dirty="0" err="1"/>
            <a:t>Module_No</a:t>
          </a:r>
          <a:endParaRPr lang="en-GB" sz="700" b="1" kern="1200" dirty="0"/>
        </a:p>
      </dsp:txBody>
      <dsp:txXfrm>
        <a:off x="6630439" y="931890"/>
        <a:ext cx="751172" cy="282783"/>
      </dsp:txXfrm>
    </dsp:sp>
    <dsp:sp modelId="{66F0C601-7AED-4661-BACE-41D3E39ED746}">
      <dsp:nvSpPr>
        <dsp:cNvPr id="0" name=""/>
        <dsp:cNvSpPr/>
      </dsp:nvSpPr>
      <dsp:spPr>
        <a:xfrm>
          <a:off x="6525545" y="301450"/>
          <a:ext cx="96096" cy="1079172"/>
        </a:xfrm>
        <a:custGeom>
          <a:avLst/>
          <a:gdLst/>
          <a:ahLst/>
          <a:cxnLst/>
          <a:rect l="0" t="0" r="0" b="0"/>
          <a:pathLst>
            <a:path>
              <a:moveTo>
                <a:pt x="0" y="0"/>
              </a:moveTo>
              <a:lnTo>
                <a:pt x="0" y="1079172"/>
              </a:lnTo>
              <a:lnTo>
                <a:pt x="96096" y="107917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1B7D78A-92D1-4504-A328-C0EA12F8C40C}">
      <dsp:nvSpPr>
        <dsp:cNvPr id="0" name=""/>
        <dsp:cNvSpPr/>
      </dsp:nvSpPr>
      <dsp:spPr>
        <a:xfrm>
          <a:off x="6621641" y="1230433"/>
          <a:ext cx="768768" cy="300379"/>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11033913"/>
              <a:satOff val="-16555"/>
              <a:lumOff val="-2692"/>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GB" sz="700" kern="1200"/>
            <a:t>Grade_No</a:t>
          </a:r>
          <a:endParaRPr lang="en-GB" sz="700" b="1" kern="1200" dirty="0"/>
        </a:p>
      </dsp:txBody>
      <dsp:txXfrm>
        <a:off x="6630439" y="1239231"/>
        <a:ext cx="751172" cy="282783"/>
      </dsp:txXfrm>
    </dsp:sp>
    <dsp:sp modelId="{05F53AF7-56C4-470A-9EAB-4FB8D585C39F}">
      <dsp:nvSpPr>
        <dsp:cNvPr id="0" name=""/>
        <dsp:cNvSpPr/>
      </dsp:nvSpPr>
      <dsp:spPr>
        <a:xfrm>
          <a:off x="6525545" y="301450"/>
          <a:ext cx="96096" cy="1386513"/>
        </a:xfrm>
        <a:custGeom>
          <a:avLst/>
          <a:gdLst/>
          <a:ahLst/>
          <a:cxnLst/>
          <a:rect l="0" t="0" r="0" b="0"/>
          <a:pathLst>
            <a:path>
              <a:moveTo>
                <a:pt x="0" y="0"/>
              </a:moveTo>
              <a:lnTo>
                <a:pt x="0" y="1386513"/>
              </a:lnTo>
              <a:lnTo>
                <a:pt x="96096" y="1386513"/>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6F0D4E4-4A63-4BDD-A785-AD9F646A7609}">
      <dsp:nvSpPr>
        <dsp:cNvPr id="0" name=""/>
        <dsp:cNvSpPr/>
      </dsp:nvSpPr>
      <dsp:spPr>
        <a:xfrm>
          <a:off x="6621641" y="1537774"/>
          <a:ext cx="768768" cy="300379"/>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11250264"/>
              <a:satOff val="-16880"/>
              <a:lumOff val="-274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GB" sz="700" b="1" kern="1200" dirty="0"/>
            <a:t>Mark </a:t>
          </a:r>
        </a:p>
      </dsp:txBody>
      <dsp:txXfrm>
        <a:off x="6630439" y="1546572"/>
        <a:ext cx="751172" cy="282783"/>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5138"/>
          </a:xfrm>
          <a:prstGeom prst="rect">
            <a:avLst/>
          </a:prstGeom>
        </p:spPr>
        <p:txBody>
          <a:bodyPr vert="horz" lIns="91440" tIns="45720" rIns="91440" bIns="45720" rtlCol="0"/>
          <a:lstStyle>
            <a:lvl1pPr algn="r">
              <a:defRPr sz="1200"/>
            </a:lvl1pPr>
          </a:lstStyle>
          <a:p>
            <a:fld id="{1790941D-EFFB-B745-9350-96412636191F}" type="datetimeFigureOut">
              <a:t>5/2/2026</a:t>
            </a:fld>
            <a:endParaRPr lang="en-US"/>
          </a:p>
        </p:txBody>
      </p:sp>
      <p:sp>
        <p:nvSpPr>
          <p:cNvPr id="4" name="Footer Placeholder 3"/>
          <p:cNvSpPr>
            <a:spLocks noGrp="1"/>
          </p:cNvSpPr>
          <p:nvPr>
            <p:ph type="ftr" sz="quarter" idx="2"/>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lIns="91440" tIns="45720" rIns="91440" bIns="45720" rtlCol="0" anchor="b"/>
          <a:lstStyle>
            <a:lvl1pPr algn="r">
              <a:defRPr sz="1200"/>
            </a:lvl1pPr>
          </a:lstStyle>
          <a:p>
            <a:fld id="{3EC1122B-0F2E-B341-B8DA-D29E5DAE9BDC}" type="slidenum">
              <a:t>‹#›</a:t>
            </a:fld>
            <a:endParaRPr lang="en-US"/>
          </a:p>
        </p:txBody>
      </p:sp>
    </p:spTree>
    <p:extLst>
      <p:ext uri="{BB962C8B-B14F-4D97-AF65-F5344CB8AC3E}">
        <p14:creationId xmlns:p14="http://schemas.microsoft.com/office/powerpoint/2010/main" val="38109072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37899A14-3C82-4D7A-A6BE-4EE9FB2A1AB8}" type="datetimeFigureOut">
              <a:rPr lang="en-US" smtClean="0"/>
              <a:t>5/2/2026</a:t>
            </a:fld>
            <a:endParaRPr lang="en-US"/>
          </a:p>
        </p:txBody>
      </p:sp>
      <p:sp>
        <p:nvSpPr>
          <p:cNvPr id="4" name="Slide Image Placeholder 3"/>
          <p:cNvSpPr>
            <a:spLocks noGrp="1" noRot="1" noChangeAspect="1"/>
          </p:cNvSpPr>
          <p:nvPr>
            <p:ph type="sldImg" idx="2"/>
          </p:nvPr>
        </p:nvSpPr>
        <p:spPr>
          <a:xfrm>
            <a:off x="406400" y="696913"/>
            <a:ext cx="61976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20599F28-8663-46C7-9050-41009FB8A0A3}" type="slidenum">
              <a:rPr lang="en-US" smtClean="0"/>
              <a:t>‹#›</a:t>
            </a:fld>
            <a:endParaRPr lang="en-US"/>
          </a:p>
        </p:txBody>
      </p:sp>
    </p:spTree>
    <p:extLst>
      <p:ext uri="{BB962C8B-B14F-4D97-AF65-F5344CB8AC3E}">
        <p14:creationId xmlns:p14="http://schemas.microsoft.com/office/powerpoint/2010/main" val="1590987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GB" sz="1200" kern="1200" dirty="0">
                <a:solidFill>
                  <a:schemeClr val="tx1"/>
                </a:solidFill>
                <a:effectLst/>
                <a:latin typeface="+mn-lt"/>
                <a:ea typeface="+mn-ea"/>
                <a:cs typeface="+mn-cs"/>
              </a:rPr>
              <a:t>Here is the University scenario. You should take a few minutes to read this.</a:t>
            </a:r>
          </a:p>
          <a:p>
            <a:pPr fontAlgn="base"/>
            <a:r>
              <a:rPr lang="en-GB" sz="1200" kern="1200" dirty="0">
                <a:solidFill>
                  <a:schemeClr val="tx1"/>
                </a:solidFill>
                <a:effectLst/>
                <a:latin typeface="+mn-lt"/>
                <a:ea typeface="+mn-ea"/>
                <a:cs typeface="+mn-cs"/>
              </a:rPr>
              <a:t>While you are reading:</a:t>
            </a:r>
          </a:p>
          <a:p>
            <a:pPr fontAlgn="base"/>
            <a:r>
              <a:rPr lang="en-GB" sz="1200" kern="1200" dirty="0">
                <a:solidFill>
                  <a:schemeClr val="tx1"/>
                </a:solidFill>
                <a:effectLst/>
                <a:latin typeface="+mn-lt"/>
                <a:ea typeface="+mn-ea"/>
                <a:cs typeface="+mn-cs"/>
              </a:rPr>
              <a:t>Think about the Data requirements of the system.</a:t>
            </a:r>
          </a:p>
          <a:p>
            <a:pPr fontAlgn="base"/>
            <a:r>
              <a:rPr lang="en-GB" sz="1200" kern="1200" dirty="0">
                <a:solidFill>
                  <a:schemeClr val="tx1"/>
                </a:solidFill>
                <a:effectLst/>
                <a:latin typeface="+mn-lt"/>
                <a:ea typeface="+mn-ea"/>
                <a:cs typeface="+mn-cs"/>
              </a:rPr>
              <a:t>What entities and attributes are needed to fulfil the data requirements?</a:t>
            </a:r>
          </a:p>
          <a:p>
            <a:pPr lvl="0" fontAlgn="base"/>
            <a:r>
              <a:rPr lang="en-US" sz="1200" kern="1200" dirty="0">
                <a:solidFill>
                  <a:schemeClr val="tx1"/>
                </a:solidFill>
                <a:effectLst/>
                <a:latin typeface="+mn-lt"/>
                <a:ea typeface="+mn-ea"/>
                <a:cs typeface="+mn-cs"/>
              </a:rPr>
              <a:t>What are the relationships and the cardinalities that you can identify</a:t>
            </a:r>
            <a:r>
              <a:rPr lang="en-US" sz="1200" kern="1200">
                <a:solidFill>
                  <a:schemeClr val="tx1"/>
                </a:solidFill>
                <a:effectLst/>
                <a:latin typeface="+mn-lt"/>
                <a:ea typeface="+mn-ea"/>
                <a:cs typeface="+mn-cs"/>
              </a:rPr>
              <a:t>? </a:t>
            </a:r>
          </a:p>
          <a:p>
            <a:pPr lvl="0" fontAlgn="base"/>
            <a:endParaRPr lang="en-GB" sz="1200" kern="1200" dirty="0">
              <a:solidFill>
                <a:schemeClr val="tx1"/>
              </a:solidFill>
              <a:effectLst/>
              <a:latin typeface="+mn-lt"/>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Now pause the video and read the scenario carefully with these questions in mind.</a:t>
            </a:r>
          </a:p>
          <a:p>
            <a:pPr lvl="0" fontAlgn="base"/>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The next few slides will take you through the solution, explaining the process</a:t>
            </a:r>
            <a:r>
              <a:rPr lang="en-GB" sz="1200" kern="1200" baseline="0" dirty="0">
                <a:solidFill>
                  <a:schemeClr val="tx1"/>
                </a:solidFill>
                <a:effectLst/>
                <a:latin typeface="+mn-lt"/>
                <a:ea typeface="+mn-ea"/>
                <a:cs typeface="+mn-cs"/>
              </a:rPr>
              <a:t> </a:t>
            </a:r>
            <a:r>
              <a:rPr lang="en-GB" sz="1200" kern="1200" dirty="0">
                <a:solidFill>
                  <a:schemeClr val="tx1"/>
                </a:solidFill>
                <a:effectLst/>
                <a:latin typeface="+mn-lt"/>
                <a:ea typeface="+mn-ea"/>
                <a:cs typeface="+mn-cs"/>
              </a:rPr>
              <a:t>step by step.</a:t>
            </a:r>
            <a:endParaRPr lang="en-GB" dirty="0"/>
          </a:p>
        </p:txBody>
      </p:sp>
      <p:sp>
        <p:nvSpPr>
          <p:cNvPr id="4" name="Slide Number Placeholder 3"/>
          <p:cNvSpPr>
            <a:spLocks noGrp="1"/>
          </p:cNvSpPr>
          <p:nvPr>
            <p:ph type="sldNum" sz="quarter" idx="10"/>
          </p:nvPr>
        </p:nvSpPr>
        <p:spPr/>
        <p:txBody>
          <a:bodyPr/>
          <a:lstStyle/>
          <a:p>
            <a:pPr>
              <a:defRPr/>
            </a:pPr>
            <a:fld id="{BC49161F-C97E-4B11-8540-DF91A632C7D2}" type="slidenum">
              <a:rPr lang="en-GB" smtClean="0"/>
              <a:pPr>
                <a:defRPr/>
              </a:pPr>
              <a:t>2</a:t>
            </a:fld>
            <a:endParaRPr lang="en-GB" dirty="0"/>
          </a:p>
        </p:txBody>
      </p:sp>
    </p:spTree>
    <p:extLst>
      <p:ext uri="{BB962C8B-B14F-4D97-AF65-F5344CB8AC3E}">
        <p14:creationId xmlns:p14="http://schemas.microsoft.com/office/powerpoint/2010/main" val="33118874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Hope you have now read the scenario and thought about the questions and have some answers.</a:t>
            </a:r>
          </a:p>
          <a:p>
            <a:r>
              <a:rPr lang="en-GB" dirty="0"/>
              <a:t>As you have already been</a:t>
            </a:r>
            <a:r>
              <a:rPr lang="en-GB" baseline="0" dirty="0"/>
              <a:t> told,  the </a:t>
            </a:r>
            <a:r>
              <a:rPr lang="en-GB" dirty="0"/>
              <a:t>First</a:t>
            </a:r>
            <a:r>
              <a:rPr lang="en-GB" baseline="0" dirty="0"/>
              <a:t> step is to identify the data requirements. The data model should represent every data requirement.</a:t>
            </a:r>
          </a:p>
          <a:p>
            <a:r>
              <a:rPr lang="en-GB" baseline="0" dirty="0"/>
              <a:t>Here is a list of requirements:</a:t>
            </a:r>
          </a:p>
          <a:p>
            <a:pPr marL="171450" indent="-171450">
              <a:buFont typeface="Arial" panose="020B0604020202020204" pitchFamily="34" charset="0"/>
              <a:buChar char="•"/>
            </a:pPr>
            <a:r>
              <a:rPr lang="en-GB" dirty="0"/>
              <a:t>University may have different course, course details must be recorded</a:t>
            </a:r>
          </a:p>
          <a:p>
            <a:pPr marL="171450" indent="-171450">
              <a:buFont typeface="Arial" panose="020B0604020202020204" pitchFamily="34" charset="0"/>
              <a:buChar char="•"/>
            </a:pPr>
            <a:r>
              <a:rPr lang="en-GB" dirty="0"/>
              <a:t>Course will have many modules, hence modules details must be stored</a:t>
            </a:r>
          </a:p>
          <a:p>
            <a:pPr marL="171450" indent="-171450">
              <a:buFont typeface="Arial" panose="020B0604020202020204" pitchFamily="34" charset="0"/>
              <a:buChar char="•"/>
            </a:pPr>
            <a:r>
              <a:rPr lang="en-GB" dirty="0"/>
              <a:t>Staff details and Department details must be recorded</a:t>
            </a:r>
          </a:p>
          <a:p>
            <a:pPr marL="171450" indent="-171450">
              <a:buFont typeface="Arial" panose="020B0604020202020204" pitchFamily="34" charset="0"/>
              <a:buChar char="•"/>
            </a:pPr>
            <a:r>
              <a:rPr lang="en-GB" dirty="0"/>
              <a:t>When a student register for a course, the details about the students and the course they are enrolled for, must be recorded</a:t>
            </a:r>
          </a:p>
          <a:p>
            <a:pPr marL="171450" indent="-171450">
              <a:buFont typeface="Arial" panose="020B0604020202020204" pitchFamily="34" charset="0"/>
              <a:buChar char="•"/>
            </a:pPr>
            <a:r>
              <a:rPr lang="en-GB" dirty="0"/>
              <a:t>Students will be completing many modules as they take the course</a:t>
            </a:r>
          </a:p>
          <a:p>
            <a:pPr marL="628650" lvl="1" indent="-171450">
              <a:buFont typeface="Arial" panose="020B0604020202020204" pitchFamily="34" charset="0"/>
              <a:buChar char="•"/>
            </a:pPr>
            <a:r>
              <a:rPr lang="en-GB" dirty="0"/>
              <a:t>For each module they will be awarded a grade</a:t>
            </a:r>
          </a:p>
          <a:p>
            <a:endParaRPr lang="en-GB" dirty="0"/>
          </a:p>
          <a:p>
            <a:r>
              <a:rPr lang="en-GB" dirty="0"/>
              <a:t>From the data requirements, we can now think about the Entities</a:t>
            </a:r>
            <a:r>
              <a:rPr lang="en-GB" baseline="0" dirty="0"/>
              <a:t> and the relationships</a:t>
            </a:r>
            <a:r>
              <a:rPr lang="en-GB" dirty="0"/>
              <a:t>.</a:t>
            </a:r>
          </a:p>
        </p:txBody>
      </p:sp>
      <p:sp>
        <p:nvSpPr>
          <p:cNvPr id="4" name="Slide Number Placeholder 3"/>
          <p:cNvSpPr>
            <a:spLocks noGrp="1"/>
          </p:cNvSpPr>
          <p:nvPr>
            <p:ph type="sldNum" sz="quarter" idx="10"/>
          </p:nvPr>
        </p:nvSpPr>
        <p:spPr/>
        <p:txBody>
          <a:bodyPr/>
          <a:lstStyle/>
          <a:p>
            <a:pPr>
              <a:defRPr/>
            </a:pPr>
            <a:fld id="{BC49161F-C97E-4B11-8540-DF91A632C7D2}" type="slidenum">
              <a:rPr lang="en-GB" smtClean="0"/>
              <a:pPr>
                <a:defRPr/>
              </a:pPr>
              <a:t>3</a:t>
            </a:fld>
            <a:endParaRPr lang="en-GB" dirty="0"/>
          </a:p>
        </p:txBody>
      </p:sp>
    </p:spTree>
    <p:extLst>
      <p:ext uri="{BB962C8B-B14F-4D97-AF65-F5344CB8AC3E}">
        <p14:creationId xmlns:p14="http://schemas.microsoft.com/office/powerpoint/2010/main" val="22859419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a:t>From the previous slide it is clear that there are a number of objects about</a:t>
            </a:r>
            <a:r>
              <a:rPr lang="en-GB" baseline="0" dirty="0"/>
              <a:t> which you want to capture and store data. </a:t>
            </a:r>
          </a:p>
          <a:p>
            <a:r>
              <a:rPr lang="en-GB" baseline="0" dirty="0"/>
              <a:t>The entities that can be identified for the University scenario are:</a:t>
            </a:r>
          </a:p>
          <a:p>
            <a:pPr marL="171450" indent="-171450">
              <a:buFont typeface="Arial" panose="020B0604020202020204" pitchFamily="34" charset="0"/>
              <a:buChar char="•"/>
            </a:pPr>
            <a:r>
              <a:rPr lang="en-GB" dirty="0"/>
              <a:t>Student </a:t>
            </a:r>
          </a:p>
          <a:p>
            <a:pPr marL="171450" indent="-171450">
              <a:buFont typeface="Arial" panose="020B0604020202020204" pitchFamily="34" charset="0"/>
              <a:buChar char="•"/>
            </a:pPr>
            <a:r>
              <a:rPr lang="en-GB" dirty="0"/>
              <a:t>Course</a:t>
            </a:r>
          </a:p>
          <a:p>
            <a:pPr marL="171450" indent="-171450">
              <a:buFont typeface="Arial" panose="020B0604020202020204" pitchFamily="34" charset="0"/>
              <a:buChar char="•"/>
            </a:pPr>
            <a:r>
              <a:rPr lang="en-GB" dirty="0"/>
              <a:t>Module  </a:t>
            </a:r>
          </a:p>
          <a:p>
            <a:pPr marL="171450" indent="-171450">
              <a:buFont typeface="Arial" panose="020B0604020202020204" pitchFamily="34" charset="0"/>
              <a:buChar char="•"/>
            </a:pPr>
            <a:r>
              <a:rPr lang="en-GB" dirty="0"/>
              <a:t>Staff </a:t>
            </a:r>
          </a:p>
          <a:p>
            <a:pPr marL="171450" indent="-171450">
              <a:buFont typeface="Arial" panose="020B0604020202020204" pitchFamily="34" charset="0"/>
              <a:buChar char="•"/>
            </a:pPr>
            <a:r>
              <a:rPr lang="en-GB" dirty="0"/>
              <a:t>Department</a:t>
            </a:r>
          </a:p>
          <a:p>
            <a:endParaRPr lang="en-GB" dirty="0"/>
          </a:p>
          <a:p>
            <a:r>
              <a:rPr lang="en-GB" dirty="0"/>
              <a:t>You may also have identified some relationship that emerge from the scenario. They are:</a:t>
            </a:r>
          </a:p>
          <a:p>
            <a:pPr marL="171450" indent="-171450">
              <a:buFont typeface="Arial" panose="020B0604020202020204" pitchFamily="34" charset="0"/>
              <a:buChar char="•"/>
            </a:pPr>
            <a:r>
              <a:rPr lang="en-GB" dirty="0"/>
              <a:t>Student is registered for one course</a:t>
            </a:r>
          </a:p>
          <a:p>
            <a:pPr marL="171450" indent="-171450">
              <a:buFont typeface="Arial" panose="020B0604020202020204" pitchFamily="34" charset="0"/>
              <a:buChar char="•"/>
            </a:pPr>
            <a:r>
              <a:rPr lang="en-GB" dirty="0"/>
              <a:t>Course consists of a number of modules</a:t>
            </a:r>
          </a:p>
          <a:p>
            <a:pPr marL="171450" indent="-171450">
              <a:buFont typeface="Arial" panose="020B0604020202020204" pitchFamily="34" charset="0"/>
              <a:buChar char="•"/>
            </a:pPr>
            <a:r>
              <a:rPr lang="en-GB" dirty="0"/>
              <a:t>Module is led by one member of staff</a:t>
            </a:r>
          </a:p>
          <a:p>
            <a:pPr marL="171450" indent="-171450">
              <a:buFont typeface="Arial" panose="020B0604020202020204" pitchFamily="34" charset="0"/>
              <a:buChar char="•"/>
            </a:pPr>
            <a:r>
              <a:rPr lang="en-GB" dirty="0"/>
              <a:t>Department employs a many staff</a:t>
            </a:r>
          </a:p>
          <a:p>
            <a:pPr marL="171450" indent="-171450">
              <a:buFont typeface="Arial" panose="020B0604020202020204" pitchFamily="34" charset="0"/>
              <a:buChar char="•"/>
            </a:pPr>
            <a:r>
              <a:rPr lang="en-GB" dirty="0"/>
              <a:t>Department  runs many courses</a:t>
            </a:r>
          </a:p>
          <a:p>
            <a:pPr marL="171450" indent="-171450">
              <a:buFont typeface="Arial" panose="020B0604020202020204" pitchFamily="34" charset="0"/>
              <a:buChar char="•"/>
            </a:pPr>
            <a:endParaRPr lang="en-GB" dirty="0"/>
          </a:p>
          <a:p>
            <a:r>
              <a:rPr lang="en-GB" sz="1200" kern="1200" dirty="0">
                <a:solidFill>
                  <a:schemeClr val="tx1"/>
                </a:solidFill>
                <a:effectLst/>
                <a:latin typeface="+mn-lt"/>
                <a:ea typeface="+mn-ea"/>
                <a:cs typeface="+mn-cs"/>
              </a:rPr>
              <a:t>Using the standard notation that we have discussed, rectangles for entities and lines for relationships,  we can now see how these can be represented as an entity relationship diagram.</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mn-lt"/>
                <a:ea typeface="+mn-ea"/>
                <a:cs typeface="+mn-cs"/>
              </a:rPr>
              <a:t>The next slide will present the diagram.</a:t>
            </a:r>
          </a:p>
          <a:p>
            <a:endParaRPr lang="en-GB"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C49161F-C97E-4B11-8540-DF91A632C7D2}" type="slidenum">
              <a:rPr lang="en-GB" smtClean="0"/>
              <a:pPr>
                <a:defRPr/>
              </a:pPr>
              <a:t>4</a:t>
            </a:fld>
            <a:endParaRPr lang="en-GB" dirty="0"/>
          </a:p>
        </p:txBody>
      </p:sp>
    </p:spTree>
    <p:extLst>
      <p:ext uri="{BB962C8B-B14F-4D97-AF65-F5344CB8AC3E}">
        <p14:creationId xmlns:p14="http://schemas.microsoft.com/office/powerpoint/2010/main" val="21556762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lang="en-GB" dirty="0"/>
              <a:t>We can start drawing</a:t>
            </a:r>
            <a:r>
              <a:rPr lang="en-GB" baseline="0" dirty="0"/>
              <a:t> the diagram by presenting the entities using rectangles. </a:t>
            </a:r>
          </a:p>
          <a:p>
            <a:endParaRPr lang="en-GB" baseline="0" dirty="0"/>
          </a:p>
          <a:p>
            <a:r>
              <a:rPr lang="en-GB" b="1" baseline="0" dirty="0"/>
              <a:t>They are:</a:t>
            </a:r>
          </a:p>
          <a:p>
            <a:r>
              <a:rPr lang="en-GB" dirty="0"/>
              <a:t>Student </a:t>
            </a:r>
          </a:p>
          <a:p>
            <a:r>
              <a:rPr lang="en-GB" dirty="0"/>
              <a:t>Course</a:t>
            </a:r>
          </a:p>
          <a:p>
            <a:r>
              <a:rPr lang="en-GB" dirty="0"/>
              <a:t>Module  </a:t>
            </a:r>
          </a:p>
          <a:p>
            <a:r>
              <a:rPr lang="en-GB" dirty="0"/>
              <a:t>Staff </a:t>
            </a:r>
          </a:p>
          <a:p>
            <a:r>
              <a:rPr lang="en-GB" dirty="0"/>
              <a:t>Department</a:t>
            </a:r>
          </a:p>
          <a:p>
            <a:endParaRPr lang="en-GB" dirty="0"/>
          </a:p>
          <a:p>
            <a:r>
              <a:rPr lang="en-GB" dirty="0"/>
              <a:t>We can now use the relationships that </a:t>
            </a:r>
            <a:r>
              <a:rPr lang="en-GB" baseline="0" dirty="0"/>
              <a:t>we have extracted from the scenario to associate the entities</a:t>
            </a:r>
          </a:p>
          <a:p>
            <a:pPr marL="171450" marR="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GB" dirty="0"/>
              <a:t>Department </a:t>
            </a:r>
            <a:r>
              <a:rPr lang="en-GB" b="1" dirty="0"/>
              <a:t>Employs</a:t>
            </a:r>
            <a:r>
              <a:rPr lang="en-GB" dirty="0"/>
              <a:t> staff</a:t>
            </a:r>
          </a:p>
          <a:p>
            <a:pPr marL="171450" marR="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GB" dirty="0"/>
              <a:t>Department </a:t>
            </a:r>
            <a:r>
              <a:rPr lang="en-GB" b="1" dirty="0"/>
              <a:t>Runs</a:t>
            </a:r>
            <a:r>
              <a:rPr lang="en-GB" dirty="0"/>
              <a:t> course</a:t>
            </a:r>
          </a:p>
          <a:p>
            <a:pPr marL="171450" marR="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GB" dirty="0"/>
              <a:t>Student </a:t>
            </a:r>
            <a:r>
              <a:rPr lang="en-GB" b="1" dirty="0"/>
              <a:t>Enrol</a:t>
            </a:r>
            <a:r>
              <a:rPr lang="en-GB" baseline="0" dirty="0"/>
              <a:t> for Course</a:t>
            </a:r>
          </a:p>
          <a:p>
            <a:pPr marL="171450" marR="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GB" baseline="0" dirty="0"/>
              <a:t>Course </a:t>
            </a:r>
            <a:r>
              <a:rPr lang="en-GB" b="1" baseline="0" dirty="0"/>
              <a:t>Consists</a:t>
            </a:r>
            <a:r>
              <a:rPr lang="en-GB" baseline="0" dirty="0"/>
              <a:t> of Modules</a:t>
            </a:r>
          </a:p>
          <a:p>
            <a:pPr marL="171450" marR="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GB" baseline="0" dirty="0"/>
              <a:t>Staff </a:t>
            </a:r>
            <a:r>
              <a:rPr lang="en-GB" b="1" baseline="0" dirty="0"/>
              <a:t>Manage</a:t>
            </a:r>
            <a:r>
              <a:rPr lang="en-GB" baseline="0" dirty="0"/>
              <a:t> Modules</a:t>
            </a:r>
          </a:p>
          <a:p>
            <a:pPr marL="171450" marR="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GB" baseline="0" dirty="0"/>
              <a:t>Student </a:t>
            </a:r>
            <a:r>
              <a:rPr lang="en-GB" b="1" baseline="0" dirty="0"/>
              <a:t>Register</a:t>
            </a:r>
            <a:r>
              <a:rPr lang="en-GB" baseline="0" dirty="0"/>
              <a:t> for Modules</a:t>
            </a:r>
            <a:endParaRPr lang="en-GB" dirty="0"/>
          </a:p>
          <a:p>
            <a:pPr marL="0" marR="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endParaRPr lang="en-GB" dirty="0"/>
          </a:p>
          <a:p>
            <a:pPr marL="0" marR="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GB" dirty="0"/>
              <a:t>After identifying the relationship you can find</a:t>
            </a:r>
            <a:r>
              <a:rPr lang="en-GB" baseline="0" dirty="0"/>
              <a:t> the cardinality of each relationship.</a:t>
            </a:r>
          </a:p>
          <a:p>
            <a:pPr marL="0" marR="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GB" baseline="0" dirty="0"/>
              <a:t>From the scenario we know the following:</a:t>
            </a:r>
          </a:p>
          <a:p>
            <a:pPr marL="0" marR="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endParaRPr lang="en-GB" baseline="0" dirty="0"/>
          </a:p>
          <a:p>
            <a:pPr marL="0" marR="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GB" baseline="0" dirty="0"/>
              <a:t>One department Employ </a:t>
            </a:r>
            <a:r>
              <a:rPr lang="en-GB" b="1" baseline="0" dirty="0"/>
              <a:t>many</a:t>
            </a:r>
            <a:r>
              <a:rPr lang="en-GB" baseline="0" dirty="0"/>
              <a:t> staff,  One Staff work for </a:t>
            </a:r>
            <a:r>
              <a:rPr lang="en-GB" b="1" baseline="0" dirty="0"/>
              <a:t>one</a:t>
            </a:r>
            <a:r>
              <a:rPr lang="en-GB" baseline="0" dirty="0"/>
              <a:t> department, so the cardinality of the relationship between Department and Staff is one-to-many.</a:t>
            </a:r>
          </a:p>
          <a:p>
            <a:pPr marL="0" marR="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endParaRPr lang="en-GB" baseline="0" dirty="0"/>
          </a:p>
          <a:p>
            <a:pPr marL="0" marR="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GB" baseline="0" dirty="0"/>
              <a:t>One Department Runs </a:t>
            </a:r>
            <a:r>
              <a:rPr lang="en-GB" b="1" baseline="0" dirty="0"/>
              <a:t>many</a:t>
            </a:r>
            <a:r>
              <a:rPr lang="en-GB" baseline="0" dirty="0"/>
              <a:t> courses, One course is managed by </a:t>
            </a:r>
            <a:r>
              <a:rPr lang="en-GB" b="1" baseline="0" dirty="0"/>
              <a:t>one</a:t>
            </a:r>
            <a:r>
              <a:rPr lang="en-GB" baseline="0" dirty="0"/>
              <a:t> department, the cardinality is one-to-many</a:t>
            </a:r>
          </a:p>
          <a:p>
            <a:pPr marL="0" marR="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endParaRPr lang="en-GB" baseline="0" dirty="0"/>
          </a:p>
          <a:p>
            <a:pPr marL="0" marR="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GB" baseline="0" dirty="0"/>
              <a:t>One Course have </a:t>
            </a:r>
            <a:r>
              <a:rPr lang="en-GB" b="1" baseline="0" dirty="0"/>
              <a:t>many</a:t>
            </a:r>
            <a:r>
              <a:rPr lang="en-GB" baseline="0" dirty="0"/>
              <a:t> students, One student enrol for </a:t>
            </a:r>
            <a:r>
              <a:rPr lang="en-GB" b="1" baseline="0" dirty="0"/>
              <a:t>one</a:t>
            </a:r>
            <a:r>
              <a:rPr lang="en-GB" baseline="0" dirty="0"/>
              <a:t> course, hence the relationship between the Course and Students is one-to-many.</a:t>
            </a:r>
          </a:p>
          <a:p>
            <a:pPr marL="0" marR="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endParaRPr lang="en-GB" baseline="0" dirty="0"/>
          </a:p>
          <a:p>
            <a:pPr marL="0" marR="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GB" baseline="0" dirty="0"/>
              <a:t>One Course consist </a:t>
            </a:r>
            <a:r>
              <a:rPr lang="en-GB" b="1" baseline="0" dirty="0"/>
              <a:t>many</a:t>
            </a:r>
            <a:r>
              <a:rPr lang="en-GB" baseline="0" dirty="0"/>
              <a:t> modules, one module belongs to </a:t>
            </a:r>
            <a:r>
              <a:rPr lang="en-GB" b="1" baseline="0" dirty="0"/>
              <a:t>one</a:t>
            </a:r>
            <a:r>
              <a:rPr lang="en-GB" baseline="0" dirty="0"/>
              <a:t> course. So, the cardinality of the relationship in one-to-many</a:t>
            </a:r>
          </a:p>
          <a:p>
            <a:pPr marL="0" marR="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endParaRPr lang="en-GB" baseline="0" dirty="0"/>
          </a:p>
          <a:p>
            <a:pPr marL="0" marR="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GB" baseline="0" dirty="0"/>
              <a:t>One Staff manage </a:t>
            </a:r>
            <a:r>
              <a:rPr lang="en-GB" b="1" baseline="0" dirty="0"/>
              <a:t>many</a:t>
            </a:r>
            <a:r>
              <a:rPr lang="en-GB" baseline="0" dirty="0"/>
              <a:t> modules, one module is managed by </a:t>
            </a:r>
            <a:r>
              <a:rPr lang="en-GB" b="1" baseline="0" dirty="0"/>
              <a:t>one</a:t>
            </a:r>
            <a:r>
              <a:rPr lang="en-GB" baseline="0" dirty="0"/>
              <a:t> staff, the relationship between Staff and Modules is one-to-many</a:t>
            </a:r>
          </a:p>
          <a:p>
            <a:pPr marL="0" marR="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endParaRPr lang="en-GB" baseline="0" dirty="0"/>
          </a:p>
          <a:p>
            <a:pPr marL="0" marR="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GB" baseline="0" dirty="0"/>
              <a:t>Now carefully consider the relationship between Students and Module. One Student register for </a:t>
            </a:r>
            <a:r>
              <a:rPr lang="en-GB" b="1" baseline="0" dirty="0"/>
              <a:t>many</a:t>
            </a:r>
            <a:r>
              <a:rPr lang="en-GB" baseline="0" dirty="0"/>
              <a:t> modules, One module will have </a:t>
            </a:r>
            <a:r>
              <a:rPr lang="en-GB" b="1" baseline="0" dirty="0"/>
              <a:t>many</a:t>
            </a:r>
            <a:r>
              <a:rPr lang="en-GB" baseline="0" dirty="0"/>
              <a:t> students. Hence the relationship between Students and Modules are many-to-many.</a:t>
            </a:r>
          </a:p>
          <a:p>
            <a:pPr marL="0" marR="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endParaRPr lang="en-GB" baseline="0" dirty="0"/>
          </a:p>
          <a:p>
            <a:pPr marL="0" marR="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GB" baseline="0" dirty="0"/>
              <a:t>Looking closely at the E-R diagram, reviewing the entities and relationships, you will notice the relationship between Student and Module is man-to-many and this have to be resolved.</a:t>
            </a:r>
          </a:p>
          <a:p>
            <a:pPr marL="0" marR="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endParaRPr lang="en-GB" baseline="0" dirty="0"/>
          </a:p>
          <a:p>
            <a:pPr marL="0" marR="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GB" baseline="0" dirty="0"/>
              <a:t>The next slide will demonstrate the steps taken to resolve this issue.</a:t>
            </a:r>
            <a:endParaRPr lang="en-GB" dirty="0"/>
          </a:p>
          <a:p>
            <a:endParaRPr lang="en-GB" baseline="0" dirty="0"/>
          </a:p>
          <a:p>
            <a:endParaRPr lang="en-GB" dirty="0"/>
          </a:p>
        </p:txBody>
      </p:sp>
      <p:sp>
        <p:nvSpPr>
          <p:cNvPr id="4" name="Slide Number Placeholder 3"/>
          <p:cNvSpPr>
            <a:spLocks noGrp="1"/>
          </p:cNvSpPr>
          <p:nvPr>
            <p:ph type="sldNum" sz="quarter" idx="10"/>
          </p:nvPr>
        </p:nvSpPr>
        <p:spPr/>
        <p:txBody>
          <a:bodyPr/>
          <a:lstStyle/>
          <a:p>
            <a:pPr>
              <a:defRPr/>
            </a:pPr>
            <a:fld id="{BC49161F-C97E-4B11-8540-DF91A632C7D2}" type="slidenum">
              <a:rPr lang="en-GB" smtClean="0"/>
              <a:pPr>
                <a:defRPr/>
              </a:pPr>
              <a:t>5</a:t>
            </a:fld>
            <a:endParaRPr lang="en-GB" dirty="0"/>
          </a:p>
        </p:txBody>
      </p:sp>
    </p:spTree>
    <p:extLst>
      <p:ext uri="{BB962C8B-B14F-4D97-AF65-F5344CB8AC3E}">
        <p14:creationId xmlns:p14="http://schemas.microsoft.com/office/powerpoint/2010/main" val="18969170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GB" sz="1200" kern="1200" dirty="0">
                <a:solidFill>
                  <a:schemeClr val="tx1"/>
                </a:solidFill>
                <a:effectLst/>
                <a:latin typeface="+mn-lt"/>
                <a:ea typeface="+mn-ea"/>
                <a:cs typeface="+mn-cs"/>
              </a:rPr>
              <a:t>As you know, you have to resolve many-to-many Relationship between Students and Module.</a:t>
            </a:r>
          </a:p>
          <a:p>
            <a:endParaRPr lang="en-GB" sz="1200" kern="1200" dirty="0">
              <a:solidFill>
                <a:schemeClr val="tx1"/>
              </a:solidFill>
              <a:effectLst/>
              <a:latin typeface="+mn-lt"/>
              <a:ea typeface="+mn-ea"/>
              <a:cs typeface="+mn-cs"/>
            </a:endParaRPr>
          </a:p>
          <a:p>
            <a:r>
              <a:rPr lang="en-GB" dirty="0"/>
              <a:t>If</a:t>
            </a:r>
            <a:r>
              <a:rPr lang="en-GB" baseline="0" dirty="0"/>
              <a:t> you compare the relationship between Student and Module with you being a student doing the MSc course.</a:t>
            </a:r>
          </a:p>
          <a:p>
            <a:r>
              <a:rPr lang="en-GB" baseline="0" dirty="0"/>
              <a:t>As part of completing the MSc you have to complete a number of modules.</a:t>
            </a:r>
          </a:p>
          <a:p>
            <a:r>
              <a:rPr lang="en-GB" baseline="0" dirty="0"/>
              <a:t>Each time when you are ready to take a module you ‘Register’ for that module creating </a:t>
            </a:r>
            <a:r>
              <a:rPr lang="en-GB" sz="1200" kern="1200" dirty="0">
                <a:solidFill>
                  <a:schemeClr val="tx1"/>
                </a:solidFill>
                <a:effectLst/>
                <a:latin typeface="+mn-lt"/>
                <a:ea typeface="+mn-ea"/>
                <a:cs typeface="+mn-cs"/>
              </a:rPr>
              <a:t>a registration record, relating you to the module. </a:t>
            </a:r>
          </a:p>
          <a:p>
            <a:endParaRPr lang="en-GB" sz="1200" kern="1200" dirty="0">
              <a:solidFill>
                <a:schemeClr val="tx1"/>
              </a:solidFill>
              <a:effectLst/>
              <a:latin typeface="+mn-lt"/>
              <a:ea typeface="+mn-ea"/>
              <a:cs typeface="+mn-cs"/>
            </a:endParaRPr>
          </a:p>
          <a:p>
            <a:r>
              <a:rPr lang="en-GB" baseline="0" dirty="0"/>
              <a:t>The relationship between you and the module has some characteristics, such as student taking the module, the module itself, registration date, grade etc. </a:t>
            </a:r>
          </a:p>
          <a:p>
            <a:endParaRPr lang="en-GB" baseline="0" dirty="0"/>
          </a:p>
          <a:p>
            <a:r>
              <a:rPr lang="en-GB" baseline="0" dirty="0"/>
              <a:t>Module Registration with its characteristics is eligible to be considered as an Entity rather than as a relationship.</a:t>
            </a:r>
          </a:p>
          <a:p>
            <a:endParaRPr lang="en-GB" baseline="0" dirty="0"/>
          </a:p>
          <a:p>
            <a:r>
              <a:rPr lang="en-GB" baseline="0" dirty="0"/>
              <a:t>As a result,  we can resolve the many-to-many relationship by introducing the new Entity called </a:t>
            </a:r>
            <a:r>
              <a:rPr lang="en-GB" b="1" baseline="0" dirty="0"/>
              <a:t>Module Register.</a:t>
            </a:r>
          </a:p>
          <a:p>
            <a:endParaRPr lang="en-GB" baseline="0" dirty="0"/>
          </a:p>
          <a:p>
            <a:r>
              <a:rPr lang="en-GB" b="1" baseline="0" dirty="0"/>
              <a:t>Students Registered with Module Register</a:t>
            </a:r>
            <a:r>
              <a:rPr lang="en-GB" baseline="0" dirty="0"/>
              <a:t>. </a:t>
            </a:r>
          </a:p>
          <a:p>
            <a:r>
              <a:rPr lang="en-GB" b="1" baseline="0" dirty="0"/>
              <a:t>Module is Listed in the Module Register</a:t>
            </a:r>
          </a:p>
          <a:p>
            <a:endParaRPr lang="en-GB" b="1" baseline="0" dirty="0"/>
          </a:p>
          <a:p>
            <a:r>
              <a:rPr lang="en-GB" baseline="0" dirty="0"/>
              <a:t>One Student can Register </a:t>
            </a:r>
            <a:r>
              <a:rPr lang="en-GB" b="1" baseline="0" dirty="0"/>
              <a:t>many</a:t>
            </a:r>
            <a:r>
              <a:rPr lang="en-GB" baseline="0" dirty="0"/>
              <a:t> times in the Module Register. </a:t>
            </a:r>
          </a:p>
          <a:p>
            <a:r>
              <a:rPr lang="en-GB" baseline="0" dirty="0"/>
              <a:t>One Module is Listed </a:t>
            </a:r>
            <a:r>
              <a:rPr lang="en-GB" b="1" baseline="0" dirty="0"/>
              <a:t>many</a:t>
            </a:r>
            <a:r>
              <a:rPr lang="en-GB" baseline="0" dirty="0"/>
              <a:t> times in the Module Register. </a:t>
            </a:r>
          </a:p>
          <a:p>
            <a:endParaRPr lang="en-GB" baseline="0" dirty="0"/>
          </a:p>
          <a:p>
            <a:r>
              <a:rPr lang="en-GB" baseline="0" dirty="0"/>
              <a:t>One module register record is for </a:t>
            </a:r>
            <a:r>
              <a:rPr lang="en-GB" b="1" baseline="0" dirty="0"/>
              <a:t>one</a:t>
            </a:r>
            <a:r>
              <a:rPr lang="en-GB" baseline="0" dirty="0"/>
              <a:t> Student registering for </a:t>
            </a:r>
            <a:r>
              <a:rPr lang="en-GB" b="1" baseline="0" dirty="0"/>
              <a:t>one</a:t>
            </a:r>
            <a:r>
              <a:rPr lang="en-GB" baseline="0" dirty="0"/>
              <a:t> module, hence the relationship between Module and Module Register in one-to-many.</a:t>
            </a:r>
          </a:p>
          <a:p>
            <a:endParaRPr lang="en-GB" baseline="0" dirty="0"/>
          </a:p>
          <a:p>
            <a:r>
              <a:rPr lang="en-GB" baseline="0" dirty="0"/>
              <a:t>We can now finalise the attributes for each entity.</a:t>
            </a:r>
          </a:p>
          <a:p>
            <a:endParaRPr lang="en-GB" baseline="0" dirty="0"/>
          </a:p>
          <a:p>
            <a:endParaRPr lang="en-GB" dirty="0"/>
          </a:p>
        </p:txBody>
      </p:sp>
      <p:sp>
        <p:nvSpPr>
          <p:cNvPr id="4" name="Slide Number Placeholder 3"/>
          <p:cNvSpPr>
            <a:spLocks noGrp="1"/>
          </p:cNvSpPr>
          <p:nvPr>
            <p:ph type="sldNum" sz="quarter" idx="10"/>
          </p:nvPr>
        </p:nvSpPr>
        <p:spPr/>
        <p:txBody>
          <a:bodyPr/>
          <a:lstStyle/>
          <a:p>
            <a:pPr>
              <a:defRPr/>
            </a:pPr>
            <a:fld id="{BC49161F-C97E-4B11-8540-DF91A632C7D2}" type="slidenum">
              <a:rPr lang="en-GB" smtClean="0"/>
              <a:pPr>
                <a:defRPr/>
              </a:pPr>
              <a:t>6</a:t>
            </a:fld>
            <a:endParaRPr lang="en-GB" dirty="0"/>
          </a:p>
        </p:txBody>
      </p:sp>
    </p:spTree>
    <p:extLst>
      <p:ext uri="{BB962C8B-B14F-4D97-AF65-F5344CB8AC3E}">
        <p14:creationId xmlns:p14="http://schemas.microsoft.com/office/powerpoint/2010/main" val="4855745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GB" sz="1200" kern="1200" dirty="0">
                <a:solidFill>
                  <a:schemeClr val="tx1"/>
                </a:solidFill>
                <a:effectLst/>
                <a:latin typeface="+mn-lt"/>
                <a:ea typeface="+mn-ea"/>
                <a:cs typeface="+mn-cs"/>
              </a:rPr>
              <a:t>Once the Entity Relationship Diagram is completed and the cardinalities are verified, you can start thinking about the </a:t>
            </a:r>
            <a:r>
              <a:rPr lang="en-GB" sz="1200" b="1" kern="1200" dirty="0">
                <a:solidFill>
                  <a:schemeClr val="tx1"/>
                </a:solidFill>
                <a:effectLst/>
                <a:latin typeface="+mn-lt"/>
                <a:ea typeface="+mn-ea"/>
                <a:cs typeface="+mn-cs"/>
              </a:rPr>
              <a:t>attributes for each entity.</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These should be in line with the data requirements and should avoid any possible redundancies.</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For example, some time you read a requirement as Staff details must record the details of the department that they are working in. </a:t>
            </a:r>
          </a:p>
          <a:p>
            <a:r>
              <a:rPr lang="en-GB" sz="1200" kern="1200" dirty="0">
                <a:solidFill>
                  <a:schemeClr val="tx1"/>
                </a:solidFill>
                <a:effectLst/>
                <a:latin typeface="+mn-lt"/>
                <a:ea typeface="+mn-ea"/>
                <a:cs typeface="+mn-cs"/>
              </a:rPr>
              <a:t>In database terms this could be the relationship between Staff and Department rather than duplicating the details of the department with every staff record.</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Since the scenario is very brief and has </a:t>
            </a:r>
            <a:r>
              <a:rPr lang="en-GB" sz="1200" b="1" kern="1200" dirty="0">
                <a:solidFill>
                  <a:schemeClr val="tx1"/>
                </a:solidFill>
                <a:effectLst/>
                <a:latin typeface="+mn-lt"/>
                <a:ea typeface="+mn-ea"/>
                <a:cs typeface="+mn-cs"/>
              </a:rPr>
              <a:t>no details about the data items, here is a very basic list of attributes that you </a:t>
            </a:r>
            <a:r>
              <a:rPr lang="en-GB" sz="1200" kern="1200" dirty="0">
                <a:solidFill>
                  <a:schemeClr val="tx1"/>
                </a:solidFill>
                <a:effectLst/>
                <a:latin typeface="+mn-lt"/>
                <a:ea typeface="+mn-ea"/>
                <a:cs typeface="+mn-cs"/>
              </a:rPr>
              <a:t>can consider. </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For example, department should have a name, location, telephone number etc.</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Staff should have their details like name, job title salary etc.</a:t>
            </a:r>
          </a:p>
          <a:p>
            <a:r>
              <a:rPr lang="en-GB" sz="1200" kern="1200" dirty="0">
                <a:solidFill>
                  <a:schemeClr val="tx1"/>
                </a:solidFill>
                <a:effectLst/>
                <a:latin typeface="+mn-lt"/>
                <a:ea typeface="+mn-ea"/>
                <a:cs typeface="+mn-cs"/>
              </a:rPr>
              <a:t>Pause the video and take a closer look at the attributes.</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You may have noticed every entity has a unique attribute like Department Number, Staff Number, Course Number, Student Number etc. This will later be nominated as Primary Keys.</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Sometimes these unique attributes repeat in other entities, for example Department Number is listed in Staff table. This will later be nominated as Foreign Key. This is to map the relationship between Department and Staff.</a:t>
            </a:r>
          </a:p>
          <a:p>
            <a:r>
              <a:rPr lang="en-GB" sz="1200" kern="1200" dirty="0">
                <a:solidFill>
                  <a:schemeClr val="tx1"/>
                </a:solidFill>
                <a:effectLst/>
                <a:latin typeface="+mn-lt"/>
                <a:ea typeface="+mn-ea"/>
                <a:cs typeface="+mn-cs"/>
              </a:rPr>
              <a:t>Pause the video again and have a closer look, think about the data that may store in the </a:t>
            </a:r>
            <a:r>
              <a:rPr lang="en-GB" sz="1200" b="1" kern="1200" dirty="0">
                <a:solidFill>
                  <a:schemeClr val="tx1"/>
                </a:solidFill>
                <a:effectLst/>
                <a:latin typeface="+mn-lt"/>
                <a:ea typeface="+mn-ea"/>
                <a:cs typeface="+mn-cs"/>
              </a:rPr>
              <a:t>Module Register</a:t>
            </a:r>
            <a:r>
              <a:rPr lang="en-GB" sz="1200" kern="1200" dirty="0">
                <a:solidFill>
                  <a:schemeClr val="tx1"/>
                </a:solidFill>
                <a:effectLst/>
                <a:latin typeface="+mn-lt"/>
                <a:ea typeface="+mn-ea"/>
                <a:cs typeface="+mn-cs"/>
              </a:rPr>
              <a:t>.</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The next slide will highlight some issues in this entity</a:t>
            </a:r>
            <a:endParaRPr lang="en-GB" baseline="0" dirty="0"/>
          </a:p>
        </p:txBody>
      </p:sp>
      <p:sp>
        <p:nvSpPr>
          <p:cNvPr id="4" name="Slide Number Placeholder 3"/>
          <p:cNvSpPr>
            <a:spLocks noGrp="1"/>
          </p:cNvSpPr>
          <p:nvPr>
            <p:ph type="sldNum" sz="quarter" idx="10"/>
          </p:nvPr>
        </p:nvSpPr>
        <p:spPr/>
        <p:txBody>
          <a:bodyPr/>
          <a:lstStyle/>
          <a:p>
            <a:pPr>
              <a:defRPr/>
            </a:pPr>
            <a:fld id="{BC49161F-C97E-4B11-8540-DF91A632C7D2}" type="slidenum">
              <a:rPr lang="en-GB" smtClean="0"/>
              <a:pPr>
                <a:defRPr/>
              </a:pPr>
              <a:t>7</a:t>
            </a:fld>
            <a:endParaRPr lang="en-GB" dirty="0"/>
          </a:p>
        </p:txBody>
      </p:sp>
    </p:spTree>
    <p:extLst>
      <p:ext uri="{BB962C8B-B14F-4D97-AF65-F5344CB8AC3E}">
        <p14:creationId xmlns:p14="http://schemas.microsoft.com/office/powerpoint/2010/main" val="31617917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b="1" dirty="0"/>
              <a:t>Look closely on the </a:t>
            </a:r>
            <a:r>
              <a:rPr lang="en-GB" dirty="0"/>
              <a:t>Module Registration, try to imagine the data.</a:t>
            </a:r>
          </a:p>
          <a:p>
            <a:pPr marL="0" marR="0" indent="0" algn="l" defTabSz="914400" rtl="0" eaLnBrk="0" fontAlgn="base" latinLnBrk="0" hangingPunct="0">
              <a:lnSpc>
                <a:spcPct val="100000"/>
              </a:lnSpc>
              <a:spcBef>
                <a:spcPct val="30000"/>
              </a:spcBef>
              <a:spcAft>
                <a:spcPct val="0"/>
              </a:spcAft>
              <a:buClrTx/>
              <a:buSzTx/>
              <a:buFontTx/>
              <a:buNone/>
              <a:tabLst/>
              <a:defRPr/>
            </a:pPr>
            <a:endParaRPr lang="en-GB" dirty="0"/>
          </a:p>
          <a:p>
            <a:pPr marL="0" marR="0" indent="0" algn="l" defTabSz="914400" rtl="0" eaLnBrk="0" fontAlgn="base" latinLnBrk="0" hangingPunct="0">
              <a:lnSpc>
                <a:spcPct val="100000"/>
              </a:lnSpc>
              <a:spcBef>
                <a:spcPct val="30000"/>
              </a:spcBef>
              <a:spcAft>
                <a:spcPct val="0"/>
              </a:spcAft>
              <a:buClrTx/>
              <a:buSzTx/>
              <a:buFontTx/>
              <a:buNone/>
              <a:tabLst/>
              <a:defRPr/>
            </a:pPr>
            <a:r>
              <a:rPr lang="en-GB" b="1" baseline="0" dirty="0"/>
              <a:t>For each module </a:t>
            </a:r>
            <a:r>
              <a:rPr lang="en-GB" baseline="0" dirty="0"/>
              <a:t>the </a:t>
            </a:r>
            <a:r>
              <a:rPr lang="en-GB" b="1" baseline="0" dirty="0"/>
              <a:t>result must be recorded</a:t>
            </a:r>
            <a:r>
              <a:rPr lang="en-GB" baseline="0" dirty="0"/>
              <a:t>.</a:t>
            </a:r>
          </a:p>
          <a:p>
            <a:pPr marL="0" marR="0" indent="0" algn="l" defTabSz="914400" rtl="0" eaLnBrk="0" fontAlgn="base" latinLnBrk="0" hangingPunct="0">
              <a:lnSpc>
                <a:spcPct val="100000"/>
              </a:lnSpc>
              <a:spcBef>
                <a:spcPct val="30000"/>
              </a:spcBef>
              <a:spcAft>
                <a:spcPct val="0"/>
              </a:spcAft>
              <a:buClrTx/>
              <a:buSzTx/>
              <a:buFontTx/>
              <a:buNone/>
              <a:tabLst/>
              <a:defRPr/>
            </a:pPr>
            <a:endParaRPr lang="en-GB" baseline="0" dirty="0"/>
          </a:p>
          <a:p>
            <a:r>
              <a:rPr lang="en-GB" b="1" baseline="0" dirty="0"/>
              <a:t>For each module the assignment  Grade </a:t>
            </a:r>
            <a:r>
              <a:rPr lang="en-GB" baseline="0" dirty="0"/>
              <a:t>(like A, B, C etc.) Minimum and Maximum Range  like 40 -49, 50-69, 70-100 etc., a description and the Mark for that assignment will be entered.</a:t>
            </a:r>
          </a:p>
          <a:p>
            <a:endParaRPr lang="en-GB" baseline="0" dirty="0"/>
          </a:p>
          <a:p>
            <a:r>
              <a:rPr lang="en-GB" b="1" baseline="0" dirty="0"/>
              <a:t>You can see that the Grade, Range and Description will unnecessarily be repeated. </a:t>
            </a:r>
          </a:p>
          <a:p>
            <a:endParaRPr lang="en-GB" b="1" baseline="0" dirty="0"/>
          </a:p>
          <a:p>
            <a:r>
              <a:rPr lang="en-GB" b="1" baseline="0" dirty="0"/>
              <a:t>If there are such duplication you have to revise your design.  </a:t>
            </a:r>
            <a:r>
              <a:rPr lang="en-GB" baseline="0" dirty="0"/>
              <a:t>There is also a process known as ‘Normalisation’ to test and optimise the design.</a:t>
            </a:r>
          </a:p>
          <a:p>
            <a:r>
              <a:rPr lang="en-GB" baseline="0" dirty="0"/>
              <a:t>We will discuss this during next week.</a:t>
            </a:r>
          </a:p>
          <a:p>
            <a:endParaRPr lang="en-GB" baseline="0" dirty="0"/>
          </a:p>
          <a:p>
            <a:r>
              <a:rPr lang="en-GB" baseline="0" dirty="0"/>
              <a:t>Most of the time the solution will be by introducing a new entity.</a:t>
            </a:r>
          </a:p>
          <a:p>
            <a:r>
              <a:rPr lang="en-GB" baseline="0" dirty="0"/>
              <a:t>Next slide will present the solution, during next week we will go through similar processes in more detail. </a:t>
            </a:r>
            <a:endParaRPr lang="en-GB" dirty="0"/>
          </a:p>
          <a:p>
            <a:endParaRPr lang="en-GB" dirty="0"/>
          </a:p>
        </p:txBody>
      </p:sp>
      <p:sp>
        <p:nvSpPr>
          <p:cNvPr id="4" name="Slide Number Placeholder 3"/>
          <p:cNvSpPr>
            <a:spLocks noGrp="1"/>
          </p:cNvSpPr>
          <p:nvPr>
            <p:ph type="sldNum" sz="quarter" idx="10"/>
          </p:nvPr>
        </p:nvSpPr>
        <p:spPr/>
        <p:txBody>
          <a:bodyPr/>
          <a:lstStyle/>
          <a:p>
            <a:pPr>
              <a:defRPr/>
            </a:pPr>
            <a:fld id="{BC49161F-C97E-4B11-8540-DF91A632C7D2}" type="slidenum">
              <a:rPr lang="en-GB" smtClean="0"/>
              <a:pPr>
                <a:defRPr/>
              </a:pPr>
              <a:t>8</a:t>
            </a:fld>
            <a:endParaRPr lang="en-GB" dirty="0"/>
          </a:p>
        </p:txBody>
      </p:sp>
    </p:spTree>
    <p:extLst>
      <p:ext uri="{BB962C8B-B14F-4D97-AF65-F5344CB8AC3E}">
        <p14:creationId xmlns:p14="http://schemas.microsoft.com/office/powerpoint/2010/main" val="19303826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You can see from the diagram there is a new Entity ‘Grade’ which is related to Module Register.</a:t>
            </a:r>
          </a:p>
          <a:p>
            <a:r>
              <a:rPr lang="en-GB" sz="1200" b="1" kern="1200" dirty="0">
                <a:solidFill>
                  <a:schemeClr val="tx1"/>
                </a:solidFill>
                <a:effectLst/>
                <a:latin typeface="+mn-lt"/>
                <a:ea typeface="+mn-ea"/>
                <a:cs typeface="+mn-cs"/>
              </a:rPr>
              <a:t>Grade is awarded to each student for each module they are taking.</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Next slide will now present the revised Attributes list including the new entity and its attributes.</a:t>
            </a:r>
            <a:endParaRPr lang="en-GB" dirty="0"/>
          </a:p>
        </p:txBody>
      </p:sp>
      <p:sp>
        <p:nvSpPr>
          <p:cNvPr id="4" name="Slide Number Placeholder 3"/>
          <p:cNvSpPr>
            <a:spLocks noGrp="1"/>
          </p:cNvSpPr>
          <p:nvPr>
            <p:ph type="sldNum" sz="quarter" idx="10"/>
          </p:nvPr>
        </p:nvSpPr>
        <p:spPr/>
        <p:txBody>
          <a:bodyPr/>
          <a:lstStyle/>
          <a:p>
            <a:pPr>
              <a:defRPr/>
            </a:pPr>
            <a:fld id="{BC49161F-C97E-4B11-8540-DF91A632C7D2}" type="slidenum">
              <a:rPr lang="en-GB" smtClean="0"/>
              <a:pPr>
                <a:defRPr/>
              </a:pPr>
              <a:t>9</a:t>
            </a:fld>
            <a:endParaRPr lang="en-GB" dirty="0"/>
          </a:p>
        </p:txBody>
      </p:sp>
    </p:spTree>
    <p:extLst>
      <p:ext uri="{BB962C8B-B14F-4D97-AF65-F5344CB8AC3E}">
        <p14:creationId xmlns:p14="http://schemas.microsoft.com/office/powerpoint/2010/main" val="35217119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For the revised design, you have to finalise the attributes.</a:t>
            </a:r>
          </a:p>
          <a:p>
            <a:r>
              <a:rPr lang="en-GB" sz="1200" b="1" kern="1200" dirty="0">
                <a:solidFill>
                  <a:schemeClr val="tx1"/>
                </a:solidFill>
                <a:effectLst/>
                <a:latin typeface="+mn-lt"/>
                <a:ea typeface="+mn-ea"/>
                <a:cs typeface="+mn-cs"/>
              </a:rPr>
              <a:t>From the listing you can see, Grade have a Grade Number, Name, Min Range, Max Range and Description</a:t>
            </a:r>
          </a:p>
          <a:p>
            <a:r>
              <a:rPr lang="en-GB" sz="1200" kern="1200" dirty="0">
                <a:solidFill>
                  <a:schemeClr val="tx1"/>
                </a:solidFill>
                <a:effectLst/>
                <a:latin typeface="+mn-lt"/>
                <a:ea typeface="+mn-ea"/>
                <a:cs typeface="+mn-cs"/>
              </a:rPr>
              <a:t>Whereas the Module Register now have Grade Number to express the relationship with the Grade entity and the actual mark the student received.</a:t>
            </a:r>
            <a:endParaRPr lang="en-GB" dirty="0"/>
          </a:p>
        </p:txBody>
      </p:sp>
      <p:sp>
        <p:nvSpPr>
          <p:cNvPr id="4" name="Slide Number Placeholder 3"/>
          <p:cNvSpPr>
            <a:spLocks noGrp="1"/>
          </p:cNvSpPr>
          <p:nvPr>
            <p:ph type="sldNum" sz="quarter" idx="10"/>
          </p:nvPr>
        </p:nvSpPr>
        <p:spPr/>
        <p:txBody>
          <a:bodyPr/>
          <a:lstStyle/>
          <a:p>
            <a:pPr>
              <a:defRPr/>
            </a:pPr>
            <a:fld id="{BC49161F-C97E-4B11-8540-DF91A632C7D2}" type="slidenum">
              <a:rPr lang="en-GB" smtClean="0"/>
              <a:pPr>
                <a:defRPr/>
              </a:pPr>
              <a:t>10</a:t>
            </a:fld>
            <a:endParaRPr lang="en-GB" dirty="0"/>
          </a:p>
        </p:txBody>
      </p:sp>
    </p:spTree>
    <p:extLst>
      <p:ext uri="{BB962C8B-B14F-4D97-AF65-F5344CB8AC3E}">
        <p14:creationId xmlns:p14="http://schemas.microsoft.com/office/powerpoint/2010/main" val="8881214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GB" sz="1200" kern="1200" dirty="0">
                <a:solidFill>
                  <a:schemeClr val="tx1"/>
                </a:solidFill>
                <a:effectLst/>
                <a:latin typeface="+mn-lt"/>
                <a:ea typeface="+mn-ea"/>
                <a:cs typeface="+mn-cs"/>
              </a:rPr>
              <a:t>In summary the last two sessions concentrated on providing an overview of </a:t>
            </a:r>
          </a:p>
          <a:p>
            <a:pPr lvl="1"/>
            <a:r>
              <a:rPr lang="en-GB" sz="1200" b="1" kern="1200" dirty="0">
                <a:solidFill>
                  <a:schemeClr val="tx1"/>
                </a:solidFill>
                <a:effectLst/>
                <a:latin typeface="+mn-lt"/>
                <a:ea typeface="+mn-ea"/>
                <a:cs typeface="+mn-cs"/>
              </a:rPr>
              <a:t>Database design principles and stages</a:t>
            </a:r>
          </a:p>
          <a:p>
            <a:pPr lvl="1"/>
            <a:r>
              <a:rPr lang="en-GB" sz="1200" b="1" kern="1200" dirty="0">
                <a:solidFill>
                  <a:schemeClr val="tx1"/>
                </a:solidFill>
                <a:effectLst/>
                <a:latin typeface="+mn-lt"/>
                <a:ea typeface="+mn-ea"/>
                <a:cs typeface="+mn-cs"/>
              </a:rPr>
              <a:t>Entity Relationship Model</a:t>
            </a:r>
          </a:p>
          <a:p>
            <a:r>
              <a:rPr lang="en-GB" sz="1200" kern="1200" dirty="0">
                <a:solidFill>
                  <a:schemeClr val="tx1"/>
                </a:solidFill>
                <a:effectLst/>
                <a:latin typeface="+mn-lt"/>
                <a:ea typeface="+mn-ea"/>
                <a:cs typeface="+mn-cs"/>
              </a:rPr>
              <a:t>Defined </a:t>
            </a:r>
          </a:p>
          <a:p>
            <a:pPr lvl="1"/>
            <a:r>
              <a:rPr lang="en-GB" sz="1200" b="1" kern="1200" dirty="0">
                <a:solidFill>
                  <a:schemeClr val="tx1"/>
                </a:solidFill>
                <a:effectLst/>
                <a:latin typeface="+mn-lt"/>
                <a:ea typeface="+mn-ea"/>
                <a:cs typeface="+mn-cs"/>
              </a:rPr>
              <a:t>Entities</a:t>
            </a:r>
          </a:p>
          <a:p>
            <a:pPr lvl="1"/>
            <a:r>
              <a:rPr lang="en-GB" sz="1200" b="1" kern="1200" dirty="0">
                <a:solidFill>
                  <a:schemeClr val="tx1"/>
                </a:solidFill>
                <a:effectLst/>
                <a:latin typeface="+mn-lt"/>
                <a:ea typeface="+mn-ea"/>
                <a:cs typeface="+mn-cs"/>
              </a:rPr>
              <a:t>Attributes</a:t>
            </a:r>
          </a:p>
          <a:p>
            <a:pPr lvl="1"/>
            <a:r>
              <a:rPr lang="en-GB" sz="1200" b="1" kern="1200" dirty="0">
                <a:solidFill>
                  <a:schemeClr val="tx1"/>
                </a:solidFill>
                <a:effectLst/>
                <a:latin typeface="+mn-lt"/>
                <a:ea typeface="+mn-ea"/>
                <a:cs typeface="+mn-cs"/>
              </a:rPr>
              <a:t>Relationship and cardinalities</a:t>
            </a:r>
          </a:p>
          <a:p>
            <a:r>
              <a:rPr lang="en-GB" sz="1200" kern="1200" dirty="0">
                <a:solidFill>
                  <a:schemeClr val="tx1"/>
                </a:solidFill>
                <a:effectLst/>
                <a:latin typeface="+mn-lt"/>
                <a:ea typeface="+mn-ea"/>
                <a:cs typeface="+mn-cs"/>
              </a:rPr>
              <a:t>Looked at how to create an</a:t>
            </a:r>
          </a:p>
          <a:p>
            <a:pPr lvl="1"/>
            <a:r>
              <a:rPr lang="en-GB" sz="1200" b="1" kern="1200" dirty="0">
                <a:solidFill>
                  <a:schemeClr val="tx1"/>
                </a:solidFill>
                <a:effectLst/>
                <a:latin typeface="+mn-lt"/>
                <a:ea typeface="+mn-ea"/>
                <a:cs typeface="+mn-cs"/>
              </a:rPr>
              <a:t>Entity Relationship Diagram from a given scenario</a:t>
            </a:r>
          </a:p>
          <a:p>
            <a:pPr lvl="0"/>
            <a:r>
              <a:rPr lang="en-GB" sz="1200" b="1" kern="1200" dirty="0">
                <a:solidFill>
                  <a:schemeClr val="tx1"/>
                </a:solidFill>
                <a:effectLst/>
                <a:latin typeface="+mn-lt"/>
                <a:ea typeface="+mn-ea"/>
                <a:cs typeface="+mn-cs"/>
              </a:rPr>
              <a:t>And how to use Standards and notations?</a:t>
            </a:r>
          </a:p>
          <a:p>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Now</a:t>
            </a:r>
          </a:p>
          <a:p>
            <a:r>
              <a:rPr lang="en-GB" sz="1200" kern="1200" dirty="0">
                <a:solidFill>
                  <a:schemeClr val="tx1"/>
                </a:solidFill>
                <a:effectLst/>
                <a:latin typeface="+mn-lt"/>
                <a:ea typeface="+mn-ea"/>
                <a:cs typeface="+mn-cs"/>
              </a:rPr>
              <a:t>You should </a:t>
            </a:r>
            <a:r>
              <a:rPr lang="en-GB" sz="1200" b="1" kern="1200" dirty="0">
                <a:solidFill>
                  <a:schemeClr val="tx1"/>
                </a:solidFill>
                <a:effectLst/>
                <a:latin typeface="+mn-lt"/>
                <a:ea typeface="+mn-ea"/>
                <a:cs typeface="+mn-cs"/>
              </a:rPr>
              <a:t>concentrate on the group activity </a:t>
            </a:r>
            <a:r>
              <a:rPr lang="en-GB" sz="1200" kern="1200" dirty="0">
                <a:solidFill>
                  <a:schemeClr val="tx1"/>
                </a:solidFill>
                <a:effectLst/>
                <a:latin typeface="+mn-lt"/>
                <a:ea typeface="+mn-ea"/>
                <a:cs typeface="+mn-cs"/>
              </a:rPr>
              <a:t>of creating an entity relationship diagram in your group and remember that one member of your group should post the diagram.</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You should also read the assignment specification and start Task1 (creating an entity Relationship Diagram) on your own.</a:t>
            </a:r>
          </a:p>
          <a:p>
            <a:r>
              <a:rPr lang="en-GB" sz="1200" kern="1200" dirty="0">
                <a:solidFill>
                  <a:schemeClr val="tx1"/>
                </a:solidFill>
                <a:effectLst/>
                <a:latin typeface="+mn-lt"/>
                <a:ea typeface="+mn-ea"/>
                <a:cs typeface="+mn-cs"/>
              </a:rPr>
              <a:t>It’s very important that start Task 1 of the assignment this week, as next week is filled with different activities and you have to complete Task 2 , even though the submission is at the end of Week 3/early Week 4.</a:t>
            </a:r>
            <a:r>
              <a:rPr lang="en-GB" sz="1200" kern="1200" baseline="0" dirty="0">
                <a:solidFill>
                  <a:schemeClr val="tx1"/>
                </a:solidFill>
                <a:effectLst/>
                <a:latin typeface="+mn-lt"/>
                <a:ea typeface="+mn-ea"/>
                <a:cs typeface="+mn-cs"/>
              </a:rPr>
              <a:t> Y</a:t>
            </a:r>
            <a:r>
              <a:rPr lang="en-GB" sz="1200" kern="1200" dirty="0">
                <a:solidFill>
                  <a:schemeClr val="tx1"/>
                </a:solidFill>
                <a:effectLst/>
                <a:latin typeface="+mn-lt"/>
                <a:ea typeface="+mn-ea"/>
                <a:cs typeface="+mn-cs"/>
              </a:rPr>
              <a:t>ou may struggle if you don’t make an early start.</a:t>
            </a:r>
          </a:p>
          <a:p>
            <a:endParaRPr lang="en-GB" sz="1200" kern="1200" dirty="0">
              <a:solidFill>
                <a:schemeClr val="tx1"/>
              </a:solidFill>
              <a:effectLst/>
              <a:latin typeface="+mn-lt"/>
              <a:ea typeface="+mn-ea"/>
              <a:cs typeface="+mn-cs"/>
            </a:endParaRPr>
          </a:p>
          <a:p>
            <a:pPr fontAlgn="base"/>
            <a:r>
              <a:rPr lang="en-GB" sz="1200" kern="1200" dirty="0">
                <a:solidFill>
                  <a:schemeClr val="tx1"/>
                </a:solidFill>
                <a:effectLst/>
                <a:latin typeface="+mn-lt"/>
                <a:ea typeface="+mn-ea"/>
                <a:cs typeface="+mn-cs"/>
              </a:rPr>
              <a:t>Next you will have a practical session introducing</a:t>
            </a:r>
            <a:r>
              <a:rPr lang="en-GB" sz="1200" kern="1200" baseline="0" dirty="0">
                <a:solidFill>
                  <a:schemeClr val="tx1"/>
                </a:solidFill>
                <a:effectLst/>
                <a:latin typeface="+mn-lt"/>
                <a:ea typeface="+mn-ea"/>
                <a:cs typeface="+mn-cs"/>
              </a:rPr>
              <a:t> you </a:t>
            </a:r>
            <a:r>
              <a:rPr lang="en-GB" sz="1200" kern="1200" dirty="0">
                <a:solidFill>
                  <a:schemeClr val="tx1"/>
                </a:solidFill>
                <a:effectLst/>
                <a:latin typeface="+mn-lt"/>
                <a:ea typeface="+mn-ea"/>
                <a:cs typeface="+mn-cs"/>
              </a:rPr>
              <a:t>to retrieving data from single table. Make sure you complete every activity associated with it.</a:t>
            </a:r>
          </a:p>
        </p:txBody>
      </p:sp>
      <p:sp>
        <p:nvSpPr>
          <p:cNvPr id="4" name="Slide Number Placeholder 3"/>
          <p:cNvSpPr>
            <a:spLocks noGrp="1"/>
          </p:cNvSpPr>
          <p:nvPr>
            <p:ph type="sldNum" sz="quarter" idx="10"/>
          </p:nvPr>
        </p:nvSpPr>
        <p:spPr/>
        <p:txBody>
          <a:bodyPr/>
          <a:lstStyle/>
          <a:p>
            <a:pPr>
              <a:defRPr/>
            </a:pPr>
            <a:fld id="{BC49161F-C97E-4B11-8540-DF91A632C7D2}" type="slidenum">
              <a:rPr lang="en-GB" smtClean="0"/>
              <a:pPr>
                <a:defRPr/>
              </a:pPr>
              <a:t>11</a:t>
            </a:fld>
            <a:endParaRPr lang="en-GB" dirty="0"/>
          </a:p>
        </p:txBody>
      </p:sp>
    </p:spTree>
    <p:extLst>
      <p:ext uri="{BB962C8B-B14F-4D97-AF65-F5344CB8AC3E}">
        <p14:creationId xmlns:p14="http://schemas.microsoft.com/office/powerpoint/2010/main" val="205864570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4" name="Picture Placeholder 520"/>
          <p:cNvSpPr>
            <a:spLocks noGrp="1"/>
          </p:cNvSpPr>
          <p:nvPr>
            <p:ph type="pic" sz="quarter" idx="18"/>
          </p:nvPr>
        </p:nvSpPr>
        <p:spPr>
          <a:xfrm>
            <a:off x="0" y="834880"/>
            <a:ext cx="9144000" cy="3043862"/>
          </a:xfrm>
        </p:spPr>
        <p:txBody>
          <a:bodyPr/>
          <a:lstStyle/>
          <a:p>
            <a:r>
              <a:rPr lang="en-US" dirty="0"/>
              <a:t>Click icon to add picture</a:t>
            </a:r>
            <a:endParaRPr lang="en-GB" dirty="0"/>
          </a:p>
        </p:txBody>
      </p:sp>
      <p:sp>
        <p:nvSpPr>
          <p:cNvPr id="3" name="Rectangle 2"/>
          <p:cNvSpPr/>
          <p:nvPr userDrawn="1"/>
        </p:nvSpPr>
        <p:spPr>
          <a:xfrm>
            <a:off x="0" y="3867150"/>
            <a:ext cx="9144000" cy="1276350"/>
          </a:xfrm>
          <a:prstGeom prst="rect">
            <a:avLst/>
          </a:prstGeom>
          <a:solidFill>
            <a:srgbClr val="034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bg1"/>
              </a:solidFill>
            </a:endParaRPr>
          </a:p>
        </p:txBody>
      </p:sp>
      <p:sp>
        <p:nvSpPr>
          <p:cNvPr id="7" name="Title 6"/>
          <p:cNvSpPr>
            <a:spLocks noGrp="1"/>
          </p:cNvSpPr>
          <p:nvPr>
            <p:ph type="title" hasCustomPrompt="1"/>
          </p:nvPr>
        </p:nvSpPr>
        <p:spPr>
          <a:xfrm>
            <a:off x="1317075" y="4315056"/>
            <a:ext cx="7574325" cy="604343"/>
          </a:xfrm>
          <a:effectLst/>
        </p:spPr>
        <p:txBody>
          <a:bodyPr/>
          <a:lstStyle>
            <a:lvl1pPr>
              <a:defRPr sz="1800">
                <a:solidFill>
                  <a:schemeClr val="bg1"/>
                </a:solidFill>
              </a:defRPr>
            </a:lvl1pPr>
          </a:lstStyle>
          <a:p>
            <a:r>
              <a:rPr lang="en-US" dirty="0"/>
              <a:t>Lecture title goes here</a:t>
            </a:r>
            <a:endParaRPr lang="en-GB" dirty="0"/>
          </a:p>
        </p:txBody>
      </p:sp>
      <p:sp>
        <p:nvSpPr>
          <p:cNvPr id="2" name="Rectangle 1"/>
          <p:cNvSpPr/>
          <p:nvPr userDrawn="1"/>
        </p:nvSpPr>
        <p:spPr>
          <a:xfrm>
            <a:off x="263120" y="4127915"/>
            <a:ext cx="874800" cy="791483"/>
          </a:xfrm>
          <a:prstGeom prst="rect">
            <a:avLst/>
          </a:prstGeom>
          <a:solidFill>
            <a:srgbClr val="F0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536" name="Text Placeholder 528"/>
          <p:cNvSpPr>
            <a:spLocks noGrp="1"/>
          </p:cNvSpPr>
          <p:nvPr>
            <p:ph type="body" sz="quarter" idx="15" hasCustomPrompt="1"/>
          </p:nvPr>
        </p:nvSpPr>
        <p:spPr>
          <a:xfrm>
            <a:off x="1313688" y="4127916"/>
            <a:ext cx="7578792" cy="381000"/>
          </a:xfrm>
          <a:effectLst/>
        </p:spPr>
        <p:txBody>
          <a:bodyPr anchor="ctr">
            <a:noAutofit/>
          </a:bodyPr>
          <a:lstStyle>
            <a:lvl1pPr marL="0" indent="0" algn="l">
              <a:buNone/>
              <a:defRPr sz="14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Managing Data</a:t>
            </a:r>
          </a:p>
        </p:txBody>
      </p:sp>
      <p:sp>
        <p:nvSpPr>
          <p:cNvPr id="537" name="Text Placeholder 528"/>
          <p:cNvSpPr>
            <a:spLocks noGrp="1"/>
          </p:cNvSpPr>
          <p:nvPr>
            <p:ph type="body" sz="quarter" idx="16" hasCustomPrompt="1"/>
          </p:nvPr>
        </p:nvSpPr>
        <p:spPr>
          <a:xfrm>
            <a:off x="263120" y="4127916"/>
            <a:ext cx="874800" cy="381000"/>
          </a:xfrm>
          <a:noFill/>
          <a:effectLst/>
        </p:spPr>
        <p:txBody>
          <a:bodyPr anchor="ctr">
            <a:noAutofit/>
          </a:bodyPr>
          <a:lstStyle>
            <a:lvl1pPr marL="0" indent="0" algn="ctr">
              <a:buNone/>
              <a:defRPr sz="1800" b="0">
                <a:solidFill>
                  <a:srgbClr val="03456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COM</a:t>
            </a:r>
          </a:p>
        </p:txBody>
      </p:sp>
      <p:sp>
        <p:nvSpPr>
          <p:cNvPr id="10" name="Text Placeholder 528"/>
          <p:cNvSpPr>
            <a:spLocks noGrp="1"/>
          </p:cNvSpPr>
          <p:nvPr>
            <p:ph type="body" sz="quarter" idx="17" hasCustomPrompt="1"/>
          </p:nvPr>
        </p:nvSpPr>
        <p:spPr>
          <a:xfrm>
            <a:off x="262250" y="4512726"/>
            <a:ext cx="874800" cy="381600"/>
          </a:xfrm>
          <a:noFill/>
          <a:effectLst/>
        </p:spPr>
        <p:txBody>
          <a:bodyPr anchor="ctr">
            <a:noAutofit/>
          </a:bodyPr>
          <a:lstStyle>
            <a:lvl1pPr marL="0" indent="0" algn="ctr">
              <a:buNone/>
              <a:defRPr sz="1800" b="1">
                <a:solidFill>
                  <a:srgbClr val="03456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438</a:t>
            </a:r>
          </a:p>
        </p:txBody>
      </p:sp>
      <p:sp>
        <p:nvSpPr>
          <p:cNvPr id="15" name="Rectangle 14"/>
          <p:cNvSpPr/>
          <p:nvPr userDrawn="1"/>
        </p:nvSpPr>
        <p:spPr>
          <a:xfrm>
            <a:off x="0" y="801015"/>
            <a:ext cx="9144000" cy="36000"/>
          </a:xfrm>
          <a:prstGeom prst="rect">
            <a:avLst/>
          </a:prstGeom>
          <a:solidFill>
            <a:srgbClr val="034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bg1"/>
              </a:solidFill>
            </a:endParaRPr>
          </a:p>
        </p:txBody>
      </p:sp>
      <p:pic>
        <p:nvPicPr>
          <p:cNvPr id="6" name="Picture 5" descr="Text&#10;&#10;Description automatically generated">
            <a:extLst>
              <a:ext uri="{FF2B5EF4-FFF2-40B4-BE49-F238E27FC236}">
                <a16:creationId xmlns:a16="http://schemas.microsoft.com/office/drawing/2014/main" id="{B5F6073D-4B39-4E2C-9B09-4350AB2DF07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172288" y="55326"/>
            <a:ext cx="2799425" cy="685984"/>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sp>
        <p:nvSpPr>
          <p:cNvPr id="521" name="Picture Placeholder 520"/>
          <p:cNvSpPr>
            <a:spLocks noGrp="1"/>
          </p:cNvSpPr>
          <p:nvPr>
            <p:ph type="pic" sz="quarter" idx="10"/>
          </p:nvPr>
        </p:nvSpPr>
        <p:spPr>
          <a:xfrm>
            <a:off x="0" y="818160"/>
            <a:ext cx="9144000" cy="3055342"/>
          </a:xfrm>
        </p:spPr>
        <p:txBody>
          <a:bodyPr/>
          <a:lstStyle/>
          <a:p>
            <a:r>
              <a:rPr lang="en-US" dirty="0"/>
              <a:t>Click icon to add picture</a:t>
            </a:r>
            <a:endParaRPr lang="en-GB" dirty="0"/>
          </a:p>
        </p:txBody>
      </p:sp>
      <p:sp>
        <p:nvSpPr>
          <p:cNvPr id="3" name="Rectangle 2"/>
          <p:cNvSpPr/>
          <p:nvPr userDrawn="1"/>
        </p:nvSpPr>
        <p:spPr>
          <a:xfrm>
            <a:off x="0" y="3874707"/>
            <a:ext cx="9144000" cy="1276350"/>
          </a:xfrm>
          <a:prstGeom prst="rect">
            <a:avLst/>
          </a:prstGeom>
          <a:solidFill>
            <a:srgbClr val="0345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bg1"/>
              </a:solidFill>
            </a:endParaRPr>
          </a:p>
        </p:txBody>
      </p:sp>
      <p:sp>
        <p:nvSpPr>
          <p:cNvPr id="7" name="Title 6"/>
          <p:cNvSpPr>
            <a:spLocks noGrp="1"/>
          </p:cNvSpPr>
          <p:nvPr>
            <p:ph type="title" hasCustomPrompt="1"/>
          </p:nvPr>
        </p:nvSpPr>
        <p:spPr>
          <a:xfrm>
            <a:off x="1317075" y="4371950"/>
            <a:ext cx="7574325" cy="547449"/>
          </a:xfrm>
        </p:spPr>
        <p:txBody>
          <a:bodyPr/>
          <a:lstStyle>
            <a:lvl1pPr>
              <a:defRPr sz="1800">
                <a:solidFill>
                  <a:schemeClr val="bg1"/>
                </a:solidFill>
              </a:defRPr>
            </a:lvl1pPr>
          </a:lstStyle>
          <a:p>
            <a:r>
              <a:rPr lang="en-US" dirty="0"/>
              <a:t>Lecture title goes here</a:t>
            </a:r>
            <a:endParaRPr lang="en-GB" dirty="0"/>
          </a:p>
        </p:txBody>
      </p:sp>
      <p:sp>
        <p:nvSpPr>
          <p:cNvPr id="2" name="Rectangle 1"/>
          <p:cNvSpPr/>
          <p:nvPr userDrawn="1"/>
        </p:nvSpPr>
        <p:spPr>
          <a:xfrm>
            <a:off x="263120" y="4127915"/>
            <a:ext cx="874800" cy="791483"/>
          </a:xfrm>
          <a:prstGeom prst="rect">
            <a:avLst/>
          </a:prstGeom>
          <a:solidFill>
            <a:srgbClr val="F0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536" name="Text Placeholder 528"/>
          <p:cNvSpPr>
            <a:spLocks noGrp="1"/>
          </p:cNvSpPr>
          <p:nvPr>
            <p:ph type="body" sz="quarter" idx="15" hasCustomPrompt="1"/>
          </p:nvPr>
        </p:nvSpPr>
        <p:spPr>
          <a:xfrm>
            <a:off x="1313688" y="4127916"/>
            <a:ext cx="7578792" cy="381000"/>
          </a:xfrm>
        </p:spPr>
        <p:txBody>
          <a:bodyPr anchor="ctr">
            <a:noAutofit/>
          </a:bodyPr>
          <a:lstStyle>
            <a:lvl1pPr marL="0" indent="0" algn="l">
              <a:buNone/>
              <a:defRPr sz="14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Managing Data</a:t>
            </a:r>
          </a:p>
        </p:txBody>
      </p:sp>
      <p:sp>
        <p:nvSpPr>
          <p:cNvPr id="537" name="Text Placeholder 528"/>
          <p:cNvSpPr>
            <a:spLocks noGrp="1"/>
          </p:cNvSpPr>
          <p:nvPr>
            <p:ph type="body" sz="quarter" idx="16" hasCustomPrompt="1"/>
          </p:nvPr>
        </p:nvSpPr>
        <p:spPr>
          <a:xfrm>
            <a:off x="263120" y="4127916"/>
            <a:ext cx="874800" cy="381000"/>
          </a:xfrm>
          <a:noFill/>
        </p:spPr>
        <p:txBody>
          <a:bodyPr anchor="ctr">
            <a:noAutofit/>
          </a:bodyPr>
          <a:lstStyle>
            <a:lvl1pPr marL="0" indent="0" algn="ctr">
              <a:buNone/>
              <a:defRPr sz="1800" b="0">
                <a:solidFill>
                  <a:srgbClr val="03456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COM</a:t>
            </a:r>
          </a:p>
        </p:txBody>
      </p:sp>
      <p:sp>
        <p:nvSpPr>
          <p:cNvPr id="10" name="Text Placeholder 528"/>
          <p:cNvSpPr>
            <a:spLocks noGrp="1"/>
          </p:cNvSpPr>
          <p:nvPr>
            <p:ph type="body" sz="quarter" idx="17" hasCustomPrompt="1"/>
          </p:nvPr>
        </p:nvSpPr>
        <p:spPr>
          <a:xfrm>
            <a:off x="262250" y="4512726"/>
            <a:ext cx="874800" cy="381600"/>
          </a:xfrm>
          <a:noFill/>
        </p:spPr>
        <p:txBody>
          <a:bodyPr anchor="ctr">
            <a:noAutofit/>
          </a:bodyPr>
          <a:lstStyle>
            <a:lvl1pPr marL="0" indent="0" algn="ctr">
              <a:buNone/>
              <a:defRPr sz="1800" b="1">
                <a:solidFill>
                  <a:srgbClr val="03456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438</a:t>
            </a:r>
          </a:p>
        </p:txBody>
      </p:sp>
      <p:pic>
        <p:nvPicPr>
          <p:cNvPr id="4" name="Picture 3" descr="Text&#10;&#10;Description automatically generated">
            <a:extLst>
              <a:ext uri="{FF2B5EF4-FFF2-40B4-BE49-F238E27FC236}">
                <a16:creationId xmlns:a16="http://schemas.microsoft.com/office/drawing/2014/main" id="{B710DDC1-BBAE-42CF-863B-88D510B11E3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172288" y="55326"/>
            <a:ext cx="2799425" cy="685984"/>
          </a:xfrm>
          <a:prstGeom prst="rect">
            <a:avLst/>
          </a:prstGeom>
        </p:spPr>
      </p:pic>
    </p:spTree>
    <p:extLst>
      <p:ext uri="{BB962C8B-B14F-4D97-AF65-F5344CB8AC3E}">
        <p14:creationId xmlns:p14="http://schemas.microsoft.com/office/powerpoint/2010/main" val="4032662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2 Column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9" name="Text Placeholder 4"/>
          <p:cNvSpPr>
            <a:spLocks noGrp="1"/>
          </p:cNvSpPr>
          <p:nvPr>
            <p:ph type="body" sz="quarter" idx="10"/>
          </p:nvPr>
        </p:nvSpPr>
        <p:spPr>
          <a:xfrm>
            <a:off x="457200" y="1276350"/>
            <a:ext cx="3960000" cy="3505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Text Placeholder 4"/>
          <p:cNvSpPr>
            <a:spLocks noGrp="1"/>
          </p:cNvSpPr>
          <p:nvPr>
            <p:ph type="body" sz="quarter" idx="11"/>
          </p:nvPr>
        </p:nvSpPr>
        <p:spPr>
          <a:xfrm>
            <a:off x="4726800" y="1276350"/>
            <a:ext cx="3960000" cy="3505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3" name="Picture 2" descr="Text&#10;&#10;Description automatically generated">
            <a:extLst>
              <a:ext uri="{FF2B5EF4-FFF2-40B4-BE49-F238E27FC236}">
                <a16:creationId xmlns:a16="http://schemas.microsoft.com/office/drawing/2014/main" id="{0A433CEC-A379-43F8-B666-4D9DFE69CC8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344575" y="85566"/>
            <a:ext cx="2799425" cy="685984"/>
          </a:xfrm>
          <a:prstGeom prst="rect">
            <a:avLst/>
          </a:prstGeom>
        </p:spPr>
      </p:pic>
    </p:spTree>
    <p:extLst>
      <p:ext uri="{BB962C8B-B14F-4D97-AF65-F5344CB8AC3E}">
        <p14:creationId xmlns:p14="http://schemas.microsoft.com/office/powerpoint/2010/main" val="2806921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2 Column Text">
    <p:spTree>
      <p:nvGrpSpPr>
        <p:cNvPr id="1" name=""/>
        <p:cNvGrpSpPr/>
        <p:nvPr/>
      </p:nvGrpSpPr>
      <p:grpSpPr>
        <a:xfrm>
          <a:off x="0" y="0"/>
          <a:ext cx="0" cy="0"/>
          <a:chOff x="0" y="0"/>
          <a:chExt cx="0" cy="0"/>
        </a:xfrm>
      </p:grpSpPr>
      <p:sp>
        <p:nvSpPr>
          <p:cNvPr id="12" name="Content Placeholder 3"/>
          <p:cNvSpPr>
            <a:spLocks noGrp="1"/>
          </p:cNvSpPr>
          <p:nvPr>
            <p:ph sz="quarter" idx="13"/>
          </p:nvPr>
        </p:nvSpPr>
        <p:spPr>
          <a:xfrm>
            <a:off x="459795" y="1276350"/>
            <a:ext cx="3959225" cy="3505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p:cNvSpPr>
            <a:spLocks noGrp="1"/>
          </p:cNvSpPr>
          <p:nvPr>
            <p:ph type="title"/>
          </p:nvPr>
        </p:nvSpPr>
        <p:spPr/>
        <p:txBody>
          <a:bodyPr/>
          <a:lstStyle/>
          <a:p>
            <a:r>
              <a:rPr lang="en-US"/>
              <a:t>Click to edit Master title style</a:t>
            </a:r>
            <a:endParaRPr lang="en-GB" dirty="0"/>
          </a:p>
        </p:txBody>
      </p:sp>
      <p:sp>
        <p:nvSpPr>
          <p:cNvPr id="11" name="Content Placeholder 3"/>
          <p:cNvSpPr>
            <a:spLocks noGrp="1"/>
          </p:cNvSpPr>
          <p:nvPr>
            <p:ph sz="quarter" idx="12"/>
          </p:nvPr>
        </p:nvSpPr>
        <p:spPr>
          <a:xfrm>
            <a:off x="4727575" y="1276350"/>
            <a:ext cx="3959225" cy="3505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3" name="Picture 2" descr="Text&#10;&#10;Description automatically generated">
            <a:extLst>
              <a:ext uri="{FF2B5EF4-FFF2-40B4-BE49-F238E27FC236}">
                <a16:creationId xmlns:a16="http://schemas.microsoft.com/office/drawing/2014/main" id="{73D44647-EBDB-4CE5-988B-D843D23D4D7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344575" y="85566"/>
            <a:ext cx="2799425" cy="685984"/>
          </a:xfrm>
          <a:prstGeom prst="rect">
            <a:avLst/>
          </a:prstGeom>
        </p:spPr>
      </p:pic>
    </p:spTree>
    <p:extLst>
      <p:ext uri="{BB962C8B-B14F-4D97-AF65-F5344CB8AC3E}">
        <p14:creationId xmlns:p14="http://schemas.microsoft.com/office/powerpoint/2010/main" val="2173635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4" name="Content Placeholder 3"/>
          <p:cNvSpPr>
            <a:spLocks noGrp="1"/>
          </p:cNvSpPr>
          <p:nvPr>
            <p:ph sz="quarter" idx="10"/>
          </p:nvPr>
        </p:nvSpPr>
        <p:spPr>
          <a:xfrm>
            <a:off x="457200" y="1276350"/>
            <a:ext cx="8229600" cy="3505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3" name="Picture 2" descr="Text&#10;&#10;Description automatically generated">
            <a:extLst>
              <a:ext uri="{FF2B5EF4-FFF2-40B4-BE49-F238E27FC236}">
                <a16:creationId xmlns:a16="http://schemas.microsoft.com/office/drawing/2014/main" id="{FCA57AD7-ED8A-4C10-A31D-B7C38E97071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344575" y="85566"/>
            <a:ext cx="2799425" cy="685984"/>
          </a:xfrm>
          <a:prstGeom prst="rect">
            <a:avLst/>
          </a:prstGeom>
        </p:spPr>
      </p:pic>
    </p:spTree>
    <p:extLst>
      <p:ext uri="{BB962C8B-B14F-4D97-AF65-F5344CB8AC3E}">
        <p14:creationId xmlns:p14="http://schemas.microsoft.com/office/powerpoint/2010/main" val="2471281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nverted">
    <p:bg>
      <p:bgPr>
        <a:solidFill>
          <a:srgbClr val="04466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GB" dirty="0"/>
          </a:p>
        </p:txBody>
      </p:sp>
      <p:cxnSp>
        <p:nvCxnSpPr>
          <p:cNvPr id="3" name="Straight Connector 2"/>
          <p:cNvCxnSpPr/>
          <p:nvPr userDrawn="1"/>
        </p:nvCxnSpPr>
        <p:spPr>
          <a:xfrm>
            <a:off x="533400" y="971550"/>
            <a:ext cx="8153400" cy="0"/>
          </a:xfrm>
          <a:prstGeom prst="line">
            <a:avLst/>
          </a:prstGeom>
          <a:ln w="25400">
            <a:solidFill>
              <a:srgbClr val="FFFF00"/>
            </a:solidFill>
          </a:ln>
          <a:effectLst/>
        </p:spPr>
        <p:style>
          <a:lnRef idx="2">
            <a:schemeClr val="accent1"/>
          </a:lnRef>
          <a:fillRef idx="0">
            <a:schemeClr val="accent1"/>
          </a:fillRef>
          <a:effectRef idx="1">
            <a:schemeClr val="accent1"/>
          </a:effectRef>
          <a:fontRef idx="minor">
            <a:schemeClr val="tx1"/>
          </a:fontRef>
        </p:style>
      </p:cxnSp>
      <p:sp>
        <p:nvSpPr>
          <p:cNvPr id="4" name="Text Placeholder 4"/>
          <p:cNvSpPr>
            <a:spLocks noGrp="1"/>
          </p:cNvSpPr>
          <p:nvPr>
            <p:ph type="body" sz="quarter" idx="10"/>
          </p:nvPr>
        </p:nvSpPr>
        <p:spPr>
          <a:xfrm>
            <a:off x="457200" y="1276350"/>
            <a:ext cx="8229600" cy="35052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5" name="Picture 4" descr="Text&#10;&#10;Description automatically generated">
            <a:extLst>
              <a:ext uri="{FF2B5EF4-FFF2-40B4-BE49-F238E27FC236}">
                <a16:creationId xmlns:a16="http://schemas.microsoft.com/office/drawing/2014/main" id="{B7038460-7B63-4FE7-9432-2DAB64BB35B9}"/>
              </a:ext>
            </a:extLst>
          </p:cNvPr>
          <p:cNvPicPr>
            <a:picLocks noChangeAspect="1"/>
          </p:cNvPicPr>
          <p:nvPr userDrawn="1"/>
        </p:nvPicPr>
        <p:blipFill>
          <a:blip r:embed="rId2">
            <a:lum bright="70000" contrast="-70000"/>
            <a:extLst>
              <a:ext uri="{28A0092B-C50C-407E-A947-70E740481C1C}">
                <a14:useLocalDpi xmlns:a14="http://schemas.microsoft.com/office/drawing/2010/main" val="0"/>
              </a:ext>
            </a:extLst>
          </a:blip>
          <a:stretch>
            <a:fillRect/>
          </a:stretch>
        </p:blipFill>
        <p:spPr>
          <a:xfrm>
            <a:off x="6344575" y="85566"/>
            <a:ext cx="2799425" cy="685984"/>
          </a:xfrm>
          <a:prstGeom prst="rect">
            <a:avLst/>
          </a:prstGeom>
        </p:spPr>
      </p:pic>
    </p:spTree>
    <p:extLst>
      <p:ext uri="{BB962C8B-B14F-4D97-AF65-F5344CB8AC3E}">
        <p14:creationId xmlns:p14="http://schemas.microsoft.com/office/powerpoint/2010/main" val="3685978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Inverted">
    <p:bg>
      <p:bgPr>
        <a:solidFill>
          <a:srgbClr val="73666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GB" dirty="0"/>
          </a:p>
        </p:txBody>
      </p:sp>
      <p:cxnSp>
        <p:nvCxnSpPr>
          <p:cNvPr id="3" name="Straight Connector 2"/>
          <p:cNvCxnSpPr/>
          <p:nvPr userDrawn="1"/>
        </p:nvCxnSpPr>
        <p:spPr>
          <a:xfrm>
            <a:off x="533400" y="971550"/>
            <a:ext cx="8153400" cy="0"/>
          </a:xfrm>
          <a:prstGeom prst="line">
            <a:avLst/>
          </a:prstGeom>
          <a:ln w="254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4" name="Text Placeholder 4"/>
          <p:cNvSpPr>
            <a:spLocks noGrp="1"/>
          </p:cNvSpPr>
          <p:nvPr>
            <p:ph type="body" sz="quarter" idx="10"/>
          </p:nvPr>
        </p:nvSpPr>
        <p:spPr>
          <a:xfrm>
            <a:off x="457200" y="1276350"/>
            <a:ext cx="8229600" cy="35052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6" name="Picture 5" descr="Text&#10;&#10;Description automatically generated">
            <a:extLst>
              <a:ext uri="{FF2B5EF4-FFF2-40B4-BE49-F238E27FC236}">
                <a16:creationId xmlns:a16="http://schemas.microsoft.com/office/drawing/2014/main" id="{486D5C6E-909C-4FF6-A417-77963244061D}"/>
              </a:ext>
            </a:extLst>
          </p:cNvPr>
          <p:cNvPicPr>
            <a:picLocks noChangeAspect="1"/>
          </p:cNvPicPr>
          <p:nvPr userDrawn="1"/>
        </p:nvPicPr>
        <p:blipFill>
          <a:blip r:embed="rId2">
            <a:lum bright="70000" contrast="-70000"/>
            <a:extLst>
              <a:ext uri="{28A0092B-C50C-407E-A947-70E740481C1C}">
                <a14:useLocalDpi xmlns:a14="http://schemas.microsoft.com/office/drawing/2010/main" val="0"/>
              </a:ext>
            </a:extLst>
          </a:blip>
          <a:stretch>
            <a:fillRect/>
          </a:stretch>
        </p:blipFill>
        <p:spPr>
          <a:xfrm>
            <a:off x="6344575" y="85566"/>
            <a:ext cx="2799425" cy="685984"/>
          </a:xfrm>
          <a:prstGeom prst="rect">
            <a:avLst/>
          </a:prstGeom>
        </p:spPr>
      </p:pic>
    </p:spTree>
    <p:extLst>
      <p:ext uri="{BB962C8B-B14F-4D97-AF65-F5344CB8AC3E}">
        <p14:creationId xmlns:p14="http://schemas.microsoft.com/office/powerpoint/2010/main" val="6904034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and Tex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44661"/>
                </a:solidFill>
              </a:defRPr>
            </a:lvl1pPr>
          </a:lstStyle>
          <a:p>
            <a:r>
              <a:rPr lang="en-US" dirty="0"/>
              <a:t>Click to edit Master title style</a:t>
            </a:r>
            <a:endParaRPr lang="en-GB" dirty="0"/>
          </a:p>
        </p:txBody>
      </p:sp>
      <p:sp>
        <p:nvSpPr>
          <p:cNvPr id="5" name="Text Placeholder 4"/>
          <p:cNvSpPr>
            <a:spLocks noGrp="1"/>
          </p:cNvSpPr>
          <p:nvPr>
            <p:ph type="body" sz="quarter" idx="10"/>
          </p:nvPr>
        </p:nvSpPr>
        <p:spPr>
          <a:xfrm>
            <a:off x="457200" y="1276350"/>
            <a:ext cx="8229600" cy="3505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cxnSp>
        <p:nvCxnSpPr>
          <p:cNvPr id="4" name="Straight Connector 3"/>
          <p:cNvCxnSpPr/>
          <p:nvPr userDrawn="1"/>
        </p:nvCxnSpPr>
        <p:spPr>
          <a:xfrm>
            <a:off x="533400" y="971550"/>
            <a:ext cx="8153400" cy="0"/>
          </a:xfrm>
          <a:prstGeom prst="line">
            <a:avLst/>
          </a:prstGeom>
          <a:ln w="25400">
            <a:solidFill>
              <a:srgbClr val="044661"/>
            </a:solidFill>
          </a:ln>
          <a:effectLst/>
        </p:spPr>
        <p:style>
          <a:lnRef idx="2">
            <a:schemeClr val="accent1"/>
          </a:lnRef>
          <a:fillRef idx="0">
            <a:schemeClr val="accent1"/>
          </a:fillRef>
          <a:effectRef idx="1">
            <a:schemeClr val="accent1"/>
          </a:effectRef>
          <a:fontRef idx="minor">
            <a:schemeClr val="tx1"/>
          </a:fontRef>
        </p:style>
      </p:cxnSp>
      <p:pic>
        <p:nvPicPr>
          <p:cNvPr id="3" name="Picture 2" descr="Text&#10;&#10;Description automatically generated">
            <a:extLst>
              <a:ext uri="{FF2B5EF4-FFF2-40B4-BE49-F238E27FC236}">
                <a16:creationId xmlns:a16="http://schemas.microsoft.com/office/drawing/2014/main" id="{7E9E4A76-0C41-4F46-AF18-239AAD133C7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344575" y="85566"/>
            <a:ext cx="2799425" cy="685984"/>
          </a:xfrm>
          <a:prstGeom prst="rect">
            <a:avLst/>
          </a:prstGeom>
        </p:spPr>
      </p:pic>
    </p:spTree>
    <p:extLst>
      <p:ext uri="{BB962C8B-B14F-4D97-AF65-F5344CB8AC3E}">
        <p14:creationId xmlns:p14="http://schemas.microsoft.com/office/powerpoint/2010/main" val="2986719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and Text">
    <p:bg>
      <p:bgPr>
        <a:solidFill>
          <a:schemeClr val="bg1"/>
        </a:solidFill>
        <a:effectLst/>
      </p:bgPr>
    </p:bg>
    <p:spTree>
      <p:nvGrpSpPr>
        <p:cNvPr id="1" name=""/>
        <p:cNvGrpSpPr/>
        <p:nvPr/>
      </p:nvGrpSpPr>
      <p:grpSpPr>
        <a:xfrm>
          <a:off x="0" y="0"/>
          <a:ext cx="0" cy="0"/>
          <a:chOff x="0" y="0"/>
          <a:chExt cx="0" cy="0"/>
        </a:xfrm>
      </p:grpSpPr>
      <p:pic>
        <p:nvPicPr>
          <p:cNvPr id="2050" name="Picture 2" descr="http://tempdevnwms.wpengine.com/wp-content/themes/hep-nwms/dist/images/grey-pattern.cb894e6e6f.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r="16210"/>
          <a:stretch/>
        </p:blipFill>
        <p:spPr bwMode="auto">
          <a:xfrm>
            <a:off x="0" y="0"/>
            <a:ext cx="9180512" cy="51435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lvl1pPr>
              <a:defRPr>
                <a:solidFill>
                  <a:srgbClr val="044661"/>
                </a:solidFill>
              </a:defRPr>
            </a:lvl1pPr>
          </a:lstStyle>
          <a:p>
            <a:r>
              <a:rPr lang="en-US" dirty="0"/>
              <a:t>Click to edit Master title style</a:t>
            </a:r>
            <a:endParaRPr lang="en-GB" dirty="0"/>
          </a:p>
        </p:txBody>
      </p:sp>
      <p:sp>
        <p:nvSpPr>
          <p:cNvPr id="5" name="Text Placeholder 4"/>
          <p:cNvSpPr>
            <a:spLocks noGrp="1"/>
          </p:cNvSpPr>
          <p:nvPr>
            <p:ph type="body" sz="quarter" idx="10"/>
          </p:nvPr>
        </p:nvSpPr>
        <p:spPr>
          <a:xfrm>
            <a:off x="457200" y="1276350"/>
            <a:ext cx="8229600" cy="35052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cxnSp>
        <p:nvCxnSpPr>
          <p:cNvPr id="6" name="Straight Connector 5"/>
          <p:cNvCxnSpPr/>
          <p:nvPr userDrawn="1"/>
        </p:nvCxnSpPr>
        <p:spPr>
          <a:xfrm>
            <a:off x="533400" y="971550"/>
            <a:ext cx="8153400" cy="0"/>
          </a:xfrm>
          <a:prstGeom prst="line">
            <a:avLst/>
          </a:prstGeom>
          <a:ln w="25400">
            <a:solidFill>
              <a:srgbClr val="044661"/>
            </a:solidFill>
          </a:ln>
          <a:effectLst/>
        </p:spPr>
        <p:style>
          <a:lnRef idx="2">
            <a:schemeClr val="accent1"/>
          </a:lnRef>
          <a:fillRef idx="0">
            <a:schemeClr val="accent1"/>
          </a:fillRef>
          <a:effectRef idx="1">
            <a:schemeClr val="accent1"/>
          </a:effectRef>
          <a:fontRef idx="minor">
            <a:schemeClr val="tx1"/>
          </a:fontRef>
        </p:style>
      </p:cxnSp>
      <p:pic>
        <p:nvPicPr>
          <p:cNvPr id="3" name="Picture 2" descr="Text&#10;&#10;Description automatically generated">
            <a:extLst>
              <a:ext uri="{FF2B5EF4-FFF2-40B4-BE49-F238E27FC236}">
                <a16:creationId xmlns:a16="http://schemas.microsoft.com/office/drawing/2014/main" id="{9D66264F-0D19-49CD-B18B-8DE6BEB793D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344575" y="85566"/>
            <a:ext cx="2799425" cy="685984"/>
          </a:xfrm>
          <a:prstGeom prst="rect">
            <a:avLst/>
          </a:prstGeom>
        </p:spPr>
      </p:pic>
    </p:spTree>
    <p:extLst>
      <p:ext uri="{BB962C8B-B14F-4D97-AF65-F5344CB8AC3E}">
        <p14:creationId xmlns:p14="http://schemas.microsoft.com/office/powerpoint/2010/main" val="2305907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Section Slide">
    <p:spTree>
      <p:nvGrpSpPr>
        <p:cNvPr id="1" name=""/>
        <p:cNvGrpSpPr/>
        <p:nvPr/>
      </p:nvGrpSpPr>
      <p:grpSpPr>
        <a:xfrm>
          <a:off x="0" y="0"/>
          <a:ext cx="0" cy="0"/>
          <a:chOff x="0" y="0"/>
          <a:chExt cx="0" cy="0"/>
        </a:xfrm>
      </p:grpSpPr>
      <p:pic>
        <p:nvPicPr>
          <p:cNvPr id="8" name="Picture 2" descr="http://tempdevnwms.wpengine.com/wp-content/themes/hep-nwms/dist/images/grey-pattern.cb894e6e6f.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r="16210"/>
          <a:stretch/>
        </p:blipFill>
        <p:spPr bwMode="auto">
          <a:xfrm>
            <a:off x="0" y="0"/>
            <a:ext cx="9180512" cy="51435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hasCustomPrompt="1"/>
          </p:nvPr>
        </p:nvSpPr>
        <p:spPr>
          <a:xfrm>
            <a:off x="2411760" y="483518"/>
            <a:ext cx="6120680" cy="2520280"/>
          </a:xfrm>
        </p:spPr>
        <p:txBody>
          <a:bodyPr anchor="ctr"/>
          <a:lstStyle>
            <a:lvl1pPr algn="ctr">
              <a:lnSpc>
                <a:spcPct val="150000"/>
              </a:lnSpc>
              <a:defRPr baseline="0"/>
            </a:lvl1pPr>
          </a:lstStyle>
          <a:p>
            <a:r>
              <a:rPr lang="en-US" dirty="0"/>
              <a:t>Click to edit section title</a:t>
            </a:r>
            <a:endParaRPr lang="en-GB" dirty="0"/>
          </a:p>
        </p:txBody>
      </p:sp>
      <p:pic>
        <p:nvPicPr>
          <p:cNvPr id="3" name="Picture 2" descr="Text&#10;&#10;Description automatically generated">
            <a:extLst>
              <a:ext uri="{FF2B5EF4-FFF2-40B4-BE49-F238E27FC236}">
                <a16:creationId xmlns:a16="http://schemas.microsoft.com/office/drawing/2014/main" id="{E30308CB-2A5D-4545-952F-F30BCA9D45F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79512" y="1400666"/>
            <a:ext cx="2799425" cy="685984"/>
          </a:xfrm>
          <a:prstGeom prst="rect">
            <a:avLst/>
          </a:prstGeom>
        </p:spPr>
      </p:pic>
    </p:spTree>
    <p:extLst>
      <p:ext uri="{BB962C8B-B14F-4D97-AF65-F5344CB8AC3E}">
        <p14:creationId xmlns:p14="http://schemas.microsoft.com/office/powerpoint/2010/main" val="13140294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1_Section Slide">
    <p:bg>
      <p:bgPr>
        <a:solidFill>
          <a:srgbClr val="04466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11560" y="2202418"/>
            <a:ext cx="7920880" cy="738664"/>
          </a:xfrm>
        </p:spPr>
        <p:txBody>
          <a:bodyPr anchor="ctr"/>
          <a:lstStyle>
            <a:lvl1pPr algn="ctr">
              <a:lnSpc>
                <a:spcPct val="150000"/>
              </a:lnSpc>
              <a:defRPr baseline="0">
                <a:solidFill>
                  <a:schemeClr val="bg1"/>
                </a:solidFill>
              </a:defRPr>
            </a:lvl1pPr>
          </a:lstStyle>
          <a:p>
            <a:r>
              <a:rPr lang="en-US" dirty="0"/>
              <a:t>Click to edit section title</a:t>
            </a:r>
            <a:endParaRPr lang="en-GB" dirty="0"/>
          </a:p>
        </p:txBody>
      </p:sp>
      <p:pic>
        <p:nvPicPr>
          <p:cNvPr id="3" name="Picture 2" descr="Text&#10;&#10;Description automatically generated">
            <a:extLst>
              <a:ext uri="{FF2B5EF4-FFF2-40B4-BE49-F238E27FC236}">
                <a16:creationId xmlns:a16="http://schemas.microsoft.com/office/drawing/2014/main" id="{8B2E9064-424A-49D4-A542-D9D54AFDEE80}"/>
              </a:ext>
            </a:extLst>
          </p:cNvPr>
          <p:cNvPicPr>
            <a:picLocks noChangeAspect="1"/>
          </p:cNvPicPr>
          <p:nvPr userDrawn="1"/>
        </p:nvPicPr>
        <p:blipFill>
          <a:blip r:embed="rId2">
            <a:lum bright="70000" contrast="-70000"/>
            <a:extLst>
              <a:ext uri="{28A0092B-C50C-407E-A947-70E740481C1C}">
                <a14:useLocalDpi xmlns:a14="http://schemas.microsoft.com/office/drawing/2010/main" val="0"/>
              </a:ext>
            </a:extLst>
          </a:blip>
          <a:stretch>
            <a:fillRect/>
          </a:stretch>
        </p:blipFill>
        <p:spPr>
          <a:xfrm>
            <a:off x="6344575" y="85566"/>
            <a:ext cx="2799425" cy="685984"/>
          </a:xfrm>
          <a:prstGeom prst="rect">
            <a:avLst/>
          </a:prstGeom>
        </p:spPr>
      </p:pic>
    </p:spTree>
    <p:extLst>
      <p:ext uri="{BB962C8B-B14F-4D97-AF65-F5344CB8AC3E}">
        <p14:creationId xmlns:p14="http://schemas.microsoft.com/office/powerpoint/2010/main" val="2203140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686020" y="939989"/>
            <a:ext cx="7771960" cy="374461"/>
          </a:xfrm>
        </p:spPr>
        <p:txBody>
          <a:bodyPr/>
          <a:lstStyle/>
          <a:p>
            <a:r>
              <a:rPr lang="en-US"/>
              <a:t>Click to edit Master title style</a:t>
            </a:r>
            <a:endParaRPr lang="en-GB"/>
          </a:p>
        </p:txBody>
      </p:sp>
      <p:sp>
        <p:nvSpPr>
          <p:cNvPr id="3" name="SmartArt Placeholder 2"/>
          <p:cNvSpPr>
            <a:spLocks noGrp="1"/>
          </p:cNvSpPr>
          <p:nvPr>
            <p:ph type="dgm" idx="1"/>
          </p:nvPr>
        </p:nvSpPr>
        <p:spPr>
          <a:xfrm>
            <a:off x="686020" y="1485900"/>
            <a:ext cx="7771960" cy="3086100"/>
          </a:xfrm>
        </p:spPr>
        <p:txBody>
          <a:bodyPr/>
          <a:lstStyle/>
          <a:p>
            <a:pPr lvl="0"/>
            <a:endParaRPr lang="en-GB" noProof="0" dirty="0"/>
          </a:p>
        </p:txBody>
      </p:sp>
      <p:pic>
        <p:nvPicPr>
          <p:cNvPr id="5" name="Picture 4" descr="Text&#10;&#10;Description automatically generated">
            <a:extLst>
              <a:ext uri="{FF2B5EF4-FFF2-40B4-BE49-F238E27FC236}">
                <a16:creationId xmlns:a16="http://schemas.microsoft.com/office/drawing/2014/main" id="{52FDEEAB-5432-4EB4-9233-93E2C9A7508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344575" y="85566"/>
            <a:ext cx="2799425" cy="685984"/>
          </a:xfrm>
          <a:prstGeom prst="rect">
            <a:avLst/>
          </a:prstGeom>
        </p:spPr>
      </p:pic>
    </p:spTree>
    <p:extLst>
      <p:ext uri="{BB962C8B-B14F-4D97-AF65-F5344CB8AC3E}">
        <p14:creationId xmlns:p14="http://schemas.microsoft.com/office/powerpoint/2010/main" val="4484181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687577"/>
            <a:ext cx="7543800" cy="374461"/>
          </a:xfrm>
        </p:spPr>
        <p:txBody>
          <a:bodyPr/>
          <a:lstStyle>
            <a:lvl1pPr>
              <a:defRPr/>
            </a:lvl1pPr>
          </a:lstStyle>
          <a:p>
            <a:r>
              <a:rPr lang="en-US"/>
              <a:t>Click to edit Master title style</a:t>
            </a:r>
          </a:p>
        </p:txBody>
      </p:sp>
      <p:sp>
        <p:nvSpPr>
          <p:cNvPr id="11" name="Content Placeholder 10"/>
          <p:cNvSpPr>
            <a:spLocks noGrp="1"/>
          </p:cNvSpPr>
          <p:nvPr>
            <p:ph sz="quarter" idx="2"/>
          </p:nvPr>
        </p:nvSpPr>
        <p:spPr>
          <a:xfrm>
            <a:off x="457200" y="1771650"/>
            <a:ext cx="3657600" cy="2914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4"/>
          </p:nvPr>
        </p:nvSpPr>
        <p:spPr>
          <a:xfrm>
            <a:off x="4371975" y="1771650"/>
            <a:ext cx="3657600" cy="2914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1"/>
          <p:cNvSpPr>
            <a:spLocks noGrp="1"/>
          </p:cNvSpPr>
          <p:nvPr>
            <p:ph type="body" sz="quarter" idx="1"/>
          </p:nvPr>
        </p:nvSpPr>
        <p:spPr>
          <a:xfrm>
            <a:off x="457200" y="1177290"/>
            <a:ext cx="3657600" cy="493776"/>
          </a:xfrm>
          <a:prstGeom prst="roundRect">
            <a:avLst>
              <a:gd name="adj" fmla="val 16667"/>
            </a:avLst>
          </a:prstGeom>
          <a:solidFill>
            <a:schemeClr val="accent1"/>
          </a:solidFill>
        </p:spPr>
        <p:txBody>
          <a:bodyPr rtlCol="0" anchor="ctr">
            <a:noAutofit/>
          </a:bodyPr>
          <a:lstStyle>
            <a:lvl1pPr marL="0" indent="0">
              <a:buFontTx/>
              <a:buNone/>
              <a:defRPr sz="1500" b="1">
                <a:solidFill>
                  <a:srgbClr val="FFFFFF"/>
                </a:solidFill>
              </a:defRPr>
            </a:lvl1pPr>
          </a:lstStyle>
          <a:p>
            <a:pPr lvl="0"/>
            <a:r>
              <a:rPr lang="en-US"/>
              <a:t>Click to edit Master text styles</a:t>
            </a:r>
          </a:p>
        </p:txBody>
      </p:sp>
      <p:sp>
        <p:nvSpPr>
          <p:cNvPr id="14" name="Text Placeholder 13"/>
          <p:cNvSpPr>
            <a:spLocks noGrp="1"/>
          </p:cNvSpPr>
          <p:nvPr>
            <p:ph type="body" sz="quarter" idx="3"/>
          </p:nvPr>
        </p:nvSpPr>
        <p:spPr>
          <a:xfrm>
            <a:off x="4343400" y="1177290"/>
            <a:ext cx="3657600" cy="493776"/>
          </a:xfrm>
          <a:prstGeom prst="roundRect">
            <a:avLst>
              <a:gd name="adj" fmla="val 16667"/>
            </a:avLst>
          </a:prstGeom>
          <a:solidFill>
            <a:schemeClr val="accent1"/>
          </a:solidFill>
        </p:spPr>
        <p:txBody>
          <a:bodyPr rtlCol="0" anchor="ctr">
            <a:noAutofit/>
          </a:bodyPr>
          <a:lstStyle>
            <a:lvl1pPr marL="0" indent="0">
              <a:buFontTx/>
              <a:buNone/>
              <a:defRPr sz="1500" b="1">
                <a:solidFill>
                  <a:srgbClr val="FFFFFF"/>
                </a:solidFill>
              </a:defRPr>
            </a:lvl1pPr>
          </a:lstStyle>
          <a:p>
            <a:pPr lvl="0"/>
            <a:r>
              <a:rPr lang="en-US"/>
              <a:t>Click to edit Master text styles</a:t>
            </a:r>
          </a:p>
        </p:txBody>
      </p:sp>
      <p:sp>
        <p:nvSpPr>
          <p:cNvPr id="7" name="Date Placeholder 13"/>
          <p:cNvSpPr>
            <a:spLocks noGrp="1"/>
          </p:cNvSpPr>
          <p:nvPr>
            <p:ph type="dt" sz="half" idx="10"/>
          </p:nvPr>
        </p:nvSpPr>
        <p:spPr/>
        <p:txBody>
          <a:bodyPr/>
          <a:lstStyle>
            <a:lvl1pPr>
              <a:defRPr/>
            </a:lvl1pPr>
          </a:lstStyle>
          <a:p>
            <a:pPr>
              <a:defRPr/>
            </a:pPr>
            <a:endParaRPr lang="en-GB" dirty="0"/>
          </a:p>
        </p:txBody>
      </p:sp>
      <p:sp>
        <p:nvSpPr>
          <p:cNvPr id="8" name="Footer Placeholder 2"/>
          <p:cNvSpPr>
            <a:spLocks noGrp="1"/>
          </p:cNvSpPr>
          <p:nvPr>
            <p:ph type="ftr" sz="quarter" idx="11"/>
          </p:nvPr>
        </p:nvSpPr>
        <p:spPr/>
        <p:txBody>
          <a:bodyPr/>
          <a:lstStyle>
            <a:lvl1pPr>
              <a:defRPr/>
            </a:lvl1pPr>
          </a:lstStyle>
          <a:p>
            <a:pPr>
              <a:defRPr/>
            </a:pPr>
            <a:endParaRPr lang="en-GB" dirty="0"/>
          </a:p>
        </p:txBody>
      </p:sp>
      <p:sp>
        <p:nvSpPr>
          <p:cNvPr id="9" name="Slide Number Placeholder 22"/>
          <p:cNvSpPr>
            <a:spLocks noGrp="1"/>
          </p:cNvSpPr>
          <p:nvPr>
            <p:ph type="sldNum" sz="quarter" idx="12"/>
          </p:nvPr>
        </p:nvSpPr>
        <p:spPr/>
        <p:txBody>
          <a:bodyPr/>
          <a:lstStyle>
            <a:lvl1pPr>
              <a:defRPr/>
            </a:lvl1pPr>
          </a:lstStyle>
          <a:p>
            <a:pPr>
              <a:defRPr/>
            </a:pPr>
            <a:fld id="{930A69A7-DEC5-431F-B81F-A8694B7EE115}" type="slidenum">
              <a:rPr lang="en-GB"/>
              <a:pPr>
                <a:defRPr/>
              </a:pPr>
              <a:t>‹#›</a:t>
            </a:fld>
            <a:endParaRPr lang="en-GB" dirty="0"/>
          </a:p>
        </p:txBody>
      </p:sp>
      <p:pic>
        <p:nvPicPr>
          <p:cNvPr id="3" name="Picture 2" descr="Text&#10;&#10;Description automatically generated">
            <a:extLst>
              <a:ext uri="{FF2B5EF4-FFF2-40B4-BE49-F238E27FC236}">
                <a16:creationId xmlns:a16="http://schemas.microsoft.com/office/drawing/2014/main" id="{55BD70EF-0156-4EBF-A71D-C53D38B44FD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344575" y="85566"/>
            <a:ext cx="2799425" cy="685984"/>
          </a:xfrm>
          <a:prstGeom prst="rect">
            <a:avLst/>
          </a:prstGeom>
        </p:spPr>
      </p:pic>
    </p:spTree>
    <p:extLst>
      <p:ext uri="{BB962C8B-B14F-4D97-AF65-F5344CB8AC3E}">
        <p14:creationId xmlns:p14="http://schemas.microsoft.com/office/powerpoint/2010/main" val="13803976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dirty="0"/>
              <a:t>Click to edit Master title style</a:t>
            </a:r>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5/2/2026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7945240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5/2/2026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6768315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dirty="0"/>
              <a:t>Click to edit Master title style</a:t>
            </a:r>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5/2/2026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7013895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628650" y="1369219"/>
            <a:ext cx="3886200" cy="32635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29150" y="1369219"/>
            <a:ext cx="3886200" cy="32635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C764DE79-268F-4C1A-8933-263129D2AF90}" type="datetimeFigureOut">
              <a:rPr lang="en-US" dirty="0"/>
              <a:t>5/2/2026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8686669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dirty="0"/>
              <a:t>Click to edit Master title style</a:t>
            </a:r>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C764DE79-268F-4C1A-8933-263129D2AF90}" type="datetimeFigureOut">
              <a:rPr lang="en-US" dirty="0"/>
              <a:t>5/2/2026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190947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5/2/2026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69541758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5/2/2026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6718308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dirty="0"/>
              <a:t>Click to edit Master title style</a:t>
            </a:r>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5/2/2026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285513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dirty="0"/>
              <a:t>Click to edit Master title style</a:t>
            </a:r>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5/2/2026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8377572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5/2/2026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5133966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5/2/2026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94009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0F3F7"/>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520889"/>
            <a:ext cx="8229600" cy="374461"/>
          </a:xfrm>
          <a:prstGeom prst="rect">
            <a:avLst/>
          </a:prstGeom>
          <a:ln w="19050">
            <a:noFill/>
          </a:ln>
        </p:spPr>
        <p:txBody>
          <a:bodyPr vert="horz" wrap="square" lIns="91440" tIns="45720" rIns="91440" bIns="45720" rtlCol="0" anchor="b" anchorCtr="0">
            <a:spAutoFit/>
          </a:bodyPr>
          <a:lstStyle/>
          <a:p>
            <a:r>
              <a:rPr lang="en-US" dirty="0"/>
              <a:t>Click to edit Master title style</a:t>
            </a:r>
          </a:p>
        </p:txBody>
      </p:sp>
      <p:sp>
        <p:nvSpPr>
          <p:cNvPr id="3" name="Text Placeholder 2"/>
          <p:cNvSpPr>
            <a:spLocks noGrp="1"/>
          </p:cNvSpPr>
          <p:nvPr>
            <p:ph type="body" idx="1"/>
          </p:nvPr>
        </p:nvSpPr>
        <p:spPr>
          <a:xfrm>
            <a:off x="457200" y="1200152"/>
            <a:ext cx="8229600" cy="365759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5" name="Straight Connector 4"/>
          <p:cNvCxnSpPr/>
          <p:nvPr userDrawn="1"/>
        </p:nvCxnSpPr>
        <p:spPr>
          <a:xfrm>
            <a:off x="533400" y="971550"/>
            <a:ext cx="8153400" cy="0"/>
          </a:xfrm>
          <a:prstGeom prst="line">
            <a:avLst/>
          </a:prstGeom>
          <a:ln w="25400">
            <a:solidFill>
              <a:srgbClr val="7D0063"/>
            </a:solidFill>
          </a:ln>
          <a:effectLst/>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65" r:id="rId1"/>
    <p:sldLayoutId id="2147483672" r:id="rId2"/>
    <p:sldLayoutId id="2147483667" r:id="rId3"/>
    <p:sldLayoutId id="2147483678" r:id="rId4"/>
    <p:sldLayoutId id="2147483668" r:id="rId5"/>
    <p:sldLayoutId id="2147483671" r:id="rId6"/>
    <p:sldLayoutId id="2147483674" r:id="rId7"/>
    <p:sldLayoutId id="2147483675" r:id="rId8"/>
    <p:sldLayoutId id="2147483676" r:id="rId9"/>
    <p:sldLayoutId id="2147483670" r:id="rId10"/>
    <p:sldLayoutId id="2147483679" r:id="rId11"/>
    <p:sldLayoutId id="2147483681" r:id="rId12"/>
    <p:sldLayoutId id="2147483682"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457200" rtl="0" eaLnBrk="1" latinLnBrk="0" hangingPunct="1">
        <a:lnSpc>
          <a:spcPts val="2200"/>
        </a:lnSpc>
        <a:spcBef>
          <a:spcPct val="0"/>
        </a:spcBef>
        <a:buNone/>
        <a:defRPr sz="2800" b="1" i="0" kern="1200">
          <a:ln>
            <a:noFill/>
          </a:ln>
          <a:solidFill>
            <a:srgbClr val="034561"/>
          </a:solidFill>
          <a:latin typeface="Century Gothic" panose="020B0502020202020204" pitchFamily="34" charset="0"/>
          <a:ea typeface="Century Gothic" panose="020B0502020202020204" pitchFamily="34" charset="0"/>
          <a:cs typeface="Arial" panose="020B0604020202020204" pitchFamily="34" charset="0"/>
        </a:defRPr>
      </a:lvl1pPr>
    </p:titleStyle>
    <p:bodyStyle>
      <a:lvl1pPr marL="342900" indent="-342900" algn="l" defTabSz="457200" rtl="0" eaLnBrk="1" latinLnBrk="0" hangingPunct="1">
        <a:lnSpc>
          <a:spcPct val="150000"/>
        </a:lnSpc>
        <a:spcBef>
          <a:spcPct val="20000"/>
        </a:spcBef>
        <a:buFont typeface="Arial"/>
        <a:buChar char="•"/>
        <a:defRPr sz="1800" kern="1200">
          <a:solidFill>
            <a:schemeClr val="tx1">
              <a:lumMod val="85000"/>
              <a:lumOff val="15000"/>
            </a:schemeClr>
          </a:solidFill>
          <a:latin typeface="Century Gothic" panose="020B0502020202020204" pitchFamily="34" charset="0"/>
          <a:ea typeface="Century Gothic" panose="020B0502020202020204" pitchFamily="34" charset="0"/>
          <a:cs typeface="Helvetica" charset="0"/>
        </a:defRPr>
      </a:lvl1pPr>
      <a:lvl2pPr marL="742950" indent="-285750" algn="l" defTabSz="457200" rtl="0" eaLnBrk="1" latinLnBrk="0" hangingPunct="1">
        <a:lnSpc>
          <a:spcPct val="150000"/>
        </a:lnSpc>
        <a:spcBef>
          <a:spcPct val="20000"/>
        </a:spcBef>
        <a:buFont typeface="Arial"/>
        <a:buChar char="–"/>
        <a:defRPr sz="1600" kern="1200">
          <a:solidFill>
            <a:schemeClr val="tx1">
              <a:lumMod val="85000"/>
              <a:lumOff val="15000"/>
            </a:schemeClr>
          </a:solidFill>
          <a:latin typeface="Century Gothic" panose="020B0502020202020204" pitchFamily="34" charset="0"/>
          <a:ea typeface="Century Gothic" panose="020B0502020202020204" pitchFamily="34" charset="0"/>
          <a:cs typeface="Helvetica" charset="0"/>
        </a:defRPr>
      </a:lvl2pPr>
      <a:lvl3pPr marL="1143000" indent="-228600" algn="l" defTabSz="457200" rtl="0" eaLnBrk="1" latinLnBrk="0" hangingPunct="1">
        <a:lnSpc>
          <a:spcPct val="150000"/>
        </a:lnSpc>
        <a:spcBef>
          <a:spcPct val="20000"/>
        </a:spcBef>
        <a:buFont typeface="Arial"/>
        <a:buChar char="•"/>
        <a:defRPr sz="1400" kern="1200">
          <a:solidFill>
            <a:schemeClr val="tx1">
              <a:lumMod val="85000"/>
              <a:lumOff val="15000"/>
            </a:schemeClr>
          </a:solidFill>
          <a:latin typeface="Century Gothic" panose="020B0502020202020204" pitchFamily="34" charset="0"/>
          <a:ea typeface="Century Gothic" panose="020B0502020202020204" pitchFamily="34" charset="0"/>
          <a:cs typeface="Helvetica" charset="0"/>
        </a:defRPr>
      </a:lvl3pPr>
      <a:lvl4pPr marL="1600200" indent="-228600" algn="l" defTabSz="457200" rtl="0" eaLnBrk="1" latinLnBrk="0" hangingPunct="1">
        <a:lnSpc>
          <a:spcPct val="150000"/>
        </a:lnSpc>
        <a:spcBef>
          <a:spcPct val="20000"/>
        </a:spcBef>
        <a:buFont typeface="Arial"/>
        <a:buChar char="–"/>
        <a:defRPr sz="1200" kern="1200">
          <a:solidFill>
            <a:schemeClr val="tx1">
              <a:lumMod val="85000"/>
              <a:lumOff val="15000"/>
            </a:schemeClr>
          </a:solidFill>
          <a:latin typeface="Century Gothic" panose="020B0502020202020204" pitchFamily="34" charset="0"/>
          <a:ea typeface="Century Gothic" panose="020B0502020202020204" pitchFamily="34" charset="0"/>
          <a:cs typeface="Helvetica" charset="0"/>
        </a:defRPr>
      </a:lvl4pPr>
      <a:lvl5pPr marL="2057400" indent="-228600" algn="l" defTabSz="457200" rtl="0" eaLnBrk="1" latinLnBrk="0" hangingPunct="1">
        <a:lnSpc>
          <a:spcPct val="150000"/>
        </a:lnSpc>
        <a:spcBef>
          <a:spcPct val="20000"/>
        </a:spcBef>
        <a:buFont typeface="Arial"/>
        <a:buChar char="»"/>
        <a:defRPr sz="1200" kern="1200">
          <a:solidFill>
            <a:schemeClr val="tx1">
              <a:lumMod val="85000"/>
              <a:lumOff val="15000"/>
            </a:schemeClr>
          </a:solidFill>
          <a:latin typeface="Century Gothic" panose="020B0502020202020204" pitchFamily="34" charset="0"/>
          <a:ea typeface="Century Gothic" panose="020B0502020202020204" pitchFamily="34" charset="0"/>
          <a:cs typeface="Helvetica"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C764DE79-268F-4C1A-8933-263129D2AF90}" type="datetimeFigureOut">
              <a:rPr lang="en-US" dirty="0"/>
              <a:t>5/2/2026</a:t>
            </a:fld>
            <a:endParaRPr lang="en-US" dirty="0"/>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3512674556"/>
      </p:ext>
    </p:extLst>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8" Type="http://schemas.openxmlformats.org/officeDocument/2006/relationships/diagramData" Target="../diagrams/data4.xml"/><Relationship Id="rId3" Type="http://schemas.openxmlformats.org/officeDocument/2006/relationships/diagramData" Target="../diagrams/data3.xml"/><Relationship Id="rId7" Type="http://schemas.microsoft.com/office/2007/relationships/diagramDrawing" Target="../diagrams/drawing3.xml"/><Relationship Id="rId12" Type="http://schemas.microsoft.com/office/2007/relationships/diagramDrawing" Target="../diagrams/drawing4.xml"/><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diagramColors" Target="../diagrams/colors3.xml"/><Relationship Id="rId11" Type="http://schemas.openxmlformats.org/officeDocument/2006/relationships/diagramColors" Target="../diagrams/colors4.xml"/><Relationship Id="rId5" Type="http://schemas.openxmlformats.org/officeDocument/2006/relationships/diagramQuickStyle" Target="../diagrams/quickStyle3.xml"/><Relationship Id="rId10" Type="http://schemas.openxmlformats.org/officeDocument/2006/relationships/diagramQuickStyle" Target="../diagrams/quickStyle4.xml"/><Relationship Id="rId4" Type="http://schemas.openxmlformats.org/officeDocument/2006/relationships/diagramLayout" Target="../diagrams/layout3.xml"/><Relationship Id="rId9" Type="http://schemas.openxmlformats.org/officeDocument/2006/relationships/diagramLayout" Target="../diagrams/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 name="Rectangle 111">
            <a:extLst>
              <a:ext uri="{FF2B5EF4-FFF2-40B4-BE49-F238E27FC236}">
                <a16:creationId xmlns:a16="http://schemas.microsoft.com/office/drawing/2014/main" id="{2643BE6C-86B7-4AB9-91E8-9B5DB45AC8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91" y="0"/>
            <a:ext cx="9141618" cy="31821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Calibri" panose="020F0502020204030204"/>
              <a:ea typeface="+mn-ea"/>
              <a:cs typeface="+mn-cs"/>
            </a:endParaRPr>
          </a:p>
        </p:txBody>
      </p:sp>
      <p:sp>
        <p:nvSpPr>
          <p:cNvPr id="2" name="Title 1"/>
          <p:cNvSpPr>
            <a:spLocks noGrp="1"/>
          </p:cNvSpPr>
          <p:nvPr>
            <p:ph type="ctrTitle"/>
          </p:nvPr>
        </p:nvSpPr>
        <p:spPr>
          <a:xfrm>
            <a:off x="969769" y="534896"/>
            <a:ext cx="7204461" cy="1738999"/>
          </a:xfrm>
        </p:spPr>
        <p:txBody>
          <a:bodyPr>
            <a:normAutofit/>
          </a:bodyPr>
          <a:lstStyle/>
          <a:p>
            <a:endParaRPr lang="en-US" sz="4100">
              <a:solidFill>
                <a:srgbClr val="FFFFFF"/>
              </a:solidFill>
            </a:endParaRPr>
          </a:p>
          <a:p>
            <a:r>
              <a:rPr lang="en-GB" sz="4100" b="1">
                <a:solidFill>
                  <a:srgbClr val="FFFFFF"/>
                </a:solidFill>
                <a:ea typeface="+mj-lt"/>
                <a:cs typeface="+mj-lt"/>
              </a:rPr>
              <a:t>Database Design Example</a:t>
            </a:r>
            <a:endParaRPr lang="en-US" sz="4100">
              <a:solidFill>
                <a:srgbClr val="FFFFFF"/>
              </a:solidFill>
            </a:endParaRPr>
          </a:p>
        </p:txBody>
      </p:sp>
      <p:sp>
        <p:nvSpPr>
          <p:cNvPr id="3" name="Subtitle 2"/>
          <p:cNvSpPr>
            <a:spLocks noGrp="1"/>
          </p:cNvSpPr>
          <p:nvPr>
            <p:ph type="subTitle" idx="1"/>
          </p:nvPr>
        </p:nvSpPr>
        <p:spPr>
          <a:xfrm>
            <a:off x="1220430" y="2273895"/>
            <a:ext cx="6703141" cy="794529"/>
          </a:xfrm>
        </p:spPr>
        <p:txBody>
          <a:bodyPr vert="horz" lIns="68580" tIns="34290" rIns="68580" bIns="34290" rtlCol="0">
            <a:normAutofit/>
          </a:bodyPr>
          <a:lstStyle/>
          <a:p>
            <a:r>
              <a:rPr lang="en-US">
                <a:solidFill>
                  <a:srgbClr val="FFFFFF"/>
                </a:solidFill>
                <a:cs typeface="Arial"/>
              </a:rPr>
              <a:t>COM 736 </a:t>
            </a:r>
            <a:r>
              <a:rPr lang="en-GB">
                <a:solidFill>
                  <a:srgbClr val="FFFFFF"/>
                </a:solidFill>
                <a:ea typeface="+mn-lt"/>
                <a:cs typeface="+mn-lt"/>
              </a:rPr>
              <a:t>Database Systems and Data Analytics</a:t>
            </a:r>
            <a:endParaRPr lang="en-US">
              <a:solidFill>
                <a:srgbClr val="FFFFFF"/>
              </a:solidFill>
            </a:endParaRPr>
          </a:p>
        </p:txBody>
      </p:sp>
      <p:pic>
        <p:nvPicPr>
          <p:cNvPr id="109" name="Graphic 108" descr="Database">
            <a:extLst>
              <a:ext uri="{FF2B5EF4-FFF2-40B4-BE49-F238E27FC236}">
                <a16:creationId xmlns:a16="http://schemas.microsoft.com/office/drawing/2014/main" id="{5F0F3ED3-9763-5F86-848B-825F1937F81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129566" y="3604022"/>
            <a:ext cx="884868" cy="884868"/>
          </a:xfrm>
          <a:prstGeom prst="rect">
            <a:avLst/>
          </a:prstGeom>
        </p:spPr>
      </p:pic>
    </p:spTree>
    <p:extLst>
      <p:ext uri="{BB962C8B-B14F-4D97-AF65-F5344CB8AC3E}">
        <p14:creationId xmlns:p14="http://schemas.microsoft.com/office/powerpoint/2010/main" val="1362376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0"/>
                                  </p:stCondLst>
                                  <p:iterate>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700"/>
                                        <p:tgtEl>
                                          <p:spTgt spid="3">
                                            <p:txEl>
                                              <p:pRg st="0" end="0"/>
                                            </p:txEl>
                                          </p:spTgt>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ChangeArrowheads="1"/>
          </p:cNvSpPr>
          <p:nvPr>
            <p:ph type="title"/>
          </p:nvPr>
        </p:nvSpPr>
        <p:spPr/>
        <p:txBody>
          <a:bodyPr/>
          <a:lstStyle/>
          <a:p>
            <a:pPr>
              <a:defRPr/>
            </a:pPr>
            <a:r>
              <a:rPr lang="en-GB" dirty="0"/>
              <a:t>Scenario</a:t>
            </a:r>
          </a:p>
        </p:txBody>
      </p:sp>
      <p:graphicFrame>
        <p:nvGraphicFramePr>
          <p:cNvPr id="3" name="Content Placeholder 2"/>
          <p:cNvGraphicFramePr>
            <a:graphicFrameLocks noGrp="1"/>
          </p:cNvGraphicFramePr>
          <p:nvPr>
            <p:ph sz="quarter" idx="10"/>
            <p:extLst>
              <p:ext uri="{D42A27DB-BD31-4B8C-83A1-F6EECF244321}">
                <p14:modId xmlns:p14="http://schemas.microsoft.com/office/powerpoint/2010/main" val="1999167883"/>
              </p:ext>
            </p:extLst>
          </p:nvPr>
        </p:nvGraphicFramePr>
        <p:xfrm>
          <a:off x="457200" y="1276350"/>
          <a:ext cx="8229600" cy="3505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068920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fltVal val="0"/>
                                          </p:val>
                                        </p:tav>
                                        <p:tav tm="100000">
                                          <p:val>
                                            <p:strVal val="#ppt_w"/>
                                          </p:val>
                                        </p:tav>
                                      </p:tavLst>
                                    </p:anim>
                                    <p:anim calcmode="lin" valueType="num">
                                      <p:cBhvr>
                                        <p:cTn id="8" dur="1000" fill="hold"/>
                                        <p:tgtEl>
                                          <p:spTgt spid="3"/>
                                        </p:tgtEl>
                                        <p:attrNameLst>
                                          <p:attrName>ppt_h</p:attrName>
                                        </p:attrNameLst>
                                      </p:cBhvr>
                                      <p:tavLst>
                                        <p:tav tm="0">
                                          <p:val>
                                            <p:fltVal val="0"/>
                                          </p:val>
                                        </p:tav>
                                        <p:tav tm="100000">
                                          <p:val>
                                            <p:strVal val="#ppt_h"/>
                                          </p:val>
                                        </p:tav>
                                      </p:tavLst>
                                    </p:anim>
                                    <p:anim calcmode="lin" valueType="num">
                                      <p:cBhvr>
                                        <p:cTn id="9" dur="1000" fill="hold"/>
                                        <p:tgtEl>
                                          <p:spTgt spid="3"/>
                                        </p:tgtEl>
                                        <p:attrNameLst>
                                          <p:attrName>style.rotation</p:attrName>
                                        </p:attrNameLst>
                                      </p:cBhvr>
                                      <p:tavLst>
                                        <p:tav tm="0">
                                          <p:val>
                                            <p:fltVal val="90"/>
                                          </p:val>
                                        </p:tav>
                                        <p:tav tm="100000">
                                          <p:val>
                                            <p:fltVal val="0"/>
                                          </p:val>
                                        </p:tav>
                                      </p:tavLst>
                                    </p:anim>
                                    <p:animEffect transition="in" filter="fade">
                                      <p:cBhvr>
                                        <p:cTn id="10"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AsOne/>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Data Requirements</a:t>
            </a:r>
          </a:p>
        </p:txBody>
      </p:sp>
      <p:graphicFrame>
        <p:nvGraphicFramePr>
          <p:cNvPr id="4" name="Content Placeholder 3"/>
          <p:cNvGraphicFramePr>
            <a:graphicFrameLocks noGrp="1"/>
          </p:cNvGraphicFramePr>
          <p:nvPr>
            <p:ph sz="quarter" idx="10"/>
            <p:extLst>
              <p:ext uri="{D42A27DB-BD31-4B8C-83A1-F6EECF244321}">
                <p14:modId xmlns:p14="http://schemas.microsoft.com/office/powerpoint/2010/main" val="285844325"/>
              </p:ext>
            </p:extLst>
          </p:nvPr>
        </p:nvGraphicFramePr>
        <p:xfrm>
          <a:off x="457200" y="1276350"/>
          <a:ext cx="8229600" cy="3505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06180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graphicEl>
                                              <a:dgm id="{F6CBBB7B-89D3-4F53-94B9-98B9AC1B27A7}"/>
                                            </p:graphicEl>
                                          </p:spTgt>
                                        </p:tgtEl>
                                        <p:attrNameLst>
                                          <p:attrName>style.visibility</p:attrName>
                                        </p:attrNameLst>
                                      </p:cBhvr>
                                      <p:to>
                                        <p:strVal val="visible"/>
                                      </p:to>
                                    </p:set>
                                    <p:anim calcmode="lin" valueType="num">
                                      <p:cBhvr additive="base">
                                        <p:cTn id="7" dur="500" fill="hold"/>
                                        <p:tgtEl>
                                          <p:spTgt spid="4">
                                            <p:graphicEl>
                                              <a:dgm id="{F6CBBB7B-89D3-4F53-94B9-98B9AC1B27A7}"/>
                                            </p:graphic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
                                            <p:graphicEl>
                                              <a:dgm id="{F6CBBB7B-89D3-4F53-94B9-98B9AC1B27A7}"/>
                                            </p:graphic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
                                            <p:graphicEl>
                                              <a:dgm id="{2E22978B-33BF-4439-9B62-E5A4F466A940}"/>
                                            </p:graphicEl>
                                          </p:spTgt>
                                        </p:tgtEl>
                                        <p:attrNameLst>
                                          <p:attrName>style.visibility</p:attrName>
                                        </p:attrNameLst>
                                      </p:cBhvr>
                                      <p:to>
                                        <p:strVal val="visible"/>
                                      </p:to>
                                    </p:set>
                                    <p:anim calcmode="lin" valueType="num">
                                      <p:cBhvr additive="base">
                                        <p:cTn id="13" dur="500" fill="hold"/>
                                        <p:tgtEl>
                                          <p:spTgt spid="4">
                                            <p:graphicEl>
                                              <a:dgm id="{2E22978B-33BF-4439-9B62-E5A4F466A940}"/>
                                            </p:graphic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
                                            <p:graphicEl>
                                              <a:dgm id="{2E22978B-33BF-4439-9B62-E5A4F466A940}"/>
                                            </p:graphic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
                                            <p:graphicEl>
                                              <a:dgm id="{D7627DEC-7E85-4BD2-B448-A49993040328}"/>
                                            </p:graphicEl>
                                          </p:spTgt>
                                        </p:tgtEl>
                                        <p:attrNameLst>
                                          <p:attrName>style.visibility</p:attrName>
                                        </p:attrNameLst>
                                      </p:cBhvr>
                                      <p:to>
                                        <p:strVal val="visible"/>
                                      </p:to>
                                    </p:set>
                                    <p:anim calcmode="lin" valueType="num">
                                      <p:cBhvr additive="base">
                                        <p:cTn id="19" dur="500" fill="hold"/>
                                        <p:tgtEl>
                                          <p:spTgt spid="4">
                                            <p:graphicEl>
                                              <a:dgm id="{D7627DEC-7E85-4BD2-B448-A49993040328}"/>
                                            </p:graphic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
                                            <p:graphicEl>
                                              <a:dgm id="{D7627DEC-7E85-4BD2-B448-A49993040328}"/>
                                            </p:graphic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
                                            <p:graphicEl>
                                              <a:dgm id="{6C5CBF98-D992-41EB-B494-24F4747A7C19}"/>
                                            </p:graphicEl>
                                          </p:spTgt>
                                        </p:tgtEl>
                                        <p:attrNameLst>
                                          <p:attrName>style.visibility</p:attrName>
                                        </p:attrNameLst>
                                      </p:cBhvr>
                                      <p:to>
                                        <p:strVal val="visible"/>
                                      </p:to>
                                    </p:set>
                                    <p:anim calcmode="lin" valueType="num">
                                      <p:cBhvr additive="base">
                                        <p:cTn id="25" dur="500" fill="hold"/>
                                        <p:tgtEl>
                                          <p:spTgt spid="4">
                                            <p:graphicEl>
                                              <a:dgm id="{6C5CBF98-D992-41EB-B494-24F4747A7C19}"/>
                                            </p:graphic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4">
                                            <p:graphicEl>
                                              <a:dgm id="{6C5CBF98-D992-41EB-B494-24F4747A7C19}"/>
                                            </p:graphic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
                                            <p:graphicEl>
                                              <a:dgm id="{5E0A008C-A948-419B-9FD6-A92FE249AB31}"/>
                                            </p:graphicEl>
                                          </p:spTgt>
                                        </p:tgtEl>
                                        <p:attrNameLst>
                                          <p:attrName>style.visibility</p:attrName>
                                        </p:attrNameLst>
                                      </p:cBhvr>
                                      <p:to>
                                        <p:strVal val="visible"/>
                                      </p:to>
                                    </p:set>
                                    <p:anim calcmode="lin" valueType="num">
                                      <p:cBhvr additive="base">
                                        <p:cTn id="31" dur="500" fill="hold"/>
                                        <p:tgtEl>
                                          <p:spTgt spid="4">
                                            <p:graphicEl>
                                              <a:dgm id="{5E0A008C-A948-419B-9FD6-A92FE249AB31}"/>
                                            </p:graphic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4">
                                            <p:graphicEl>
                                              <a:dgm id="{5E0A008C-A948-419B-9FD6-A92FE249AB31}"/>
                                            </p:graphic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4">
                                            <p:graphicEl>
                                              <a:dgm id="{C926C2C6-8076-455D-A5EB-DF6F89CC3289}"/>
                                            </p:graphicEl>
                                          </p:spTgt>
                                        </p:tgtEl>
                                        <p:attrNameLst>
                                          <p:attrName>style.visibility</p:attrName>
                                        </p:attrNameLst>
                                      </p:cBhvr>
                                      <p:to>
                                        <p:strVal val="visible"/>
                                      </p:to>
                                    </p:set>
                                    <p:anim calcmode="lin" valueType="num">
                                      <p:cBhvr additive="base">
                                        <p:cTn id="37" dur="500" fill="hold"/>
                                        <p:tgtEl>
                                          <p:spTgt spid="4">
                                            <p:graphicEl>
                                              <a:dgm id="{C926C2C6-8076-455D-A5EB-DF6F89CC3289}"/>
                                            </p:graphic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4">
                                            <p:graphicEl>
                                              <a:dgm id="{C926C2C6-8076-455D-A5EB-DF6F89CC3289}"/>
                                            </p:graphic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4">
                                            <p:graphicEl>
                                              <a:dgm id="{48E5F75C-98EE-41AF-B954-7C194C064334}"/>
                                            </p:graphicEl>
                                          </p:spTgt>
                                        </p:tgtEl>
                                        <p:attrNameLst>
                                          <p:attrName>style.visibility</p:attrName>
                                        </p:attrNameLst>
                                      </p:cBhvr>
                                      <p:to>
                                        <p:strVal val="visible"/>
                                      </p:to>
                                    </p:set>
                                    <p:anim calcmode="lin" valueType="num">
                                      <p:cBhvr additive="base">
                                        <p:cTn id="43" dur="500" fill="hold"/>
                                        <p:tgtEl>
                                          <p:spTgt spid="4">
                                            <p:graphicEl>
                                              <a:dgm id="{48E5F75C-98EE-41AF-B954-7C194C064334}"/>
                                            </p:graphic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4">
                                            <p:graphicEl>
                                              <a:dgm id="{48E5F75C-98EE-41AF-B954-7C194C064334}"/>
                                            </p:graphic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4">
                                            <p:graphicEl>
                                              <a:dgm id="{9BC7ADFF-8E44-46A9-B392-EAD05A5AB409}"/>
                                            </p:graphicEl>
                                          </p:spTgt>
                                        </p:tgtEl>
                                        <p:attrNameLst>
                                          <p:attrName>style.visibility</p:attrName>
                                        </p:attrNameLst>
                                      </p:cBhvr>
                                      <p:to>
                                        <p:strVal val="visible"/>
                                      </p:to>
                                    </p:set>
                                    <p:anim calcmode="lin" valueType="num">
                                      <p:cBhvr additive="base">
                                        <p:cTn id="49" dur="500" fill="hold"/>
                                        <p:tgtEl>
                                          <p:spTgt spid="4">
                                            <p:graphicEl>
                                              <a:dgm id="{9BC7ADFF-8E44-46A9-B392-EAD05A5AB409}"/>
                                            </p:graphic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4">
                                            <p:graphicEl>
                                              <a:dgm id="{9BC7ADFF-8E44-46A9-B392-EAD05A5AB409}"/>
                                            </p:graphic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4">
                                            <p:graphicEl>
                                              <a:dgm id="{5A99EB31-3CDA-4B0B-8A36-E420152B903E}"/>
                                            </p:graphicEl>
                                          </p:spTgt>
                                        </p:tgtEl>
                                        <p:attrNameLst>
                                          <p:attrName>style.visibility</p:attrName>
                                        </p:attrNameLst>
                                      </p:cBhvr>
                                      <p:to>
                                        <p:strVal val="visible"/>
                                      </p:to>
                                    </p:set>
                                    <p:anim calcmode="lin" valueType="num">
                                      <p:cBhvr additive="base">
                                        <p:cTn id="55" dur="500" fill="hold"/>
                                        <p:tgtEl>
                                          <p:spTgt spid="4">
                                            <p:graphicEl>
                                              <a:dgm id="{5A99EB31-3CDA-4B0B-8A36-E420152B903E}"/>
                                            </p:graphic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4">
                                            <p:graphicEl>
                                              <a:dgm id="{5A99EB31-3CDA-4B0B-8A36-E420152B903E}"/>
                                            </p:graphic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4">
                                            <p:graphicEl>
                                              <a:dgm id="{AC7DA247-E217-466D-B93C-10C69F671660}"/>
                                            </p:graphicEl>
                                          </p:spTgt>
                                        </p:tgtEl>
                                        <p:attrNameLst>
                                          <p:attrName>style.visibility</p:attrName>
                                        </p:attrNameLst>
                                      </p:cBhvr>
                                      <p:to>
                                        <p:strVal val="visible"/>
                                      </p:to>
                                    </p:set>
                                    <p:anim calcmode="lin" valueType="num">
                                      <p:cBhvr additive="base">
                                        <p:cTn id="61" dur="500" fill="hold"/>
                                        <p:tgtEl>
                                          <p:spTgt spid="4">
                                            <p:graphicEl>
                                              <a:dgm id="{AC7DA247-E217-466D-B93C-10C69F671660}"/>
                                            </p:graphic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4">
                                            <p:graphicEl>
                                              <a:dgm id="{AC7DA247-E217-466D-B93C-10C69F671660}"/>
                                            </p:graphic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sz="quarter" idx="13"/>
            <p:extLst>
              <p:ext uri="{D42A27DB-BD31-4B8C-83A1-F6EECF244321}">
                <p14:modId xmlns:p14="http://schemas.microsoft.com/office/powerpoint/2010/main" val="1665334544"/>
              </p:ext>
            </p:extLst>
          </p:nvPr>
        </p:nvGraphicFramePr>
        <p:xfrm>
          <a:off x="251521" y="1059582"/>
          <a:ext cx="3528391" cy="39604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p:cNvSpPr>
            <a:spLocks noGrp="1"/>
          </p:cNvSpPr>
          <p:nvPr>
            <p:ph type="title"/>
          </p:nvPr>
        </p:nvSpPr>
        <p:spPr/>
        <p:txBody>
          <a:bodyPr/>
          <a:lstStyle/>
          <a:p>
            <a:r>
              <a:rPr lang="en-GB" dirty="0"/>
              <a:t>Entities &amp; Relationships</a:t>
            </a:r>
          </a:p>
        </p:txBody>
      </p:sp>
      <p:graphicFrame>
        <p:nvGraphicFramePr>
          <p:cNvPr id="6" name="Content Placeholder 5"/>
          <p:cNvGraphicFramePr>
            <a:graphicFrameLocks noGrp="1"/>
          </p:cNvGraphicFramePr>
          <p:nvPr>
            <p:ph sz="quarter" idx="12"/>
            <p:extLst>
              <p:ext uri="{D42A27DB-BD31-4B8C-83A1-F6EECF244321}">
                <p14:modId xmlns:p14="http://schemas.microsoft.com/office/powerpoint/2010/main" val="2892026527"/>
              </p:ext>
            </p:extLst>
          </p:nvPr>
        </p:nvGraphicFramePr>
        <p:xfrm>
          <a:off x="3574232" y="1059582"/>
          <a:ext cx="5112568" cy="3888432"/>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356040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graphicEl>
                                              <a:dgm id="{40B2803A-ED86-4880-BB2F-077CC96FB6F8}"/>
                                            </p:graphicEl>
                                          </p:spTgt>
                                        </p:tgtEl>
                                        <p:attrNameLst>
                                          <p:attrName>style.visibility</p:attrName>
                                        </p:attrNameLst>
                                      </p:cBhvr>
                                      <p:to>
                                        <p:strVal val="visible"/>
                                      </p:to>
                                    </p:set>
                                    <p:anim calcmode="lin" valueType="num">
                                      <p:cBhvr additive="base">
                                        <p:cTn id="7" dur="500" fill="hold"/>
                                        <p:tgtEl>
                                          <p:spTgt spid="5">
                                            <p:graphicEl>
                                              <a:dgm id="{40B2803A-ED86-4880-BB2F-077CC96FB6F8}"/>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graphicEl>
                                              <a:dgm id="{40B2803A-ED86-4880-BB2F-077CC96FB6F8}"/>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graphicEl>
                                              <a:dgm id="{F2FC0C57-6CE5-42A5-B80F-D38F161FF06E}"/>
                                            </p:graphicEl>
                                          </p:spTgt>
                                        </p:tgtEl>
                                        <p:attrNameLst>
                                          <p:attrName>style.visibility</p:attrName>
                                        </p:attrNameLst>
                                      </p:cBhvr>
                                      <p:to>
                                        <p:strVal val="visible"/>
                                      </p:to>
                                    </p:set>
                                    <p:anim calcmode="lin" valueType="num">
                                      <p:cBhvr additive="base">
                                        <p:cTn id="13" dur="500" fill="hold"/>
                                        <p:tgtEl>
                                          <p:spTgt spid="5">
                                            <p:graphicEl>
                                              <a:dgm id="{F2FC0C57-6CE5-42A5-B80F-D38F161FF06E}"/>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graphicEl>
                                              <a:dgm id="{F2FC0C57-6CE5-42A5-B80F-D38F161FF06E}"/>
                                            </p:graphic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5">
                                            <p:graphicEl>
                                              <a:dgm id="{D68E84D0-7FDB-4DA7-A5D2-22C80CC42681}"/>
                                            </p:graphicEl>
                                          </p:spTgt>
                                        </p:tgtEl>
                                        <p:attrNameLst>
                                          <p:attrName>style.visibility</p:attrName>
                                        </p:attrNameLst>
                                      </p:cBhvr>
                                      <p:to>
                                        <p:strVal val="visible"/>
                                      </p:to>
                                    </p:set>
                                    <p:anim calcmode="lin" valueType="num">
                                      <p:cBhvr additive="base">
                                        <p:cTn id="17" dur="500" fill="hold"/>
                                        <p:tgtEl>
                                          <p:spTgt spid="5">
                                            <p:graphicEl>
                                              <a:dgm id="{D68E84D0-7FDB-4DA7-A5D2-22C80CC42681}"/>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5">
                                            <p:graphicEl>
                                              <a:dgm id="{D68E84D0-7FDB-4DA7-A5D2-22C80CC42681}"/>
                                            </p:graphic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5">
                                            <p:graphicEl>
                                              <a:dgm id="{EA21565F-54F9-4907-B616-263EB18BC89C}"/>
                                            </p:graphicEl>
                                          </p:spTgt>
                                        </p:tgtEl>
                                        <p:attrNameLst>
                                          <p:attrName>style.visibility</p:attrName>
                                        </p:attrNameLst>
                                      </p:cBhvr>
                                      <p:to>
                                        <p:strVal val="visible"/>
                                      </p:to>
                                    </p:set>
                                    <p:anim calcmode="lin" valueType="num">
                                      <p:cBhvr additive="base">
                                        <p:cTn id="23" dur="500" fill="hold"/>
                                        <p:tgtEl>
                                          <p:spTgt spid="5">
                                            <p:graphicEl>
                                              <a:dgm id="{EA21565F-54F9-4907-B616-263EB18BC89C}"/>
                                            </p:graphicEl>
                                          </p:spTgt>
                                        </p:tgtEl>
                                        <p:attrNameLst>
                                          <p:attrName>ppt_x</p:attrName>
                                        </p:attrNameLst>
                                      </p:cBhvr>
                                      <p:tavLst>
                                        <p:tav tm="0">
                                          <p:val>
                                            <p:strVal val="#ppt_x"/>
                                          </p:val>
                                        </p:tav>
                                        <p:tav tm="100000">
                                          <p:val>
                                            <p:strVal val="#ppt_x"/>
                                          </p:val>
                                        </p:tav>
                                      </p:tavLst>
                                    </p:anim>
                                    <p:anim calcmode="lin" valueType="num">
                                      <p:cBhvr additive="base">
                                        <p:cTn id="24" dur="500" fill="hold"/>
                                        <p:tgtEl>
                                          <p:spTgt spid="5">
                                            <p:graphicEl>
                                              <a:dgm id="{EA21565F-54F9-4907-B616-263EB18BC89C}"/>
                                            </p:graphic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5">
                                            <p:graphicEl>
                                              <a:dgm id="{BC524C01-558F-470B-80EA-9AAFF2C70F8C}"/>
                                            </p:graphicEl>
                                          </p:spTgt>
                                        </p:tgtEl>
                                        <p:attrNameLst>
                                          <p:attrName>style.visibility</p:attrName>
                                        </p:attrNameLst>
                                      </p:cBhvr>
                                      <p:to>
                                        <p:strVal val="visible"/>
                                      </p:to>
                                    </p:set>
                                    <p:anim calcmode="lin" valueType="num">
                                      <p:cBhvr additive="base">
                                        <p:cTn id="27" dur="500" fill="hold"/>
                                        <p:tgtEl>
                                          <p:spTgt spid="5">
                                            <p:graphicEl>
                                              <a:dgm id="{BC524C01-558F-470B-80EA-9AAFF2C70F8C}"/>
                                            </p:graphicEl>
                                          </p:spTgt>
                                        </p:tgtEl>
                                        <p:attrNameLst>
                                          <p:attrName>ppt_x</p:attrName>
                                        </p:attrNameLst>
                                      </p:cBhvr>
                                      <p:tavLst>
                                        <p:tav tm="0">
                                          <p:val>
                                            <p:strVal val="#ppt_x"/>
                                          </p:val>
                                        </p:tav>
                                        <p:tav tm="100000">
                                          <p:val>
                                            <p:strVal val="#ppt_x"/>
                                          </p:val>
                                        </p:tav>
                                      </p:tavLst>
                                    </p:anim>
                                    <p:anim calcmode="lin" valueType="num">
                                      <p:cBhvr additive="base">
                                        <p:cTn id="28" dur="500" fill="hold"/>
                                        <p:tgtEl>
                                          <p:spTgt spid="5">
                                            <p:graphicEl>
                                              <a:dgm id="{BC524C01-558F-470B-80EA-9AAFF2C70F8C}"/>
                                            </p:graphic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5">
                                            <p:graphicEl>
                                              <a:dgm id="{DEC4EA42-4E1D-40D3-8357-3427C86925FE}"/>
                                            </p:graphicEl>
                                          </p:spTgt>
                                        </p:tgtEl>
                                        <p:attrNameLst>
                                          <p:attrName>style.visibility</p:attrName>
                                        </p:attrNameLst>
                                      </p:cBhvr>
                                      <p:to>
                                        <p:strVal val="visible"/>
                                      </p:to>
                                    </p:set>
                                    <p:anim calcmode="lin" valueType="num">
                                      <p:cBhvr additive="base">
                                        <p:cTn id="33" dur="500" fill="hold"/>
                                        <p:tgtEl>
                                          <p:spTgt spid="5">
                                            <p:graphicEl>
                                              <a:dgm id="{DEC4EA42-4E1D-40D3-8357-3427C86925FE}"/>
                                            </p:graphicEl>
                                          </p:spTgt>
                                        </p:tgtEl>
                                        <p:attrNameLst>
                                          <p:attrName>ppt_x</p:attrName>
                                        </p:attrNameLst>
                                      </p:cBhvr>
                                      <p:tavLst>
                                        <p:tav tm="0">
                                          <p:val>
                                            <p:strVal val="#ppt_x"/>
                                          </p:val>
                                        </p:tav>
                                        <p:tav tm="100000">
                                          <p:val>
                                            <p:strVal val="#ppt_x"/>
                                          </p:val>
                                        </p:tav>
                                      </p:tavLst>
                                    </p:anim>
                                    <p:anim calcmode="lin" valueType="num">
                                      <p:cBhvr additive="base">
                                        <p:cTn id="34" dur="500" fill="hold"/>
                                        <p:tgtEl>
                                          <p:spTgt spid="5">
                                            <p:graphicEl>
                                              <a:dgm id="{DEC4EA42-4E1D-40D3-8357-3427C86925FE}"/>
                                            </p:graphic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5">
                                            <p:graphicEl>
                                              <a:dgm id="{3B499A43-1A21-41D2-ABCF-7771F9AA9EFC}"/>
                                            </p:graphicEl>
                                          </p:spTgt>
                                        </p:tgtEl>
                                        <p:attrNameLst>
                                          <p:attrName>style.visibility</p:attrName>
                                        </p:attrNameLst>
                                      </p:cBhvr>
                                      <p:to>
                                        <p:strVal val="visible"/>
                                      </p:to>
                                    </p:set>
                                    <p:anim calcmode="lin" valueType="num">
                                      <p:cBhvr additive="base">
                                        <p:cTn id="37" dur="500" fill="hold"/>
                                        <p:tgtEl>
                                          <p:spTgt spid="5">
                                            <p:graphicEl>
                                              <a:dgm id="{3B499A43-1A21-41D2-ABCF-7771F9AA9EFC}"/>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graphicEl>
                                              <a:dgm id="{3B499A43-1A21-41D2-ABCF-7771F9AA9EFC}"/>
                                            </p:graphic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5">
                                            <p:graphicEl>
                                              <a:dgm id="{5CC03F74-5803-4F38-A62F-D2428C5EBB41}"/>
                                            </p:graphicEl>
                                          </p:spTgt>
                                        </p:tgtEl>
                                        <p:attrNameLst>
                                          <p:attrName>style.visibility</p:attrName>
                                        </p:attrNameLst>
                                      </p:cBhvr>
                                      <p:to>
                                        <p:strVal val="visible"/>
                                      </p:to>
                                    </p:set>
                                    <p:anim calcmode="lin" valueType="num">
                                      <p:cBhvr additive="base">
                                        <p:cTn id="43" dur="500" fill="hold"/>
                                        <p:tgtEl>
                                          <p:spTgt spid="5">
                                            <p:graphicEl>
                                              <a:dgm id="{5CC03F74-5803-4F38-A62F-D2428C5EBB41}"/>
                                            </p:graphic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graphicEl>
                                              <a:dgm id="{5CC03F74-5803-4F38-A62F-D2428C5EBB41}"/>
                                            </p:graphic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5">
                                            <p:graphicEl>
                                              <a:dgm id="{44322C00-38ED-4F8F-8A73-A8B187277F4B}"/>
                                            </p:graphicEl>
                                          </p:spTgt>
                                        </p:tgtEl>
                                        <p:attrNameLst>
                                          <p:attrName>style.visibility</p:attrName>
                                        </p:attrNameLst>
                                      </p:cBhvr>
                                      <p:to>
                                        <p:strVal val="visible"/>
                                      </p:to>
                                    </p:set>
                                    <p:anim calcmode="lin" valueType="num">
                                      <p:cBhvr additive="base">
                                        <p:cTn id="47" dur="500" fill="hold"/>
                                        <p:tgtEl>
                                          <p:spTgt spid="5">
                                            <p:graphicEl>
                                              <a:dgm id="{44322C00-38ED-4F8F-8A73-A8B187277F4B}"/>
                                            </p:graphicEl>
                                          </p:spTgt>
                                        </p:tgtEl>
                                        <p:attrNameLst>
                                          <p:attrName>ppt_x</p:attrName>
                                        </p:attrNameLst>
                                      </p:cBhvr>
                                      <p:tavLst>
                                        <p:tav tm="0">
                                          <p:val>
                                            <p:strVal val="#ppt_x"/>
                                          </p:val>
                                        </p:tav>
                                        <p:tav tm="100000">
                                          <p:val>
                                            <p:strVal val="#ppt_x"/>
                                          </p:val>
                                        </p:tav>
                                      </p:tavLst>
                                    </p:anim>
                                    <p:anim calcmode="lin" valueType="num">
                                      <p:cBhvr additive="base">
                                        <p:cTn id="48" dur="500" fill="hold"/>
                                        <p:tgtEl>
                                          <p:spTgt spid="5">
                                            <p:graphicEl>
                                              <a:dgm id="{44322C00-38ED-4F8F-8A73-A8B187277F4B}"/>
                                            </p:graphic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5">
                                            <p:graphicEl>
                                              <a:dgm id="{D8BC1F04-5219-409F-A3CD-D8F1C3E8FD3F}"/>
                                            </p:graphicEl>
                                          </p:spTgt>
                                        </p:tgtEl>
                                        <p:attrNameLst>
                                          <p:attrName>style.visibility</p:attrName>
                                        </p:attrNameLst>
                                      </p:cBhvr>
                                      <p:to>
                                        <p:strVal val="visible"/>
                                      </p:to>
                                    </p:set>
                                    <p:anim calcmode="lin" valueType="num">
                                      <p:cBhvr additive="base">
                                        <p:cTn id="53" dur="500" fill="hold"/>
                                        <p:tgtEl>
                                          <p:spTgt spid="5">
                                            <p:graphicEl>
                                              <a:dgm id="{D8BC1F04-5219-409F-A3CD-D8F1C3E8FD3F}"/>
                                            </p:graphicEl>
                                          </p:spTgt>
                                        </p:tgtEl>
                                        <p:attrNameLst>
                                          <p:attrName>ppt_x</p:attrName>
                                        </p:attrNameLst>
                                      </p:cBhvr>
                                      <p:tavLst>
                                        <p:tav tm="0">
                                          <p:val>
                                            <p:strVal val="#ppt_x"/>
                                          </p:val>
                                        </p:tav>
                                        <p:tav tm="100000">
                                          <p:val>
                                            <p:strVal val="#ppt_x"/>
                                          </p:val>
                                        </p:tav>
                                      </p:tavLst>
                                    </p:anim>
                                    <p:anim calcmode="lin" valueType="num">
                                      <p:cBhvr additive="base">
                                        <p:cTn id="54" dur="500" fill="hold"/>
                                        <p:tgtEl>
                                          <p:spTgt spid="5">
                                            <p:graphicEl>
                                              <a:dgm id="{D8BC1F04-5219-409F-A3CD-D8F1C3E8FD3F}"/>
                                            </p:graphicEl>
                                          </p:spTgt>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5">
                                            <p:graphicEl>
                                              <a:dgm id="{37FE8208-6D7B-404A-B55B-96C4F3F54455}"/>
                                            </p:graphicEl>
                                          </p:spTgt>
                                        </p:tgtEl>
                                        <p:attrNameLst>
                                          <p:attrName>style.visibility</p:attrName>
                                        </p:attrNameLst>
                                      </p:cBhvr>
                                      <p:to>
                                        <p:strVal val="visible"/>
                                      </p:to>
                                    </p:set>
                                    <p:anim calcmode="lin" valueType="num">
                                      <p:cBhvr additive="base">
                                        <p:cTn id="57" dur="500" fill="hold"/>
                                        <p:tgtEl>
                                          <p:spTgt spid="5">
                                            <p:graphicEl>
                                              <a:dgm id="{37FE8208-6D7B-404A-B55B-96C4F3F54455}"/>
                                            </p:graphicEl>
                                          </p:spTgt>
                                        </p:tgtEl>
                                        <p:attrNameLst>
                                          <p:attrName>ppt_x</p:attrName>
                                        </p:attrNameLst>
                                      </p:cBhvr>
                                      <p:tavLst>
                                        <p:tav tm="0">
                                          <p:val>
                                            <p:strVal val="#ppt_x"/>
                                          </p:val>
                                        </p:tav>
                                        <p:tav tm="100000">
                                          <p:val>
                                            <p:strVal val="#ppt_x"/>
                                          </p:val>
                                        </p:tav>
                                      </p:tavLst>
                                    </p:anim>
                                    <p:anim calcmode="lin" valueType="num">
                                      <p:cBhvr additive="base">
                                        <p:cTn id="58" dur="500" fill="hold"/>
                                        <p:tgtEl>
                                          <p:spTgt spid="5">
                                            <p:graphicEl>
                                              <a:dgm id="{37FE8208-6D7B-404A-B55B-96C4F3F54455}"/>
                                            </p:graphicEl>
                                          </p:spTgt>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6">
                                            <p:graphicEl>
                                              <a:dgm id="{DA44C081-7642-4D93-84C2-081C73834DFC}"/>
                                            </p:graphicEl>
                                          </p:spTgt>
                                        </p:tgtEl>
                                        <p:attrNameLst>
                                          <p:attrName>style.visibility</p:attrName>
                                        </p:attrNameLst>
                                      </p:cBhvr>
                                      <p:to>
                                        <p:strVal val="visible"/>
                                      </p:to>
                                    </p:set>
                                    <p:anim calcmode="lin" valueType="num">
                                      <p:cBhvr additive="base">
                                        <p:cTn id="63" dur="500" fill="hold"/>
                                        <p:tgtEl>
                                          <p:spTgt spid="6">
                                            <p:graphicEl>
                                              <a:dgm id="{DA44C081-7642-4D93-84C2-081C73834DFC}"/>
                                            </p:graphicEl>
                                          </p:spTgt>
                                        </p:tgtEl>
                                        <p:attrNameLst>
                                          <p:attrName>ppt_x</p:attrName>
                                        </p:attrNameLst>
                                      </p:cBhvr>
                                      <p:tavLst>
                                        <p:tav tm="0">
                                          <p:val>
                                            <p:strVal val="#ppt_x"/>
                                          </p:val>
                                        </p:tav>
                                        <p:tav tm="100000">
                                          <p:val>
                                            <p:strVal val="#ppt_x"/>
                                          </p:val>
                                        </p:tav>
                                      </p:tavLst>
                                    </p:anim>
                                    <p:anim calcmode="lin" valueType="num">
                                      <p:cBhvr additive="base">
                                        <p:cTn id="64" dur="500" fill="hold"/>
                                        <p:tgtEl>
                                          <p:spTgt spid="6">
                                            <p:graphicEl>
                                              <a:dgm id="{DA44C081-7642-4D93-84C2-081C73834DFC}"/>
                                            </p:graphicEl>
                                          </p:spTgt>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grpId="0" nodeType="clickEffect">
                                  <p:stCondLst>
                                    <p:cond delay="0"/>
                                  </p:stCondLst>
                                  <p:childTnLst>
                                    <p:set>
                                      <p:cBhvr>
                                        <p:cTn id="68" dur="1" fill="hold">
                                          <p:stCondLst>
                                            <p:cond delay="0"/>
                                          </p:stCondLst>
                                        </p:cTn>
                                        <p:tgtEl>
                                          <p:spTgt spid="6">
                                            <p:graphicEl>
                                              <a:dgm id="{134AFBF0-063D-4699-B904-717F2A8DE3D3}"/>
                                            </p:graphicEl>
                                          </p:spTgt>
                                        </p:tgtEl>
                                        <p:attrNameLst>
                                          <p:attrName>style.visibility</p:attrName>
                                        </p:attrNameLst>
                                      </p:cBhvr>
                                      <p:to>
                                        <p:strVal val="visible"/>
                                      </p:to>
                                    </p:set>
                                    <p:anim calcmode="lin" valueType="num">
                                      <p:cBhvr additive="base">
                                        <p:cTn id="69" dur="500" fill="hold"/>
                                        <p:tgtEl>
                                          <p:spTgt spid="6">
                                            <p:graphicEl>
                                              <a:dgm id="{134AFBF0-063D-4699-B904-717F2A8DE3D3}"/>
                                            </p:graphicEl>
                                          </p:spTgt>
                                        </p:tgtEl>
                                        <p:attrNameLst>
                                          <p:attrName>ppt_x</p:attrName>
                                        </p:attrNameLst>
                                      </p:cBhvr>
                                      <p:tavLst>
                                        <p:tav tm="0">
                                          <p:val>
                                            <p:strVal val="#ppt_x"/>
                                          </p:val>
                                        </p:tav>
                                        <p:tav tm="100000">
                                          <p:val>
                                            <p:strVal val="#ppt_x"/>
                                          </p:val>
                                        </p:tav>
                                      </p:tavLst>
                                    </p:anim>
                                    <p:anim calcmode="lin" valueType="num">
                                      <p:cBhvr additive="base">
                                        <p:cTn id="70" dur="500" fill="hold"/>
                                        <p:tgtEl>
                                          <p:spTgt spid="6">
                                            <p:graphicEl>
                                              <a:dgm id="{134AFBF0-063D-4699-B904-717F2A8DE3D3}"/>
                                            </p:graphicEl>
                                          </p:spTgt>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6">
                                            <p:graphicEl>
                                              <a:dgm id="{D57C44EA-DC59-4A5A-85D4-DC3A701FFA42}"/>
                                            </p:graphicEl>
                                          </p:spTgt>
                                        </p:tgtEl>
                                        <p:attrNameLst>
                                          <p:attrName>style.visibility</p:attrName>
                                        </p:attrNameLst>
                                      </p:cBhvr>
                                      <p:to>
                                        <p:strVal val="visible"/>
                                      </p:to>
                                    </p:set>
                                    <p:anim calcmode="lin" valueType="num">
                                      <p:cBhvr additive="base">
                                        <p:cTn id="73" dur="500" fill="hold"/>
                                        <p:tgtEl>
                                          <p:spTgt spid="6">
                                            <p:graphicEl>
                                              <a:dgm id="{D57C44EA-DC59-4A5A-85D4-DC3A701FFA42}"/>
                                            </p:graphicEl>
                                          </p:spTgt>
                                        </p:tgtEl>
                                        <p:attrNameLst>
                                          <p:attrName>ppt_x</p:attrName>
                                        </p:attrNameLst>
                                      </p:cBhvr>
                                      <p:tavLst>
                                        <p:tav tm="0">
                                          <p:val>
                                            <p:strVal val="#ppt_x"/>
                                          </p:val>
                                        </p:tav>
                                        <p:tav tm="100000">
                                          <p:val>
                                            <p:strVal val="#ppt_x"/>
                                          </p:val>
                                        </p:tav>
                                      </p:tavLst>
                                    </p:anim>
                                    <p:anim calcmode="lin" valueType="num">
                                      <p:cBhvr additive="base">
                                        <p:cTn id="74" dur="500" fill="hold"/>
                                        <p:tgtEl>
                                          <p:spTgt spid="6">
                                            <p:graphicEl>
                                              <a:dgm id="{D57C44EA-DC59-4A5A-85D4-DC3A701FFA42}"/>
                                            </p:graphic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6">
                                            <p:graphicEl>
                                              <a:dgm id="{2049A476-4F82-4C9A-A104-0E98AB6AA634}"/>
                                            </p:graphicEl>
                                          </p:spTgt>
                                        </p:tgtEl>
                                        <p:attrNameLst>
                                          <p:attrName>style.visibility</p:attrName>
                                        </p:attrNameLst>
                                      </p:cBhvr>
                                      <p:to>
                                        <p:strVal val="visible"/>
                                      </p:to>
                                    </p:set>
                                    <p:anim calcmode="lin" valueType="num">
                                      <p:cBhvr additive="base">
                                        <p:cTn id="79" dur="500" fill="hold"/>
                                        <p:tgtEl>
                                          <p:spTgt spid="6">
                                            <p:graphicEl>
                                              <a:dgm id="{2049A476-4F82-4C9A-A104-0E98AB6AA634}"/>
                                            </p:graphicEl>
                                          </p:spTgt>
                                        </p:tgtEl>
                                        <p:attrNameLst>
                                          <p:attrName>ppt_x</p:attrName>
                                        </p:attrNameLst>
                                      </p:cBhvr>
                                      <p:tavLst>
                                        <p:tav tm="0">
                                          <p:val>
                                            <p:strVal val="#ppt_x"/>
                                          </p:val>
                                        </p:tav>
                                        <p:tav tm="100000">
                                          <p:val>
                                            <p:strVal val="#ppt_x"/>
                                          </p:val>
                                        </p:tav>
                                      </p:tavLst>
                                    </p:anim>
                                    <p:anim calcmode="lin" valueType="num">
                                      <p:cBhvr additive="base">
                                        <p:cTn id="80" dur="500" fill="hold"/>
                                        <p:tgtEl>
                                          <p:spTgt spid="6">
                                            <p:graphicEl>
                                              <a:dgm id="{2049A476-4F82-4C9A-A104-0E98AB6AA634}"/>
                                            </p:graphicEl>
                                          </p:spTgt>
                                        </p:tgtEl>
                                        <p:attrNameLst>
                                          <p:attrName>ppt_y</p:attrName>
                                        </p:attrNameLst>
                                      </p:cBhvr>
                                      <p:tavLst>
                                        <p:tav tm="0">
                                          <p:val>
                                            <p:strVal val="1+#ppt_h/2"/>
                                          </p:val>
                                        </p:tav>
                                        <p:tav tm="100000">
                                          <p:val>
                                            <p:strVal val="#ppt_y"/>
                                          </p:val>
                                        </p:tav>
                                      </p:tavLst>
                                    </p:anim>
                                  </p:childTnLst>
                                </p:cTn>
                              </p:par>
                              <p:par>
                                <p:cTn id="81" presetID="2" presetClass="entr" presetSubtype="4" fill="hold" grpId="0" nodeType="withEffect">
                                  <p:stCondLst>
                                    <p:cond delay="0"/>
                                  </p:stCondLst>
                                  <p:childTnLst>
                                    <p:set>
                                      <p:cBhvr>
                                        <p:cTn id="82" dur="1" fill="hold">
                                          <p:stCondLst>
                                            <p:cond delay="0"/>
                                          </p:stCondLst>
                                        </p:cTn>
                                        <p:tgtEl>
                                          <p:spTgt spid="6">
                                            <p:graphicEl>
                                              <a:dgm id="{31BB5BCE-7438-49A4-92B0-89461B5DBEEB}"/>
                                            </p:graphicEl>
                                          </p:spTgt>
                                        </p:tgtEl>
                                        <p:attrNameLst>
                                          <p:attrName>style.visibility</p:attrName>
                                        </p:attrNameLst>
                                      </p:cBhvr>
                                      <p:to>
                                        <p:strVal val="visible"/>
                                      </p:to>
                                    </p:set>
                                    <p:anim calcmode="lin" valueType="num">
                                      <p:cBhvr additive="base">
                                        <p:cTn id="83" dur="500" fill="hold"/>
                                        <p:tgtEl>
                                          <p:spTgt spid="6">
                                            <p:graphicEl>
                                              <a:dgm id="{31BB5BCE-7438-49A4-92B0-89461B5DBEEB}"/>
                                            </p:graphicEl>
                                          </p:spTgt>
                                        </p:tgtEl>
                                        <p:attrNameLst>
                                          <p:attrName>ppt_x</p:attrName>
                                        </p:attrNameLst>
                                      </p:cBhvr>
                                      <p:tavLst>
                                        <p:tav tm="0">
                                          <p:val>
                                            <p:strVal val="#ppt_x"/>
                                          </p:val>
                                        </p:tav>
                                        <p:tav tm="100000">
                                          <p:val>
                                            <p:strVal val="#ppt_x"/>
                                          </p:val>
                                        </p:tav>
                                      </p:tavLst>
                                    </p:anim>
                                    <p:anim calcmode="lin" valueType="num">
                                      <p:cBhvr additive="base">
                                        <p:cTn id="84" dur="500" fill="hold"/>
                                        <p:tgtEl>
                                          <p:spTgt spid="6">
                                            <p:graphicEl>
                                              <a:dgm id="{31BB5BCE-7438-49A4-92B0-89461B5DBEEB}"/>
                                            </p:graphicEl>
                                          </p:spTgt>
                                        </p:tgtEl>
                                        <p:attrNameLst>
                                          <p:attrName>ppt_y</p:attrName>
                                        </p:attrNameLst>
                                      </p:cBhvr>
                                      <p:tavLst>
                                        <p:tav tm="0">
                                          <p:val>
                                            <p:strVal val="1+#ppt_h/2"/>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2" presetClass="entr" presetSubtype="4" fill="hold" grpId="0" nodeType="clickEffect">
                                  <p:stCondLst>
                                    <p:cond delay="0"/>
                                  </p:stCondLst>
                                  <p:childTnLst>
                                    <p:set>
                                      <p:cBhvr>
                                        <p:cTn id="88" dur="1" fill="hold">
                                          <p:stCondLst>
                                            <p:cond delay="0"/>
                                          </p:stCondLst>
                                        </p:cTn>
                                        <p:tgtEl>
                                          <p:spTgt spid="6">
                                            <p:graphicEl>
                                              <a:dgm id="{24502CB3-AEB2-4939-9970-77B1E8956601}"/>
                                            </p:graphicEl>
                                          </p:spTgt>
                                        </p:tgtEl>
                                        <p:attrNameLst>
                                          <p:attrName>style.visibility</p:attrName>
                                        </p:attrNameLst>
                                      </p:cBhvr>
                                      <p:to>
                                        <p:strVal val="visible"/>
                                      </p:to>
                                    </p:set>
                                    <p:anim calcmode="lin" valueType="num">
                                      <p:cBhvr additive="base">
                                        <p:cTn id="89" dur="500" fill="hold"/>
                                        <p:tgtEl>
                                          <p:spTgt spid="6">
                                            <p:graphicEl>
                                              <a:dgm id="{24502CB3-AEB2-4939-9970-77B1E8956601}"/>
                                            </p:graphicEl>
                                          </p:spTgt>
                                        </p:tgtEl>
                                        <p:attrNameLst>
                                          <p:attrName>ppt_x</p:attrName>
                                        </p:attrNameLst>
                                      </p:cBhvr>
                                      <p:tavLst>
                                        <p:tav tm="0">
                                          <p:val>
                                            <p:strVal val="#ppt_x"/>
                                          </p:val>
                                        </p:tav>
                                        <p:tav tm="100000">
                                          <p:val>
                                            <p:strVal val="#ppt_x"/>
                                          </p:val>
                                        </p:tav>
                                      </p:tavLst>
                                    </p:anim>
                                    <p:anim calcmode="lin" valueType="num">
                                      <p:cBhvr additive="base">
                                        <p:cTn id="90" dur="500" fill="hold"/>
                                        <p:tgtEl>
                                          <p:spTgt spid="6">
                                            <p:graphicEl>
                                              <a:dgm id="{24502CB3-AEB2-4939-9970-77B1E8956601}"/>
                                            </p:graphicEl>
                                          </p:spTgt>
                                        </p:tgtEl>
                                        <p:attrNameLst>
                                          <p:attrName>ppt_y</p:attrName>
                                        </p:attrNameLst>
                                      </p:cBhvr>
                                      <p:tavLst>
                                        <p:tav tm="0">
                                          <p:val>
                                            <p:strVal val="1+#ppt_h/2"/>
                                          </p:val>
                                        </p:tav>
                                        <p:tav tm="100000">
                                          <p:val>
                                            <p:strVal val="#ppt_y"/>
                                          </p:val>
                                        </p:tav>
                                      </p:tavLst>
                                    </p:anim>
                                  </p:childTnLst>
                                </p:cTn>
                              </p:par>
                              <p:par>
                                <p:cTn id="91" presetID="2" presetClass="entr" presetSubtype="4" fill="hold" grpId="0" nodeType="withEffect">
                                  <p:stCondLst>
                                    <p:cond delay="0"/>
                                  </p:stCondLst>
                                  <p:childTnLst>
                                    <p:set>
                                      <p:cBhvr>
                                        <p:cTn id="92" dur="1" fill="hold">
                                          <p:stCondLst>
                                            <p:cond delay="0"/>
                                          </p:stCondLst>
                                        </p:cTn>
                                        <p:tgtEl>
                                          <p:spTgt spid="6">
                                            <p:graphicEl>
                                              <a:dgm id="{26A83695-3068-4C68-B5A1-F7F3282C89FF}"/>
                                            </p:graphicEl>
                                          </p:spTgt>
                                        </p:tgtEl>
                                        <p:attrNameLst>
                                          <p:attrName>style.visibility</p:attrName>
                                        </p:attrNameLst>
                                      </p:cBhvr>
                                      <p:to>
                                        <p:strVal val="visible"/>
                                      </p:to>
                                    </p:set>
                                    <p:anim calcmode="lin" valueType="num">
                                      <p:cBhvr additive="base">
                                        <p:cTn id="93" dur="500" fill="hold"/>
                                        <p:tgtEl>
                                          <p:spTgt spid="6">
                                            <p:graphicEl>
                                              <a:dgm id="{26A83695-3068-4C68-B5A1-F7F3282C89FF}"/>
                                            </p:graphicEl>
                                          </p:spTgt>
                                        </p:tgtEl>
                                        <p:attrNameLst>
                                          <p:attrName>ppt_x</p:attrName>
                                        </p:attrNameLst>
                                      </p:cBhvr>
                                      <p:tavLst>
                                        <p:tav tm="0">
                                          <p:val>
                                            <p:strVal val="#ppt_x"/>
                                          </p:val>
                                        </p:tav>
                                        <p:tav tm="100000">
                                          <p:val>
                                            <p:strVal val="#ppt_x"/>
                                          </p:val>
                                        </p:tav>
                                      </p:tavLst>
                                    </p:anim>
                                    <p:anim calcmode="lin" valueType="num">
                                      <p:cBhvr additive="base">
                                        <p:cTn id="94" dur="500" fill="hold"/>
                                        <p:tgtEl>
                                          <p:spTgt spid="6">
                                            <p:graphicEl>
                                              <a:dgm id="{26A83695-3068-4C68-B5A1-F7F3282C89FF}"/>
                                            </p:graphicEl>
                                          </p:spTgt>
                                        </p:tgtEl>
                                        <p:attrNameLst>
                                          <p:attrName>ppt_y</p:attrName>
                                        </p:attrNameLst>
                                      </p:cBhvr>
                                      <p:tavLst>
                                        <p:tav tm="0">
                                          <p:val>
                                            <p:strVal val="1+#ppt_h/2"/>
                                          </p:val>
                                        </p:tav>
                                        <p:tav tm="100000">
                                          <p:val>
                                            <p:strVal val="#ppt_y"/>
                                          </p:val>
                                        </p:tav>
                                      </p:tavLst>
                                    </p:anim>
                                  </p:childTnLst>
                                </p:cTn>
                              </p:par>
                            </p:childTnLst>
                          </p:cTn>
                        </p:par>
                      </p:childTnLst>
                    </p:cTn>
                  </p:par>
                  <p:par>
                    <p:cTn id="95" fill="hold">
                      <p:stCondLst>
                        <p:cond delay="indefinite"/>
                      </p:stCondLst>
                      <p:childTnLst>
                        <p:par>
                          <p:cTn id="96" fill="hold">
                            <p:stCondLst>
                              <p:cond delay="0"/>
                            </p:stCondLst>
                            <p:childTnLst>
                              <p:par>
                                <p:cTn id="97" presetID="2" presetClass="entr" presetSubtype="4" fill="hold" grpId="0" nodeType="clickEffect">
                                  <p:stCondLst>
                                    <p:cond delay="0"/>
                                  </p:stCondLst>
                                  <p:childTnLst>
                                    <p:set>
                                      <p:cBhvr>
                                        <p:cTn id="98" dur="1" fill="hold">
                                          <p:stCondLst>
                                            <p:cond delay="0"/>
                                          </p:stCondLst>
                                        </p:cTn>
                                        <p:tgtEl>
                                          <p:spTgt spid="6">
                                            <p:graphicEl>
                                              <a:dgm id="{F01DA7FC-565C-4875-A813-6299909B661E}"/>
                                            </p:graphicEl>
                                          </p:spTgt>
                                        </p:tgtEl>
                                        <p:attrNameLst>
                                          <p:attrName>style.visibility</p:attrName>
                                        </p:attrNameLst>
                                      </p:cBhvr>
                                      <p:to>
                                        <p:strVal val="visible"/>
                                      </p:to>
                                    </p:set>
                                    <p:anim calcmode="lin" valueType="num">
                                      <p:cBhvr additive="base">
                                        <p:cTn id="99" dur="500" fill="hold"/>
                                        <p:tgtEl>
                                          <p:spTgt spid="6">
                                            <p:graphicEl>
                                              <a:dgm id="{F01DA7FC-565C-4875-A813-6299909B661E}"/>
                                            </p:graphicEl>
                                          </p:spTgt>
                                        </p:tgtEl>
                                        <p:attrNameLst>
                                          <p:attrName>ppt_x</p:attrName>
                                        </p:attrNameLst>
                                      </p:cBhvr>
                                      <p:tavLst>
                                        <p:tav tm="0">
                                          <p:val>
                                            <p:strVal val="#ppt_x"/>
                                          </p:val>
                                        </p:tav>
                                        <p:tav tm="100000">
                                          <p:val>
                                            <p:strVal val="#ppt_x"/>
                                          </p:val>
                                        </p:tav>
                                      </p:tavLst>
                                    </p:anim>
                                    <p:anim calcmode="lin" valueType="num">
                                      <p:cBhvr additive="base">
                                        <p:cTn id="100" dur="500" fill="hold"/>
                                        <p:tgtEl>
                                          <p:spTgt spid="6">
                                            <p:graphicEl>
                                              <a:dgm id="{F01DA7FC-565C-4875-A813-6299909B661E}"/>
                                            </p:graphicEl>
                                          </p:spTgt>
                                        </p:tgtEl>
                                        <p:attrNameLst>
                                          <p:attrName>ppt_y</p:attrName>
                                        </p:attrNameLst>
                                      </p:cBhvr>
                                      <p:tavLst>
                                        <p:tav tm="0">
                                          <p:val>
                                            <p:strVal val="1+#ppt_h/2"/>
                                          </p:val>
                                        </p:tav>
                                        <p:tav tm="100000">
                                          <p:val>
                                            <p:strVal val="#ppt_y"/>
                                          </p:val>
                                        </p:tav>
                                      </p:tavLst>
                                    </p:anim>
                                  </p:childTnLst>
                                </p:cTn>
                              </p:par>
                              <p:par>
                                <p:cTn id="101" presetID="2" presetClass="entr" presetSubtype="4" fill="hold" grpId="0" nodeType="withEffect">
                                  <p:stCondLst>
                                    <p:cond delay="0"/>
                                  </p:stCondLst>
                                  <p:childTnLst>
                                    <p:set>
                                      <p:cBhvr>
                                        <p:cTn id="102" dur="1" fill="hold">
                                          <p:stCondLst>
                                            <p:cond delay="0"/>
                                          </p:stCondLst>
                                        </p:cTn>
                                        <p:tgtEl>
                                          <p:spTgt spid="6">
                                            <p:graphicEl>
                                              <a:dgm id="{C5F6884B-21D9-4AF4-87B4-0D73FC7E6C6A}"/>
                                            </p:graphicEl>
                                          </p:spTgt>
                                        </p:tgtEl>
                                        <p:attrNameLst>
                                          <p:attrName>style.visibility</p:attrName>
                                        </p:attrNameLst>
                                      </p:cBhvr>
                                      <p:to>
                                        <p:strVal val="visible"/>
                                      </p:to>
                                    </p:set>
                                    <p:anim calcmode="lin" valueType="num">
                                      <p:cBhvr additive="base">
                                        <p:cTn id="103" dur="500" fill="hold"/>
                                        <p:tgtEl>
                                          <p:spTgt spid="6">
                                            <p:graphicEl>
                                              <a:dgm id="{C5F6884B-21D9-4AF4-87B4-0D73FC7E6C6A}"/>
                                            </p:graphicEl>
                                          </p:spTgt>
                                        </p:tgtEl>
                                        <p:attrNameLst>
                                          <p:attrName>ppt_x</p:attrName>
                                        </p:attrNameLst>
                                      </p:cBhvr>
                                      <p:tavLst>
                                        <p:tav tm="0">
                                          <p:val>
                                            <p:strVal val="#ppt_x"/>
                                          </p:val>
                                        </p:tav>
                                        <p:tav tm="100000">
                                          <p:val>
                                            <p:strVal val="#ppt_x"/>
                                          </p:val>
                                        </p:tav>
                                      </p:tavLst>
                                    </p:anim>
                                    <p:anim calcmode="lin" valueType="num">
                                      <p:cBhvr additive="base">
                                        <p:cTn id="104" dur="500" fill="hold"/>
                                        <p:tgtEl>
                                          <p:spTgt spid="6">
                                            <p:graphicEl>
                                              <a:dgm id="{C5F6884B-21D9-4AF4-87B4-0D73FC7E6C6A}"/>
                                            </p:graphicEl>
                                          </p:spTgt>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grpId="0" nodeType="clickEffect">
                                  <p:stCondLst>
                                    <p:cond delay="0"/>
                                  </p:stCondLst>
                                  <p:childTnLst>
                                    <p:set>
                                      <p:cBhvr>
                                        <p:cTn id="108" dur="1" fill="hold">
                                          <p:stCondLst>
                                            <p:cond delay="0"/>
                                          </p:stCondLst>
                                        </p:cTn>
                                        <p:tgtEl>
                                          <p:spTgt spid="6">
                                            <p:graphicEl>
                                              <a:dgm id="{9AC868FD-43BA-4C8F-B6DF-C01A6CF047CA}"/>
                                            </p:graphicEl>
                                          </p:spTgt>
                                        </p:tgtEl>
                                        <p:attrNameLst>
                                          <p:attrName>style.visibility</p:attrName>
                                        </p:attrNameLst>
                                      </p:cBhvr>
                                      <p:to>
                                        <p:strVal val="visible"/>
                                      </p:to>
                                    </p:set>
                                    <p:anim calcmode="lin" valueType="num">
                                      <p:cBhvr additive="base">
                                        <p:cTn id="109" dur="500" fill="hold"/>
                                        <p:tgtEl>
                                          <p:spTgt spid="6">
                                            <p:graphicEl>
                                              <a:dgm id="{9AC868FD-43BA-4C8F-B6DF-C01A6CF047CA}"/>
                                            </p:graphicEl>
                                          </p:spTgt>
                                        </p:tgtEl>
                                        <p:attrNameLst>
                                          <p:attrName>ppt_x</p:attrName>
                                        </p:attrNameLst>
                                      </p:cBhvr>
                                      <p:tavLst>
                                        <p:tav tm="0">
                                          <p:val>
                                            <p:strVal val="#ppt_x"/>
                                          </p:val>
                                        </p:tav>
                                        <p:tav tm="100000">
                                          <p:val>
                                            <p:strVal val="#ppt_x"/>
                                          </p:val>
                                        </p:tav>
                                      </p:tavLst>
                                    </p:anim>
                                    <p:anim calcmode="lin" valueType="num">
                                      <p:cBhvr additive="base">
                                        <p:cTn id="110" dur="500" fill="hold"/>
                                        <p:tgtEl>
                                          <p:spTgt spid="6">
                                            <p:graphicEl>
                                              <a:dgm id="{9AC868FD-43BA-4C8F-B6DF-C01A6CF047CA}"/>
                                            </p:graphicEl>
                                          </p:spTgt>
                                        </p:tgtEl>
                                        <p:attrNameLst>
                                          <p:attrName>ppt_y</p:attrName>
                                        </p:attrNameLst>
                                      </p:cBhvr>
                                      <p:tavLst>
                                        <p:tav tm="0">
                                          <p:val>
                                            <p:strVal val="1+#ppt_h/2"/>
                                          </p:val>
                                        </p:tav>
                                        <p:tav tm="100000">
                                          <p:val>
                                            <p:strVal val="#ppt_y"/>
                                          </p:val>
                                        </p:tav>
                                      </p:tavLst>
                                    </p:anim>
                                  </p:childTnLst>
                                </p:cTn>
                              </p:par>
                              <p:par>
                                <p:cTn id="111" presetID="2" presetClass="entr" presetSubtype="4" fill="hold" grpId="0" nodeType="withEffect">
                                  <p:stCondLst>
                                    <p:cond delay="0"/>
                                  </p:stCondLst>
                                  <p:childTnLst>
                                    <p:set>
                                      <p:cBhvr>
                                        <p:cTn id="112" dur="1" fill="hold">
                                          <p:stCondLst>
                                            <p:cond delay="0"/>
                                          </p:stCondLst>
                                        </p:cTn>
                                        <p:tgtEl>
                                          <p:spTgt spid="6">
                                            <p:graphicEl>
                                              <a:dgm id="{E88CB326-B30E-470C-B9FB-1C11E6FF91B4}"/>
                                            </p:graphicEl>
                                          </p:spTgt>
                                        </p:tgtEl>
                                        <p:attrNameLst>
                                          <p:attrName>style.visibility</p:attrName>
                                        </p:attrNameLst>
                                      </p:cBhvr>
                                      <p:to>
                                        <p:strVal val="visible"/>
                                      </p:to>
                                    </p:set>
                                    <p:anim calcmode="lin" valueType="num">
                                      <p:cBhvr additive="base">
                                        <p:cTn id="113" dur="500" fill="hold"/>
                                        <p:tgtEl>
                                          <p:spTgt spid="6">
                                            <p:graphicEl>
                                              <a:dgm id="{E88CB326-B30E-470C-B9FB-1C11E6FF91B4}"/>
                                            </p:graphicEl>
                                          </p:spTgt>
                                        </p:tgtEl>
                                        <p:attrNameLst>
                                          <p:attrName>ppt_x</p:attrName>
                                        </p:attrNameLst>
                                      </p:cBhvr>
                                      <p:tavLst>
                                        <p:tav tm="0">
                                          <p:val>
                                            <p:strVal val="#ppt_x"/>
                                          </p:val>
                                        </p:tav>
                                        <p:tav tm="100000">
                                          <p:val>
                                            <p:strVal val="#ppt_x"/>
                                          </p:val>
                                        </p:tav>
                                      </p:tavLst>
                                    </p:anim>
                                    <p:anim calcmode="lin" valueType="num">
                                      <p:cBhvr additive="base">
                                        <p:cTn id="114" dur="500" fill="hold"/>
                                        <p:tgtEl>
                                          <p:spTgt spid="6">
                                            <p:graphicEl>
                                              <a:dgm id="{E88CB326-B30E-470C-B9FB-1C11E6FF91B4}"/>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Dgm bld="one"/>
        </p:bldSub>
      </p:bldGraphic>
      <p:bldGraphic spid="6" grpId="0">
        <p:bldSub>
          <a:bldDgm bld="one"/>
        </p:bldSub>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 Box 3"/>
          <p:cNvSpPr txBox="1">
            <a:spLocks noChangeArrowheads="1"/>
          </p:cNvSpPr>
          <p:nvPr/>
        </p:nvSpPr>
        <p:spPr bwMode="auto">
          <a:xfrm>
            <a:off x="3707904" y="1687828"/>
            <a:ext cx="1079897" cy="300082"/>
          </a:xfrm>
          <a:prstGeom prst="rect">
            <a:avLst/>
          </a:prstGeom>
          <a:ln>
            <a:headEnd/>
            <a:tailEnd/>
          </a:ln>
        </p:spPr>
        <p:style>
          <a:lnRef idx="1">
            <a:schemeClr val="accent6"/>
          </a:lnRef>
          <a:fillRef idx="3">
            <a:schemeClr val="accent6"/>
          </a:fillRef>
          <a:effectRef idx="2">
            <a:schemeClr val="accent6"/>
          </a:effectRef>
          <a:fontRef idx="minor">
            <a:schemeClr val="lt1"/>
          </a:fontRef>
        </p:style>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GB" altLang="en-US" sz="1350" dirty="0"/>
              <a:t>Staff</a:t>
            </a:r>
          </a:p>
        </p:txBody>
      </p:sp>
      <p:sp>
        <p:nvSpPr>
          <p:cNvPr id="32771" name="Text Box 8"/>
          <p:cNvSpPr txBox="1">
            <a:spLocks noChangeArrowheads="1"/>
          </p:cNvSpPr>
          <p:nvPr/>
        </p:nvSpPr>
        <p:spPr bwMode="auto">
          <a:xfrm>
            <a:off x="4515147" y="3133247"/>
            <a:ext cx="1079897" cy="300082"/>
          </a:xfrm>
          <a:prstGeom prst="rect">
            <a:avLst/>
          </a:prstGeom>
          <a:ln>
            <a:headEnd/>
            <a:tailEnd/>
          </a:ln>
        </p:spPr>
        <p:style>
          <a:lnRef idx="1">
            <a:schemeClr val="accent6"/>
          </a:lnRef>
          <a:fillRef idx="3">
            <a:schemeClr val="accent6"/>
          </a:fillRef>
          <a:effectRef idx="2">
            <a:schemeClr val="accent6"/>
          </a:effectRef>
          <a:fontRef idx="minor">
            <a:schemeClr val="lt1"/>
          </a:fontRef>
        </p:style>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GB" altLang="en-US" sz="1350" dirty="0"/>
              <a:t>Module</a:t>
            </a:r>
          </a:p>
        </p:txBody>
      </p:sp>
      <p:sp>
        <p:nvSpPr>
          <p:cNvPr id="32772" name="Line 9"/>
          <p:cNvSpPr>
            <a:spLocks noChangeShapeType="1"/>
          </p:cNvSpPr>
          <p:nvPr/>
        </p:nvSpPr>
        <p:spPr bwMode="auto">
          <a:xfrm>
            <a:off x="4993778" y="2277188"/>
            <a:ext cx="7144" cy="85605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sz="1350" dirty="0"/>
          </a:p>
        </p:txBody>
      </p:sp>
      <p:sp>
        <p:nvSpPr>
          <p:cNvPr id="32773" name="Line 10"/>
          <p:cNvSpPr>
            <a:spLocks noChangeShapeType="1"/>
          </p:cNvSpPr>
          <p:nvPr/>
        </p:nvSpPr>
        <p:spPr bwMode="auto">
          <a:xfrm flipH="1">
            <a:off x="4875907" y="2916554"/>
            <a:ext cx="125015" cy="21669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sz="1350" dirty="0"/>
          </a:p>
        </p:txBody>
      </p:sp>
      <p:sp>
        <p:nvSpPr>
          <p:cNvPr id="32774" name="Line 11"/>
          <p:cNvSpPr>
            <a:spLocks noChangeShapeType="1"/>
          </p:cNvSpPr>
          <p:nvPr/>
        </p:nvSpPr>
        <p:spPr bwMode="auto">
          <a:xfrm>
            <a:off x="5000922" y="2916554"/>
            <a:ext cx="125016" cy="21669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sz="1350" dirty="0"/>
          </a:p>
        </p:txBody>
      </p:sp>
      <p:sp>
        <p:nvSpPr>
          <p:cNvPr id="32775" name="Text Box 12"/>
          <p:cNvSpPr txBox="1">
            <a:spLocks noChangeArrowheads="1"/>
          </p:cNvSpPr>
          <p:nvPr/>
        </p:nvSpPr>
        <p:spPr bwMode="auto">
          <a:xfrm>
            <a:off x="4515147" y="4266722"/>
            <a:ext cx="1079897" cy="300082"/>
          </a:xfrm>
          <a:prstGeom prst="rect">
            <a:avLst/>
          </a:prstGeom>
          <a:ln>
            <a:headEnd/>
            <a:tailEnd/>
          </a:ln>
        </p:spPr>
        <p:style>
          <a:lnRef idx="1">
            <a:schemeClr val="accent6"/>
          </a:lnRef>
          <a:fillRef idx="3">
            <a:schemeClr val="accent6"/>
          </a:fillRef>
          <a:effectRef idx="2">
            <a:schemeClr val="accent6"/>
          </a:effectRef>
          <a:fontRef idx="minor">
            <a:schemeClr val="lt1"/>
          </a:fontRef>
        </p:style>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GB" altLang="en-US" sz="1350" dirty="0"/>
              <a:t>Course</a:t>
            </a:r>
          </a:p>
        </p:txBody>
      </p:sp>
      <p:sp>
        <p:nvSpPr>
          <p:cNvPr id="32776" name="Line 13"/>
          <p:cNvSpPr>
            <a:spLocks noChangeShapeType="1"/>
          </p:cNvSpPr>
          <p:nvPr/>
        </p:nvSpPr>
        <p:spPr bwMode="auto">
          <a:xfrm flipV="1">
            <a:off x="5000922" y="3403520"/>
            <a:ext cx="0" cy="86320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sz="1350" dirty="0"/>
          </a:p>
        </p:txBody>
      </p:sp>
      <p:sp>
        <p:nvSpPr>
          <p:cNvPr id="32777" name="Line 14"/>
          <p:cNvSpPr>
            <a:spLocks noChangeShapeType="1"/>
          </p:cNvSpPr>
          <p:nvPr/>
        </p:nvSpPr>
        <p:spPr bwMode="auto">
          <a:xfrm flipH="1" flipV="1">
            <a:off x="4838997" y="3403519"/>
            <a:ext cx="161925" cy="1619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sz="1350" dirty="0"/>
          </a:p>
        </p:txBody>
      </p:sp>
      <p:sp>
        <p:nvSpPr>
          <p:cNvPr id="32778" name="Line 15"/>
          <p:cNvSpPr>
            <a:spLocks noChangeShapeType="1"/>
          </p:cNvSpPr>
          <p:nvPr/>
        </p:nvSpPr>
        <p:spPr bwMode="auto">
          <a:xfrm flipV="1">
            <a:off x="5000922" y="3403519"/>
            <a:ext cx="107156" cy="1619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sz="1350" dirty="0"/>
          </a:p>
        </p:txBody>
      </p:sp>
      <p:sp>
        <p:nvSpPr>
          <p:cNvPr id="32779" name="Text Box 16"/>
          <p:cNvSpPr txBox="1">
            <a:spLocks noChangeArrowheads="1"/>
          </p:cNvSpPr>
          <p:nvPr/>
        </p:nvSpPr>
        <p:spPr bwMode="auto">
          <a:xfrm>
            <a:off x="1651694" y="4266722"/>
            <a:ext cx="1079897" cy="300082"/>
          </a:xfrm>
          <a:prstGeom prst="rect">
            <a:avLst/>
          </a:prstGeom>
          <a:ln>
            <a:headEnd/>
            <a:tailEnd/>
          </a:ln>
        </p:spPr>
        <p:style>
          <a:lnRef idx="1">
            <a:schemeClr val="accent6"/>
          </a:lnRef>
          <a:fillRef idx="3">
            <a:schemeClr val="accent6"/>
          </a:fillRef>
          <a:effectRef idx="2">
            <a:schemeClr val="accent6"/>
          </a:effectRef>
          <a:fontRef idx="minor">
            <a:schemeClr val="lt1"/>
          </a:fontRef>
        </p:style>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GB" altLang="en-US" sz="1350" dirty="0"/>
              <a:t>Students</a:t>
            </a:r>
          </a:p>
        </p:txBody>
      </p:sp>
      <p:sp>
        <p:nvSpPr>
          <p:cNvPr id="32780" name="Line 17"/>
          <p:cNvSpPr>
            <a:spLocks noChangeShapeType="1"/>
          </p:cNvSpPr>
          <p:nvPr/>
        </p:nvSpPr>
        <p:spPr bwMode="auto">
          <a:xfrm>
            <a:off x="2732782" y="4429838"/>
            <a:ext cx="178236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sz="1350" dirty="0"/>
          </a:p>
        </p:txBody>
      </p:sp>
      <p:sp>
        <p:nvSpPr>
          <p:cNvPr id="32781" name="Text Box 18"/>
          <p:cNvSpPr txBox="1">
            <a:spLocks noChangeArrowheads="1"/>
          </p:cNvSpPr>
          <p:nvPr/>
        </p:nvSpPr>
        <p:spPr bwMode="auto">
          <a:xfrm>
            <a:off x="3001863" y="4104797"/>
            <a:ext cx="97155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GB" altLang="en-US" sz="1350" dirty="0"/>
              <a:t>Enrol</a:t>
            </a:r>
          </a:p>
        </p:txBody>
      </p:sp>
      <p:sp>
        <p:nvSpPr>
          <p:cNvPr id="32782" name="Text Box 19"/>
          <p:cNvSpPr txBox="1">
            <a:spLocks noChangeArrowheads="1"/>
          </p:cNvSpPr>
          <p:nvPr/>
        </p:nvSpPr>
        <p:spPr bwMode="auto">
          <a:xfrm>
            <a:off x="4028182" y="3673791"/>
            <a:ext cx="97155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GB" altLang="en-US" sz="1350" dirty="0"/>
              <a:t>Consists</a:t>
            </a:r>
          </a:p>
        </p:txBody>
      </p:sp>
      <p:sp>
        <p:nvSpPr>
          <p:cNvPr id="32783" name="Text Box 20"/>
          <p:cNvSpPr txBox="1">
            <a:spLocks noChangeArrowheads="1"/>
          </p:cNvSpPr>
          <p:nvPr/>
        </p:nvSpPr>
        <p:spPr bwMode="auto">
          <a:xfrm>
            <a:off x="5000922" y="2430778"/>
            <a:ext cx="97155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GB" altLang="en-US" sz="1350" dirty="0"/>
              <a:t>Manages</a:t>
            </a:r>
          </a:p>
        </p:txBody>
      </p:sp>
      <p:sp>
        <p:nvSpPr>
          <p:cNvPr id="32784" name="Line 22"/>
          <p:cNvSpPr>
            <a:spLocks noChangeShapeType="1"/>
          </p:cNvSpPr>
          <p:nvPr/>
        </p:nvSpPr>
        <p:spPr bwMode="auto">
          <a:xfrm flipV="1">
            <a:off x="2046982" y="3241594"/>
            <a:ext cx="0" cy="10179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sz="1350" dirty="0"/>
          </a:p>
        </p:txBody>
      </p:sp>
      <p:sp>
        <p:nvSpPr>
          <p:cNvPr id="32785" name="Line 28"/>
          <p:cNvSpPr>
            <a:spLocks noChangeShapeType="1"/>
          </p:cNvSpPr>
          <p:nvPr/>
        </p:nvSpPr>
        <p:spPr bwMode="auto">
          <a:xfrm flipH="1" flipV="1">
            <a:off x="2732782" y="4321491"/>
            <a:ext cx="215503" cy="10834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sz="1350" dirty="0"/>
          </a:p>
        </p:txBody>
      </p:sp>
      <p:sp>
        <p:nvSpPr>
          <p:cNvPr id="32786" name="Line 29"/>
          <p:cNvSpPr>
            <a:spLocks noChangeShapeType="1"/>
          </p:cNvSpPr>
          <p:nvPr/>
        </p:nvSpPr>
        <p:spPr bwMode="auto">
          <a:xfrm flipH="1">
            <a:off x="2732782" y="4429839"/>
            <a:ext cx="215503" cy="1071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sz="1350" dirty="0"/>
          </a:p>
        </p:txBody>
      </p:sp>
      <p:cxnSp>
        <p:nvCxnSpPr>
          <p:cNvPr id="60" name="Straight Connector 59"/>
          <p:cNvCxnSpPr/>
          <p:nvPr/>
        </p:nvCxnSpPr>
        <p:spPr>
          <a:xfrm>
            <a:off x="2046982" y="3241595"/>
            <a:ext cx="2464594" cy="119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V="1">
            <a:off x="4243684" y="3134439"/>
            <a:ext cx="267891" cy="107156"/>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a:off x="4243684" y="3241595"/>
            <a:ext cx="267891" cy="107156"/>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rot="5400000" flipH="1" flipV="1">
            <a:off x="1859458" y="4072055"/>
            <a:ext cx="214313" cy="16073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rot="16200000" flipH="1">
            <a:off x="2020192" y="4072055"/>
            <a:ext cx="214313" cy="16073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32792" name="TextBox 72"/>
          <p:cNvSpPr txBox="1">
            <a:spLocks noChangeArrowheads="1"/>
          </p:cNvSpPr>
          <p:nvPr/>
        </p:nvSpPr>
        <p:spPr bwMode="auto">
          <a:xfrm>
            <a:off x="2154138" y="2866547"/>
            <a:ext cx="1603772"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GB" altLang="en-US" sz="1350" dirty="0"/>
              <a:t>Register</a:t>
            </a:r>
          </a:p>
        </p:txBody>
      </p:sp>
      <p:sp>
        <p:nvSpPr>
          <p:cNvPr id="32793" name="Text Box 2"/>
          <p:cNvSpPr txBox="1">
            <a:spLocks noChangeArrowheads="1"/>
          </p:cNvSpPr>
          <p:nvPr/>
        </p:nvSpPr>
        <p:spPr bwMode="auto">
          <a:xfrm>
            <a:off x="5918894" y="1674732"/>
            <a:ext cx="1566863" cy="300082"/>
          </a:xfrm>
          <a:prstGeom prst="rect">
            <a:avLst/>
          </a:prstGeom>
          <a:ln>
            <a:headEnd/>
            <a:tailEnd/>
          </a:ln>
        </p:spPr>
        <p:style>
          <a:lnRef idx="1">
            <a:schemeClr val="accent6"/>
          </a:lnRef>
          <a:fillRef idx="3">
            <a:schemeClr val="accent6"/>
          </a:fillRef>
          <a:effectRef idx="2">
            <a:schemeClr val="accent6"/>
          </a:effectRef>
          <a:fontRef idx="minor">
            <a:schemeClr val="lt1"/>
          </a:fontRef>
        </p:style>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GB" altLang="en-US" sz="1350" dirty="0"/>
              <a:t>Department</a:t>
            </a:r>
          </a:p>
        </p:txBody>
      </p:sp>
      <p:sp>
        <p:nvSpPr>
          <p:cNvPr id="32794" name="Text Box 5"/>
          <p:cNvSpPr txBox="1">
            <a:spLocks noChangeArrowheads="1"/>
          </p:cNvSpPr>
          <p:nvPr/>
        </p:nvSpPr>
        <p:spPr bwMode="auto">
          <a:xfrm>
            <a:off x="4946153" y="1891425"/>
            <a:ext cx="97155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GB" altLang="en-US" sz="1350" dirty="0"/>
              <a:t>Employs</a:t>
            </a:r>
          </a:p>
        </p:txBody>
      </p:sp>
      <p:cxnSp>
        <p:nvCxnSpPr>
          <p:cNvPr id="32795" name="Straight Connector 31"/>
          <p:cNvCxnSpPr>
            <a:cxnSpLocks noChangeShapeType="1"/>
          </p:cNvCxnSpPr>
          <p:nvPr/>
        </p:nvCxnSpPr>
        <p:spPr bwMode="auto">
          <a:xfrm rot="10800000">
            <a:off x="4774703" y="1828322"/>
            <a:ext cx="114419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2796" name="Straight Connector 32"/>
          <p:cNvCxnSpPr>
            <a:cxnSpLocks noChangeShapeType="1"/>
          </p:cNvCxnSpPr>
          <p:nvPr/>
        </p:nvCxnSpPr>
        <p:spPr bwMode="auto">
          <a:xfrm>
            <a:off x="4766369" y="1687829"/>
            <a:ext cx="214313" cy="16073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2797" name="Straight Connector 33"/>
          <p:cNvCxnSpPr>
            <a:cxnSpLocks noChangeShapeType="1"/>
          </p:cNvCxnSpPr>
          <p:nvPr/>
        </p:nvCxnSpPr>
        <p:spPr bwMode="auto">
          <a:xfrm rot="10800000" flipV="1">
            <a:off x="4766369" y="1848564"/>
            <a:ext cx="214313" cy="1071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2798" name="Straight Connector 35"/>
          <p:cNvCxnSpPr>
            <a:cxnSpLocks noChangeShapeType="1"/>
            <a:stCxn id="32772" idx="0"/>
          </p:cNvCxnSpPr>
          <p:nvPr/>
        </p:nvCxnSpPr>
        <p:spPr bwMode="auto">
          <a:xfrm rot="5400000">
            <a:off x="4592538" y="1874757"/>
            <a:ext cx="1191" cy="8036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2799" name="Straight Connector 39"/>
          <p:cNvCxnSpPr>
            <a:cxnSpLocks noChangeShapeType="1"/>
          </p:cNvCxnSpPr>
          <p:nvPr/>
        </p:nvCxnSpPr>
        <p:spPr bwMode="auto">
          <a:xfrm rot="5400000" flipH="1" flipV="1">
            <a:off x="4029968" y="2115859"/>
            <a:ext cx="321469" cy="11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2800" name="Straight Connector 46"/>
          <p:cNvCxnSpPr>
            <a:cxnSpLocks noChangeShapeType="1"/>
          </p:cNvCxnSpPr>
          <p:nvPr/>
        </p:nvCxnSpPr>
        <p:spPr bwMode="auto">
          <a:xfrm rot="16200000" flipH="1">
            <a:off x="5419427" y="3185040"/>
            <a:ext cx="2450306" cy="202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2801" name="Straight Connector 48"/>
          <p:cNvCxnSpPr>
            <a:cxnSpLocks noChangeShapeType="1"/>
          </p:cNvCxnSpPr>
          <p:nvPr/>
        </p:nvCxnSpPr>
        <p:spPr bwMode="auto">
          <a:xfrm>
            <a:off x="5595045" y="4408407"/>
            <a:ext cx="1059656" cy="1190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2802" name="Straight Connector 61"/>
          <p:cNvCxnSpPr>
            <a:cxnSpLocks noChangeShapeType="1"/>
          </p:cNvCxnSpPr>
          <p:nvPr/>
        </p:nvCxnSpPr>
        <p:spPr bwMode="auto">
          <a:xfrm>
            <a:off x="5583138" y="4259579"/>
            <a:ext cx="267890" cy="16073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2803" name="Straight Connector 63"/>
          <p:cNvCxnSpPr>
            <a:cxnSpLocks noChangeShapeType="1"/>
          </p:cNvCxnSpPr>
          <p:nvPr/>
        </p:nvCxnSpPr>
        <p:spPr bwMode="auto">
          <a:xfrm rot="10800000" flipV="1">
            <a:off x="5583138" y="4420314"/>
            <a:ext cx="267890" cy="1071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32804" name="Text Box 5"/>
          <p:cNvSpPr txBox="1">
            <a:spLocks noChangeArrowheads="1"/>
          </p:cNvSpPr>
          <p:nvPr/>
        </p:nvSpPr>
        <p:spPr bwMode="auto">
          <a:xfrm>
            <a:off x="6708278" y="2759391"/>
            <a:ext cx="86082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GB" altLang="en-US" sz="1350" dirty="0"/>
              <a:t>Runs</a:t>
            </a:r>
          </a:p>
        </p:txBody>
      </p:sp>
      <p:sp>
        <p:nvSpPr>
          <p:cNvPr id="37" name="Title 1"/>
          <p:cNvSpPr>
            <a:spLocks noGrp="1"/>
          </p:cNvSpPr>
          <p:nvPr>
            <p:ph type="title"/>
          </p:nvPr>
        </p:nvSpPr>
        <p:spPr>
          <a:xfrm>
            <a:off x="457200" y="506780"/>
            <a:ext cx="8229600" cy="374461"/>
          </a:xfrm>
        </p:spPr>
        <p:txBody>
          <a:bodyPr/>
          <a:lstStyle/>
          <a:p>
            <a:r>
              <a:rPr lang="en-GB" dirty="0"/>
              <a:t>Entities Relationship Diagram</a:t>
            </a:r>
          </a:p>
        </p:txBody>
      </p:sp>
    </p:spTree>
    <p:extLst>
      <p:ext uri="{BB962C8B-B14F-4D97-AF65-F5344CB8AC3E}">
        <p14:creationId xmlns:p14="http://schemas.microsoft.com/office/powerpoint/2010/main" val="1903994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77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279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277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277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277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279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279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280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280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280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278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278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277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278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2799"/>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279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278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277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2784"/>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6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279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2796"/>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32797"/>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32802"/>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32803"/>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2785"/>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32786"/>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32778"/>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32777"/>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32774"/>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32773"/>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65"/>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63"/>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70"/>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0" grpId="0" animBg="1"/>
      <p:bldP spid="32771" grpId="0" animBg="1"/>
      <p:bldP spid="32772" grpId="0" animBg="1"/>
      <p:bldP spid="32773" grpId="0" animBg="1"/>
      <p:bldP spid="32774" grpId="0" animBg="1"/>
      <p:bldP spid="32775" grpId="0" animBg="1"/>
      <p:bldP spid="32776" grpId="0" animBg="1"/>
      <p:bldP spid="32777" grpId="0" animBg="1"/>
      <p:bldP spid="32778" grpId="0" animBg="1"/>
      <p:bldP spid="32779" grpId="0" animBg="1"/>
      <p:bldP spid="32780" grpId="0" animBg="1"/>
      <p:bldP spid="32781" grpId="0"/>
      <p:bldP spid="32782" grpId="0"/>
      <p:bldP spid="32783" grpId="0"/>
      <p:bldP spid="32784" grpId="0" animBg="1"/>
      <p:bldP spid="32785" grpId="0" animBg="1"/>
      <p:bldP spid="32786" grpId="0" animBg="1"/>
      <p:bldP spid="32792" grpId="0"/>
      <p:bldP spid="32793" grpId="0" animBg="1"/>
      <p:bldP spid="32794" grpId="0"/>
      <p:bldP spid="3280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02" name="Text Box 2"/>
          <p:cNvSpPr txBox="1">
            <a:spLocks noChangeArrowheads="1"/>
          </p:cNvSpPr>
          <p:nvPr/>
        </p:nvSpPr>
        <p:spPr bwMode="auto">
          <a:xfrm>
            <a:off x="6065044" y="1554101"/>
            <a:ext cx="1566863" cy="300082"/>
          </a:xfrm>
          <a:prstGeom prst="rect">
            <a:avLst/>
          </a:prstGeom>
          <a:ln>
            <a:headEnd/>
            <a:tailEnd/>
          </a:ln>
        </p:spPr>
        <p:style>
          <a:lnRef idx="1">
            <a:schemeClr val="accent6"/>
          </a:lnRef>
          <a:fillRef idx="3">
            <a:schemeClr val="accent6"/>
          </a:fillRef>
          <a:effectRef idx="2">
            <a:schemeClr val="accent6"/>
          </a:effectRef>
          <a:fontRef idx="minor">
            <a:schemeClr val="lt1"/>
          </a:fontRef>
        </p:style>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GB" altLang="en-US" sz="1350" dirty="0"/>
              <a:t>Department</a:t>
            </a:r>
          </a:p>
        </p:txBody>
      </p:sp>
      <p:sp>
        <p:nvSpPr>
          <p:cNvPr id="33803" name="Text Box 3"/>
          <p:cNvSpPr txBox="1">
            <a:spLocks noChangeArrowheads="1"/>
          </p:cNvSpPr>
          <p:nvPr/>
        </p:nvSpPr>
        <p:spPr bwMode="auto">
          <a:xfrm>
            <a:off x="3761185" y="1554101"/>
            <a:ext cx="1079897" cy="300082"/>
          </a:xfrm>
          <a:prstGeom prst="rect">
            <a:avLst/>
          </a:prstGeom>
          <a:ln>
            <a:headEnd/>
            <a:tailEnd/>
          </a:ln>
        </p:spPr>
        <p:style>
          <a:lnRef idx="1">
            <a:schemeClr val="accent6"/>
          </a:lnRef>
          <a:fillRef idx="3">
            <a:schemeClr val="accent6"/>
          </a:fillRef>
          <a:effectRef idx="2">
            <a:schemeClr val="accent6"/>
          </a:effectRef>
          <a:fontRef idx="minor">
            <a:schemeClr val="lt1"/>
          </a:fontRef>
        </p:style>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GB" altLang="en-US" sz="1350" dirty="0"/>
              <a:t>Staff</a:t>
            </a:r>
          </a:p>
        </p:txBody>
      </p:sp>
      <p:sp>
        <p:nvSpPr>
          <p:cNvPr id="33804" name="Text Box 5"/>
          <p:cNvSpPr txBox="1">
            <a:spLocks noChangeArrowheads="1"/>
          </p:cNvSpPr>
          <p:nvPr/>
        </p:nvSpPr>
        <p:spPr bwMode="auto">
          <a:xfrm>
            <a:off x="5047060" y="1714836"/>
            <a:ext cx="97155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GB" altLang="en-US" sz="1350" dirty="0"/>
              <a:t>Employs</a:t>
            </a:r>
          </a:p>
        </p:txBody>
      </p:sp>
      <p:sp>
        <p:nvSpPr>
          <p:cNvPr id="33805" name="Text Box 8"/>
          <p:cNvSpPr txBox="1">
            <a:spLocks noChangeArrowheads="1"/>
          </p:cNvSpPr>
          <p:nvPr/>
        </p:nvSpPr>
        <p:spPr bwMode="auto">
          <a:xfrm>
            <a:off x="4729163" y="2999520"/>
            <a:ext cx="1079897" cy="300082"/>
          </a:xfrm>
          <a:prstGeom prst="rect">
            <a:avLst/>
          </a:prstGeom>
          <a:ln>
            <a:headEnd/>
            <a:tailEnd/>
          </a:ln>
        </p:spPr>
        <p:style>
          <a:lnRef idx="1">
            <a:schemeClr val="accent6"/>
          </a:lnRef>
          <a:fillRef idx="3">
            <a:schemeClr val="accent6"/>
          </a:fillRef>
          <a:effectRef idx="2">
            <a:schemeClr val="accent6"/>
          </a:effectRef>
          <a:fontRef idx="minor">
            <a:schemeClr val="lt1"/>
          </a:fontRef>
        </p:style>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GB" altLang="en-US" sz="1350" dirty="0"/>
              <a:t>Module</a:t>
            </a:r>
          </a:p>
        </p:txBody>
      </p:sp>
      <p:sp>
        <p:nvSpPr>
          <p:cNvPr id="33806" name="Line 9"/>
          <p:cNvSpPr>
            <a:spLocks noChangeShapeType="1"/>
          </p:cNvSpPr>
          <p:nvPr/>
        </p:nvSpPr>
        <p:spPr bwMode="auto">
          <a:xfrm>
            <a:off x="5207794" y="2143461"/>
            <a:ext cx="7144" cy="85605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sz="1350" dirty="0"/>
          </a:p>
        </p:txBody>
      </p:sp>
      <p:sp>
        <p:nvSpPr>
          <p:cNvPr id="33807" name="Line 10"/>
          <p:cNvSpPr>
            <a:spLocks noChangeShapeType="1"/>
          </p:cNvSpPr>
          <p:nvPr/>
        </p:nvSpPr>
        <p:spPr bwMode="auto">
          <a:xfrm flipH="1">
            <a:off x="5089923" y="2782827"/>
            <a:ext cx="125015" cy="21669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sz="1350" dirty="0"/>
          </a:p>
        </p:txBody>
      </p:sp>
      <p:sp>
        <p:nvSpPr>
          <p:cNvPr id="33808" name="Line 11"/>
          <p:cNvSpPr>
            <a:spLocks noChangeShapeType="1"/>
          </p:cNvSpPr>
          <p:nvPr/>
        </p:nvSpPr>
        <p:spPr bwMode="auto">
          <a:xfrm>
            <a:off x="5214938" y="2782827"/>
            <a:ext cx="125016" cy="21669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sz="1350" dirty="0"/>
          </a:p>
        </p:txBody>
      </p:sp>
      <p:sp>
        <p:nvSpPr>
          <p:cNvPr id="33809" name="Text Box 12"/>
          <p:cNvSpPr txBox="1">
            <a:spLocks noChangeArrowheads="1"/>
          </p:cNvSpPr>
          <p:nvPr/>
        </p:nvSpPr>
        <p:spPr bwMode="auto">
          <a:xfrm>
            <a:off x="4729163" y="4132995"/>
            <a:ext cx="1079897" cy="300082"/>
          </a:xfrm>
          <a:prstGeom prst="rect">
            <a:avLst/>
          </a:prstGeom>
          <a:ln>
            <a:headEnd/>
            <a:tailEnd/>
          </a:ln>
        </p:spPr>
        <p:style>
          <a:lnRef idx="1">
            <a:schemeClr val="accent6"/>
          </a:lnRef>
          <a:fillRef idx="3">
            <a:schemeClr val="accent6"/>
          </a:fillRef>
          <a:effectRef idx="2">
            <a:schemeClr val="accent6"/>
          </a:effectRef>
          <a:fontRef idx="minor">
            <a:schemeClr val="lt1"/>
          </a:fontRef>
        </p:style>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GB" altLang="en-US" sz="1350" dirty="0"/>
              <a:t>Course</a:t>
            </a:r>
          </a:p>
        </p:txBody>
      </p:sp>
      <p:sp>
        <p:nvSpPr>
          <p:cNvPr id="33810" name="Line 13"/>
          <p:cNvSpPr>
            <a:spLocks noChangeShapeType="1"/>
          </p:cNvSpPr>
          <p:nvPr/>
        </p:nvSpPr>
        <p:spPr bwMode="auto">
          <a:xfrm flipV="1">
            <a:off x="5214938" y="3269793"/>
            <a:ext cx="0" cy="86320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sz="1350" dirty="0"/>
          </a:p>
        </p:txBody>
      </p:sp>
      <p:sp>
        <p:nvSpPr>
          <p:cNvPr id="33811" name="Line 14"/>
          <p:cNvSpPr>
            <a:spLocks noChangeShapeType="1"/>
          </p:cNvSpPr>
          <p:nvPr/>
        </p:nvSpPr>
        <p:spPr bwMode="auto">
          <a:xfrm flipH="1" flipV="1">
            <a:off x="5053013" y="3269792"/>
            <a:ext cx="161925" cy="1619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sz="1350" dirty="0"/>
          </a:p>
        </p:txBody>
      </p:sp>
      <p:sp>
        <p:nvSpPr>
          <p:cNvPr id="33812" name="Line 15"/>
          <p:cNvSpPr>
            <a:spLocks noChangeShapeType="1"/>
          </p:cNvSpPr>
          <p:nvPr/>
        </p:nvSpPr>
        <p:spPr bwMode="auto">
          <a:xfrm flipV="1">
            <a:off x="5214938" y="3269792"/>
            <a:ext cx="107156" cy="1619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sz="1350" dirty="0"/>
          </a:p>
        </p:txBody>
      </p:sp>
      <p:sp>
        <p:nvSpPr>
          <p:cNvPr id="33813" name="Text Box 16"/>
          <p:cNvSpPr txBox="1">
            <a:spLocks noChangeArrowheads="1"/>
          </p:cNvSpPr>
          <p:nvPr/>
        </p:nvSpPr>
        <p:spPr bwMode="auto">
          <a:xfrm>
            <a:off x="1865710" y="4132995"/>
            <a:ext cx="1079897" cy="300082"/>
          </a:xfrm>
          <a:prstGeom prst="rect">
            <a:avLst/>
          </a:prstGeom>
          <a:ln>
            <a:headEnd/>
            <a:tailEnd/>
          </a:ln>
        </p:spPr>
        <p:style>
          <a:lnRef idx="1">
            <a:schemeClr val="accent6"/>
          </a:lnRef>
          <a:fillRef idx="3">
            <a:schemeClr val="accent6"/>
          </a:fillRef>
          <a:effectRef idx="2">
            <a:schemeClr val="accent6"/>
          </a:effectRef>
          <a:fontRef idx="minor">
            <a:schemeClr val="lt1"/>
          </a:fontRef>
        </p:style>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GB" altLang="en-US" sz="1350" dirty="0"/>
              <a:t>Students</a:t>
            </a:r>
          </a:p>
        </p:txBody>
      </p:sp>
      <p:sp>
        <p:nvSpPr>
          <p:cNvPr id="33814" name="Line 17"/>
          <p:cNvSpPr>
            <a:spLocks noChangeShapeType="1"/>
          </p:cNvSpPr>
          <p:nvPr/>
        </p:nvSpPr>
        <p:spPr bwMode="auto">
          <a:xfrm>
            <a:off x="2946798" y="4296111"/>
            <a:ext cx="178236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sz="1350" dirty="0"/>
          </a:p>
        </p:txBody>
      </p:sp>
      <p:sp>
        <p:nvSpPr>
          <p:cNvPr id="33815" name="Text Box 18"/>
          <p:cNvSpPr txBox="1">
            <a:spLocks noChangeArrowheads="1"/>
          </p:cNvSpPr>
          <p:nvPr/>
        </p:nvSpPr>
        <p:spPr bwMode="auto">
          <a:xfrm>
            <a:off x="3332560" y="4018695"/>
            <a:ext cx="97155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GB" altLang="en-US" sz="1350" dirty="0"/>
              <a:t>Enrol</a:t>
            </a:r>
          </a:p>
        </p:txBody>
      </p:sp>
      <p:sp>
        <p:nvSpPr>
          <p:cNvPr id="33816" name="Text Box 19"/>
          <p:cNvSpPr txBox="1">
            <a:spLocks noChangeArrowheads="1"/>
          </p:cNvSpPr>
          <p:nvPr/>
        </p:nvSpPr>
        <p:spPr bwMode="auto">
          <a:xfrm>
            <a:off x="4296966" y="3590070"/>
            <a:ext cx="97155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GB" altLang="en-US" sz="1350" dirty="0"/>
              <a:t>Consists</a:t>
            </a:r>
          </a:p>
        </p:txBody>
      </p:sp>
      <p:sp>
        <p:nvSpPr>
          <p:cNvPr id="33817" name="Text Box 20"/>
          <p:cNvSpPr txBox="1">
            <a:spLocks noChangeArrowheads="1"/>
          </p:cNvSpPr>
          <p:nvPr/>
        </p:nvSpPr>
        <p:spPr bwMode="auto">
          <a:xfrm>
            <a:off x="5268516" y="2189895"/>
            <a:ext cx="97155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GB" altLang="en-US" sz="1350" dirty="0"/>
              <a:t>Manages</a:t>
            </a:r>
          </a:p>
        </p:txBody>
      </p:sp>
      <p:sp>
        <p:nvSpPr>
          <p:cNvPr id="31768" name="Text Box 21"/>
          <p:cNvSpPr txBox="1">
            <a:spLocks noChangeArrowheads="1"/>
          </p:cNvSpPr>
          <p:nvPr/>
        </p:nvSpPr>
        <p:spPr bwMode="auto">
          <a:xfrm>
            <a:off x="1424583" y="2991394"/>
            <a:ext cx="1566863" cy="300082"/>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defRPr/>
            </a:pPr>
            <a:r>
              <a:rPr lang="en-GB" sz="1350" dirty="0"/>
              <a:t>Module_Register</a:t>
            </a:r>
          </a:p>
        </p:txBody>
      </p:sp>
      <p:sp>
        <p:nvSpPr>
          <p:cNvPr id="33821" name="Line 22"/>
          <p:cNvSpPr>
            <a:spLocks noChangeShapeType="1"/>
          </p:cNvSpPr>
          <p:nvPr/>
        </p:nvSpPr>
        <p:spPr bwMode="auto">
          <a:xfrm flipV="1">
            <a:off x="2288977" y="3261666"/>
            <a:ext cx="0" cy="86320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sz="1350" dirty="0"/>
          </a:p>
        </p:txBody>
      </p:sp>
      <p:sp>
        <p:nvSpPr>
          <p:cNvPr id="33822" name="Line 23"/>
          <p:cNvSpPr>
            <a:spLocks noChangeShapeType="1"/>
          </p:cNvSpPr>
          <p:nvPr/>
        </p:nvSpPr>
        <p:spPr bwMode="auto">
          <a:xfrm flipH="1" flipV="1">
            <a:off x="2127052" y="3261666"/>
            <a:ext cx="161925" cy="1619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sz="1350" dirty="0"/>
          </a:p>
        </p:txBody>
      </p:sp>
      <p:sp>
        <p:nvSpPr>
          <p:cNvPr id="33823" name="Line 24"/>
          <p:cNvSpPr>
            <a:spLocks noChangeShapeType="1"/>
          </p:cNvSpPr>
          <p:nvPr/>
        </p:nvSpPr>
        <p:spPr bwMode="auto">
          <a:xfrm flipV="1">
            <a:off x="2288977" y="3261666"/>
            <a:ext cx="161925" cy="1619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sz="1350" dirty="0"/>
          </a:p>
        </p:txBody>
      </p:sp>
      <p:sp>
        <p:nvSpPr>
          <p:cNvPr id="33824" name="Line 25"/>
          <p:cNvSpPr>
            <a:spLocks noChangeShapeType="1"/>
          </p:cNvSpPr>
          <p:nvPr/>
        </p:nvSpPr>
        <p:spPr bwMode="auto">
          <a:xfrm flipH="1">
            <a:off x="2991446" y="3153319"/>
            <a:ext cx="17287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sz="1350" dirty="0"/>
          </a:p>
        </p:txBody>
      </p:sp>
      <p:sp>
        <p:nvSpPr>
          <p:cNvPr id="33825" name="Line 26"/>
          <p:cNvSpPr>
            <a:spLocks noChangeShapeType="1"/>
          </p:cNvSpPr>
          <p:nvPr/>
        </p:nvSpPr>
        <p:spPr bwMode="auto">
          <a:xfrm flipH="1" flipV="1">
            <a:off x="2991446" y="3060450"/>
            <a:ext cx="161925" cy="928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sz="1350" dirty="0"/>
          </a:p>
        </p:txBody>
      </p:sp>
      <p:sp>
        <p:nvSpPr>
          <p:cNvPr id="33826" name="Line 27"/>
          <p:cNvSpPr>
            <a:spLocks noChangeShapeType="1"/>
          </p:cNvSpPr>
          <p:nvPr/>
        </p:nvSpPr>
        <p:spPr bwMode="auto">
          <a:xfrm flipH="1">
            <a:off x="2991446" y="3153319"/>
            <a:ext cx="161925" cy="5357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sz="1350" dirty="0"/>
          </a:p>
        </p:txBody>
      </p:sp>
      <p:sp>
        <p:nvSpPr>
          <p:cNvPr id="33827" name="Line 28"/>
          <p:cNvSpPr>
            <a:spLocks noChangeShapeType="1"/>
          </p:cNvSpPr>
          <p:nvPr/>
        </p:nvSpPr>
        <p:spPr bwMode="auto">
          <a:xfrm flipH="1" flipV="1">
            <a:off x="2946798" y="4187764"/>
            <a:ext cx="215503" cy="10834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sz="1350" dirty="0"/>
          </a:p>
        </p:txBody>
      </p:sp>
      <p:sp>
        <p:nvSpPr>
          <p:cNvPr id="33828" name="Line 29"/>
          <p:cNvSpPr>
            <a:spLocks noChangeShapeType="1"/>
          </p:cNvSpPr>
          <p:nvPr/>
        </p:nvSpPr>
        <p:spPr bwMode="auto">
          <a:xfrm flipH="1">
            <a:off x="2946798" y="4296112"/>
            <a:ext cx="215503" cy="1071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sz="1350" dirty="0"/>
          </a:p>
        </p:txBody>
      </p:sp>
      <p:sp>
        <p:nvSpPr>
          <p:cNvPr id="33829" name="Text Box 35"/>
          <p:cNvSpPr txBox="1">
            <a:spLocks noChangeArrowheads="1"/>
          </p:cNvSpPr>
          <p:nvPr/>
        </p:nvSpPr>
        <p:spPr bwMode="auto">
          <a:xfrm>
            <a:off x="1287662" y="3581944"/>
            <a:ext cx="97155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GB" altLang="en-US" sz="1350" dirty="0"/>
              <a:t>Register</a:t>
            </a:r>
          </a:p>
        </p:txBody>
      </p:sp>
      <p:sp>
        <p:nvSpPr>
          <p:cNvPr id="33830" name="Text Box 36"/>
          <p:cNvSpPr txBox="1">
            <a:spLocks noChangeArrowheads="1"/>
          </p:cNvSpPr>
          <p:nvPr/>
        </p:nvSpPr>
        <p:spPr bwMode="auto">
          <a:xfrm>
            <a:off x="3430787" y="3206897"/>
            <a:ext cx="97155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GB" altLang="en-US" sz="1350" dirty="0"/>
              <a:t>Listed</a:t>
            </a:r>
          </a:p>
        </p:txBody>
      </p:sp>
      <p:cxnSp>
        <p:nvCxnSpPr>
          <p:cNvPr id="33831" name="Straight Connector 38"/>
          <p:cNvCxnSpPr>
            <a:cxnSpLocks noChangeShapeType="1"/>
          </p:cNvCxnSpPr>
          <p:nvPr/>
        </p:nvCxnSpPr>
        <p:spPr bwMode="auto">
          <a:xfrm rot="10800000">
            <a:off x="4243388" y="2143462"/>
            <a:ext cx="964406" cy="11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3832" name="Straight Connector 40"/>
          <p:cNvCxnSpPr>
            <a:cxnSpLocks noChangeShapeType="1"/>
          </p:cNvCxnSpPr>
          <p:nvPr/>
        </p:nvCxnSpPr>
        <p:spPr bwMode="auto">
          <a:xfrm rot="5400000" flipH="1" flipV="1">
            <a:off x="4082059" y="1982132"/>
            <a:ext cx="321469" cy="11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3833" name="Straight Connector 42"/>
          <p:cNvCxnSpPr>
            <a:cxnSpLocks noChangeShapeType="1"/>
            <a:stCxn id="33802" idx="1"/>
            <a:endCxn id="33803" idx="3"/>
          </p:cNvCxnSpPr>
          <p:nvPr/>
        </p:nvCxnSpPr>
        <p:spPr bwMode="auto">
          <a:xfrm rot="10800000">
            <a:off x="4841081" y="1694595"/>
            <a:ext cx="1223963" cy="119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3834" name="Straight Connector 46"/>
          <p:cNvCxnSpPr>
            <a:cxnSpLocks noChangeShapeType="1"/>
            <a:stCxn id="33802" idx="2"/>
          </p:cNvCxnSpPr>
          <p:nvPr/>
        </p:nvCxnSpPr>
        <p:spPr bwMode="auto">
          <a:xfrm rot="16200000" flipH="1">
            <a:off x="5633443" y="3051313"/>
            <a:ext cx="2450306" cy="202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3835" name="Straight Connector 48"/>
          <p:cNvCxnSpPr>
            <a:cxnSpLocks noChangeShapeType="1"/>
            <a:stCxn id="33809" idx="3"/>
          </p:cNvCxnSpPr>
          <p:nvPr/>
        </p:nvCxnSpPr>
        <p:spPr bwMode="auto">
          <a:xfrm>
            <a:off x="5809061" y="4274680"/>
            <a:ext cx="1059656" cy="1190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3836" name="Straight Connector 50"/>
          <p:cNvCxnSpPr>
            <a:cxnSpLocks noChangeShapeType="1"/>
          </p:cNvCxnSpPr>
          <p:nvPr/>
        </p:nvCxnSpPr>
        <p:spPr bwMode="auto">
          <a:xfrm>
            <a:off x="4832748" y="1554101"/>
            <a:ext cx="187324" cy="14049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3837" name="Straight Connector 59"/>
          <p:cNvCxnSpPr>
            <a:cxnSpLocks noChangeShapeType="1"/>
          </p:cNvCxnSpPr>
          <p:nvPr/>
        </p:nvCxnSpPr>
        <p:spPr bwMode="auto">
          <a:xfrm flipH="1">
            <a:off x="4841081" y="1707691"/>
            <a:ext cx="178991" cy="13533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3838" name="Straight Connector 61"/>
          <p:cNvCxnSpPr>
            <a:cxnSpLocks noChangeShapeType="1"/>
          </p:cNvCxnSpPr>
          <p:nvPr/>
        </p:nvCxnSpPr>
        <p:spPr bwMode="auto">
          <a:xfrm>
            <a:off x="5797154" y="4125852"/>
            <a:ext cx="267890" cy="16073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3839" name="Straight Connector 63"/>
          <p:cNvCxnSpPr>
            <a:cxnSpLocks noChangeShapeType="1"/>
          </p:cNvCxnSpPr>
          <p:nvPr/>
        </p:nvCxnSpPr>
        <p:spPr bwMode="auto">
          <a:xfrm rot="10800000" flipV="1">
            <a:off x="5797154" y="4286587"/>
            <a:ext cx="267890" cy="1071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33840" name="Text Box 5"/>
          <p:cNvSpPr txBox="1">
            <a:spLocks noChangeArrowheads="1"/>
          </p:cNvSpPr>
          <p:nvPr/>
        </p:nvSpPr>
        <p:spPr bwMode="auto">
          <a:xfrm>
            <a:off x="6922294" y="2625664"/>
            <a:ext cx="89773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GB" altLang="en-US" sz="1350" dirty="0"/>
              <a:t>Runs</a:t>
            </a:r>
          </a:p>
        </p:txBody>
      </p:sp>
      <p:sp>
        <p:nvSpPr>
          <p:cNvPr id="39" name="Title 1"/>
          <p:cNvSpPr>
            <a:spLocks noGrp="1"/>
          </p:cNvSpPr>
          <p:nvPr>
            <p:ph type="title"/>
          </p:nvPr>
        </p:nvSpPr>
        <p:spPr>
          <a:xfrm>
            <a:off x="479398" y="569467"/>
            <a:ext cx="8229600" cy="374461"/>
          </a:xfrm>
        </p:spPr>
        <p:txBody>
          <a:bodyPr>
            <a:normAutofit fontScale="90000"/>
          </a:bodyPr>
          <a:lstStyle/>
          <a:p>
            <a:r>
              <a:rPr lang="en-GB" dirty="0"/>
              <a:t>Entities Relationship Diagram</a:t>
            </a:r>
            <a:br>
              <a:rPr lang="en-GB" dirty="0"/>
            </a:br>
            <a:r>
              <a:rPr lang="en-GB" dirty="0"/>
              <a:t>- Solution</a:t>
            </a:r>
          </a:p>
        </p:txBody>
      </p:sp>
    </p:spTree>
    <p:extLst>
      <p:ext uri="{BB962C8B-B14F-4D97-AF65-F5344CB8AC3E}">
        <p14:creationId xmlns:p14="http://schemas.microsoft.com/office/powerpoint/2010/main" val="427161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80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380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38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38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380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380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380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380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38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38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38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38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381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381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381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381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382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382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3831"/>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3832"/>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3833"/>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3834"/>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3835"/>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3836"/>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3837"/>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3838"/>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383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3840"/>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1768"/>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33821"/>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3829"/>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3824"/>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33830"/>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33823"/>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33822"/>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33826"/>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338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02" grpId="0" animBg="1"/>
      <p:bldP spid="33803" grpId="0" animBg="1"/>
      <p:bldP spid="33804" grpId="0"/>
      <p:bldP spid="33805" grpId="0" animBg="1"/>
      <p:bldP spid="33806" grpId="0" animBg="1"/>
      <p:bldP spid="33807" grpId="0" animBg="1"/>
      <p:bldP spid="33808" grpId="0" animBg="1"/>
      <p:bldP spid="33809" grpId="0" animBg="1"/>
      <p:bldP spid="33810" grpId="0" animBg="1"/>
      <p:bldP spid="33811" grpId="0" animBg="1"/>
      <p:bldP spid="33812" grpId="0" animBg="1"/>
      <p:bldP spid="33813" grpId="0" animBg="1"/>
      <p:bldP spid="33814" grpId="0" animBg="1"/>
      <p:bldP spid="33815" grpId="0"/>
      <p:bldP spid="33816" grpId="0"/>
      <p:bldP spid="33817" grpId="0"/>
      <p:bldP spid="31768" grpId="0" animBg="1"/>
      <p:bldP spid="33821" grpId="0" animBg="1"/>
      <p:bldP spid="33822" grpId="0" animBg="1"/>
      <p:bldP spid="33823" grpId="0" animBg="1"/>
      <p:bldP spid="33824" grpId="0" animBg="1"/>
      <p:bldP spid="33825" grpId="0" animBg="1"/>
      <p:bldP spid="33826" grpId="0" animBg="1"/>
      <p:bldP spid="33827" grpId="0" animBg="1"/>
      <p:bldP spid="33828" grpId="0" animBg="1"/>
      <p:bldP spid="33829" grpId="0"/>
      <p:bldP spid="33830" grpId="0"/>
      <p:bldP spid="3384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p:cNvSpPr>
            <a:spLocks noGrp="1" noChangeArrowheads="1"/>
          </p:cNvSpPr>
          <p:nvPr>
            <p:ph type="title"/>
          </p:nvPr>
        </p:nvSpPr>
        <p:spPr/>
        <p:txBody>
          <a:bodyPr/>
          <a:lstStyle/>
          <a:p>
            <a:pPr>
              <a:defRPr/>
            </a:pPr>
            <a:r>
              <a:rPr lang="en-GB" dirty="0"/>
              <a:t>Sample Attributes</a:t>
            </a:r>
          </a:p>
        </p:txBody>
      </p:sp>
      <p:graphicFrame>
        <p:nvGraphicFramePr>
          <p:cNvPr id="3" name="Diagram 2"/>
          <p:cNvGraphicFramePr/>
          <p:nvPr>
            <p:extLst>
              <p:ext uri="{D42A27DB-BD31-4B8C-83A1-F6EECF244321}">
                <p14:modId xmlns:p14="http://schemas.microsoft.com/office/powerpoint/2010/main" val="3344121658"/>
              </p:ext>
            </p:extLst>
          </p:nvPr>
        </p:nvGraphicFramePr>
        <p:xfrm>
          <a:off x="611560" y="1059582"/>
          <a:ext cx="8136904" cy="39604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19555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3">
                                            <p:graphicEl>
                                              <a:dgm id="{52393983-AD39-4D03-A365-6CDC41FF93FA}"/>
                                            </p:graphicEl>
                                          </p:spTgt>
                                        </p:tgtEl>
                                        <p:attrNameLst>
                                          <p:attrName>style.visibility</p:attrName>
                                        </p:attrNameLst>
                                      </p:cBhvr>
                                      <p:to>
                                        <p:strVal val="visible"/>
                                      </p:to>
                                    </p:set>
                                    <p:anim calcmode="lin" valueType="num">
                                      <p:cBhvr>
                                        <p:cTn id="7" dur="1000" fill="hold"/>
                                        <p:tgtEl>
                                          <p:spTgt spid="3">
                                            <p:graphicEl>
                                              <a:dgm id="{52393983-AD39-4D03-A365-6CDC41FF93FA}"/>
                                            </p:graphicEl>
                                          </p:spTgt>
                                        </p:tgtEl>
                                        <p:attrNameLst>
                                          <p:attrName>ppt_w</p:attrName>
                                        </p:attrNameLst>
                                      </p:cBhvr>
                                      <p:tavLst>
                                        <p:tav tm="0">
                                          <p:val>
                                            <p:fltVal val="0"/>
                                          </p:val>
                                        </p:tav>
                                        <p:tav tm="100000">
                                          <p:val>
                                            <p:strVal val="#ppt_w"/>
                                          </p:val>
                                        </p:tav>
                                      </p:tavLst>
                                    </p:anim>
                                    <p:anim calcmode="lin" valueType="num">
                                      <p:cBhvr>
                                        <p:cTn id="8" dur="1000" fill="hold"/>
                                        <p:tgtEl>
                                          <p:spTgt spid="3">
                                            <p:graphicEl>
                                              <a:dgm id="{52393983-AD39-4D03-A365-6CDC41FF93FA}"/>
                                            </p:graphicEl>
                                          </p:spTgt>
                                        </p:tgtEl>
                                        <p:attrNameLst>
                                          <p:attrName>ppt_h</p:attrName>
                                        </p:attrNameLst>
                                      </p:cBhvr>
                                      <p:tavLst>
                                        <p:tav tm="0">
                                          <p:val>
                                            <p:fltVal val="0"/>
                                          </p:val>
                                        </p:tav>
                                        <p:tav tm="100000">
                                          <p:val>
                                            <p:strVal val="#ppt_h"/>
                                          </p:val>
                                        </p:tav>
                                      </p:tavLst>
                                    </p:anim>
                                    <p:anim calcmode="lin" valueType="num">
                                      <p:cBhvr>
                                        <p:cTn id="9" dur="1000" fill="hold"/>
                                        <p:tgtEl>
                                          <p:spTgt spid="3">
                                            <p:graphicEl>
                                              <a:dgm id="{52393983-AD39-4D03-A365-6CDC41FF93FA}"/>
                                            </p:graphicEl>
                                          </p:spTgt>
                                        </p:tgtEl>
                                        <p:attrNameLst>
                                          <p:attrName>style.rotation</p:attrName>
                                        </p:attrNameLst>
                                      </p:cBhvr>
                                      <p:tavLst>
                                        <p:tav tm="0">
                                          <p:val>
                                            <p:fltVal val="90"/>
                                          </p:val>
                                        </p:tav>
                                        <p:tav tm="100000">
                                          <p:val>
                                            <p:fltVal val="0"/>
                                          </p:val>
                                        </p:tav>
                                      </p:tavLst>
                                    </p:anim>
                                    <p:animEffect transition="in" filter="fade">
                                      <p:cBhvr>
                                        <p:cTn id="10" dur="1000"/>
                                        <p:tgtEl>
                                          <p:spTgt spid="3">
                                            <p:graphicEl>
                                              <a:dgm id="{52393983-AD39-4D03-A365-6CDC41FF93FA}"/>
                                            </p:graphicEl>
                                          </p:spTgt>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3">
                                            <p:graphicEl>
                                              <a:dgm id="{0691A92A-F060-49B7-A552-3111C7FFD37D}"/>
                                            </p:graphicEl>
                                          </p:spTgt>
                                        </p:tgtEl>
                                        <p:attrNameLst>
                                          <p:attrName>style.visibility</p:attrName>
                                        </p:attrNameLst>
                                      </p:cBhvr>
                                      <p:to>
                                        <p:strVal val="visible"/>
                                      </p:to>
                                    </p:set>
                                    <p:anim calcmode="lin" valueType="num">
                                      <p:cBhvr>
                                        <p:cTn id="13" dur="1000" fill="hold"/>
                                        <p:tgtEl>
                                          <p:spTgt spid="3">
                                            <p:graphicEl>
                                              <a:dgm id="{0691A92A-F060-49B7-A552-3111C7FFD37D}"/>
                                            </p:graphicEl>
                                          </p:spTgt>
                                        </p:tgtEl>
                                        <p:attrNameLst>
                                          <p:attrName>ppt_w</p:attrName>
                                        </p:attrNameLst>
                                      </p:cBhvr>
                                      <p:tavLst>
                                        <p:tav tm="0">
                                          <p:val>
                                            <p:fltVal val="0"/>
                                          </p:val>
                                        </p:tav>
                                        <p:tav tm="100000">
                                          <p:val>
                                            <p:strVal val="#ppt_w"/>
                                          </p:val>
                                        </p:tav>
                                      </p:tavLst>
                                    </p:anim>
                                    <p:anim calcmode="lin" valueType="num">
                                      <p:cBhvr>
                                        <p:cTn id="14" dur="1000" fill="hold"/>
                                        <p:tgtEl>
                                          <p:spTgt spid="3">
                                            <p:graphicEl>
                                              <a:dgm id="{0691A92A-F060-49B7-A552-3111C7FFD37D}"/>
                                            </p:graphicEl>
                                          </p:spTgt>
                                        </p:tgtEl>
                                        <p:attrNameLst>
                                          <p:attrName>ppt_h</p:attrName>
                                        </p:attrNameLst>
                                      </p:cBhvr>
                                      <p:tavLst>
                                        <p:tav tm="0">
                                          <p:val>
                                            <p:fltVal val="0"/>
                                          </p:val>
                                        </p:tav>
                                        <p:tav tm="100000">
                                          <p:val>
                                            <p:strVal val="#ppt_h"/>
                                          </p:val>
                                        </p:tav>
                                      </p:tavLst>
                                    </p:anim>
                                    <p:anim calcmode="lin" valueType="num">
                                      <p:cBhvr>
                                        <p:cTn id="15" dur="1000" fill="hold"/>
                                        <p:tgtEl>
                                          <p:spTgt spid="3">
                                            <p:graphicEl>
                                              <a:dgm id="{0691A92A-F060-49B7-A552-3111C7FFD37D}"/>
                                            </p:graphicEl>
                                          </p:spTgt>
                                        </p:tgtEl>
                                        <p:attrNameLst>
                                          <p:attrName>style.rotation</p:attrName>
                                        </p:attrNameLst>
                                      </p:cBhvr>
                                      <p:tavLst>
                                        <p:tav tm="0">
                                          <p:val>
                                            <p:fltVal val="90"/>
                                          </p:val>
                                        </p:tav>
                                        <p:tav tm="100000">
                                          <p:val>
                                            <p:fltVal val="0"/>
                                          </p:val>
                                        </p:tav>
                                      </p:tavLst>
                                    </p:anim>
                                    <p:animEffect transition="in" filter="fade">
                                      <p:cBhvr>
                                        <p:cTn id="16" dur="1000"/>
                                        <p:tgtEl>
                                          <p:spTgt spid="3">
                                            <p:graphicEl>
                                              <a:dgm id="{0691A92A-F060-49B7-A552-3111C7FFD37D}"/>
                                            </p:graphicEl>
                                          </p:spTgt>
                                        </p:tgtEl>
                                      </p:cBhvr>
                                    </p:animEffect>
                                  </p:childTnLst>
                                </p:cTn>
                              </p:par>
                              <p:par>
                                <p:cTn id="17" presetID="31" presetClass="entr" presetSubtype="0" fill="hold" grpId="0" nodeType="withEffect">
                                  <p:stCondLst>
                                    <p:cond delay="0"/>
                                  </p:stCondLst>
                                  <p:childTnLst>
                                    <p:set>
                                      <p:cBhvr>
                                        <p:cTn id="18" dur="1" fill="hold">
                                          <p:stCondLst>
                                            <p:cond delay="0"/>
                                          </p:stCondLst>
                                        </p:cTn>
                                        <p:tgtEl>
                                          <p:spTgt spid="3">
                                            <p:graphicEl>
                                              <a:dgm id="{D40425DE-FC53-4C82-8AEC-E6422A82237F}"/>
                                            </p:graphicEl>
                                          </p:spTgt>
                                        </p:tgtEl>
                                        <p:attrNameLst>
                                          <p:attrName>style.visibility</p:attrName>
                                        </p:attrNameLst>
                                      </p:cBhvr>
                                      <p:to>
                                        <p:strVal val="visible"/>
                                      </p:to>
                                    </p:set>
                                    <p:anim calcmode="lin" valueType="num">
                                      <p:cBhvr>
                                        <p:cTn id="19" dur="1000" fill="hold"/>
                                        <p:tgtEl>
                                          <p:spTgt spid="3">
                                            <p:graphicEl>
                                              <a:dgm id="{D40425DE-FC53-4C82-8AEC-E6422A82237F}"/>
                                            </p:graphicEl>
                                          </p:spTgt>
                                        </p:tgtEl>
                                        <p:attrNameLst>
                                          <p:attrName>ppt_w</p:attrName>
                                        </p:attrNameLst>
                                      </p:cBhvr>
                                      <p:tavLst>
                                        <p:tav tm="0">
                                          <p:val>
                                            <p:fltVal val="0"/>
                                          </p:val>
                                        </p:tav>
                                        <p:tav tm="100000">
                                          <p:val>
                                            <p:strVal val="#ppt_w"/>
                                          </p:val>
                                        </p:tav>
                                      </p:tavLst>
                                    </p:anim>
                                    <p:anim calcmode="lin" valueType="num">
                                      <p:cBhvr>
                                        <p:cTn id="20" dur="1000" fill="hold"/>
                                        <p:tgtEl>
                                          <p:spTgt spid="3">
                                            <p:graphicEl>
                                              <a:dgm id="{D40425DE-FC53-4C82-8AEC-E6422A82237F}"/>
                                            </p:graphicEl>
                                          </p:spTgt>
                                        </p:tgtEl>
                                        <p:attrNameLst>
                                          <p:attrName>ppt_h</p:attrName>
                                        </p:attrNameLst>
                                      </p:cBhvr>
                                      <p:tavLst>
                                        <p:tav tm="0">
                                          <p:val>
                                            <p:fltVal val="0"/>
                                          </p:val>
                                        </p:tav>
                                        <p:tav tm="100000">
                                          <p:val>
                                            <p:strVal val="#ppt_h"/>
                                          </p:val>
                                        </p:tav>
                                      </p:tavLst>
                                    </p:anim>
                                    <p:anim calcmode="lin" valueType="num">
                                      <p:cBhvr>
                                        <p:cTn id="21" dur="1000" fill="hold"/>
                                        <p:tgtEl>
                                          <p:spTgt spid="3">
                                            <p:graphicEl>
                                              <a:dgm id="{D40425DE-FC53-4C82-8AEC-E6422A82237F}"/>
                                            </p:graphicEl>
                                          </p:spTgt>
                                        </p:tgtEl>
                                        <p:attrNameLst>
                                          <p:attrName>style.rotation</p:attrName>
                                        </p:attrNameLst>
                                      </p:cBhvr>
                                      <p:tavLst>
                                        <p:tav tm="0">
                                          <p:val>
                                            <p:fltVal val="90"/>
                                          </p:val>
                                        </p:tav>
                                        <p:tav tm="100000">
                                          <p:val>
                                            <p:fltVal val="0"/>
                                          </p:val>
                                        </p:tav>
                                      </p:tavLst>
                                    </p:anim>
                                    <p:animEffect transition="in" filter="fade">
                                      <p:cBhvr>
                                        <p:cTn id="22" dur="1000"/>
                                        <p:tgtEl>
                                          <p:spTgt spid="3">
                                            <p:graphicEl>
                                              <a:dgm id="{D40425DE-FC53-4C82-8AEC-E6422A82237F}"/>
                                            </p:graphicEl>
                                          </p:spTgt>
                                        </p:tgtEl>
                                      </p:cBhvr>
                                    </p:animEffect>
                                  </p:childTnLst>
                                </p:cTn>
                              </p:par>
                              <p:par>
                                <p:cTn id="23" presetID="31" presetClass="entr" presetSubtype="0" fill="hold" grpId="0" nodeType="withEffect">
                                  <p:stCondLst>
                                    <p:cond delay="0"/>
                                  </p:stCondLst>
                                  <p:childTnLst>
                                    <p:set>
                                      <p:cBhvr>
                                        <p:cTn id="24" dur="1" fill="hold">
                                          <p:stCondLst>
                                            <p:cond delay="0"/>
                                          </p:stCondLst>
                                        </p:cTn>
                                        <p:tgtEl>
                                          <p:spTgt spid="3">
                                            <p:graphicEl>
                                              <a:dgm id="{A11D1764-32E4-4577-B386-95B073A86705}"/>
                                            </p:graphicEl>
                                          </p:spTgt>
                                        </p:tgtEl>
                                        <p:attrNameLst>
                                          <p:attrName>style.visibility</p:attrName>
                                        </p:attrNameLst>
                                      </p:cBhvr>
                                      <p:to>
                                        <p:strVal val="visible"/>
                                      </p:to>
                                    </p:set>
                                    <p:anim calcmode="lin" valueType="num">
                                      <p:cBhvr>
                                        <p:cTn id="25" dur="1000" fill="hold"/>
                                        <p:tgtEl>
                                          <p:spTgt spid="3">
                                            <p:graphicEl>
                                              <a:dgm id="{A11D1764-32E4-4577-B386-95B073A86705}"/>
                                            </p:graphicEl>
                                          </p:spTgt>
                                        </p:tgtEl>
                                        <p:attrNameLst>
                                          <p:attrName>ppt_w</p:attrName>
                                        </p:attrNameLst>
                                      </p:cBhvr>
                                      <p:tavLst>
                                        <p:tav tm="0">
                                          <p:val>
                                            <p:fltVal val="0"/>
                                          </p:val>
                                        </p:tav>
                                        <p:tav tm="100000">
                                          <p:val>
                                            <p:strVal val="#ppt_w"/>
                                          </p:val>
                                        </p:tav>
                                      </p:tavLst>
                                    </p:anim>
                                    <p:anim calcmode="lin" valueType="num">
                                      <p:cBhvr>
                                        <p:cTn id="26" dur="1000" fill="hold"/>
                                        <p:tgtEl>
                                          <p:spTgt spid="3">
                                            <p:graphicEl>
                                              <a:dgm id="{A11D1764-32E4-4577-B386-95B073A86705}"/>
                                            </p:graphicEl>
                                          </p:spTgt>
                                        </p:tgtEl>
                                        <p:attrNameLst>
                                          <p:attrName>ppt_h</p:attrName>
                                        </p:attrNameLst>
                                      </p:cBhvr>
                                      <p:tavLst>
                                        <p:tav tm="0">
                                          <p:val>
                                            <p:fltVal val="0"/>
                                          </p:val>
                                        </p:tav>
                                        <p:tav tm="100000">
                                          <p:val>
                                            <p:strVal val="#ppt_h"/>
                                          </p:val>
                                        </p:tav>
                                      </p:tavLst>
                                    </p:anim>
                                    <p:anim calcmode="lin" valueType="num">
                                      <p:cBhvr>
                                        <p:cTn id="27" dur="1000" fill="hold"/>
                                        <p:tgtEl>
                                          <p:spTgt spid="3">
                                            <p:graphicEl>
                                              <a:dgm id="{A11D1764-32E4-4577-B386-95B073A86705}"/>
                                            </p:graphicEl>
                                          </p:spTgt>
                                        </p:tgtEl>
                                        <p:attrNameLst>
                                          <p:attrName>style.rotation</p:attrName>
                                        </p:attrNameLst>
                                      </p:cBhvr>
                                      <p:tavLst>
                                        <p:tav tm="0">
                                          <p:val>
                                            <p:fltVal val="90"/>
                                          </p:val>
                                        </p:tav>
                                        <p:tav tm="100000">
                                          <p:val>
                                            <p:fltVal val="0"/>
                                          </p:val>
                                        </p:tav>
                                      </p:tavLst>
                                    </p:anim>
                                    <p:animEffect transition="in" filter="fade">
                                      <p:cBhvr>
                                        <p:cTn id="28" dur="1000"/>
                                        <p:tgtEl>
                                          <p:spTgt spid="3">
                                            <p:graphicEl>
                                              <a:dgm id="{A11D1764-32E4-4577-B386-95B073A86705}"/>
                                            </p:graphicEl>
                                          </p:spTgt>
                                        </p:tgtEl>
                                      </p:cBhvr>
                                    </p:animEffect>
                                  </p:childTnLst>
                                </p:cTn>
                              </p:par>
                              <p:par>
                                <p:cTn id="29" presetID="31" presetClass="entr" presetSubtype="0" fill="hold" grpId="0" nodeType="withEffect">
                                  <p:stCondLst>
                                    <p:cond delay="0"/>
                                  </p:stCondLst>
                                  <p:childTnLst>
                                    <p:set>
                                      <p:cBhvr>
                                        <p:cTn id="30" dur="1" fill="hold">
                                          <p:stCondLst>
                                            <p:cond delay="0"/>
                                          </p:stCondLst>
                                        </p:cTn>
                                        <p:tgtEl>
                                          <p:spTgt spid="3">
                                            <p:graphicEl>
                                              <a:dgm id="{2304A08F-7A64-4B7D-8C79-D6FC0FF545C0}"/>
                                            </p:graphicEl>
                                          </p:spTgt>
                                        </p:tgtEl>
                                        <p:attrNameLst>
                                          <p:attrName>style.visibility</p:attrName>
                                        </p:attrNameLst>
                                      </p:cBhvr>
                                      <p:to>
                                        <p:strVal val="visible"/>
                                      </p:to>
                                    </p:set>
                                    <p:anim calcmode="lin" valueType="num">
                                      <p:cBhvr>
                                        <p:cTn id="31" dur="1000" fill="hold"/>
                                        <p:tgtEl>
                                          <p:spTgt spid="3">
                                            <p:graphicEl>
                                              <a:dgm id="{2304A08F-7A64-4B7D-8C79-D6FC0FF545C0}"/>
                                            </p:graphicEl>
                                          </p:spTgt>
                                        </p:tgtEl>
                                        <p:attrNameLst>
                                          <p:attrName>ppt_w</p:attrName>
                                        </p:attrNameLst>
                                      </p:cBhvr>
                                      <p:tavLst>
                                        <p:tav tm="0">
                                          <p:val>
                                            <p:fltVal val="0"/>
                                          </p:val>
                                        </p:tav>
                                        <p:tav tm="100000">
                                          <p:val>
                                            <p:strVal val="#ppt_w"/>
                                          </p:val>
                                        </p:tav>
                                      </p:tavLst>
                                    </p:anim>
                                    <p:anim calcmode="lin" valueType="num">
                                      <p:cBhvr>
                                        <p:cTn id="32" dur="1000" fill="hold"/>
                                        <p:tgtEl>
                                          <p:spTgt spid="3">
                                            <p:graphicEl>
                                              <a:dgm id="{2304A08F-7A64-4B7D-8C79-D6FC0FF545C0}"/>
                                            </p:graphicEl>
                                          </p:spTgt>
                                        </p:tgtEl>
                                        <p:attrNameLst>
                                          <p:attrName>ppt_h</p:attrName>
                                        </p:attrNameLst>
                                      </p:cBhvr>
                                      <p:tavLst>
                                        <p:tav tm="0">
                                          <p:val>
                                            <p:fltVal val="0"/>
                                          </p:val>
                                        </p:tav>
                                        <p:tav tm="100000">
                                          <p:val>
                                            <p:strVal val="#ppt_h"/>
                                          </p:val>
                                        </p:tav>
                                      </p:tavLst>
                                    </p:anim>
                                    <p:anim calcmode="lin" valueType="num">
                                      <p:cBhvr>
                                        <p:cTn id="33" dur="1000" fill="hold"/>
                                        <p:tgtEl>
                                          <p:spTgt spid="3">
                                            <p:graphicEl>
                                              <a:dgm id="{2304A08F-7A64-4B7D-8C79-D6FC0FF545C0}"/>
                                            </p:graphicEl>
                                          </p:spTgt>
                                        </p:tgtEl>
                                        <p:attrNameLst>
                                          <p:attrName>style.rotation</p:attrName>
                                        </p:attrNameLst>
                                      </p:cBhvr>
                                      <p:tavLst>
                                        <p:tav tm="0">
                                          <p:val>
                                            <p:fltVal val="90"/>
                                          </p:val>
                                        </p:tav>
                                        <p:tav tm="100000">
                                          <p:val>
                                            <p:fltVal val="0"/>
                                          </p:val>
                                        </p:tav>
                                      </p:tavLst>
                                    </p:anim>
                                    <p:animEffect transition="in" filter="fade">
                                      <p:cBhvr>
                                        <p:cTn id="34" dur="1000"/>
                                        <p:tgtEl>
                                          <p:spTgt spid="3">
                                            <p:graphicEl>
                                              <a:dgm id="{2304A08F-7A64-4B7D-8C79-D6FC0FF545C0}"/>
                                            </p:graphicEl>
                                          </p:spTgt>
                                        </p:tgtEl>
                                      </p:cBhvr>
                                    </p:animEffect>
                                  </p:childTnLst>
                                </p:cTn>
                              </p:par>
                              <p:par>
                                <p:cTn id="35" presetID="31" presetClass="entr" presetSubtype="0" fill="hold" grpId="0" nodeType="withEffect">
                                  <p:stCondLst>
                                    <p:cond delay="0"/>
                                  </p:stCondLst>
                                  <p:childTnLst>
                                    <p:set>
                                      <p:cBhvr>
                                        <p:cTn id="36" dur="1" fill="hold">
                                          <p:stCondLst>
                                            <p:cond delay="0"/>
                                          </p:stCondLst>
                                        </p:cTn>
                                        <p:tgtEl>
                                          <p:spTgt spid="3">
                                            <p:graphicEl>
                                              <a:dgm id="{A79F693F-42CB-490E-BE8D-40343A4A950D}"/>
                                            </p:graphicEl>
                                          </p:spTgt>
                                        </p:tgtEl>
                                        <p:attrNameLst>
                                          <p:attrName>style.visibility</p:attrName>
                                        </p:attrNameLst>
                                      </p:cBhvr>
                                      <p:to>
                                        <p:strVal val="visible"/>
                                      </p:to>
                                    </p:set>
                                    <p:anim calcmode="lin" valueType="num">
                                      <p:cBhvr>
                                        <p:cTn id="37" dur="1000" fill="hold"/>
                                        <p:tgtEl>
                                          <p:spTgt spid="3">
                                            <p:graphicEl>
                                              <a:dgm id="{A79F693F-42CB-490E-BE8D-40343A4A950D}"/>
                                            </p:graphicEl>
                                          </p:spTgt>
                                        </p:tgtEl>
                                        <p:attrNameLst>
                                          <p:attrName>ppt_w</p:attrName>
                                        </p:attrNameLst>
                                      </p:cBhvr>
                                      <p:tavLst>
                                        <p:tav tm="0">
                                          <p:val>
                                            <p:fltVal val="0"/>
                                          </p:val>
                                        </p:tav>
                                        <p:tav tm="100000">
                                          <p:val>
                                            <p:strVal val="#ppt_w"/>
                                          </p:val>
                                        </p:tav>
                                      </p:tavLst>
                                    </p:anim>
                                    <p:anim calcmode="lin" valueType="num">
                                      <p:cBhvr>
                                        <p:cTn id="38" dur="1000" fill="hold"/>
                                        <p:tgtEl>
                                          <p:spTgt spid="3">
                                            <p:graphicEl>
                                              <a:dgm id="{A79F693F-42CB-490E-BE8D-40343A4A950D}"/>
                                            </p:graphicEl>
                                          </p:spTgt>
                                        </p:tgtEl>
                                        <p:attrNameLst>
                                          <p:attrName>ppt_h</p:attrName>
                                        </p:attrNameLst>
                                      </p:cBhvr>
                                      <p:tavLst>
                                        <p:tav tm="0">
                                          <p:val>
                                            <p:fltVal val="0"/>
                                          </p:val>
                                        </p:tav>
                                        <p:tav tm="100000">
                                          <p:val>
                                            <p:strVal val="#ppt_h"/>
                                          </p:val>
                                        </p:tav>
                                      </p:tavLst>
                                    </p:anim>
                                    <p:anim calcmode="lin" valueType="num">
                                      <p:cBhvr>
                                        <p:cTn id="39" dur="1000" fill="hold"/>
                                        <p:tgtEl>
                                          <p:spTgt spid="3">
                                            <p:graphicEl>
                                              <a:dgm id="{A79F693F-42CB-490E-BE8D-40343A4A950D}"/>
                                            </p:graphicEl>
                                          </p:spTgt>
                                        </p:tgtEl>
                                        <p:attrNameLst>
                                          <p:attrName>style.rotation</p:attrName>
                                        </p:attrNameLst>
                                      </p:cBhvr>
                                      <p:tavLst>
                                        <p:tav tm="0">
                                          <p:val>
                                            <p:fltVal val="90"/>
                                          </p:val>
                                        </p:tav>
                                        <p:tav tm="100000">
                                          <p:val>
                                            <p:fltVal val="0"/>
                                          </p:val>
                                        </p:tav>
                                      </p:tavLst>
                                    </p:anim>
                                    <p:animEffect transition="in" filter="fade">
                                      <p:cBhvr>
                                        <p:cTn id="40" dur="1000"/>
                                        <p:tgtEl>
                                          <p:spTgt spid="3">
                                            <p:graphicEl>
                                              <a:dgm id="{A79F693F-42CB-490E-BE8D-40343A4A950D}"/>
                                            </p:graphicEl>
                                          </p:spTgt>
                                        </p:tgtEl>
                                      </p:cBhvr>
                                    </p:animEffect>
                                  </p:childTnLst>
                                </p:cTn>
                              </p:par>
                            </p:childTnLst>
                          </p:cTn>
                        </p:par>
                      </p:childTnLst>
                    </p:cTn>
                  </p:par>
                  <p:par>
                    <p:cTn id="41" fill="hold">
                      <p:stCondLst>
                        <p:cond delay="indefinite"/>
                      </p:stCondLst>
                      <p:childTnLst>
                        <p:par>
                          <p:cTn id="42" fill="hold">
                            <p:stCondLst>
                              <p:cond delay="0"/>
                            </p:stCondLst>
                            <p:childTnLst>
                              <p:par>
                                <p:cTn id="43" presetID="31" presetClass="entr" presetSubtype="0" fill="hold" grpId="0" nodeType="clickEffect">
                                  <p:stCondLst>
                                    <p:cond delay="0"/>
                                  </p:stCondLst>
                                  <p:childTnLst>
                                    <p:set>
                                      <p:cBhvr>
                                        <p:cTn id="44" dur="1" fill="hold">
                                          <p:stCondLst>
                                            <p:cond delay="0"/>
                                          </p:stCondLst>
                                        </p:cTn>
                                        <p:tgtEl>
                                          <p:spTgt spid="3">
                                            <p:graphicEl>
                                              <a:dgm id="{9E4F4C99-5FCB-45E9-8156-E0BF62E32153}"/>
                                            </p:graphicEl>
                                          </p:spTgt>
                                        </p:tgtEl>
                                        <p:attrNameLst>
                                          <p:attrName>style.visibility</p:attrName>
                                        </p:attrNameLst>
                                      </p:cBhvr>
                                      <p:to>
                                        <p:strVal val="visible"/>
                                      </p:to>
                                    </p:set>
                                    <p:anim calcmode="lin" valueType="num">
                                      <p:cBhvr>
                                        <p:cTn id="45" dur="1000" fill="hold"/>
                                        <p:tgtEl>
                                          <p:spTgt spid="3">
                                            <p:graphicEl>
                                              <a:dgm id="{9E4F4C99-5FCB-45E9-8156-E0BF62E32153}"/>
                                            </p:graphicEl>
                                          </p:spTgt>
                                        </p:tgtEl>
                                        <p:attrNameLst>
                                          <p:attrName>ppt_w</p:attrName>
                                        </p:attrNameLst>
                                      </p:cBhvr>
                                      <p:tavLst>
                                        <p:tav tm="0">
                                          <p:val>
                                            <p:fltVal val="0"/>
                                          </p:val>
                                        </p:tav>
                                        <p:tav tm="100000">
                                          <p:val>
                                            <p:strVal val="#ppt_w"/>
                                          </p:val>
                                        </p:tav>
                                      </p:tavLst>
                                    </p:anim>
                                    <p:anim calcmode="lin" valueType="num">
                                      <p:cBhvr>
                                        <p:cTn id="46" dur="1000" fill="hold"/>
                                        <p:tgtEl>
                                          <p:spTgt spid="3">
                                            <p:graphicEl>
                                              <a:dgm id="{9E4F4C99-5FCB-45E9-8156-E0BF62E32153}"/>
                                            </p:graphicEl>
                                          </p:spTgt>
                                        </p:tgtEl>
                                        <p:attrNameLst>
                                          <p:attrName>ppt_h</p:attrName>
                                        </p:attrNameLst>
                                      </p:cBhvr>
                                      <p:tavLst>
                                        <p:tav tm="0">
                                          <p:val>
                                            <p:fltVal val="0"/>
                                          </p:val>
                                        </p:tav>
                                        <p:tav tm="100000">
                                          <p:val>
                                            <p:strVal val="#ppt_h"/>
                                          </p:val>
                                        </p:tav>
                                      </p:tavLst>
                                    </p:anim>
                                    <p:anim calcmode="lin" valueType="num">
                                      <p:cBhvr>
                                        <p:cTn id="47" dur="1000" fill="hold"/>
                                        <p:tgtEl>
                                          <p:spTgt spid="3">
                                            <p:graphicEl>
                                              <a:dgm id="{9E4F4C99-5FCB-45E9-8156-E0BF62E32153}"/>
                                            </p:graphicEl>
                                          </p:spTgt>
                                        </p:tgtEl>
                                        <p:attrNameLst>
                                          <p:attrName>style.rotation</p:attrName>
                                        </p:attrNameLst>
                                      </p:cBhvr>
                                      <p:tavLst>
                                        <p:tav tm="0">
                                          <p:val>
                                            <p:fltVal val="90"/>
                                          </p:val>
                                        </p:tav>
                                        <p:tav tm="100000">
                                          <p:val>
                                            <p:fltVal val="0"/>
                                          </p:val>
                                        </p:tav>
                                      </p:tavLst>
                                    </p:anim>
                                    <p:animEffect transition="in" filter="fade">
                                      <p:cBhvr>
                                        <p:cTn id="48" dur="1000"/>
                                        <p:tgtEl>
                                          <p:spTgt spid="3">
                                            <p:graphicEl>
                                              <a:dgm id="{9E4F4C99-5FCB-45E9-8156-E0BF62E32153}"/>
                                            </p:graphicEl>
                                          </p:spTgt>
                                        </p:tgtEl>
                                      </p:cBhvr>
                                    </p:animEffect>
                                  </p:childTnLst>
                                </p:cTn>
                              </p:par>
                              <p:par>
                                <p:cTn id="49" presetID="31" presetClass="entr" presetSubtype="0" fill="hold" grpId="0" nodeType="withEffect">
                                  <p:stCondLst>
                                    <p:cond delay="0"/>
                                  </p:stCondLst>
                                  <p:childTnLst>
                                    <p:set>
                                      <p:cBhvr>
                                        <p:cTn id="50" dur="1" fill="hold">
                                          <p:stCondLst>
                                            <p:cond delay="0"/>
                                          </p:stCondLst>
                                        </p:cTn>
                                        <p:tgtEl>
                                          <p:spTgt spid="3">
                                            <p:graphicEl>
                                              <a:dgm id="{EC8E08DB-FA9E-4CDE-9A4E-9520E1FE44AF}"/>
                                            </p:graphicEl>
                                          </p:spTgt>
                                        </p:tgtEl>
                                        <p:attrNameLst>
                                          <p:attrName>style.visibility</p:attrName>
                                        </p:attrNameLst>
                                      </p:cBhvr>
                                      <p:to>
                                        <p:strVal val="visible"/>
                                      </p:to>
                                    </p:set>
                                    <p:anim calcmode="lin" valueType="num">
                                      <p:cBhvr>
                                        <p:cTn id="51" dur="1000" fill="hold"/>
                                        <p:tgtEl>
                                          <p:spTgt spid="3">
                                            <p:graphicEl>
                                              <a:dgm id="{EC8E08DB-FA9E-4CDE-9A4E-9520E1FE44AF}"/>
                                            </p:graphicEl>
                                          </p:spTgt>
                                        </p:tgtEl>
                                        <p:attrNameLst>
                                          <p:attrName>ppt_w</p:attrName>
                                        </p:attrNameLst>
                                      </p:cBhvr>
                                      <p:tavLst>
                                        <p:tav tm="0">
                                          <p:val>
                                            <p:fltVal val="0"/>
                                          </p:val>
                                        </p:tav>
                                        <p:tav tm="100000">
                                          <p:val>
                                            <p:strVal val="#ppt_w"/>
                                          </p:val>
                                        </p:tav>
                                      </p:tavLst>
                                    </p:anim>
                                    <p:anim calcmode="lin" valueType="num">
                                      <p:cBhvr>
                                        <p:cTn id="52" dur="1000" fill="hold"/>
                                        <p:tgtEl>
                                          <p:spTgt spid="3">
                                            <p:graphicEl>
                                              <a:dgm id="{EC8E08DB-FA9E-4CDE-9A4E-9520E1FE44AF}"/>
                                            </p:graphicEl>
                                          </p:spTgt>
                                        </p:tgtEl>
                                        <p:attrNameLst>
                                          <p:attrName>ppt_h</p:attrName>
                                        </p:attrNameLst>
                                      </p:cBhvr>
                                      <p:tavLst>
                                        <p:tav tm="0">
                                          <p:val>
                                            <p:fltVal val="0"/>
                                          </p:val>
                                        </p:tav>
                                        <p:tav tm="100000">
                                          <p:val>
                                            <p:strVal val="#ppt_h"/>
                                          </p:val>
                                        </p:tav>
                                      </p:tavLst>
                                    </p:anim>
                                    <p:anim calcmode="lin" valueType="num">
                                      <p:cBhvr>
                                        <p:cTn id="53" dur="1000" fill="hold"/>
                                        <p:tgtEl>
                                          <p:spTgt spid="3">
                                            <p:graphicEl>
                                              <a:dgm id="{EC8E08DB-FA9E-4CDE-9A4E-9520E1FE44AF}"/>
                                            </p:graphicEl>
                                          </p:spTgt>
                                        </p:tgtEl>
                                        <p:attrNameLst>
                                          <p:attrName>style.rotation</p:attrName>
                                        </p:attrNameLst>
                                      </p:cBhvr>
                                      <p:tavLst>
                                        <p:tav tm="0">
                                          <p:val>
                                            <p:fltVal val="90"/>
                                          </p:val>
                                        </p:tav>
                                        <p:tav tm="100000">
                                          <p:val>
                                            <p:fltVal val="0"/>
                                          </p:val>
                                        </p:tav>
                                      </p:tavLst>
                                    </p:anim>
                                    <p:animEffect transition="in" filter="fade">
                                      <p:cBhvr>
                                        <p:cTn id="54" dur="1000"/>
                                        <p:tgtEl>
                                          <p:spTgt spid="3">
                                            <p:graphicEl>
                                              <a:dgm id="{EC8E08DB-FA9E-4CDE-9A4E-9520E1FE44AF}"/>
                                            </p:graphicEl>
                                          </p:spTgt>
                                        </p:tgtEl>
                                      </p:cBhvr>
                                    </p:animEffect>
                                  </p:childTnLst>
                                </p:cTn>
                              </p:par>
                              <p:par>
                                <p:cTn id="55" presetID="31" presetClass="entr" presetSubtype="0" fill="hold" grpId="0" nodeType="withEffect">
                                  <p:stCondLst>
                                    <p:cond delay="0"/>
                                  </p:stCondLst>
                                  <p:childTnLst>
                                    <p:set>
                                      <p:cBhvr>
                                        <p:cTn id="56" dur="1" fill="hold">
                                          <p:stCondLst>
                                            <p:cond delay="0"/>
                                          </p:stCondLst>
                                        </p:cTn>
                                        <p:tgtEl>
                                          <p:spTgt spid="3">
                                            <p:graphicEl>
                                              <a:dgm id="{1DB632A0-CC22-40F6-95F1-1DFF80973CD7}"/>
                                            </p:graphicEl>
                                          </p:spTgt>
                                        </p:tgtEl>
                                        <p:attrNameLst>
                                          <p:attrName>style.visibility</p:attrName>
                                        </p:attrNameLst>
                                      </p:cBhvr>
                                      <p:to>
                                        <p:strVal val="visible"/>
                                      </p:to>
                                    </p:set>
                                    <p:anim calcmode="lin" valueType="num">
                                      <p:cBhvr>
                                        <p:cTn id="57" dur="1000" fill="hold"/>
                                        <p:tgtEl>
                                          <p:spTgt spid="3">
                                            <p:graphicEl>
                                              <a:dgm id="{1DB632A0-CC22-40F6-95F1-1DFF80973CD7}"/>
                                            </p:graphicEl>
                                          </p:spTgt>
                                        </p:tgtEl>
                                        <p:attrNameLst>
                                          <p:attrName>ppt_w</p:attrName>
                                        </p:attrNameLst>
                                      </p:cBhvr>
                                      <p:tavLst>
                                        <p:tav tm="0">
                                          <p:val>
                                            <p:fltVal val="0"/>
                                          </p:val>
                                        </p:tav>
                                        <p:tav tm="100000">
                                          <p:val>
                                            <p:strVal val="#ppt_w"/>
                                          </p:val>
                                        </p:tav>
                                      </p:tavLst>
                                    </p:anim>
                                    <p:anim calcmode="lin" valueType="num">
                                      <p:cBhvr>
                                        <p:cTn id="58" dur="1000" fill="hold"/>
                                        <p:tgtEl>
                                          <p:spTgt spid="3">
                                            <p:graphicEl>
                                              <a:dgm id="{1DB632A0-CC22-40F6-95F1-1DFF80973CD7}"/>
                                            </p:graphicEl>
                                          </p:spTgt>
                                        </p:tgtEl>
                                        <p:attrNameLst>
                                          <p:attrName>ppt_h</p:attrName>
                                        </p:attrNameLst>
                                      </p:cBhvr>
                                      <p:tavLst>
                                        <p:tav tm="0">
                                          <p:val>
                                            <p:fltVal val="0"/>
                                          </p:val>
                                        </p:tav>
                                        <p:tav tm="100000">
                                          <p:val>
                                            <p:strVal val="#ppt_h"/>
                                          </p:val>
                                        </p:tav>
                                      </p:tavLst>
                                    </p:anim>
                                    <p:anim calcmode="lin" valueType="num">
                                      <p:cBhvr>
                                        <p:cTn id="59" dur="1000" fill="hold"/>
                                        <p:tgtEl>
                                          <p:spTgt spid="3">
                                            <p:graphicEl>
                                              <a:dgm id="{1DB632A0-CC22-40F6-95F1-1DFF80973CD7}"/>
                                            </p:graphicEl>
                                          </p:spTgt>
                                        </p:tgtEl>
                                        <p:attrNameLst>
                                          <p:attrName>style.rotation</p:attrName>
                                        </p:attrNameLst>
                                      </p:cBhvr>
                                      <p:tavLst>
                                        <p:tav tm="0">
                                          <p:val>
                                            <p:fltVal val="90"/>
                                          </p:val>
                                        </p:tav>
                                        <p:tav tm="100000">
                                          <p:val>
                                            <p:fltVal val="0"/>
                                          </p:val>
                                        </p:tav>
                                      </p:tavLst>
                                    </p:anim>
                                    <p:animEffect transition="in" filter="fade">
                                      <p:cBhvr>
                                        <p:cTn id="60" dur="1000"/>
                                        <p:tgtEl>
                                          <p:spTgt spid="3">
                                            <p:graphicEl>
                                              <a:dgm id="{1DB632A0-CC22-40F6-95F1-1DFF80973CD7}"/>
                                            </p:graphicEl>
                                          </p:spTgt>
                                        </p:tgtEl>
                                      </p:cBhvr>
                                    </p:animEffect>
                                  </p:childTnLst>
                                </p:cTn>
                              </p:par>
                              <p:par>
                                <p:cTn id="61" presetID="31" presetClass="entr" presetSubtype="0" fill="hold" grpId="0" nodeType="withEffect">
                                  <p:stCondLst>
                                    <p:cond delay="0"/>
                                  </p:stCondLst>
                                  <p:childTnLst>
                                    <p:set>
                                      <p:cBhvr>
                                        <p:cTn id="62" dur="1" fill="hold">
                                          <p:stCondLst>
                                            <p:cond delay="0"/>
                                          </p:stCondLst>
                                        </p:cTn>
                                        <p:tgtEl>
                                          <p:spTgt spid="3">
                                            <p:graphicEl>
                                              <a:dgm id="{CEBA5262-CC6F-4D1C-9739-2569B76A2BB0}"/>
                                            </p:graphicEl>
                                          </p:spTgt>
                                        </p:tgtEl>
                                        <p:attrNameLst>
                                          <p:attrName>style.visibility</p:attrName>
                                        </p:attrNameLst>
                                      </p:cBhvr>
                                      <p:to>
                                        <p:strVal val="visible"/>
                                      </p:to>
                                    </p:set>
                                    <p:anim calcmode="lin" valueType="num">
                                      <p:cBhvr>
                                        <p:cTn id="63" dur="1000" fill="hold"/>
                                        <p:tgtEl>
                                          <p:spTgt spid="3">
                                            <p:graphicEl>
                                              <a:dgm id="{CEBA5262-CC6F-4D1C-9739-2569B76A2BB0}"/>
                                            </p:graphicEl>
                                          </p:spTgt>
                                        </p:tgtEl>
                                        <p:attrNameLst>
                                          <p:attrName>ppt_w</p:attrName>
                                        </p:attrNameLst>
                                      </p:cBhvr>
                                      <p:tavLst>
                                        <p:tav tm="0">
                                          <p:val>
                                            <p:fltVal val="0"/>
                                          </p:val>
                                        </p:tav>
                                        <p:tav tm="100000">
                                          <p:val>
                                            <p:strVal val="#ppt_w"/>
                                          </p:val>
                                        </p:tav>
                                      </p:tavLst>
                                    </p:anim>
                                    <p:anim calcmode="lin" valueType="num">
                                      <p:cBhvr>
                                        <p:cTn id="64" dur="1000" fill="hold"/>
                                        <p:tgtEl>
                                          <p:spTgt spid="3">
                                            <p:graphicEl>
                                              <a:dgm id="{CEBA5262-CC6F-4D1C-9739-2569B76A2BB0}"/>
                                            </p:graphicEl>
                                          </p:spTgt>
                                        </p:tgtEl>
                                        <p:attrNameLst>
                                          <p:attrName>ppt_h</p:attrName>
                                        </p:attrNameLst>
                                      </p:cBhvr>
                                      <p:tavLst>
                                        <p:tav tm="0">
                                          <p:val>
                                            <p:fltVal val="0"/>
                                          </p:val>
                                        </p:tav>
                                        <p:tav tm="100000">
                                          <p:val>
                                            <p:strVal val="#ppt_h"/>
                                          </p:val>
                                        </p:tav>
                                      </p:tavLst>
                                    </p:anim>
                                    <p:anim calcmode="lin" valueType="num">
                                      <p:cBhvr>
                                        <p:cTn id="65" dur="1000" fill="hold"/>
                                        <p:tgtEl>
                                          <p:spTgt spid="3">
                                            <p:graphicEl>
                                              <a:dgm id="{CEBA5262-CC6F-4D1C-9739-2569B76A2BB0}"/>
                                            </p:graphicEl>
                                          </p:spTgt>
                                        </p:tgtEl>
                                        <p:attrNameLst>
                                          <p:attrName>style.rotation</p:attrName>
                                        </p:attrNameLst>
                                      </p:cBhvr>
                                      <p:tavLst>
                                        <p:tav tm="0">
                                          <p:val>
                                            <p:fltVal val="90"/>
                                          </p:val>
                                        </p:tav>
                                        <p:tav tm="100000">
                                          <p:val>
                                            <p:fltVal val="0"/>
                                          </p:val>
                                        </p:tav>
                                      </p:tavLst>
                                    </p:anim>
                                    <p:animEffect transition="in" filter="fade">
                                      <p:cBhvr>
                                        <p:cTn id="66" dur="1000"/>
                                        <p:tgtEl>
                                          <p:spTgt spid="3">
                                            <p:graphicEl>
                                              <a:dgm id="{CEBA5262-CC6F-4D1C-9739-2569B76A2BB0}"/>
                                            </p:graphicEl>
                                          </p:spTgt>
                                        </p:tgtEl>
                                      </p:cBhvr>
                                    </p:animEffect>
                                  </p:childTnLst>
                                </p:cTn>
                              </p:par>
                              <p:par>
                                <p:cTn id="67" presetID="31" presetClass="entr" presetSubtype="0" fill="hold" grpId="0" nodeType="withEffect">
                                  <p:stCondLst>
                                    <p:cond delay="0"/>
                                  </p:stCondLst>
                                  <p:childTnLst>
                                    <p:set>
                                      <p:cBhvr>
                                        <p:cTn id="68" dur="1" fill="hold">
                                          <p:stCondLst>
                                            <p:cond delay="0"/>
                                          </p:stCondLst>
                                        </p:cTn>
                                        <p:tgtEl>
                                          <p:spTgt spid="3">
                                            <p:graphicEl>
                                              <a:dgm id="{4738DFC3-A04D-44DF-A7A5-702F8CD6E6BA}"/>
                                            </p:graphicEl>
                                          </p:spTgt>
                                        </p:tgtEl>
                                        <p:attrNameLst>
                                          <p:attrName>style.visibility</p:attrName>
                                        </p:attrNameLst>
                                      </p:cBhvr>
                                      <p:to>
                                        <p:strVal val="visible"/>
                                      </p:to>
                                    </p:set>
                                    <p:anim calcmode="lin" valueType="num">
                                      <p:cBhvr>
                                        <p:cTn id="69" dur="1000" fill="hold"/>
                                        <p:tgtEl>
                                          <p:spTgt spid="3">
                                            <p:graphicEl>
                                              <a:dgm id="{4738DFC3-A04D-44DF-A7A5-702F8CD6E6BA}"/>
                                            </p:graphicEl>
                                          </p:spTgt>
                                        </p:tgtEl>
                                        <p:attrNameLst>
                                          <p:attrName>ppt_w</p:attrName>
                                        </p:attrNameLst>
                                      </p:cBhvr>
                                      <p:tavLst>
                                        <p:tav tm="0">
                                          <p:val>
                                            <p:fltVal val="0"/>
                                          </p:val>
                                        </p:tav>
                                        <p:tav tm="100000">
                                          <p:val>
                                            <p:strVal val="#ppt_w"/>
                                          </p:val>
                                        </p:tav>
                                      </p:tavLst>
                                    </p:anim>
                                    <p:anim calcmode="lin" valueType="num">
                                      <p:cBhvr>
                                        <p:cTn id="70" dur="1000" fill="hold"/>
                                        <p:tgtEl>
                                          <p:spTgt spid="3">
                                            <p:graphicEl>
                                              <a:dgm id="{4738DFC3-A04D-44DF-A7A5-702F8CD6E6BA}"/>
                                            </p:graphicEl>
                                          </p:spTgt>
                                        </p:tgtEl>
                                        <p:attrNameLst>
                                          <p:attrName>ppt_h</p:attrName>
                                        </p:attrNameLst>
                                      </p:cBhvr>
                                      <p:tavLst>
                                        <p:tav tm="0">
                                          <p:val>
                                            <p:fltVal val="0"/>
                                          </p:val>
                                        </p:tav>
                                        <p:tav tm="100000">
                                          <p:val>
                                            <p:strVal val="#ppt_h"/>
                                          </p:val>
                                        </p:tav>
                                      </p:tavLst>
                                    </p:anim>
                                    <p:anim calcmode="lin" valueType="num">
                                      <p:cBhvr>
                                        <p:cTn id="71" dur="1000" fill="hold"/>
                                        <p:tgtEl>
                                          <p:spTgt spid="3">
                                            <p:graphicEl>
                                              <a:dgm id="{4738DFC3-A04D-44DF-A7A5-702F8CD6E6BA}"/>
                                            </p:graphicEl>
                                          </p:spTgt>
                                        </p:tgtEl>
                                        <p:attrNameLst>
                                          <p:attrName>style.rotation</p:attrName>
                                        </p:attrNameLst>
                                      </p:cBhvr>
                                      <p:tavLst>
                                        <p:tav tm="0">
                                          <p:val>
                                            <p:fltVal val="90"/>
                                          </p:val>
                                        </p:tav>
                                        <p:tav tm="100000">
                                          <p:val>
                                            <p:fltVal val="0"/>
                                          </p:val>
                                        </p:tav>
                                      </p:tavLst>
                                    </p:anim>
                                    <p:animEffect transition="in" filter="fade">
                                      <p:cBhvr>
                                        <p:cTn id="72" dur="1000"/>
                                        <p:tgtEl>
                                          <p:spTgt spid="3">
                                            <p:graphicEl>
                                              <a:dgm id="{4738DFC3-A04D-44DF-A7A5-702F8CD6E6BA}"/>
                                            </p:graphicEl>
                                          </p:spTgt>
                                        </p:tgtEl>
                                      </p:cBhvr>
                                    </p:animEffect>
                                  </p:childTnLst>
                                </p:cTn>
                              </p:par>
                              <p:par>
                                <p:cTn id="73" presetID="31" presetClass="entr" presetSubtype="0" fill="hold" grpId="0" nodeType="withEffect">
                                  <p:stCondLst>
                                    <p:cond delay="0"/>
                                  </p:stCondLst>
                                  <p:childTnLst>
                                    <p:set>
                                      <p:cBhvr>
                                        <p:cTn id="74" dur="1" fill="hold">
                                          <p:stCondLst>
                                            <p:cond delay="0"/>
                                          </p:stCondLst>
                                        </p:cTn>
                                        <p:tgtEl>
                                          <p:spTgt spid="3">
                                            <p:graphicEl>
                                              <a:dgm id="{A751D26D-CF2F-4C9A-A700-743C4C6E95EC}"/>
                                            </p:graphicEl>
                                          </p:spTgt>
                                        </p:tgtEl>
                                        <p:attrNameLst>
                                          <p:attrName>style.visibility</p:attrName>
                                        </p:attrNameLst>
                                      </p:cBhvr>
                                      <p:to>
                                        <p:strVal val="visible"/>
                                      </p:to>
                                    </p:set>
                                    <p:anim calcmode="lin" valueType="num">
                                      <p:cBhvr>
                                        <p:cTn id="75" dur="1000" fill="hold"/>
                                        <p:tgtEl>
                                          <p:spTgt spid="3">
                                            <p:graphicEl>
                                              <a:dgm id="{A751D26D-CF2F-4C9A-A700-743C4C6E95EC}"/>
                                            </p:graphicEl>
                                          </p:spTgt>
                                        </p:tgtEl>
                                        <p:attrNameLst>
                                          <p:attrName>ppt_w</p:attrName>
                                        </p:attrNameLst>
                                      </p:cBhvr>
                                      <p:tavLst>
                                        <p:tav tm="0">
                                          <p:val>
                                            <p:fltVal val="0"/>
                                          </p:val>
                                        </p:tav>
                                        <p:tav tm="100000">
                                          <p:val>
                                            <p:strVal val="#ppt_w"/>
                                          </p:val>
                                        </p:tav>
                                      </p:tavLst>
                                    </p:anim>
                                    <p:anim calcmode="lin" valueType="num">
                                      <p:cBhvr>
                                        <p:cTn id="76" dur="1000" fill="hold"/>
                                        <p:tgtEl>
                                          <p:spTgt spid="3">
                                            <p:graphicEl>
                                              <a:dgm id="{A751D26D-CF2F-4C9A-A700-743C4C6E95EC}"/>
                                            </p:graphicEl>
                                          </p:spTgt>
                                        </p:tgtEl>
                                        <p:attrNameLst>
                                          <p:attrName>ppt_h</p:attrName>
                                        </p:attrNameLst>
                                      </p:cBhvr>
                                      <p:tavLst>
                                        <p:tav tm="0">
                                          <p:val>
                                            <p:fltVal val="0"/>
                                          </p:val>
                                        </p:tav>
                                        <p:tav tm="100000">
                                          <p:val>
                                            <p:strVal val="#ppt_h"/>
                                          </p:val>
                                        </p:tav>
                                      </p:tavLst>
                                    </p:anim>
                                    <p:anim calcmode="lin" valueType="num">
                                      <p:cBhvr>
                                        <p:cTn id="77" dur="1000" fill="hold"/>
                                        <p:tgtEl>
                                          <p:spTgt spid="3">
                                            <p:graphicEl>
                                              <a:dgm id="{A751D26D-CF2F-4C9A-A700-743C4C6E95EC}"/>
                                            </p:graphicEl>
                                          </p:spTgt>
                                        </p:tgtEl>
                                        <p:attrNameLst>
                                          <p:attrName>style.rotation</p:attrName>
                                        </p:attrNameLst>
                                      </p:cBhvr>
                                      <p:tavLst>
                                        <p:tav tm="0">
                                          <p:val>
                                            <p:fltVal val="90"/>
                                          </p:val>
                                        </p:tav>
                                        <p:tav tm="100000">
                                          <p:val>
                                            <p:fltVal val="0"/>
                                          </p:val>
                                        </p:tav>
                                      </p:tavLst>
                                    </p:anim>
                                    <p:animEffect transition="in" filter="fade">
                                      <p:cBhvr>
                                        <p:cTn id="78" dur="1000"/>
                                        <p:tgtEl>
                                          <p:spTgt spid="3">
                                            <p:graphicEl>
                                              <a:dgm id="{A751D26D-CF2F-4C9A-A700-743C4C6E95EC}"/>
                                            </p:graphicEl>
                                          </p:spTgt>
                                        </p:tgtEl>
                                      </p:cBhvr>
                                    </p:animEffect>
                                  </p:childTnLst>
                                </p:cTn>
                              </p:par>
                              <p:par>
                                <p:cTn id="79" presetID="31" presetClass="entr" presetSubtype="0" fill="hold" grpId="0" nodeType="withEffect">
                                  <p:stCondLst>
                                    <p:cond delay="0"/>
                                  </p:stCondLst>
                                  <p:childTnLst>
                                    <p:set>
                                      <p:cBhvr>
                                        <p:cTn id="80" dur="1" fill="hold">
                                          <p:stCondLst>
                                            <p:cond delay="0"/>
                                          </p:stCondLst>
                                        </p:cTn>
                                        <p:tgtEl>
                                          <p:spTgt spid="3">
                                            <p:graphicEl>
                                              <a:dgm id="{24A50372-BF7A-46AA-9641-57F834429A71}"/>
                                            </p:graphicEl>
                                          </p:spTgt>
                                        </p:tgtEl>
                                        <p:attrNameLst>
                                          <p:attrName>style.visibility</p:attrName>
                                        </p:attrNameLst>
                                      </p:cBhvr>
                                      <p:to>
                                        <p:strVal val="visible"/>
                                      </p:to>
                                    </p:set>
                                    <p:anim calcmode="lin" valueType="num">
                                      <p:cBhvr>
                                        <p:cTn id="81" dur="1000" fill="hold"/>
                                        <p:tgtEl>
                                          <p:spTgt spid="3">
                                            <p:graphicEl>
                                              <a:dgm id="{24A50372-BF7A-46AA-9641-57F834429A71}"/>
                                            </p:graphicEl>
                                          </p:spTgt>
                                        </p:tgtEl>
                                        <p:attrNameLst>
                                          <p:attrName>ppt_w</p:attrName>
                                        </p:attrNameLst>
                                      </p:cBhvr>
                                      <p:tavLst>
                                        <p:tav tm="0">
                                          <p:val>
                                            <p:fltVal val="0"/>
                                          </p:val>
                                        </p:tav>
                                        <p:tav tm="100000">
                                          <p:val>
                                            <p:strVal val="#ppt_w"/>
                                          </p:val>
                                        </p:tav>
                                      </p:tavLst>
                                    </p:anim>
                                    <p:anim calcmode="lin" valueType="num">
                                      <p:cBhvr>
                                        <p:cTn id="82" dur="1000" fill="hold"/>
                                        <p:tgtEl>
                                          <p:spTgt spid="3">
                                            <p:graphicEl>
                                              <a:dgm id="{24A50372-BF7A-46AA-9641-57F834429A71}"/>
                                            </p:graphicEl>
                                          </p:spTgt>
                                        </p:tgtEl>
                                        <p:attrNameLst>
                                          <p:attrName>ppt_h</p:attrName>
                                        </p:attrNameLst>
                                      </p:cBhvr>
                                      <p:tavLst>
                                        <p:tav tm="0">
                                          <p:val>
                                            <p:fltVal val="0"/>
                                          </p:val>
                                        </p:tav>
                                        <p:tav tm="100000">
                                          <p:val>
                                            <p:strVal val="#ppt_h"/>
                                          </p:val>
                                        </p:tav>
                                      </p:tavLst>
                                    </p:anim>
                                    <p:anim calcmode="lin" valueType="num">
                                      <p:cBhvr>
                                        <p:cTn id="83" dur="1000" fill="hold"/>
                                        <p:tgtEl>
                                          <p:spTgt spid="3">
                                            <p:graphicEl>
                                              <a:dgm id="{24A50372-BF7A-46AA-9641-57F834429A71}"/>
                                            </p:graphicEl>
                                          </p:spTgt>
                                        </p:tgtEl>
                                        <p:attrNameLst>
                                          <p:attrName>style.rotation</p:attrName>
                                        </p:attrNameLst>
                                      </p:cBhvr>
                                      <p:tavLst>
                                        <p:tav tm="0">
                                          <p:val>
                                            <p:fltVal val="90"/>
                                          </p:val>
                                        </p:tav>
                                        <p:tav tm="100000">
                                          <p:val>
                                            <p:fltVal val="0"/>
                                          </p:val>
                                        </p:tav>
                                      </p:tavLst>
                                    </p:anim>
                                    <p:animEffect transition="in" filter="fade">
                                      <p:cBhvr>
                                        <p:cTn id="84" dur="1000"/>
                                        <p:tgtEl>
                                          <p:spTgt spid="3">
                                            <p:graphicEl>
                                              <a:dgm id="{24A50372-BF7A-46AA-9641-57F834429A71}"/>
                                            </p:graphicEl>
                                          </p:spTgt>
                                        </p:tgtEl>
                                      </p:cBhvr>
                                    </p:animEffect>
                                  </p:childTnLst>
                                </p:cTn>
                              </p:par>
                              <p:par>
                                <p:cTn id="85" presetID="31" presetClass="entr" presetSubtype="0" fill="hold" grpId="0" nodeType="withEffect">
                                  <p:stCondLst>
                                    <p:cond delay="0"/>
                                  </p:stCondLst>
                                  <p:childTnLst>
                                    <p:set>
                                      <p:cBhvr>
                                        <p:cTn id="86" dur="1" fill="hold">
                                          <p:stCondLst>
                                            <p:cond delay="0"/>
                                          </p:stCondLst>
                                        </p:cTn>
                                        <p:tgtEl>
                                          <p:spTgt spid="3">
                                            <p:graphicEl>
                                              <a:dgm id="{210FFFD5-79BF-4411-AF53-F914F537FB6C}"/>
                                            </p:graphicEl>
                                          </p:spTgt>
                                        </p:tgtEl>
                                        <p:attrNameLst>
                                          <p:attrName>style.visibility</p:attrName>
                                        </p:attrNameLst>
                                      </p:cBhvr>
                                      <p:to>
                                        <p:strVal val="visible"/>
                                      </p:to>
                                    </p:set>
                                    <p:anim calcmode="lin" valueType="num">
                                      <p:cBhvr>
                                        <p:cTn id="87" dur="1000" fill="hold"/>
                                        <p:tgtEl>
                                          <p:spTgt spid="3">
                                            <p:graphicEl>
                                              <a:dgm id="{210FFFD5-79BF-4411-AF53-F914F537FB6C}"/>
                                            </p:graphicEl>
                                          </p:spTgt>
                                        </p:tgtEl>
                                        <p:attrNameLst>
                                          <p:attrName>ppt_w</p:attrName>
                                        </p:attrNameLst>
                                      </p:cBhvr>
                                      <p:tavLst>
                                        <p:tav tm="0">
                                          <p:val>
                                            <p:fltVal val="0"/>
                                          </p:val>
                                        </p:tav>
                                        <p:tav tm="100000">
                                          <p:val>
                                            <p:strVal val="#ppt_w"/>
                                          </p:val>
                                        </p:tav>
                                      </p:tavLst>
                                    </p:anim>
                                    <p:anim calcmode="lin" valueType="num">
                                      <p:cBhvr>
                                        <p:cTn id="88" dur="1000" fill="hold"/>
                                        <p:tgtEl>
                                          <p:spTgt spid="3">
                                            <p:graphicEl>
                                              <a:dgm id="{210FFFD5-79BF-4411-AF53-F914F537FB6C}"/>
                                            </p:graphicEl>
                                          </p:spTgt>
                                        </p:tgtEl>
                                        <p:attrNameLst>
                                          <p:attrName>ppt_h</p:attrName>
                                        </p:attrNameLst>
                                      </p:cBhvr>
                                      <p:tavLst>
                                        <p:tav tm="0">
                                          <p:val>
                                            <p:fltVal val="0"/>
                                          </p:val>
                                        </p:tav>
                                        <p:tav tm="100000">
                                          <p:val>
                                            <p:strVal val="#ppt_h"/>
                                          </p:val>
                                        </p:tav>
                                      </p:tavLst>
                                    </p:anim>
                                    <p:anim calcmode="lin" valueType="num">
                                      <p:cBhvr>
                                        <p:cTn id="89" dur="1000" fill="hold"/>
                                        <p:tgtEl>
                                          <p:spTgt spid="3">
                                            <p:graphicEl>
                                              <a:dgm id="{210FFFD5-79BF-4411-AF53-F914F537FB6C}"/>
                                            </p:graphicEl>
                                          </p:spTgt>
                                        </p:tgtEl>
                                        <p:attrNameLst>
                                          <p:attrName>style.rotation</p:attrName>
                                        </p:attrNameLst>
                                      </p:cBhvr>
                                      <p:tavLst>
                                        <p:tav tm="0">
                                          <p:val>
                                            <p:fltVal val="90"/>
                                          </p:val>
                                        </p:tav>
                                        <p:tav tm="100000">
                                          <p:val>
                                            <p:fltVal val="0"/>
                                          </p:val>
                                        </p:tav>
                                      </p:tavLst>
                                    </p:anim>
                                    <p:animEffect transition="in" filter="fade">
                                      <p:cBhvr>
                                        <p:cTn id="90" dur="1000"/>
                                        <p:tgtEl>
                                          <p:spTgt spid="3">
                                            <p:graphicEl>
                                              <a:dgm id="{210FFFD5-79BF-4411-AF53-F914F537FB6C}"/>
                                            </p:graphicEl>
                                          </p:spTgt>
                                        </p:tgtEl>
                                      </p:cBhvr>
                                    </p:animEffect>
                                  </p:childTnLst>
                                </p:cTn>
                              </p:par>
                              <p:par>
                                <p:cTn id="91" presetID="31" presetClass="entr" presetSubtype="0" fill="hold" grpId="0" nodeType="withEffect">
                                  <p:stCondLst>
                                    <p:cond delay="0"/>
                                  </p:stCondLst>
                                  <p:childTnLst>
                                    <p:set>
                                      <p:cBhvr>
                                        <p:cTn id="92" dur="1" fill="hold">
                                          <p:stCondLst>
                                            <p:cond delay="0"/>
                                          </p:stCondLst>
                                        </p:cTn>
                                        <p:tgtEl>
                                          <p:spTgt spid="3">
                                            <p:graphicEl>
                                              <a:dgm id="{7D0B856D-40DF-4088-8D8E-7C0D9386682E}"/>
                                            </p:graphicEl>
                                          </p:spTgt>
                                        </p:tgtEl>
                                        <p:attrNameLst>
                                          <p:attrName>style.visibility</p:attrName>
                                        </p:attrNameLst>
                                      </p:cBhvr>
                                      <p:to>
                                        <p:strVal val="visible"/>
                                      </p:to>
                                    </p:set>
                                    <p:anim calcmode="lin" valueType="num">
                                      <p:cBhvr>
                                        <p:cTn id="93" dur="1000" fill="hold"/>
                                        <p:tgtEl>
                                          <p:spTgt spid="3">
                                            <p:graphicEl>
                                              <a:dgm id="{7D0B856D-40DF-4088-8D8E-7C0D9386682E}"/>
                                            </p:graphicEl>
                                          </p:spTgt>
                                        </p:tgtEl>
                                        <p:attrNameLst>
                                          <p:attrName>ppt_w</p:attrName>
                                        </p:attrNameLst>
                                      </p:cBhvr>
                                      <p:tavLst>
                                        <p:tav tm="0">
                                          <p:val>
                                            <p:fltVal val="0"/>
                                          </p:val>
                                        </p:tav>
                                        <p:tav tm="100000">
                                          <p:val>
                                            <p:strVal val="#ppt_w"/>
                                          </p:val>
                                        </p:tav>
                                      </p:tavLst>
                                    </p:anim>
                                    <p:anim calcmode="lin" valueType="num">
                                      <p:cBhvr>
                                        <p:cTn id="94" dur="1000" fill="hold"/>
                                        <p:tgtEl>
                                          <p:spTgt spid="3">
                                            <p:graphicEl>
                                              <a:dgm id="{7D0B856D-40DF-4088-8D8E-7C0D9386682E}"/>
                                            </p:graphicEl>
                                          </p:spTgt>
                                        </p:tgtEl>
                                        <p:attrNameLst>
                                          <p:attrName>ppt_h</p:attrName>
                                        </p:attrNameLst>
                                      </p:cBhvr>
                                      <p:tavLst>
                                        <p:tav tm="0">
                                          <p:val>
                                            <p:fltVal val="0"/>
                                          </p:val>
                                        </p:tav>
                                        <p:tav tm="100000">
                                          <p:val>
                                            <p:strVal val="#ppt_h"/>
                                          </p:val>
                                        </p:tav>
                                      </p:tavLst>
                                    </p:anim>
                                    <p:anim calcmode="lin" valueType="num">
                                      <p:cBhvr>
                                        <p:cTn id="95" dur="1000" fill="hold"/>
                                        <p:tgtEl>
                                          <p:spTgt spid="3">
                                            <p:graphicEl>
                                              <a:dgm id="{7D0B856D-40DF-4088-8D8E-7C0D9386682E}"/>
                                            </p:graphicEl>
                                          </p:spTgt>
                                        </p:tgtEl>
                                        <p:attrNameLst>
                                          <p:attrName>style.rotation</p:attrName>
                                        </p:attrNameLst>
                                      </p:cBhvr>
                                      <p:tavLst>
                                        <p:tav tm="0">
                                          <p:val>
                                            <p:fltVal val="90"/>
                                          </p:val>
                                        </p:tav>
                                        <p:tav tm="100000">
                                          <p:val>
                                            <p:fltVal val="0"/>
                                          </p:val>
                                        </p:tav>
                                      </p:tavLst>
                                    </p:anim>
                                    <p:animEffect transition="in" filter="fade">
                                      <p:cBhvr>
                                        <p:cTn id="96" dur="1000"/>
                                        <p:tgtEl>
                                          <p:spTgt spid="3">
                                            <p:graphicEl>
                                              <a:dgm id="{7D0B856D-40DF-4088-8D8E-7C0D9386682E}"/>
                                            </p:graphicEl>
                                          </p:spTgt>
                                        </p:tgtEl>
                                      </p:cBhvr>
                                    </p:animEffect>
                                  </p:childTnLst>
                                </p:cTn>
                              </p:par>
                              <p:par>
                                <p:cTn id="97" presetID="31" presetClass="entr" presetSubtype="0" fill="hold" grpId="0" nodeType="withEffect">
                                  <p:stCondLst>
                                    <p:cond delay="0"/>
                                  </p:stCondLst>
                                  <p:childTnLst>
                                    <p:set>
                                      <p:cBhvr>
                                        <p:cTn id="98" dur="1" fill="hold">
                                          <p:stCondLst>
                                            <p:cond delay="0"/>
                                          </p:stCondLst>
                                        </p:cTn>
                                        <p:tgtEl>
                                          <p:spTgt spid="3">
                                            <p:graphicEl>
                                              <a:dgm id="{F0FB2447-F469-473F-BB46-52D7AF19048D}"/>
                                            </p:graphicEl>
                                          </p:spTgt>
                                        </p:tgtEl>
                                        <p:attrNameLst>
                                          <p:attrName>style.visibility</p:attrName>
                                        </p:attrNameLst>
                                      </p:cBhvr>
                                      <p:to>
                                        <p:strVal val="visible"/>
                                      </p:to>
                                    </p:set>
                                    <p:anim calcmode="lin" valueType="num">
                                      <p:cBhvr>
                                        <p:cTn id="99" dur="1000" fill="hold"/>
                                        <p:tgtEl>
                                          <p:spTgt spid="3">
                                            <p:graphicEl>
                                              <a:dgm id="{F0FB2447-F469-473F-BB46-52D7AF19048D}"/>
                                            </p:graphicEl>
                                          </p:spTgt>
                                        </p:tgtEl>
                                        <p:attrNameLst>
                                          <p:attrName>ppt_w</p:attrName>
                                        </p:attrNameLst>
                                      </p:cBhvr>
                                      <p:tavLst>
                                        <p:tav tm="0">
                                          <p:val>
                                            <p:fltVal val="0"/>
                                          </p:val>
                                        </p:tav>
                                        <p:tav tm="100000">
                                          <p:val>
                                            <p:strVal val="#ppt_w"/>
                                          </p:val>
                                        </p:tav>
                                      </p:tavLst>
                                    </p:anim>
                                    <p:anim calcmode="lin" valueType="num">
                                      <p:cBhvr>
                                        <p:cTn id="100" dur="1000" fill="hold"/>
                                        <p:tgtEl>
                                          <p:spTgt spid="3">
                                            <p:graphicEl>
                                              <a:dgm id="{F0FB2447-F469-473F-BB46-52D7AF19048D}"/>
                                            </p:graphicEl>
                                          </p:spTgt>
                                        </p:tgtEl>
                                        <p:attrNameLst>
                                          <p:attrName>ppt_h</p:attrName>
                                        </p:attrNameLst>
                                      </p:cBhvr>
                                      <p:tavLst>
                                        <p:tav tm="0">
                                          <p:val>
                                            <p:fltVal val="0"/>
                                          </p:val>
                                        </p:tav>
                                        <p:tav tm="100000">
                                          <p:val>
                                            <p:strVal val="#ppt_h"/>
                                          </p:val>
                                        </p:tav>
                                      </p:tavLst>
                                    </p:anim>
                                    <p:anim calcmode="lin" valueType="num">
                                      <p:cBhvr>
                                        <p:cTn id="101" dur="1000" fill="hold"/>
                                        <p:tgtEl>
                                          <p:spTgt spid="3">
                                            <p:graphicEl>
                                              <a:dgm id="{F0FB2447-F469-473F-BB46-52D7AF19048D}"/>
                                            </p:graphicEl>
                                          </p:spTgt>
                                        </p:tgtEl>
                                        <p:attrNameLst>
                                          <p:attrName>style.rotation</p:attrName>
                                        </p:attrNameLst>
                                      </p:cBhvr>
                                      <p:tavLst>
                                        <p:tav tm="0">
                                          <p:val>
                                            <p:fltVal val="90"/>
                                          </p:val>
                                        </p:tav>
                                        <p:tav tm="100000">
                                          <p:val>
                                            <p:fltVal val="0"/>
                                          </p:val>
                                        </p:tav>
                                      </p:tavLst>
                                    </p:anim>
                                    <p:animEffect transition="in" filter="fade">
                                      <p:cBhvr>
                                        <p:cTn id="102" dur="1000"/>
                                        <p:tgtEl>
                                          <p:spTgt spid="3">
                                            <p:graphicEl>
                                              <a:dgm id="{F0FB2447-F469-473F-BB46-52D7AF19048D}"/>
                                            </p:graphicEl>
                                          </p:spTgt>
                                        </p:tgtEl>
                                      </p:cBhvr>
                                    </p:animEffect>
                                  </p:childTnLst>
                                </p:cTn>
                              </p:par>
                              <p:par>
                                <p:cTn id="103" presetID="31" presetClass="entr" presetSubtype="0" fill="hold" grpId="0" nodeType="withEffect">
                                  <p:stCondLst>
                                    <p:cond delay="0"/>
                                  </p:stCondLst>
                                  <p:childTnLst>
                                    <p:set>
                                      <p:cBhvr>
                                        <p:cTn id="104" dur="1" fill="hold">
                                          <p:stCondLst>
                                            <p:cond delay="0"/>
                                          </p:stCondLst>
                                        </p:cTn>
                                        <p:tgtEl>
                                          <p:spTgt spid="3">
                                            <p:graphicEl>
                                              <a:dgm id="{3C2BBE2A-467B-436E-9F1F-7D35B9E84A6A}"/>
                                            </p:graphicEl>
                                          </p:spTgt>
                                        </p:tgtEl>
                                        <p:attrNameLst>
                                          <p:attrName>style.visibility</p:attrName>
                                        </p:attrNameLst>
                                      </p:cBhvr>
                                      <p:to>
                                        <p:strVal val="visible"/>
                                      </p:to>
                                    </p:set>
                                    <p:anim calcmode="lin" valueType="num">
                                      <p:cBhvr>
                                        <p:cTn id="105" dur="1000" fill="hold"/>
                                        <p:tgtEl>
                                          <p:spTgt spid="3">
                                            <p:graphicEl>
                                              <a:dgm id="{3C2BBE2A-467B-436E-9F1F-7D35B9E84A6A}"/>
                                            </p:graphicEl>
                                          </p:spTgt>
                                        </p:tgtEl>
                                        <p:attrNameLst>
                                          <p:attrName>ppt_w</p:attrName>
                                        </p:attrNameLst>
                                      </p:cBhvr>
                                      <p:tavLst>
                                        <p:tav tm="0">
                                          <p:val>
                                            <p:fltVal val="0"/>
                                          </p:val>
                                        </p:tav>
                                        <p:tav tm="100000">
                                          <p:val>
                                            <p:strVal val="#ppt_w"/>
                                          </p:val>
                                        </p:tav>
                                      </p:tavLst>
                                    </p:anim>
                                    <p:anim calcmode="lin" valueType="num">
                                      <p:cBhvr>
                                        <p:cTn id="106" dur="1000" fill="hold"/>
                                        <p:tgtEl>
                                          <p:spTgt spid="3">
                                            <p:graphicEl>
                                              <a:dgm id="{3C2BBE2A-467B-436E-9F1F-7D35B9E84A6A}"/>
                                            </p:graphicEl>
                                          </p:spTgt>
                                        </p:tgtEl>
                                        <p:attrNameLst>
                                          <p:attrName>ppt_h</p:attrName>
                                        </p:attrNameLst>
                                      </p:cBhvr>
                                      <p:tavLst>
                                        <p:tav tm="0">
                                          <p:val>
                                            <p:fltVal val="0"/>
                                          </p:val>
                                        </p:tav>
                                        <p:tav tm="100000">
                                          <p:val>
                                            <p:strVal val="#ppt_h"/>
                                          </p:val>
                                        </p:tav>
                                      </p:tavLst>
                                    </p:anim>
                                    <p:anim calcmode="lin" valueType="num">
                                      <p:cBhvr>
                                        <p:cTn id="107" dur="1000" fill="hold"/>
                                        <p:tgtEl>
                                          <p:spTgt spid="3">
                                            <p:graphicEl>
                                              <a:dgm id="{3C2BBE2A-467B-436E-9F1F-7D35B9E84A6A}"/>
                                            </p:graphicEl>
                                          </p:spTgt>
                                        </p:tgtEl>
                                        <p:attrNameLst>
                                          <p:attrName>style.rotation</p:attrName>
                                        </p:attrNameLst>
                                      </p:cBhvr>
                                      <p:tavLst>
                                        <p:tav tm="0">
                                          <p:val>
                                            <p:fltVal val="90"/>
                                          </p:val>
                                        </p:tav>
                                        <p:tav tm="100000">
                                          <p:val>
                                            <p:fltVal val="0"/>
                                          </p:val>
                                        </p:tav>
                                      </p:tavLst>
                                    </p:anim>
                                    <p:animEffect transition="in" filter="fade">
                                      <p:cBhvr>
                                        <p:cTn id="108" dur="1000"/>
                                        <p:tgtEl>
                                          <p:spTgt spid="3">
                                            <p:graphicEl>
                                              <a:dgm id="{3C2BBE2A-467B-436E-9F1F-7D35B9E84A6A}"/>
                                            </p:graphicEl>
                                          </p:spTgt>
                                        </p:tgtEl>
                                      </p:cBhvr>
                                    </p:animEffect>
                                  </p:childTnLst>
                                </p:cTn>
                              </p:par>
                              <p:par>
                                <p:cTn id="109" presetID="31" presetClass="entr" presetSubtype="0" fill="hold" grpId="0" nodeType="withEffect">
                                  <p:stCondLst>
                                    <p:cond delay="0"/>
                                  </p:stCondLst>
                                  <p:childTnLst>
                                    <p:set>
                                      <p:cBhvr>
                                        <p:cTn id="110" dur="1" fill="hold">
                                          <p:stCondLst>
                                            <p:cond delay="0"/>
                                          </p:stCondLst>
                                        </p:cTn>
                                        <p:tgtEl>
                                          <p:spTgt spid="3">
                                            <p:graphicEl>
                                              <a:dgm id="{832D968D-69F0-47E6-816C-E8E0DE0B866A}"/>
                                            </p:graphicEl>
                                          </p:spTgt>
                                        </p:tgtEl>
                                        <p:attrNameLst>
                                          <p:attrName>style.visibility</p:attrName>
                                        </p:attrNameLst>
                                      </p:cBhvr>
                                      <p:to>
                                        <p:strVal val="visible"/>
                                      </p:to>
                                    </p:set>
                                    <p:anim calcmode="lin" valueType="num">
                                      <p:cBhvr>
                                        <p:cTn id="111" dur="1000" fill="hold"/>
                                        <p:tgtEl>
                                          <p:spTgt spid="3">
                                            <p:graphicEl>
                                              <a:dgm id="{832D968D-69F0-47E6-816C-E8E0DE0B866A}"/>
                                            </p:graphicEl>
                                          </p:spTgt>
                                        </p:tgtEl>
                                        <p:attrNameLst>
                                          <p:attrName>ppt_w</p:attrName>
                                        </p:attrNameLst>
                                      </p:cBhvr>
                                      <p:tavLst>
                                        <p:tav tm="0">
                                          <p:val>
                                            <p:fltVal val="0"/>
                                          </p:val>
                                        </p:tav>
                                        <p:tav tm="100000">
                                          <p:val>
                                            <p:strVal val="#ppt_w"/>
                                          </p:val>
                                        </p:tav>
                                      </p:tavLst>
                                    </p:anim>
                                    <p:anim calcmode="lin" valueType="num">
                                      <p:cBhvr>
                                        <p:cTn id="112" dur="1000" fill="hold"/>
                                        <p:tgtEl>
                                          <p:spTgt spid="3">
                                            <p:graphicEl>
                                              <a:dgm id="{832D968D-69F0-47E6-816C-E8E0DE0B866A}"/>
                                            </p:graphicEl>
                                          </p:spTgt>
                                        </p:tgtEl>
                                        <p:attrNameLst>
                                          <p:attrName>ppt_h</p:attrName>
                                        </p:attrNameLst>
                                      </p:cBhvr>
                                      <p:tavLst>
                                        <p:tav tm="0">
                                          <p:val>
                                            <p:fltVal val="0"/>
                                          </p:val>
                                        </p:tav>
                                        <p:tav tm="100000">
                                          <p:val>
                                            <p:strVal val="#ppt_h"/>
                                          </p:val>
                                        </p:tav>
                                      </p:tavLst>
                                    </p:anim>
                                    <p:anim calcmode="lin" valueType="num">
                                      <p:cBhvr>
                                        <p:cTn id="113" dur="1000" fill="hold"/>
                                        <p:tgtEl>
                                          <p:spTgt spid="3">
                                            <p:graphicEl>
                                              <a:dgm id="{832D968D-69F0-47E6-816C-E8E0DE0B866A}"/>
                                            </p:graphicEl>
                                          </p:spTgt>
                                        </p:tgtEl>
                                        <p:attrNameLst>
                                          <p:attrName>style.rotation</p:attrName>
                                        </p:attrNameLst>
                                      </p:cBhvr>
                                      <p:tavLst>
                                        <p:tav tm="0">
                                          <p:val>
                                            <p:fltVal val="90"/>
                                          </p:val>
                                        </p:tav>
                                        <p:tav tm="100000">
                                          <p:val>
                                            <p:fltVal val="0"/>
                                          </p:val>
                                        </p:tav>
                                      </p:tavLst>
                                    </p:anim>
                                    <p:animEffect transition="in" filter="fade">
                                      <p:cBhvr>
                                        <p:cTn id="114" dur="1000"/>
                                        <p:tgtEl>
                                          <p:spTgt spid="3">
                                            <p:graphicEl>
                                              <a:dgm id="{832D968D-69F0-47E6-816C-E8E0DE0B866A}"/>
                                            </p:graphicEl>
                                          </p:spTgt>
                                        </p:tgtEl>
                                      </p:cBhvr>
                                    </p:animEffect>
                                  </p:childTnLst>
                                </p:cTn>
                              </p:par>
                              <p:par>
                                <p:cTn id="115" presetID="31" presetClass="entr" presetSubtype="0" fill="hold" grpId="0" nodeType="withEffect">
                                  <p:stCondLst>
                                    <p:cond delay="0"/>
                                  </p:stCondLst>
                                  <p:childTnLst>
                                    <p:set>
                                      <p:cBhvr>
                                        <p:cTn id="116" dur="1" fill="hold">
                                          <p:stCondLst>
                                            <p:cond delay="0"/>
                                          </p:stCondLst>
                                        </p:cTn>
                                        <p:tgtEl>
                                          <p:spTgt spid="3">
                                            <p:graphicEl>
                                              <a:dgm id="{00F36D22-4021-46EC-88B2-BEB32DB1C8C8}"/>
                                            </p:graphicEl>
                                          </p:spTgt>
                                        </p:tgtEl>
                                        <p:attrNameLst>
                                          <p:attrName>style.visibility</p:attrName>
                                        </p:attrNameLst>
                                      </p:cBhvr>
                                      <p:to>
                                        <p:strVal val="visible"/>
                                      </p:to>
                                    </p:set>
                                    <p:anim calcmode="lin" valueType="num">
                                      <p:cBhvr>
                                        <p:cTn id="117" dur="1000" fill="hold"/>
                                        <p:tgtEl>
                                          <p:spTgt spid="3">
                                            <p:graphicEl>
                                              <a:dgm id="{00F36D22-4021-46EC-88B2-BEB32DB1C8C8}"/>
                                            </p:graphicEl>
                                          </p:spTgt>
                                        </p:tgtEl>
                                        <p:attrNameLst>
                                          <p:attrName>ppt_w</p:attrName>
                                        </p:attrNameLst>
                                      </p:cBhvr>
                                      <p:tavLst>
                                        <p:tav tm="0">
                                          <p:val>
                                            <p:fltVal val="0"/>
                                          </p:val>
                                        </p:tav>
                                        <p:tav tm="100000">
                                          <p:val>
                                            <p:strVal val="#ppt_w"/>
                                          </p:val>
                                        </p:tav>
                                      </p:tavLst>
                                    </p:anim>
                                    <p:anim calcmode="lin" valueType="num">
                                      <p:cBhvr>
                                        <p:cTn id="118" dur="1000" fill="hold"/>
                                        <p:tgtEl>
                                          <p:spTgt spid="3">
                                            <p:graphicEl>
                                              <a:dgm id="{00F36D22-4021-46EC-88B2-BEB32DB1C8C8}"/>
                                            </p:graphicEl>
                                          </p:spTgt>
                                        </p:tgtEl>
                                        <p:attrNameLst>
                                          <p:attrName>ppt_h</p:attrName>
                                        </p:attrNameLst>
                                      </p:cBhvr>
                                      <p:tavLst>
                                        <p:tav tm="0">
                                          <p:val>
                                            <p:fltVal val="0"/>
                                          </p:val>
                                        </p:tav>
                                        <p:tav tm="100000">
                                          <p:val>
                                            <p:strVal val="#ppt_h"/>
                                          </p:val>
                                        </p:tav>
                                      </p:tavLst>
                                    </p:anim>
                                    <p:anim calcmode="lin" valueType="num">
                                      <p:cBhvr>
                                        <p:cTn id="119" dur="1000" fill="hold"/>
                                        <p:tgtEl>
                                          <p:spTgt spid="3">
                                            <p:graphicEl>
                                              <a:dgm id="{00F36D22-4021-46EC-88B2-BEB32DB1C8C8}"/>
                                            </p:graphicEl>
                                          </p:spTgt>
                                        </p:tgtEl>
                                        <p:attrNameLst>
                                          <p:attrName>style.rotation</p:attrName>
                                        </p:attrNameLst>
                                      </p:cBhvr>
                                      <p:tavLst>
                                        <p:tav tm="0">
                                          <p:val>
                                            <p:fltVal val="90"/>
                                          </p:val>
                                        </p:tav>
                                        <p:tav tm="100000">
                                          <p:val>
                                            <p:fltVal val="0"/>
                                          </p:val>
                                        </p:tav>
                                      </p:tavLst>
                                    </p:anim>
                                    <p:animEffect transition="in" filter="fade">
                                      <p:cBhvr>
                                        <p:cTn id="120" dur="1000"/>
                                        <p:tgtEl>
                                          <p:spTgt spid="3">
                                            <p:graphicEl>
                                              <a:dgm id="{00F36D22-4021-46EC-88B2-BEB32DB1C8C8}"/>
                                            </p:graphicEl>
                                          </p:spTgt>
                                        </p:tgtEl>
                                      </p:cBhvr>
                                    </p:animEffect>
                                  </p:childTnLst>
                                </p:cTn>
                              </p:par>
                              <p:par>
                                <p:cTn id="121" presetID="31" presetClass="entr" presetSubtype="0" fill="hold" grpId="0" nodeType="withEffect">
                                  <p:stCondLst>
                                    <p:cond delay="0"/>
                                  </p:stCondLst>
                                  <p:childTnLst>
                                    <p:set>
                                      <p:cBhvr>
                                        <p:cTn id="122" dur="1" fill="hold">
                                          <p:stCondLst>
                                            <p:cond delay="0"/>
                                          </p:stCondLst>
                                        </p:cTn>
                                        <p:tgtEl>
                                          <p:spTgt spid="3">
                                            <p:graphicEl>
                                              <a:dgm id="{16FB561A-5B9C-45B0-B44B-CFAE4D2A7945}"/>
                                            </p:graphicEl>
                                          </p:spTgt>
                                        </p:tgtEl>
                                        <p:attrNameLst>
                                          <p:attrName>style.visibility</p:attrName>
                                        </p:attrNameLst>
                                      </p:cBhvr>
                                      <p:to>
                                        <p:strVal val="visible"/>
                                      </p:to>
                                    </p:set>
                                    <p:anim calcmode="lin" valueType="num">
                                      <p:cBhvr>
                                        <p:cTn id="123" dur="1000" fill="hold"/>
                                        <p:tgtEl>
                                          <p:spTgt spid="3">
                                            <p:graphicEl>
                                              <a:dgm id="{16FB561A-5B9C-45B0-B44B-CFAE4D2A7945}"/>
                                            </p:graphicEl>
                                          </p:spTgt>
                                        </p:tgtEl>
                                        <p:attrNameLst>
                                          <p:attrName>ppt_w</p:attrName>
                                        </p:attrNameLst>
                                      </p:cBhvr>
                                      <p:tavLst>
                                        <p:tav tm="0">
                                          <p:val>
                                            <p:fltVal val="0"/>
                                          </p:val>
                                        </p:tav>
                                        <p:tav tm="100000">
                                          <p:val>
                                            <p:strVal val="#ppt_w"/>
                                          </p:val>
                                        </p:tav>
                                      </p:tavLst>
                                    </p:anim>
                                    <p:anim calcmode="lin" valueType="num">
                                      <p:cBhvr>
                                        <p:cTn id="124" dur="1000" fill="hold"/>
                                        <p:tgtEl>
                                          <p:spTgt spid="3">
                                            <p:graphicEl>
                                              <a:dgm id="{16FB561A-5B9C-45B0-B44B-CFAE4D2A7945}"/>
                                            </p:graphicEl>
                                          </p:spTgt>
                                        </p:tgtEl>
                                        <p:attrNameLst>
                                          <p:attrName>ppt_h</p:attrName>
                                        </p:attrNameLst>
                                      </p:cBhvr>
                                      <p:tavLst>
                                        <p:tav tm="0">
                                          <p:val>
                                            <p:fltVal val="0"/>
                                          </p:val>
                                        </p:tav>
                                        <p:tav tm="100000">
                                          <p:val>
                                            <p:strVal val="#ppt_h"/>
                                          </p:val>
                                        </p:tav>
                                      </p:tavLst>
                                    </p:anim>
                                    <p:anim calcmode="lin" valueType="num">
                                      <p:cBhvr>
                                        <p:cTn id="125" dur="1000" fill="hold"/>
                                        <p:tgtEl>
                                          <p:spTgt spid="3">
                                            <p:graphicEl>
                                              <a:dgm id="{16FB561A-5B9C-45B0-B44B-CFAE4D2A7945}"/>
                                            </p:graphicEl>
                                          </p:spTgt>
                                        </p:tgtEl>
                                        <p:attrNameLst>
                                          <p:attrName>style.rotation</p:attrName>
                                        </p:attrNameLst>
                                      </p:cBhvr>
                                      <p:tavLst>
                                        <p:tav tm="0">
                                          <p:val>
                                            <p:fltVal val="90"/>
                                          </p:val>
                                        </p:tav>
                                        <p:tav tm="100000">
                                          <p:val>
                                            <p:fltVal val="0"/>
                                          </p:val>
                                        </p:tav>
                                      </p:tavLst>
                                    </p:anim>
                                    <p:animEffect transition="in" filter="fade">
                                      <p:cBhvr>
                                        <p:cTn id="126" dur="1000"/>
                                        <p:tgtEl>
                                          <p:spTgt spid="3">
                                            <p:graphicEl>
                                              <a:dgm id="{16FB561A-5B9C-45B0-B44B-CFAE4D2A7945}"/>
                                            </p:graphicEl>
                                          </p:spTgt>
                                        </p:tgtEl>
                                      </p:cBhvr>
                                    </p:animEffect>
                                  </p:childTnLst>
                                </p:cTn>
                              </p:par>
                              <p:par>
                                <p:cTn id="127" presetID="31" presetClass="entr" presetSubtype="0" fill="hold" grpId="0" nodeType="withEffect">
                                  <p:stCondLst>
                                    <p:cond delay="0"/>
                                  </p:stCondLst>
                                  <p:childTnLst>
                                    <p:set>
                                      <p:cBhvr>
                                        <p:cTn id="128" dur="1" fill="hold">
                                          <p:stCondLst>
                                            <p:cond delay="0"/>
                                          </p:stCondLst>
                                        </p:cTn>
                                        <p:tgtEl>
                                          <p:spTgt spid="3">
                                            <p:graphicEl>
                                              <a:dgm id="{B2B53CE6-CC33-4E53-9518-CC1323088B79}"/>
                                            </p:graphicEl>
                                          </p:spTgt>
                                        </p:tgtEl>
                                        <p:attrNameLst>
                                          <p:attrName>style.visibility</p:attrName>
                                        </p:attrNameLst>
                                      </p:cBhvr>
                                      <p:to>
                                        <p:strVal val="visible"/>
                                      </p:to>
                                    </p:set>
                                    <p:anim calcmode="lin" valueType="num">
                                      <p:cBhvr>
                                        <p:cTn id="129" dur="1000" fill="hold"/>
                                        <p:tgtEl>
                                          <p:spTgt spid="3">
                                            <p:graphicEl>
                                              <a:dgm id="{B2B53CE6-CC33-4E53-9518-CC1323088B79}"/>
                                            </p:graphicEl>
                                          </p:spTgt>
                                        </p:tgtEl>
                                        <p:attrNameLst>
                                          <p:attrName>ppt_w</p:attrName>
                                        </p:attrNameLst>
                                      </p:cBhvr>
                                      <p:tavLst>
                                        <p:tav tm="0">
                                          <p:val>
                                            <p:fltVal val="0"/>
                                          </p:val>
                                        </p:tav>
                                        <p:tav tm="100000">
                                          <p:val>
                                            <p:strVal val="#ppt_w"/>
                                          </p:val>
                                        </p:tav>
                                      </p:tavLst>
                                    </p:anim>
                                    <p:anim calcmode="lin" valueType="num">
                                      <p:cBhvr>
                                        <p:cTn id="130" dur="1000" fill="hold"/>
                                        <p:tgtEl>
                                          <p:spTgt spid="3">
                                            <p:graphicEl>
                                              <a:dgm id="{B2B53CE6-CC33-4E53-9518-CC1323088B79}"/>
                                            </p:graphicEl>
                                          </p:spTgt>
                                        </p:tgtEl>
                                        <p:attrNameLst>
                                          <p:attrName>ppt_h</p:attrName>
                                        </p:attrNameLst>
                                      </p:cBhvr>
                                      <p:tavLst>
                                        <p:tav tm="0">
                                          <p:val>
                                            <p:fltVal val="0"/>
                                          </p:val>
                                        </p:tav>
                                        <p:tav tm="100000">
                                          <p:val>
                                            <p:strVal val="#ppt_h"/>
                                          </p:val>
                                        </p:tav>
                                      </p:tavLst>
                                    </p:anim>
                                    <p:anim calcmode="lin" valueType="num">
                                      <p:cBhvr>
                                        <p:cTn id="131" dur="1000" fill="hold"/>
                                        <p:tgtEl>
                                          <p:spTgt spid="3">
                                            <p:graphicEl>
                                              <a:dgm id="{B2B53CE6-CC33-4E53-9518-CC1323088B79}"/>
                                            </p:graphicEl>
                                          </p:spTgt>
                                        </p:tgtEl>
                                        <p:attrNameLst>
                                          <p:attrName>style.rotation</p:attrName>
                                        </p:attrNameLst>
                                      </p:cBhvr>
                                      <p:tavLst>
                                        <p:tav tm="0">
                                          <p:val>
                                            <p:fltVal val="90"/>
                                          </p:val>
                                        </p:tav>
                                        <p:tav tm="100000">
                                          <p:val>
                                            <p:fltVal val="0"/>
                                          </p:val>
                                        </p:tav>
                                      </p:tavLst>
                                    </p:anim>
                                    <p:animEffect transition="in" filter="fade">
                                      <p:cBhvr>
                                        <p:cTn id="132" dur="1000"/>
                                        <p:tgtEl>
                                          <p:spTgt spid="3">
                                            <p:graphicEl>
                                              <a:dgm id="{B2B53CE6-CC33-4E53-9518-CC1323088B79}"/>
                                            </p:graphicEl>
                                          </p:spTgt>
                                        </p:tgtEl>
                                      </p:cBhvr>
                                    </p:animEffect>
                                  </p:childTnLst>
                                </p:cTn>
                              </p:par>
                              <p:par>
                                <p:cTn id="133" presetID="31" presetClass="entr" presetSubtype="0" fill="hold" grpId="0" nodeType="withEffect">
                                  <p:stCondLst>
                                    <p:cond delay="0"/>
                                  </p:stCondLst>
                                  <p:childTnLst>
                                    <p:set>
                                      <p:cBhvr>
                                        <p:cTn id="134" dur="1" fill="hold">
                                          <p:stCondLst>
                                            <p:cond delay="0"/>
                                          </p:stCondLst>
                                        </p:cTn>
                                        <p:tgtEl>
                                          <p:spTgt spid="3">
                                            <p:graphicEl>
                                              <a:dgm id="{D6984842-8A67-40F9-9BBF-E333012CAFD4}"/>
                                            </p:graphicEl>
                                          </p:spTgt>
                                        </p:tgtEl>
                                        <p:attrNameLst>
                                          <p:attrName>style.visibility</p:attrName>
                                        </p:attrNameLst>
                                      </p:cBhvr>
                                      <p:to>
                                        <p:strVal val="visible"/>
                                      </p:to>
                                    </p:set>
                                    <p:anim calcmode="lin" valueType="num">
                                      <p:cBhvr>
                                        <p:cTn id="135" dur="1000" fill="hold"/>
                                        <p:tgtEl>
                                          <p:spTgt spid="3">
                                            <p:graphicEl>
                                              <a:dgm id="{D6984842-8A67-40F9-9BBF-E333012CAFD4}"/>
                                            </p:graphicEl>
                                          </p:spTgt>
                                        </p:tgtEl>
                                        <p:attrNameLst>
                                          <p:attrName>ppt_w</p:attrName>
                                        </p:attrNameLst>
                                      </p:cBhvr>
                                      <p:tavLst>
                                        <p:tav tm="0">
                                          <p:val>
                                            <p:fltVal val="0"/>
                                          </p:val>
                                        </p:tav>
                                        <p:tav tm="100000">
                                          <p:val>
                                            <p:strVal val="#ppt_w"/>
                                          </p:val>
                                        </p:tav>
                                      </p:tavLst>
                                    </p:anim>
                                    <p:anim calcmode="lin" valueType="num">
                                      <p:cBhvr>
                                        <p:cTn id="136" dur="1000" fill="hold"/>
                                        <p:tgtEl>
                                          <p:spTgt spid="3">
                                            <p:graphicEl>
                                              <a:dgm id="{D6984842-8A67-40F9-9BBF-E333012CAFD4}"/>
                                            </p:graphicEl>
                                          </p:spTgt>
                                        </p:tgtEl>
                                        <p:attrNameLst>
                                          <p:attrName>ppt_h</p:attrName>
                                        </p:attrNameLst>
                                      </p:cBhvr>
                                      <p:tavLst>
                                        <p:tav tm="0">
                                          <p:val>
                                            <p:fltVal val="0"/>
                                          </p:val>
                                        </p:tav>
                                        <p:tav tm="100000">
                                          <p:val>
                                            <p:strVal val="#ppt_h"/>
                                          </p:val>
                                        </p:tav>
                                      </p:tavLst>
                                    </p:anim>
                                    <p:anim calcmode="lin" valueType="num">
                                      <p:cBhvr>
                                        <p:cTn id="137" dur="1000" fill="hold"/>
                                        <p:tgtEl>
                                          <p:spTgt spid="3">
                                            <p:graphicEl>
                                              <a:dgm id="{D6984842-8A67-40F9-9BBF-E333012CAFD4}"/>
                                            </p:graphicEl>
                                          </p:spTgt>
                                        </p:tgtEl>
                                        <p:attrNameLst>
                                          <p:attrName>style.rotation</p:attrName>
                                        </p:attrNameLst>
                                      </p:cBhvr>
                                      <p:tavLst>
                                        <p:tav tm="0">
                                          <p:val>
                                            <p:fltVal val="90"/>
                                          </p:val>
                                        </p:tav>
                                        <p:tav tm="100000">
                                          <p:val>
                                            <p:fltVal val="0"/>
                                          </p:val>
                                        </p:tav>
                                      </p:tavLst>
                                    </p:anim>
                                    <p:animEffect transition="in" filter="fade">
                                      <p:cBhvr>
                                        <p:cTn id="138" dur="1000"/>
                                        <p:tgtEl>
                                          <p:spTgt spid="3">
                                            <p:graphicEl>
                                              <a:dgm id="{D6984842-8A67-40F9-9BBF-E333012CAFD4}"/>
                                            </p:graphicEl>
                                          </p:spTgt>
                                        </p:tgtEl>
                                      </p:cBhvr>
                                    </p:animEffect>
                                  </p:childTnLst>
                                </p:cTn>
                              </p:par>
                              <p:par>
                                <p:cTn id="139" presetID="31" presetClass="entr" presetSubtype="0" fill="hold" grpId="0" nodeType="withEffect">
                                  <p:stCondLst>
                                    <p:cond delay="0"/>
                                  </p:stCondLst>
                                  <p:childTnLst>
                                    <p:set>
                                      <p:cBhvr>
                                        <p:cTn id="140" dur="1" fill="hold">
                                          <p:stCondLst>
                                            <p:cond delay="0"/>
                                          </p:stCondLst>
                                        </p:cTn>
                                        <p:tgtEl>
                                          <p:spTgt spid="3">
                                            <p:graphicEl>
                                              <a:dgm id="{25BB6C47-E65B-4165-9AB5-4883B2867A8C}"/>
                                            </p:graphicEl>
                                          </p:spTgt>
                                        </p:tgtEl>
                                        <p:attrNameLst>
                                          <p:attrName>style.visibility</p:attrName>
                                        </p:attrNameLst>
                                      </p:cBhvr>
                                      <p:to>
                                        <p:strVal val="visible"/>
                                      </p:to>
                                    </p:set>
                                    <p:anim calcmode="lin" valueType="num">
                                      <p:cBhvr>
                                        <p:cTn id="141" dur="1000" fill="hold"/>
                                        <p:tgtEl>
                                          <p:spTgt spid="3">
                                            <p:graphicEl>
                                              <a:dgm id="{25BB6C47-E65B-4165-9AB5-4883B2867A8C}"/>
                                            </p:graphicEl>
                                          </p:spTgt>
                                        </p:tgtEl>
                                        <p:attrNameLst>
                                          <p:attrName>ppt_w</p:attrName>
                                        </p:attrNameLst>
                                      </p:cBhvr>
                                      <p:tavLst>
                                        <p:tav tm="0">
                                          <p:val>
                                            <p:fltVal val="0"/>
                                          </p:val>
                                        </p:tav>
                                        <p:tav tm="100000">
                                          <p:val>
                                            <p:strVal val="#ppt_w"/>
                                          </p:val>
                                        </p:tav>
                                      </p:tavLst>
                                    </p:anim>
                                    <p:anim calcmode="lin" valueType="num">
                                      <p:cBhvr>
                                        <p:cTn id="142" dur="1000" fill="hold"/>
                                        <p:tgtEl>
                                          <p:spTgt spid="3">
                                            <p:graphicEl>
                                              <a:dgm id="{25BB6C47-E65B-4165-9AB5-4883B2867A8C}"/>
                                            </p:graphicEl>
                                          </p:spTgt>
                                        </p:tgtEl>
                                        <p:attrNameLst>
                                          <p:attrName>ppt_h</p:attrName>
                                        </p:attrNameLst>
                                      </p:cBhvr>
                                      <p:tavLst>
                                        <p:tav tm="0">
                                          <p:val>
                                            <p:fltVal val="0"/>
                                          </p:val>
                                        </p:tav>
                                        <p:tav tm="100000">
                                          <p:val>
                                            <p:strVal val="#ppt_h"/>
                                          </p:val>
                                        </p:tav>
                                      </p:tavLst>
                                    </p:anim>
                                    <p:anim calcmode="lin" valueType="num">
                                      <p:cBhvr>
                                        <p:cTn id="143" dur="1000" fill="hold"/>
                                        <p:tgtEl>
                                          <p:spTgt spid="3">
                                            <p:graphicEl>
                                              <a:dgm id="{25BB6C47-E65B-4165-9AB5-4883B2867A8C}"/>
                                            </p:graphicEl>
                                          </p:spTgt>
                                        </p:tgtEl>
                                        <p:attrNameLst>
                                          <p:attrName>style.rotation</p:attrName>
                                        </p:attrNameLst>
                                      </p:cBhvr>
                                      <p:tavLst>
                                        <p:tav tm="0">
                                          <p:val>
                                            <p:fltVal val="90"/>
                                          </p:val>
                                        </p:tav>
                                        <p:tav tm="100000">
                                          <p:val>
                                            <p:fltVal val="0"/>
                                          </p:val>
                                        </p:tav>
                                      </p:tavLst>
                                    </p:anim>
                                    <p:animEffect transition="in" filter="fade">
                                      <p:cBhvr>
                                        <p:cTn id="144" dur="1000"/>
                                        <p:tgtEl>
                                          <p:spTgt spid="3">
                                            <p:graphicEl>
                                              <a:dgm id="{25BB6C47-E65B-4165-9AB5-4883B2867A8C}"/>
                                            </p:graphicEl>
                                          </p:spTgt>
                                        </p:tgtEl>
                                      </p:cBhvr>
                                    </p:animEffect>
                                  </p:childTnLst>
                                </p:cTn>
                              </p:par>
                              <p:par>
                                <p:cTn id="145" presetID="31" presetClass="entr" presetSubtype="0" fill="hold" grpId="0" nodeType="withEffect">
                                  <p:stCondLst>
                                    <p:cond delay="0"/>
                                  </p:stCondLst>
                                  <p:childTnLst>
                                    <p:set>
                                      <p:cBhvr>
                                        <p:cTn id="146" dur="1" fill="hold">
                                          <p:stCondLst>
                                            <p:cond delay="0"/>
                                          </p:stCondLst>
                                        </p:cTn>
                                        <p:tgtEl>
                                          <p:spTgt spid="3">
                                            <p:graphicEl>
                                              <a:dgm id="{E18E893D-709B-43B1-9996-435BBE557998}"/>
                                            </p:graphicEl>
                                          </p:spTgt>
                                        </p:tgtEl>
                                        <p:attrNameLst>
                                          <p:attrName>style.visibility</p:attrName>
                                        </p:attrNameLst>
                                      </p:cBhvr>
                                      <p:to>
                                        <p:strVal val="visible"/>
                                      </p:to>
                                    </p:set>
                                    <p:anim calcmode="lin" valueType="num">
                                      <p:cBhvr>
                                        <p:cTn id="147" dur="1000" fill="hold"/>
                                        <p:tgtEl>
                                          <p:spTgt spid="3">
                                            <p:graphicEl>
                                              <a:dgm id="{E18E893D-709B-43B1-9996-435BBE557998}"/>
                                            </p:graphicEl>
                                          </p:spTgt>
                                        </p:tgtEl>
                                        <p:attrNameLst>
                                          <p:attrName>ppt_w</p:attrName>
                                        </p:attrNameLst>
                                      </p:cBhvr>
                                      <p:tavLst>
                                        <p:tav tm="0">
                                          <p:val>
                                            <p:fltVal val="0"/>
                                          </p:val>
                                        </p:tav>
                                        <p:tav tm="100000">
                                          <p:val>
                                            <p:strVal val="#ppt_w"/>
                                          </p:val>
                                        </p:tav>
                                      </p:tavLst>
                                    </p:anim>
                                    <p:anim calcmode="lin" valueType="num">
                                      <p:cBhvr>
                                        <p:cTn id="148" dur="1000" fill="hold"/>
                                        <p:tgtEl>
                                          <p:spTgt spid="3">
                                            <p:graphicEl>
                                              <a:dgm id="{E18E893D-709B-43B1-9996-435BBE557998}"/>
                                            </p:graphicEl>
                                          </p:spTgt>
                                        </p:tgtEl>
                                        <p:attrNameLst>
                                          <p:attrName>ppt_h</p:attrName>
                                        </p:attrNameLst>
                                      </p:cBhvr>
                                      <p:tavLst>
                                        <p:tav tm="0">
                                          <p:val>
                                            <p:fltVal val="0"/>
                                          </p:val>
                                        </p:tav>
                                        <p:tav tm="100000">
                                          <p:val>
                                            <p:strVal val="#ppt_h"/>
                                          </p:val>
                                        </p:tav>
                                      </p:tavLst>
                                    </p:anim>
                                    <p:anim calcmode="lin" valueType="num">
                                      <p:cBhvr>
                                        <p:cTn id="149" dur="1000" fill="hold"/>
                                        <p:tgtEl>
                                          <p:spTgt spid="3">
                                            <p:graphicEl>
                                              <a:dgm id="{E18E893D-709B-43B1-9996-435BBE557998}"/>
                                            </p:graphicEl>
                                          </p:spTgt>
                                        </p:tgtEl>
                                        <p:attrNameLst>
                                          <p:attrName>style.rotation</p:attrName>
                                        </p:attrNameLst>
                                      </p:cBhvr>
                                      <p:tavLst>
                                        <p:tav tm="0">
                                          <p:val>
                                            <p:fltVal val="90"/>
                                          </p:val>
                                        </p:tav>
                                        <p:tav tm="100000">
                                          <p:val>
                                            <p:fltVal val="0"/>
                                          </p:val>
                                        </p:tav>
                                      </p:tavLst>
                                    </p:anim>
                                    <p:animEffect transition="in" filter="fade">
                                      <p:cBhvr>
                                        <p:cTn id="150" dur="1000"/>
                                        <p:tgtEl>
                                          <p:spTgt spid="3">
                                            <p:graphicEl>
                                              <a:dgm id="{E18E893D-709B-43B1-9996-435BBE557998}"/>
                                            </p:graphicEl>
                                          </p:spTgt>
                                        </p:tgtEl>
                                      </p:cBhvr>
                                    </p:animEffect>
                                  </p:childTnLst>
                                </p:cTn>
                              </p:par>
                              <p:par>
                                <p:cTn id="151" presetID="31" presetClass="entr" presetSubtype="0" fill="hold" grpId="0" nodeType="withEffect">
                                  <p:stCondLst>
                                    <p:cond delay="0"/>
                                  </p:stCondLst>
                                  <p:childTnLst>
                                    <p:set>
                                      <p:cBhvr>
                                        <p:cTn id="152" dur="1" fill="hold">
                                          <p:stCondLst>
                                            <p:cond delay="0"/>
                                          </p:stCondLst>
                                        </p:cTn>
                                        <p:tgtEl>
                                          <p:spTgt spid="3">
                                            <p:graphicEl>
                                              <a:dgm id="{D5746C1A-BF1B-45CA-BD04-539F3003AC77}"/>
                                            </p:graphicEl>
                                          </p:spTgt>
                                        </p:tgtEl>
                                        <p:attrNameLst>
                                          <p:attrName>style.visibility</p:attrName>
                                        </p:attrNameLst>
                                      </p:cBhvr>
                                      <p:to>
                                        <p:strVal val="visible"/>
                                      </p:to>
                                    </p:set>
                                    <p:anim calcmode="lin" valueType="num">
                                      <p:cBhvr>
                                        <p:cTn id="153" dur="1000" fill="hold"/>
                                        <p:tgtEl>
                                          <p:spTgt spid="3">
                                            <p:graphicEl>
                                              <a:dgm id="{D5746C1A-BF1B-45CA-BD04-539F3003AC77}"/>
                                            </p:graphicEl>
                                          </p:spTgt>
                                        </p:tgtEl>
                                        <p:attrNameLst>
                                          <p:attrName>ppt_w</p:attrName>
                                        </p:attrNameLst>
                                      </p:cBhvr>
                                      <p:tavLst>
                                        <p:tav tm="0">
                                          <p:val>
                                            <p:fltVal val="0"/>
                                          </p:val>
                                        </p:tav>
                                        <p:tav tm="100000">
                                          <p:val>
                                            <p:strVal val="#ppt_w"/>
                                          </p:val>
                                        </p:tav>
                                      </p:tavLst>
                                    </p:anim>
                                    <p:anim calcmode="lin" valueType="num">
                                      <p:cBhvr>
                                        <p:cTn id="154" dur="1000" fill="hold"/>
                                        <p:tgtEl>
                                          <p:spTgt spid="3">
                                            <p:graphicEl>
                                              <a:dgm id="{D5746C1A-BF1B-45CA-BD04-539F3003AC77}"/>
                                            </p:graphicEl>
                                          </p:spTgt>
                                        </p:tgtEl>
                                        <p:attrNameLst>
                                          <p:attrName>ppt_h</p:attrName>
                                        </p:attrNameLst>
                                      </p:cBhvr>
                                      <p:tavLst>
                                        <p:tav tm="0">
                                          <p:val>
                                            <p:fltVal val="0"/>
                                          </p:val>
                                        </p:tav>
                                        <p:tav tm="100000">
                                          <p:val>
                                            <p:strVal val="#ppt_h"/>
                                          </p:val>
                                        </p:tav>
                                      </p:tavLst>
                                    </p:anim>
                                    <p:anim calcmode="lin" valueType="num">
                                      <p:cBhvr>
                                        <p:cTn id="155" dur="1000" fill="hold"/>
                                        <p:tgtEl>
                                          <p:spTgt spid="3">
                                            <p:graphicEl>
                                              <a:dgm id="{D5746C1A-BF1B-45CA-BD04-539F3003AC77}"/>
                                            </p:graphicEl>
                                          </p:spTgt>
                                        </p:tgtEl>
                                        <p:attrNameLst>
                                          <p:attrName>style.rotation</p:attrName>
                                        </p:attrNameLst>
                                      </p:cBhvr>
                                      <p:tavLst>
                                        <p:tav tm="0">
                                          <p:val>
                                            <p:fltVal val="90"/>
                                          </p:val>
                                        </p:tav>
                                        <p:tav tm="100000">
                                          <p:val>
                                            <p:fltVal val="0"/>
                                          </p:val>
                                        </p:tav>
                                      </p:tavLst>
                                    </p:anim>
                                    <p:animEffect transition="in" filter="fade">
                                      <p:cBhvr>
                                        <p:cTn id="156" dur="1000"/>
                                        <p:tgtEl>
                                          <p:spTgt spid="3">
                                            <p:graphicEl>
                                              <a:dgm id="{D5746C1A-BF1B-45CA-BD04-539F3003AC77}"/>
                                            </p:graphicEl>
                                          </p:spTgt>
                                        </p:tgtEl>
                                      </p:cBhvr>
                                    </p:animEffect>
                                  </p:childTnLst>
                                </p:cTn>
                              </p:par>
                              <p:par>
                                <p:cTn id="157" presetID="31" presetClass="entr" presetSubtype="0" fill="hold" grpId="0" nodeType="withEffect">
                                  <p:stCondLst>
                                    <p:cond delay="0"/>
                                  </p:stCondLst>
                                  <p:childTnLst>
                                    <p:set>
                                      <p:cBhvr>
                                        <p:cTn id="158" dur="1" fill="hold">
                                          <p:stCondLst>
                                            <p:cond delay="0"/>
                                          </p:stCondLst>
                                        </p:cTn>
                                        <p:tgtEl>
                                          <p:spTgt spid="3">
                                            <p:graphicEl>
                                              <a:dgm id="{093179E9-1138-4B3B-AD06-ABB0357BD24F}"/>
                                            </p:graphicEl>
                                          </p:spTgt>
                                        </p:tgtEl>
                                        <p:attrNameLst>
                                          <p:attrName>style.visibility</p:attrName>
                                        </p:attrNameLst>
                                      </p:cBhvr>
                                      <p:to>
                                        <p:strVal val="visible"/>
                                      </p:to>
                                    </p:set>
                                    <p:anim calcmode="lin" valueType="num">
                                      <p:cBhvr>
                                        <p:cTn id="159" dur="1000" fill="hold"/>
                                        <p:tgtEl>
                                          <p:spTgt spid="3">
                                            <p:graphicEl>
                                              <a:dgm id="{093179E9-1138-4B3B-AD06-ABB0357BD24F}"/>
                                            </p:graphicEl>
                                          </p:spTgt>
                                        </p:tgtEl>
                                        <p:attrNameLst>
                                          <p:attrName>ppt_w</p:attrName>
                                        </p:attrNameLst>
                                      </p:cBhvr>
                                      <p:tavLst>
                                        <p:tav tm="0">
                                          <p:val>
                                            <p:fltVal val="0"/>
                                          </p:val>
                                        </p:tav>
                                        <p:tav tm="100000">
                                          <p:val>
                                            <p:strVal val="#ppt_w"/>
                                          </p:val>
                                        </p:tav>
                                      </p:tavLst>
                                    </p:anim>
                                    <p:anim calcmode="lin" valueType="num">
                                      <p:cBhvr>
                                        <p:cTn id="160" dur="1000" fill="hold"/>
                                        <p:tgtEl>
                                          <p:spTgt spid="3">
                                            <p:graphicEl>
                                              <a:dgm id="{093179E9-1138-4B3B-AD06-ABB0357BD24F}"/>
                                            </p:graphicEl>
                                          </p:spTgt>
                                        </p:tgtEl>
                                        <p:attrNameLst>
                                          <p:attrName>ppt_h</p:attrName>
                                        </p:attrNameLst>
                                      </p:cBhvr>
                                      <p:tavLst>
                                        <p:tav tm="0">
                                          <p:val>
                                            <p:fltVal val="0"/>
                                          </p:val>
                                        </p:tav>
                                        <p:tav tm="100000">
                                          <p:val>
                                            <p:strVal val="#ppt_h"/>
                                          </p:val>
                                        </p:tav>
                                      </p:tavLst>
                                    </p:anim>
                                    <p:anim calcmode="lin" valueType="num">
                                      <p:cBhvr>
                                        <p:cTn id="161" dur="1000" fill="hold"/>
                                        <p:tgtEl>
                                          <p:spTgt spid="3">
                                            <p:graphicEl>
                                              <a:dgm id="{093179E9-1138-4B3B-AD06-ABB0357BD24F}"/>
                                            </p:graphicEl>
                                          </p:spTgt>
                                        </p:tgtEl>
                                        <p:attrNameLst>
                                          <p:attrName>style.rotation</p:attrName>
                                        </p:attrNameLst>
                                      </p:cBhvr>
                                      <p:tavLst>
                                        <p:tav tm="0">
                                          <p:val>
                                            <p:fltVal val="90"/>
                                          </p:val>
                                        </p:tav>
                                        <p:tav tm="100000">
                                          <p:val>
                                            <p:fltVal val="0"/>
                                          </p:val>
                                        </p:tav>
                                      </p:tavLst>
                                    </p:anim>
                                    <p:animEffect transition="in" filter="fade">
                                      <p:cBhvr>
                                        <p:cTn id="162" dur="1000"/>
                                        <p:tgtEl>
                                          <p:spTgt spid="3">
                                            <p:graphicEl>
                                              <a:dgm id="{093179E9-1138-4B3B-AD06-ABB0357BD24F}"/>
                                            </p:graphicEl>
                                          </p:spTgt>
                                        </p:tgtEl>
                                      </p:cBhvr>
                                    </p:animEffect>
                                  </p:childTnLst>
                                </p:cTn>
                              </p:par>
                              <p:par>
                                <p:cTn id="163" presetID="31" presetClass="entr" presetSubtype="0" fill="hold" grpId="0" nodeType="withEffect">
                                  <p:stCondLst>
                                    <p:cond delay="0"/>
                                  </p:stCondLst>
                                  <p:childTnLst>
                                    <p:set>
                                      <p:cBhvr>
                                        <p:cTn id="164" dur="1" fill="hold">
                                          <p:stCondLst>
                                            <p:cond delay="0"/>
                                          </p:stCondLst>
                                        </p:cTn>
                                        <p:tgtEl>
                                          <p:spTgt spid="3">
                                            <p:graphicEl>
                                              <a:dgm id="{C8B2F7D9-D0FE-4C98-A392-651EE0F31E49}"/>
                                            </p:graphicEl>
                                          </p:spTgt>
                                        </p:tgtEl>
                                        <p:attrNameLst>
                                          <p:attrName>style.visibility</p:attrName>
                                        </p:attrNameLst>
                                      </p:cBhvr>
                                      <p:to>
                                        <p:strVal val="visible"/>
                                      </p:to>
                                    </p:set>
                                    <p:anim calcmode="lin" valueType="num">
                                      <p:cBhvr>
                                        <p:cTn id="165" dur="1000" fill="hold"/>
                                        <p:tgtEl>
                                          <p:spTgt spid="3">
                                            <p:graphicEl>
                                              <a:dgm id="{C8B2F7D9-D0FE-4C98-A392-651EE0F31E49}"/>
                                            </p:graphicEl>
                                          </p:spTgt>
                                        </p:tgtEl>
                                        <p:attrNameLst>
                                          <p:attrName>ppt_w</p:attrName>
                                        </p:attrNameLst>
                                      </p:cBhvr>
                                      <p:tavLst>
                                        <p:tav tm="0">
                                          <p:val>
                                            <p:fltVal val="0"/>
                                          </p:val>
                                        </p:tav>
                                        <p:tav tm="100000">
                                          <p:val>
                                            <p:strVal val="#ppt_w"/>
                                          </p:val>
                                        </p:tav>
                                      </p:tavLst>
                                    </p:anim>
                                    <p:anim calcmode="lin" valueType="num">
                                      <p:cBhvr>
                                        <p:cTn id="166" dur="1000" fill="hold"/>
                                        <p:tgtEl>
                                          <p:spTgt spid="3">
                                            <p:graphicEl>
                                              <a:dgm id="{C8B2F7D9-D0FE-4C98-A392-651EE0F31E49}"/>
                                            </p:graphicEl>
                                          </p:spTgt>
                                        </p:tgtEl>
                                        <p:attrNameLst>
                                          <p:attrName>ppt_h</p:attrName>
                                        </p:attrNameLst>
                                      </p:cBhvr>
                                      <p:tavLst>
                                        <p:tav tm="0">
                                          <p:val>
                                            <p:fltVal val="0"/>
                                          </p:val>
                                        </p:tav>
                                        <p:tav tm="100000">
                                          <p:val>
                                            <p:strVal val="#ppt_h"/>
                                          </p:val>
                                        </p:tav>
                                      </p:tavLst>
                                    </p:anim>
                                    <p:anim calcmode="lin" valueType="num">
                                      <p:cBhvr>
                                        <p:cTn id="167" dur="1000" fill="hold"/>
                                        <p:tgtEl>
                                          <p:spTgt spid="3">
                                            <p:graphicEl>
                                              <a:dgm id="{C8B2F7D9-D0FE-4C98-A392-651EE0F31E49}"/>
                                            </p:graphicEl>
                                          </p:spTgt>
                                        </p:tgtEl>
                                        <p:attrNameLst>
                                          <p:attrName>style.rotation</p:attrName>
                                        </p:attrNameLst>
                                      </p:cBhvr>
                                      <p:tavLst>
                                        <p:tav tm="0">
                                          <p:val>
                                            <p:fltVal val="90"/>
                                          </p:val>
                                        </p:tav>
                                        <p:tav tm="100000">
                                          <p:val>
                                            <p:fltVal val="0"/>
                                          </p:val>
                                        </p:tav>
                                      </p:tavLst>
                                    </p:anim>
                                    <p:animEffect transition="in" filter="fade">
                                      <p:cBhvr>
                                        <p:cTn id="168" dur="1000"/>
                                        <p:tgtEl>
                                          <p:spTgt spid="3">
                                            <p:graphicEl>
                                              <a:dgm id="{C8B2F7D9-D0FE-4C98-A392-651EE0F31E49}"/>
                                            </p:graphicEl>
                                          </p:spTgt>
                                        </p:tgtEl>
                                      </p:cBhvr>
                                    </p:animEffect>
                                  </p:childTnLst>
                                </p:cTn>
                              </p:par>
                              <p:par>
                                <p:cTn id="169" presetID="31" presetClass="entr" presetSubtype="0" fill="hold" grpId="0" nodeType="withEffect">
                                  <p:stCondLst>
                                    <p:cond delay="0"/>
                                  </p:stCondLst>
                                  <p:childTnLst>
                                    <p:set>
                                      <p:cBhvr>
                                        <p:cTn id="170" dur="1" fill="hold">
                                          <p:stCondLst>
                                            <p:cond delay="0"/>
                                          </p:stCondLst>
                                        </p:cTn>
                                        <p:tgtEl>
                                          <p:spTgt spid="3">
                                            <p:graphicEl>
                                              <a:dgm id="{E0795796-7D0B-45FF-B269-77E8CFACF81D}"/>
                                            </p:graphicEl>
                                          </p:spTgt>
                                        </p:tgtEl>
                                        <p:attrNameLst>
                                          <p:attrName>style.visibility</p:attrName>
                                        </p:attrNameLst>
                                      </p:cBhvr>
                                      <p:to>
                                        <p:strVal val="visible"/>
                                      </p:to>
                                    </p:set>
                                    <p:anim calcmode="lin" valueType="num">
                                      <p:cBhvr>
                                        <p:cTn id="171" dur="1000" fill="hold"/>
                                        <p:tgtEl>
                                          <p:spTgt spid="3">
                                            <p:graphicEl>
                                              <a:dgm id="{E0795796-7D0B-45FF-B269-77E8CFACF81D}"/>
                                            </p:graphicEl>
                                          </p:spTgt>
                                        </p:tgtEl>
                                        <p:attrNameLst>
                                          <p:attrName>ppt_w</p:attrName>
                                        </p:attrNameLst>
                                      </p:cBhvr>
                                      <p:tavLst>
                                        <p:tav tm="0">
                                          <p:val>
                                            <p:fltVal val="0"/>
                                          </p:val>
                                        </p:tav>
                                        <p:tav tm="100000">
                                          <p:val>
                                            <p:strVal val="#ppt_w"/>
                                          </p:val>
                                        </p:tav>
                                      </p:tavLst>
                                    </p:anim>
                                    <p:anim calcmode="lin" valueType="num">
                                      <p:cBhvr>
                                        <p:cTn id="172" dur="1000" fill="hold"/>
                                        <p:tgtEl>
                                          <p:spTgt spid="3">
                                            <p:graphicEl>
                                              <a:dgm id="{E0795796-7D0B-45FF-B269-77E8CFACF81D}"/>
                                            </p:graphicEl>
                                          </p:spTgt>
                                        </p:tgtEl>
                                        <p:attrNameLst>
                                          <p:attrName>ppt_h</p:attrName>
                                        </p:attrNameLst>
                                      </p:cBhvr>
                                      <p:tavLst>
                                        <p:tav tm="0">
                                          <p:val>
                                            <p:fltVal val="0"/>
                                          </p:val>
                                        </p:tav>
                                        <p:tav tm="100000">
                                          <p:val>
                                            <p:strVal val="#ppt_h"/>
                                          </p:val>
                                        </p:tav>
                                      </p:tavLst>
                                    </p:anim>
                                    <p:anim calcmode="lin" valueType="num">
                                      <p:cBhvr>
                                        <p:cTn id="173" dur="1000" fill="hold"/>
                                        <p:tgtEl>
                                          <p:spTgt spid="3">
                                            <p:graphicEl>
                                              <a:dgm id="{E0795796-7D0B-45FF-B269-77E8CFACF81D}"/>
                                            </p:graphicEl>
                                          </p:spTgt>
                                        </p:tgtEl>
                                        <p:attrNameLst>
                                          <p:attrName>style.rotation</p:attrName>
                                        </p:attrNameLst>
                                      </p:cBhvr>
                                      <p:tavLst>
                                        <p:tav tm="0">
                                          <p:val>
                                            <p:fltVal val="90"/>
                                          </p:val>
                                        </p:tav>
                                        <p:tav tm="100000">
                                          <p:val>
                                            <p:fltVal val="0"/>
                                          </p:val>
                                        </p:tav>
                                      </p:tavLst>
                                    </p:anim>
                                    <p:animEffect transition="in" filter="fade">
                                      <p:cBhvr>
                                        <p:cTn id="174" dur="1000"/>
                                        <p:tgtEl>
                                          <p:spTgt spid="3">
                                            <p:graphicEl>
                                              <a:dgm id="{E0795796-7D0B-45FF-B269-77E8CFACF81D}"/>
                                            </p:graphicEl>
                                          </p:spTgt>
                                        </p:tgtEl>
                                      </p:cBhvr>
                                    </p:animEffect>
                                  </p:childTnLst>
                                </p:cTn>
                              </p:par>
                              <p:par>
                                <p:cTn id="175" presetID="31" presetClass="entr" presetSubtype="0" fill="hold" grpId="0" nodeType="withEffect">
                                  <p:stCondLst>
                                    <p:cond delay="0"/>
                                  </p:stCondLst>
                                  <p:childTnLst>
                                    <p:set>
                                      <p:cBhvr>
                                        <p:cTn id="176" dur="1" fill="hold">
                                          <p:stCondLst>
                                            <p:cond delay="0"/>
                                          </p:stCondLst>
                                        </p:cTn>
                                        <p:tgtEl>
                                          <p:spTgt spid="3">
                                            <p:graphicEl>
                                              <a:dgm id="{B0EAA89B-2C9F-488F-B0AF-134E43D241D9}"/>
                                            </p:graphicEl>
                                          </p:spTgt>
                                        </p:tgtEl>
                                        <p:attrNameLst>
                                          <p:attrName>style.visibility</p:attrName>
                                        </p:attrNameLst>
                                      </p:cBhvr>
                                      <p:to>
                                        <p:strVal val="visible"/>
                                      </p:to>
                                    </p:set>
                                    <p:anim calcmode="lin" valueType="num">
                                      <p:cBhvr>
                                        <p:cTn id="177" dur="1000" fill="hold"/>
                                        <p:tgtEl>
                                          <p:spTgt spid="3">
                                            <p:graphicEl>
                                              <a:dgm id="{B0EAA89B-2C9F-488F-B0AF-134E43D241D9}"/>
                                            </p:graphicEl>
                                          </p:spTgt>
                                        </p:tgtEl>
                                        <p:attrNameLst>
                                          <p:attrName>ppt_w</p:attrName>
                                        </p:attrNameLst>
                                      </p:cBhvr>
                                      <p:tavLst>
                                        <p:tav tm="0">
                                          <p:val>
                                            <p:fltVal val="0"/>
                                          </p:val>
                                        </p:tav>
                                        <p:tav tm="100000">
                                          <p:val>
                                            <p:strVal val="#ppt_w"/>
                                          </p:val>
                                        </p:tav>
                                      </p:tavLst>
                                    </p:anim>
                                    <p:anim calcmode="lin" valueType="num">
                                      <p:cBhvr>
                                        <p:cTn id="178" dur="1000" fill="hold"/>
                                        <p:tgtEl>
                                          <p:spTgt spid="3">
                                            <p:graphicEl>
                                              <a:dgm id="{B0EAA89B-2C9F-488F-B0AF-134E43D241D9}"/>
                                            </p:graphicEl>
                                          </p:spTgt>
                                        </p:tgtEl>
                                        <p:attrNameLst>
                                          <p:attrName>ppt_h</p:attrName>
                                        </p:attrNameLst>
                                      </p:cBhvr>
                                      <p:tavLst>
                                        <p:tav tm="0">
                                          <p:val>
                                            <p:fltVal val="0"/>
                                          </p:val>
                                        </p:tav>
                                        <p:tav tm="100000">
                                          <p:val>
                                            <p:strVal val="#ppt_h"/>
                                          </p:val>
                                        </p:tav>
                                      </p:tavLst>
                                    </p:anim>
                                    <p:anim calcmode="lin" valueType="num">
                                      <p:cBhvr>
                                        <p:cTn id="179" dur="1000" fill="hold"/>
                                        <p:tgtEl>
                                          <p:spTgt spid="3">
                                            <p:graphicEl>
                                              <a:dgm id="{B0EAA89B-2C9F-488F-B0AF-134E43D241D9}"/>
                                            </p:graphicEl>
                                          </p:spTgt>
                                        </p:tgtEl>
                                        <p:attrNameLst>
                                          <p:attrName>style.rotation</p:attrName>
                                        </p:attrNameLst>
                                      </p:cBhvr>
                                      <p:tavLst>
                                        <p:tav tm="0">
                                          <p:val>
                                            <p:fltVal val="90"/>
                                          </p:val>
                                        </p:tav>
                                        <p:tav tm="100000">
                                          <p:val>
                                            <p:fltVal val="0"/>
                                          </p:val>
                                        </p:tav>
                                      </p:tavLst>
                                    </p:anim>
                                    <p:animEffect transition="in" filter="fade">
                                      <p:cBhvr>
                                        <p:cTn id="180" dur="1000"/>
                                        <p:tgtEl>
                                          <p:spTgt spid="3">
                                            <p:graphicEl>
                                              <a:dgm id="{B0EAA89B-2C9F-488F-B0AF-134E43D241D9}"/>
                                            </p:graphicEl>
                                          </p:spTgt>
                                        </p:tgtEl>
                                      </p:cBhvr>
                                    </p:animEffect>
                                  </p:childTnLst>
                                </p:cTn>
                              </p:par>
                              <p:par>
                                <p:cTn id="181" presetID="31" presetClass="entr" presetSubtype="0" fill="hold" grpId="0" nodeType="withEffect">
                                  <p:stCondLst>
                                    <p:cond delay="0"/>
                                  </p:stCondLst>
                                  <p:childTnLst>
                                    <p:set>
                                      <p:cBhvr>
                                        <p:cTn id="182" dur="1" fill="hold">
                                          <p:stCondLst>
                                            <p:cond delay="0"/>
                                          </p:stCondLst>
                                        </p:cTn>
                                        <p:tgtEl>
                                          <p:spTgt spid="3">
                                            <p:graphicEl>
                                              <a:dgm id="{0264F852-CB61-4786-9619-744CD408E144}"/>
                                            </p:graphicEl>
                                          </p:spTgt>
                                        </p:tgtEl>
                                        <p:attrNameLst>
                                          <p:attrName>style.visibility</p:attrName>
                                        </p:attrNameLst>
                                      </p:cBhvr>
                                      <p:to>
                                        <p:strVal val="visible"/>
                                      </p:to>
                                    </p:set>
                                    <p:anim calcmode="lin" valueType="num">
                                      <p:cBhvr>
                                        <p:cTn id="183" dur="1000" fill="hold"/>
                                        <p:tgtEl>
                                          <p:spTgt spid="3">
                                            <p:graphicEl>
                                              <a:dgm id="{0264F852-CB61-4786-9619-744CD408E144}"/>
                                            </p:graphicEl>
                                          </p:spTgt>
                                        </p:tgtEl>
                                        <p:attrNameLst>
                                          <p:attrName>ppt_w</p:attrName>
                                        </p:attrNameLst>
                                      </p:cBhvr>
                                      <p:tavLst>
                                        <p:tav tm="0">
                                          <p:val>
                                            <p:fltVal val="0"/>
                                          </p:val>
                                        </p:tav>
                                        <p:tav tm="100000">
                                          <p:val>
                                            <p:strVal val="#ppt_w"/>
                                          </p:val>
                                        </p:tav>
                                      </p:tavLst>
                                    </p:anim>
                                    <p:anim calcmode="lin" valueType="num">
                                      <p:cBhvr>
                                        <p:cTn id="184" dur="1000" fill="hold"/>
                                        <p:tgtEl>
                                          <p:spTgt spid="3">
                                            <p:graphicEl>
                                              <a:dgm id="{0264F852-CB61-4786-9619-744CD408E144}"/>
                                            </p:graphicEl>
                                          </p:spTgt>
                                        </p:tgtEl>
                                        <p:attrNameLst>
                                          <p:attrName>ppt_h</p:attrName>
                                        </p:attrNameLst>
                                      </p:cBhvr>
                                      <p:tavLst>
                                        <p:tav tm="0">
                                          <p:val>
                                            <p:fltVal val="0"/>
                                          </p:val>
                                        </p:tav>
                                        <p:tav tm="100000">
                                          <p:val>
                                            <p:strVal val="#ppt_h"/>
                                          </p:val>
                                        </p:tav>
                                      </p:tavLst>
                                    </p:anim>
                                    <p:anim calcmode="lin" valueType="num">
                                      <p:cBhvr>
                                        <p:cTn id="185" dur="1000" fill="hold"/>
                                        <p:tgtEl>
                                          <p:spTgt spid="3">
                                            <p:graphicEl>
                                              <a:dgm id="{0264F852-CB61-4786-9619-744CD408E144}"/>
                                            </p:graphicEl>
                                          </p:spTgt>
                                        </p:tgtEl>
                                        <p:attrNameLst>
                                          <p:attrName>style.rotation</p:attrName>
                                        </p:attrNameLst>
                                      </p:cBhvr>
                                      <p:tavLst>
                                        <p:tav tm="0">
                                          <p:val>
                                            <p:fltVal val="90"/>
                                          </p:val>
                                        </p:tav>
                                        <p:tav tm="100000">
                                          <p:val>
                                            <p:fltVal val="0"/>
                                          </p:val>
                                        </p:tav>
                                      </p:tavLst>
                                    </p:anim>
                                    <p:animEffect transition="in" filter="fade">
                                      <p:cBhvr>
                                        <p:cTn id="186" dur="1000"/>
                                        <p:tgtEl>
                                          <p:spTgt spid="3">
                                            <p:graphicEl>
                                              <a:dgm id="{0264F852-CB61-4786-9619-744CD408E144}"/>
                                            </p:graphicEl>
                                          </p:spTgt>
                                        </p:tgtEl>
                                      </p:cBhvr>
                                    </p:animEffect>
                                  </p:childTnLst>
                                </p:cTn>
                              </p:par>
                              <p:par>
                                <p:cTn id="187" presetID="31" presetClass="entr" presetSubtype="0" fill="hold" grpId="0" nodeType="withEffect">
                                  <p:stCondLst>
                                    <p:cond delay="0"/>
                                  </p:stCondLst>
                                  <p:childTnLst>
                                    <p:set>
                                      <p:cBhvr>
                                        <p:cTn id="188" dur="1" fill="hold">
                                          <p:stCondLst>
                                            <p:cond delay="0"/>
                                          </p:stCondLst>
                                        </p:cTn>
                                        <p:tgtEl>
                                          <p:spTgt spid="3">
                                            <p:graphicEl>
                                              <a:dgm id="{5C80B08F-E0A7-47C9-B5E6-09F8383E2F5D}"/>
                                            </p:graphicEl>
                                          </p:spTgt>
                                        </p:tgtEl>
                                        <p:attrNameLst>
                                          <p:attrName>style.visibility</p:attrName>
                                        </p:attrNameLst>
                                      </p:cBhvr>
                                      <p:to>
                                        <p:strVal val="visible"/>
                                      </p:to>
                                    </p:set>
                                    <p:anim calcmode="lin" valueType="num">
                                      <p:cBhvr>
                                        <p:cTn id="189" dur="1000" fill="hold"/>
                                        <p:tgtEl>
                                          <p:spTgt spid="3">
                                            <p:graphicEl>
                                              <a:dgm id="{5C80B08F-E0A7-47C9-B5E6-09F8383E2F5D}"/>
                                            </p:graphicEl>
                                          </p:spTgt>
                                        </p:tgtEl>
                                        <p:attrNameLst>
                                          <p:attrName>ppt_w</p:attrName>
                                        </p:attrNameLst>
                                      </p:cBhvr>
                                      <p:tavLst>
                                        <p:tav tm="0">
                                          <p:val>
                                            <p:fltVal val="0"/>
                                          </p:val>
                                        </p:tav>
                                        <p:tav tm="100000">
                                          <p:val>
                                            <p:strVal val="#ppt_w"/>
                                          </p:val>
                                        </p:tav>
                                      </p:tavLst>
                                    </p:anim>
                                    <p:anim calcmode="lin" valueType="num">
                                      <p:cBhvr>
                                        <p:cTn id="190" dur="1000" fill="hold"/>
                                        <p:tgtEl>
                                          <p:spTgt spid="3">
                                            <p:graphicEl>
                                              <a:dgm id="{5C80B08F-E0A7-47C9-B5E6-09F8383E2F5D}"/>
                                            </p:graphicEl>
                                          </p:spTgt>
                                        </p:tgtEl>
                                        <p:attrNameLst>
                                          <p:attrName>ppt_h</p:attrName>
                                        </p:attrNameLst>
                                      </p:cBhvr>
                                      <p:tavLst>
                                        <p:tav tm="0">
                                          <p:val>
                                            <p:fltVal val="0"/>
                                          </p:val>
                                        </p:tav>
                                        <p:tav tm="100000">
                                          <p:val>
                                            <p:strVal val="#ppt_h"/>
                                          </p:val>
                                        </p:tav>
                                      </p:tavLst>
                                    </p:anim>
                                    <p:anim calcmode="lin" valueType="num">
                                      <p:cBhvr>
                                        <p:cTn id="191" dur="1000" fill="hold"/>
                                        <p:tgtEl>
                                          <p:spTgt spid="3">
                                            <p:graphicEl>
                                              <a:dgm id="{5C80B08F-E0A7-47C9-B5E6-09F8383E2F5D}"/>
                                            </p:graphicEl>
                                          </p:spTgt>
                                        </p:tgtEl>
                                        <p:attrNameLst>
                                          <p:attrName>style.rotation</p:attrName>
                                        </p:attrNameLst>
                                      </p:cBhvr>
                                      <p:tavLst>
                                        <p:tav tm="0">
                                          <p:val>
                                            <p:fltVal val="90"/>
                                          </p:val>
                                        </p:tav>
                                        <p:tav tm="100000">
                                          <p:val>
                                            <p:fltVal val="0"/>
                                          </p:val>
                                        </p:tav>
                                      </p:tavLst>
                                    </p:anim>
                                    <p:animEffect transition="in" filter="fade">
                                      <p:cBhvr>
                                        <p:cTn id="192" dur="1000"/>
                                        <p:tgtEl>
                                          <p:spTgt spid="3">
                                            <p:graphicEl>
                                              <a:dgm id="{5C80B08F-E0A7-47C9-B5E6-09F8383E2F5D}"/>
                                            </p:graphicEl>
                                          </p:spTgt>
                                        </p:tgtEl>
                                      </p:cBhvr>
                                    </p:animEffect>
                                  </p:childTnLst>
                                </p:cTn>
                              </p:par>
                              <p:par>
                                <p:cTn id="193" presetID="31" presetClass="entr" presetSubtype="0" fill="hold" grpId="0" nodeType="withEffect">
                                  <p:stCondLst>
                                    <p:cond delay="0"/>
                                  </p:stCondLst>
                                  <p:childTnLst>
                                    <p:set>
                                      <p:cBhvr>
                                        <p:cTn id="194" dur="1" fill="hold">
                                          <p:stCondLst>
                                            <p:cond delay="0"/>
                                          </p:stCondLst>
                                        </p:cTn>
                                        <p:tgtEl>
                                          <p:spTgt spid="3">
                                            <p:graphicEl>
                                              <a:dgm id="{D1A36072-1C0F-4270-A78A-ECE8C20BEF49}"/>
                                            </p:graphicEl>
                                          </p:spTgt>
                                        </p:tgtEl>
                                        <p:attrNameLst>
                                          <p:attrName>style.visibility</p:attrName>
                                        </p:attrNameLst>
                                      </p:cBhvr>
                                      <p:to>
                                        <p:strVal val="visible"/>
                                      </p:to>
                                    </p:set>
                                    <p:anim calcmode="lin" valueType="num">
                                      <p:cBhvr>
                                        <p:cTn id="195" dur="1000" fill="hold"/>
                                        <p:tgtEl>
                                          <p:spTgt spid="3">
                                            <p:graphicEl>
                                              <a:dgm id="{D1A36072-1C0F-4270-A78A-ECE8C20BEF49}"/>
                                            </p:graphicEl>
                                          </p:spTgt>
                                        </p:tgtEl>
                                        <p:attrNameLst>
                                          <p:attrName>ppt_w</p:attrName>
                                        </p:attrNameLst>
                                      </p:cBhvr>
                                      <p:tavLst>
                                        <p:tav tm="0">
                                          <p:val>
                                            <p:fltVal val="0"/>
                                          </p:val>
                                        </p:tav>
                                        <p:tav tm="100000">
                                          <p:val>
                                            <p:strVal val="#ppt_w"/>
                                          </p:val>
                                        </p:tav>
                                      </p:tavLst>
                                    </p:anim>
                                    <p:anim calcmode="lin" valueType="num">
                                      <p:cBhvr>
                                        <p:cTn id="196" dur="1000" fill="hold"/>
                                        <p:tgtEl>
                                          <p:spTgt spid="3">
                                            <p:graphicEl>
                                              <a:dgm id="{D1A36072-1C0F-4270-A78A-ECE8C20BEF49}"/>
                                            </p:graphicEl>
                                          </p:spTgt>
                                        </p:tgtEl>
                                        <p:attrNameLst>
                                          <p:attrName>ppt_h</p:attrName>
                                        </p:attrNameLst>
                                      </p:cBhvr>
                                      <p:tavLst>
                                        <p:tav tm="0">
                                          <p:val>
                                            <p:fltVal val="0"/>
                                          </p:val>
                                        </p:tav>
                                        <p:tav tm="100000">
                                          <p:val>
                                            <p:strVal val="#ppt_h"/>
                                          </p:val>
                                        </p:tav>
                                      </p:tavLst>
                                    </p:anim>
                                    <p:anim calcmode="lin" valueType="num">
                                      <p:cBhvr>
                                        <p:cTn id="197" dur="1000" fill="hold"/>
                                        <p:tgtEl>
                                          <p:spTgt spid="3">
                                            <p:graphicEl>
                                              <a:dgm id="{D1A36072-1C0F-4270-A78A-ECE8C20BEF49}"/>
                                            </p:graphicEl>
                                          </p:spTgt>
                                        </p:tgtEl>
                                        <p:attrNameLst>
                                          <p:attrName>style.rotation</p:attrName>
                                        </p:attrNameLst>
                                      </p:cBhvr>
                                      <p:tavLst>
                                        <p:tav tm="0">
                                          <p:val>
                                            <p:fltVal val="90"/>
                                          </p:val>
                                        </p:tav>
                                        <p:tav tm="100000">
                                          <p:val>
                                            <p:fltVal val="0"/>
                                          </p:val>
                                        </p:tav>
                                      </p:tavLst>
                                    </p:anim>
                                    <p:animEffect transition="in" filter="fade">
                                      <p:cBhvr>
                                        <p:cTn id="198" dur="1000"/>
                                        <p:tgtEl>
                                          <p:spTgt spid="3">
                                            <p:graphicEl>
                                              <a:dgm id="{D1A36072-1C0F-4270-A78A-ECE8C20BEF49}"/>
                                            </p:graphicEl>
                                          </p:spTgt>
                                        </p:tgtEl>
                                      </p:cBhvr>
                                    </p:animEffect>
                                  </p:childTnLst>
                                </p:cTn>
                              </p:par>
                              <p:par>
                                <p:cTn id="199" presetID="31" presetClass="entr" presetSubtype="0" fill="hold" grpId="0" nodeType="withEffect">
                                  <p:stCondLst>
                                    <p:cond delay="0"/>
                                  </p:stCondLst>
                                  <p:childTnLst>
                                    <p:set>
                                      <p:cBhvr>
                                        <p:cTn id="200" dur="1" fill="hold">
                                          <p:stCondLst>
                                            <p:cond delay="0"/>
                                          </p:stCondLst>
                                        </p:cTn>
                                        <p:tgtEl>
                                          <p:spTgt spid="3">
                                            <p:graphicEl>
                                              <a:dgm id="{A136091F-38A7-4209-8A7C-E90D18311416}"/>
                                            </p:graphicEl>
                                          </p:spTgt>
                                        </p:tgtEl>
                                        <p:attrNameLst>
                                          <p:attrName>style.visibility</p:attrName>
                                        </p:attrNameLst>
                                      </p:cBhvr>
                                      <p:to>
                                        <p:strVal val="visible"/>
                                      </p:to>
                                    </p:set>
                                    <p:anim calcmode="lin" valueType="num">
                                      <p:cBhvr>
                                        <p:cTn id="201" dur="1000" fill="hold"/>
                                        <p:tgtEl>
                                          <p:spTgt spid="3">
                                            <p:graphicEl>
                                              <a:dgm id="{A136091F-38A7-4209-8A7C-E90D18311416}"/>
                                            </p:graphicEl>
                                          </p:spTgt>
                                        </p:tgtEl>
                                        <p:attrNameLst>
                                          <p:attrName>ppt_w</p:attrName>
                                        </p:attrNameLst>
                                      </p:cBhvr>
                                      <p:tavLst>
                                        <p:tav tm="0">
                                          <p:val>
                                            <p:fltVal val="0"/>
                                          </p:val>
                                        </p:tav>
                                        <p:tav tm="100000">
                                          <p:val>
                                            <p:strVal val="#ppt_w"/>
                                          </p:val>
                                        </p:tav>
                                      </p:tavLst>
                                    </p:anim>
                                    <p:anim calcmode="lin" valueType="num">
                                      <p:cBhvr>
                                        <p:cTn id="202" dur="1000" fill="hold"/>
                                        <p:tgtEl>
                                          <p:spTgt spid="3">
                                            <p:graphicEl>
                                              <a:dgm id="{A136091F-38A7-4209-8A7C-E90D18311416}"/>
                                            </p:graphicEl>
                                          </p:spTgt>
                                        </p:tgtEl>
                                        <p:attrNameLst>
                                          <p:attrName>ppt_h</p:attrName>
                                        </p:attrNameLst>
                                      </p:cBhvr>
                                      <p:tavLst>
                                        <p:tav tm="0">
                                          <p:val>
                                            <p:fltVal val="0"/>
                                          </p:val>
                                        </p:tav>
                                        <p:tav tm="100000">
                                          <p:val>
                                            <p:strVal val="#ppt_h"/>
                                          </p:val>
                                        </p:tav>
                                      </p:tavLst>
                                    </p:anim>
                                    <p:anim calcmode="lin" valueType="num">
                                      <p:cBhvr>
                                        <p:cTn id="203" dur="1000" fill="hold"/>
                                        <p:tgtEl>
                                          <p:spTgt spid="3">
                                            <p:graphicEl>
                                              <a:dgm id="{A136091F-38A7-4209-8A7C-E90D18311416}"/>
                                            </p:graphicEl>
                                          </p:spTgt>
                                        </p:tgtEl>
                                        <p:attrNameLst>
                                          <p:attrName>style.rotation</p:attrName>
                                        </p:attrNameLst>
                                      </p:cBhvr>
                                      <p:tavLst>
                                        <p:tav tm="0">
                                          <p:val>
                                            <p:fltVal val="90"/>
                                          </p:val>
                                        </p:tav>
                                        <p:tav tm="100000">
                                          <p:val>
                                            <p:fltVal val="0"/>
                                          </p:val>
                                        </p:tav>
                                      </p:tavLst>
                                    </p:anim>
                                    <p:animEffect transition="in" filter="fade">
                                      <p:cBhvr>
                                        <p:cTn id="204" dur="1000"/>
                                        <p:tgtEl>
                                          <p:spTgt spid="3">
                                            <p:graphicEl>
                                              <a:dgm id="{A136091F-38A7-4209-8A7C-E90D18311416}"/>
                                            </p:graphicEl>
                                          </p:spTgt>
                                        </p:tgtEl>
                                      </p:cBhvr>
                                    </p:animEffect>
                                  </p:childTnLst>
                                </p:cTn>
                              </p:par>
                              <p:par>
                                <p:cTn id="205" presetID="31" presetClass="entr" presetSubtype="0" fill="hold" grpId="0" nodeType="withEffect">
                                  <p:stCondLst>
                                    <p:cond delay="0"/>
                                  </p:stCondLst>
                                  <p:childTnLst>
                                    <p:set>
                                      <p:cBhvr>
                                        <p:cTn id="206" dur="1" fill="hold">
                                          <p:stCondLst>
                                            <p:cond delay="0"/>
                                          </p:stCondLst>
                                        </p:cTn>
                                        <p:tgtEl>
                                          <p:spTgt spid="3">
                                            <p:graphicEl>
                                              <a:dgm id="{B751D328-744C-42A3-80C7-3A20DF85E29A}"/>
                                            </p:graphicEl>
                                          </p:spTgt>
                                        </p:tgtEl>
                                        <p:attrNameLst>
                                          <p:attrName>style.visibility</p:attrName>
                                        </p:attrNameLst>
                                      </p:cBhvr>
                                      <p:to>
                                        <p:strVal val="visible"/>
                                      </p:to>
                                    </p:set>
                                    <p:anim calcmode="lin" valueType="num">
                                      <p:cBhvr>
                                        <p:cTn id="207" dur="1000" fill="hold"/>
                                        <p:tgtEl>
                                          <p:spTgt spid="3">
                                            <p:graphicEl>
                                              <a:dgm id="{B751D328-744C-42A3-80C7-3A20DF85E29A}"/>
                                            </p:graphicEl>
                                          </p:spTgt>
                                        </p:tgtEl>
                                        <p:attrNameLst>
                                          <p:attrName>ppt_w</p:attrName>
                                        </p:attrNameLst>
                                      </p:cBhvr>
                                      <p:tavLst>
                                        <p:tav tm="0">
                                          <p:val>
                                            <p:fltVal val="0"/>
                                          </p:val>
                                        </p:tav>
                                        <p:tav tm="100000">
                                          <p:val>
                                            <p:strVal val="#ppt_w"/>
                                          </p:val>
                                        </p:tav>
                                      </p:tavLst>
                                    </p:anim>
                                    <p:anim calcmode="lin" valueType="num">
                                      <p:cBhvr>
                                        <p:cTn id="208" dur="1000" fill="hold"/>
                                        <p:tgtEl>
                                          <p:spTgt spid="3">
                                            <p:graphicEl>
                                              <a:dgm id="{B751D328-744C-42A3-80C7-3A20DF85E29A}"/>
                                            </p:graphicEl>
                                          </p:spTgt>
                                        </p:tgtEl>
                                        <p:attrNameLst>
                                          <p:attrName>ppt_h</p:attrName>
                                        </p:attrNameLst>
                                      </p:cBhvr>
                                      <p:tavLst>
                                        <p:tav tm="0">
                                          <p:val>
                                            <p:fltVal val="0"/>
                                          </p:val>
                                        </p:tav>
                                        <p:tav tm="100000">
                                          <p:val>
                                            <p:strVal val="#ppt_h"/>
                                          </p:val>
                                        </p:tav>
                                      </p:tavLst>
                                    </p:anim>
                                    <p:anim calcmode="lin" valueType="num">
                                      <p:cBhvr>
                                        <p:cTn id="209" dur="1000" fill="hold"/>
                                        <p:tgtEl>
                                          <p:spTgt spid="3">
                                            <p:graphicEl>
                                              <a:dgm id="{B751D328-744C-42A3-80C7-3A20DF85E29A}"/>
                                            </p:graphicEl>
                                          </p:spTgt>
                                        </p:tgtEl>
                                        <p:attrNameLst>
                                          <p:attrName>style.rotation</p:attrName>
                                        </p:attrNameLst>
                                      </p:cBhvr>
                                      <p:tavLst>
                                        <p:tav tm="0">
                                          <p:val>
                                            <p:fltVal val="90"/>
                                          </p:val>
                                        </p:tav>
                                        <p:tav tm="100000">
                                          <p:val>
                                            <p:fltVal val="0"/>
                                          </p:val>
                                        </p:tav>
                                      </p:tavLst>
                                    </p:anim>
                                    <p:animEffect transition="in" filter="fade">
                                      <p:cBhvr>
                                        <p:cTn id="210" dur="1000"/>
                                        <p:tgtEl>
                                          <p:spTgt spid="3">
                                            <p:graphicEl>
                                              <a:dgm id="{B751D328-744C-42A3-80C7-3A20DF85E29A}"/>
                                            </p:graphicEl>
                                          </p:spTgt>
                                        </p:tgtEl>
                                      </p:cBhvr>
                                    </p:animEffect>
                                  </p:childTnLst>
                                </p:cTn>
                              </p:par>
                              <p:par>
                                <p:cTn id="211" presetID="31" presetClass="entr" presetSubtype="0" fill="hold" grpId="0" nodeType="withEffect">
                                  <p:stCondLst>
                                    <p:cond delay="0"/>
                                  </p:stCondLst>
                                  <p:childTnLst>
                                    <p:set>
                                      <p:cBhvr>
                                        <p:cTn id="212" dur="1" fill="hold">
                                          <p:stCondLst>
                                            <p:cond delay="0"/>
                                          </p:stCondLst>
                                        </p:cTn>
                                        <p:tgtEl>
                                          <p:spTgt spid="3">
                                            <p:graphicEl>
                                              <a:dgm id="{EFD0B9AD-F493-480C-A301-007AF5FB9136}"/>
                                            </p:graphicEl>
                                          </p:spTgt>
                                        </p:tgtEl>
                                        <p:attrNameLst>
                                          <p:attrName>style.visibility</p:attrName>
                                        </p:attrNameLst>
                                      </p:cBhvr>
                                      <p:to>
                                        <p:strVal val="visible"/>
                                      </p:to>
                                    </p:set>
                                    <p:anim calcmode="lin" valueType="num">
                                      <p:cBhvr>
                                        <p:cTn id="213" dur="1000" fill="hold"/>
                                        <p:tgtEl>
                                          <p:spTgt spid="3">
                                            <p:graphicEl>
                                              <a:dgm id="{EFD0B9AD-F493-480C-A301-007AF5FB9136}"/>
                                            </p:graphicEl>
                                          </p:spTgt>
                                        </p:tgtEl>
                                        <p:attrNameLst>
                                          <p:attrName>ppt_w</p:attrName>
                                        </p:attrNameLst>
                                      </p:cBhvr>
                                      <p:tavLst>
                                        <p:tav tm="0">
                                          <p:val>
                                            <p:fltVal val="0"/>
                                          </p:val>
                                        </p:tav>
                                        <p:tav tm="100000">
                                          <p:val>
                                            <p:strVal val="#ppt_w"/>
                                          </p:val>
                                        </p:tav>
                                      </p:tavLst>
                                    </p:anim>
                                    <p:anim calcmode="lin" valueType="num">
                                      <p:cBhvr>
                                        <p:cTn id="214" dur="1000" fill="hold"/>
                                        <p:tgtEl>
                                          <p:spTgt spid="3">
                                            <p:graphicEl>
                                              <a:dgm id="{EFD0B9AD-F493-480C-A301-007AF5FB9136}"/>
                                            </p:graphicEl>
                                          </p:spTgt>
                                        </p:tgtEl>
                                        <p:attrNameLst>
                                          <p:attrName>ppt_h</p:attrName>
                                        </p:attrNameLst>
                                      </p:cBhvr>
                                      <p:tavLst>
                                        <p:tav tm="0">
                                          <p:val>
                                            <p:fltVal val="0"/>
                                          </p:val>
                                        </p:tav>
                                        <p:tav tm="100000">
                                          <p:val>
                                            <p:strVal val="#ppt_h"/>
                                          </p:val>
                                        </p:tav>
                                      </p:tavLst>
                                    </p:anim>
                                    <p:anim calcmode="lin" valueType="num">
                                      <p:cBhvr>
                                        <p:cTn id="215" dur="1000" fill="hold"/>
                                        <p:tgtEl>
                                          <p:spTgt spid="3">
                                            <p:graphicEl>
                                              <a:dgm id="{EFD0B9AD-F493-480C-A301-007AF5FB9136}"/>
                                            </p:graphicEl>
                                          </p:spTgt>
                                        </p:tgtEl>
                                        <p:attrNameLst>
                                          <p:attrName>style.rotation</p:attrName>
                                        </p:attrNameLst>
                                      </p:cBhvr>
                                      <p:tavLst>
                                        <p:tav tm="0">
                                          <p:val>
                                            <p:fltVal val="90"/>
                                          </p:val>
                                        </p:tav>
                                        <p:tav tm="100000">
                                          <p:val>
                                            <p:fltVal val="0"/>
                                          </p:val>
                                        </p:tav>
                                      </p:tavLst>
                                    </p:anim>
                                    <p:animEffect transition="in" filter="fade">
                                      <p:cBhvr>
                                        <p:cTn id="216" dur="1000"/>
                                        <p:tgtEl>
                                          <p:spTgt spid="3">
                                            <p:graphicEl>
                                              <a:dgm id="{EFD0B9AD-F493-480C-A301-007AF5FB9136}"/>
                                            </p:graphicEl>
                                          </p:spTgt>
                                        </p:tgtEl>
                                      </p:cBhvr>
                                    </p:animEffect>
                                  </p:childTnLst>
                                </p:cTn>
                              </p:par>
                              <p:par>
                                <p:cTn id="217" presetID="31" presetClass="entr" presetSubtype="0" fill="hold" grpId="0" nodeType="withEffect">
                                  <p:stCondLst>
                                    <p:cond delay="0"/>
                                  </p:stCondLst>
                                  <p:childTnLst>
                                    <p:set>
                                      <p:cBhvr>
                                        <p:cTn id="218" dur="1" fill="hold">
                                          <p:stCondLst>
                                            <p:cond delay="0"/>
                                          </p:stCondLst>
                                        </p:cTn>
                                        <p:tgtEl>
                                          <p:spTgt spid="3">
                                            <p:graphicEl>
                                              <a:dgm id="{1A68D458-A506-4BAC-B5A3-D8E389BEB9FE}"/>
                                            </p:graphicEl>
                                          </p:spTgt>
                                        </p:tgtEl>
                                        <p:attrNameLst>
                                          <p:attrName>style.visibility</p:attrName>
                                        </p:attrNameLst>
                                      </p:cBhvr>
                                      <p:to>
                                        <p:strVal val="visible"/>
                                      </p:to>
                                    </p:set>
                                    <p:anim calcmode="lin" valueType="num">
                                      <p:cBhvr>
                                        <p:cTn id="219" dur="1000" fill="hold"/>
                                        <p:tgtEl>
                                          <p:spTgt spid="3">
                                            <p:graphicEl>
                                              <a:dgm id="{1A68D458-A506-4BAC-B5A3-D8E389BEB9FE}"/>
                                            </p:graphicEl>
                                          </p:spTgt>
                                        </p:tgtEl>
                                        <p:attrNameLst>
                                          <p:attrName>ppt_w</p:attrName>
                                        </p:attrNameLst>
                                      </p:cBhvr>
                                      <p:tavLst>
                                        <p:tav tm="0">
                                          <p:val>
                                            <p:fltVal val="0"/>
                                          </p:val>
                                        </p:tav>
                                        <p:tav tm="100000">
                                          <p:val>
                                            <p:strVal val="#ppt_w"/>
                                          </p:val>
                                        </p:tav>
                                      </p:tavLst>
                                    </p:anim>
                                    <p:anim calcmode="lin" valueType="num">
                                      <p:cBhvr>
                                        <p:cTn id="220" dur="1000" fill="hold"/>
                                        <p:tgtEl>
                                          <p:spTgt spid="3">
                                            <p:graphicEl>
                                              <a:dgm id="{1A68D458-A506-4BAC-B5A3-D8E389BEB9FE}"/>
                                            </p:graphicEl>
                                          </p:spTgt>
                                        </p:tgtEl>
                                        <p:attrNameLst>
                                          <p:attrName>ppt_h</p:attrName>
                                        </p:attrNameLst>
                                      </p:cBhvr>
                                      <p:tavLst>
                                        <p:tav tm="0">
                                          <p:val>
                                            <p:fltVal val="0"/>
                                          </p:val>
                                        </p:tav>
                                        <p:tav tm="100000">
                                          <p:val>
                                            <p:strVal val="#ppt_h"/>
                                          </p:val>
                                        </p:tav>
                                      </p:tavLst>
                                    </p:anim>
                                    <p:anim calcmode="lin" valueType="num">
                                      <p:cBhvr>
                                        <p:cTn id="221" dur="1000" fill="hold"/>
                                        <p:tgtEl>
                                          <p:spTgt spid="3">
                                            <p:graphicEl>
                                              <a:dgm id="{1A68D458-A506-4BAC-B5A3-D8E389BEB9FE}"/>
                                            </p:graphicEl>
                                          </p:spTgt>
                                        </p:tgtEl>
                                        <p:attrNameLst>
                                          <p:attrName>style.rotation</p:attrName>
                                        </p:attrNameLst>
                                      </p:cBhvr>
                                      <p:tavLst>
                                        <p:tav tm="0">
                                          <p:val>
                                            <p:fltVal val="90"/>
                                          </p:val>
                                        </p:tav>
                                        <p:tav tm="100000">
                                          <p:val>
                                            <p:fltVal val="0"/>
                                          </p:val>
                                        </p:tav>
                                      </p:tavLst>
                                    </p:anim>
                                    <p:animEffect transition="in" filter="fade">
                                      <p:cBhvr>
                                        <p:cTn id="222" dur="1000"/>
                                        <p:tgtEl>
                                          <p:spTgt spid="3">
                                            <p:graphicEl>
                                              <a:dgm id="{1A68D458-A506-4BAC-B5A3-D8E389BEB9FE}"/>
                                            </p:graphicEl>
                                          </p:spTgt>
                                        </p:tgtEl>
                                      </p:cBhvr>
                                    </p:animEffect>
                                  </p:childTnLst>
                                </p:cTn>
                              </p:par>
                              <p:par>
                                <p:cTn id="223" presetID="31" presetClass="entr" presetSubtype="0" fill="hold" grpId="0" nodeType="withEffect">
                                  <p:stCondLst>
                                    <p:cond delay="0"/>
                                  </p:stCondLst>
                                  <p:childTnLst>
                                    <p:set>
                                      <p:cBhvr>
                                        <p:cTn id="224" dur="1" fill="hold">
                                          <p:stCondLst>
                                            <p:cond delay="0"/>
                                          </p:stCondLst>
                                        </p:cTn>
                                        <p:tgtEl>
                                          <p:spTgt spid="3">
                                            <p:graphicEl>
                                              <a:dgm id="{CA6811CC-C21E-4EFE-A5BB-029BCD2A1B0C}"/>
                                            </p:graphicEl>
                                          </p:spTgt>
                                        </p:tgtEl>
                                        <p:attrNameLst>
                                          <p:attrName>style.visibility</p:attrName>
                                        </p:attrNameLst>
                                      </p:cBhvr>
                                      <p:to>
                                        <p:strVal val="visible"/>
                                      </p:to>
                                    </p:set>
                                    <p:anim calcmode="lin" valueType="num">
                                      <p:cBhvr>
                                        <p:cTn id="225" dur="1000" fill="hold"/>
                                        <p:tgtEl>
                                          <p:spTgt spid="3">
                                            <p:graphicEl>
                                              <a:dgm id="{CA6811CC-C21E-4EFE-A5BB-029BCD2A1B0C}"/>
                                            </p:graphicEl>
                                          </p:spTgt>
                                        </p:tgtEl>
                                        <p:attrNameLst>
                                          <p:attrName>ppt_w</p:attrName>
                                        </p:attrNameLst>
                                      </p:cBhvr>
                                      <p:tavLst>
                                        <p:tav tm="0">
                                          <p:val>
                                            <p:fltVal val="0"/>
                                          </p:val>
                                        </p:tav>
                                        <p:tav tm="100000">
                                          <p:val>
                                            <p:strVal val="#ppt_w"/>
                                          </p:val>
                                        </p:tav>
                                      </p:tavLst>
                                    </p:anim>
                                    <p:anim calcmode="lin" valueType="num">
                                      <p:cBhvr>
                                        <p:cTn id="226" dur="1000" fill="hold"/>
                                        <p:tgtEl>
                                          <p:spTgt spid="3">
                                            <p:graphicEl>
                                              <a:dgm id="{CA6811CC-C21E-4EFE-A5BB-029BCD2A1B0C}"/>
                                            </p:graphicEl>
                                          </p:spTgt>
                                        </p:tgtEl>
                                        <p:attrNameLst>
                                          <p:attrName>ppt_h</p:attrName>
                                        </p:attrNameLst>
                                      </p:cBhvr>
                                      <p:tavLst>
                                        <p:tav tm="0">
                                          <p:val>
                                            <p:fltVal val="0"/>
                                          </p:val>
                                        </p:tav>
                                        <p:tav tm="100000">
                                          <p:val>
                                            <p:strVal val="#ppt_h"/>
                                          </p:val>
                                        </p:tav>
                                      </p:tavLst>
                                    </p:anim>
                                    <p:anim calcmode="lin" valueType="num">
                                      <p:cBhvr>
                                        <p:cTn id="227" dur="1000" fill="hold"/>
                                        <p:tgtEl>
                                          <p:spTgt spid="3">
                                            <p:graphicEl>
                                              <a:dgm id="{CA6811CC-C21E-4EFE-A5BB-029BCD2A1B0C}"/>
                                            </p:graphicEl>
                                          </p:spTgt>
                                        </p:tgtEl>
                                        <p:attrNameLst>
                                          <p:attrName>style.rotation</p:attrName>
                                        </p:attrNameLst>
                                      </p:cBhvr>
                                      <p:tavLst>
                                        <p:tav tm="0">
                                          <p:val>
                                            <p:fltVal val="90"/>
                                          </p:val>
                                        </p:tav>
                                        <p:tav tm="100000">
                                          <p:val>
                                            <p:fltVal val="0"/>
                                          </p:val>
                                        </p:tav>
                                      </p:tavLst>
                                    </p:anim>
                                    <p:animEffect transition="in" filter="fade">
                                      <p:cBhvr>
                                        <p:cTn id="228" dur="1000"/>
                                        <p:tgtEl>
                                          <p:spTgt spid="3">
                                            <p:graphicEl>
                                              <a:dgm id="{CA6811CC-C21E-4EFE-A5BB-029BCD2A1B0C}"/>
                                            </p:graphicEl>
                                          </p:spTgt>
                                        </p:tgtEl>
                                      </p:cBhvr>
                                    </p:animEffect>
                                  </p:childTnLst>
                                </p:cTn>
                              </p:par>
                              <p:par>
                                <p:cTn id="229" presetID="31" presetClass="entr" presetSubtype="0" fill="hold" grpId="0" nodeType="withEffect">
                                  <p:stCondLst>
                                    <p:cond delay="0"/>
                                  </p:stCondLst>
                                  <p:childTnLst>
                                    <p:set>
                                      <p:cBhvr>
                                        <p:cTn id="230" dur="1" fill="hold">
                                          <p:stCondLst>
                                            <p:cond delay="0"/>
                                          </p:stCondLst>
                                        </p:cTn>
                                        <p:tgtEl>
                                          <p:spTgt spid="3">
                                            <p:graphicEl>
                                              <a:dgm id="{79DFE6D4-6DD1-4E9F-981C-3EE4003811F7}"/>
                                            </p:graphicEl>
                                          </p:spTgt>
                                        </p:tgtEl>
                                        <p:attrNameLst>
                                          <p:attrName>style.visibility</p:attrName>
                                        </p:attrNameLst>
                                      </p:cBhvr>
                                      <p:to>
                                        <p:strVal val="visible"/>
                                      </p:to>
                                    </p:set>
                                    <p:anim calcmode="lin" valueType="num">
                                      <p:cBhvr>
                                        <p:cTn id="231" dur="1000" fill="hold"/>
                                        <p:tgtEl>
                                          <p:spTgt spid="3">
                                            <p:graphicEl>
                                              <a:dgm id="{79DFE6D4-6DD1-4E9F-981C-3EE4003811F7}"/>
                                            </p:graphicEl>
                                          </p:spTgt>
                                        </p:tgtEl>
                                        <p:attrNameLst>
                                          <p:attrName>ppt_w</p:attrName>
                                        </p:attrNameLst>
                                      </p:cBhvr>
                                      <p:tavLst>
                                        <p:tav tm="0">
                                          <p:val>
                                            <p:fltVal val="0"/>
                                          </p:val>
                                        </p:tav>
                                        <p:tav tm="100000">
                                          <p:val>
                                            <p:strVal val="#ppt_w"/>
                                          </p:val>
                                        </p:tav>
                                      </p:tavLst>
                                    </p:anim>
                                    <p:anim calcmode="lin" valueType="num">
                                      <p:cBhvr>
                                        <p:cTn id="232" dur="1000" fill="hold"/>
                                        <p:tgtEl>
                                          <p:spTgt spid="3">
                                            <p:graphicEl>
                                              <a:dgm id="{79DFE6D4-6DD1-4E9F-981C-3EE4003811F7}"/>
                                            </p:graphicEl>
                                          </p:spTgt>
                                        </p:tgtEl>
                                        <p:attrNameLst>
                                          <p:attrName>ppt_h</p:attrName>
                                        </p:attrNameLst>
                                      </p:cBhvr>
                                      <p:tavLst>
                                        <p:tav tm="0">
                                          <p:val>
                                            <p:fltVal val="0"/>
                                          </p:val>
                                        </p:tav>
                                        <p:tav tm="100000">
                                          <p:val>
                                            <p:strVal val="#ppt_h"/>
                                          </p:val>
                                        </p:tav>
                                      </p:tavLst>
                                    </p:anim>
                                    <p:anim calcmode="lin" valueType="num">
                                      <p:cBhvr>
                                        <p:cTn id="233" dur="1000" fill="hold"/>
                                        <p:tgtEl>
                                          <p:spTgt spid="3">
                                            <p:graphicEl>
                                              <a:dgm id="{79DFE6D4-6DD1-4E9F-981C-3EE4003811F7}"/>
                                            </p:graphicEl>
                                          </p:spTgt>
                                        </p:tgtEl>
                                        <p:attrNameLst>
                                          <p:attrName>style.rotation</p:attrName>
                                        </p:attrNameLst>
                                      </p:cBhvr>
                                      <p:tavLst>
                                        <p:tav tm="0">
                                          <p:val>
                                            <p:fltVal val="90"/>
                                          </p:val>
                                        </p:tav>
                                        <p:tav tm="100000">
                                          <p:val>
                                            <p:fltVal val="0"/>
                                          </p:val>
                                        </p:tav>
                                      </p:tavLst>
                                    </p:anim>
                                    <p:animEffect transition="in" filter="fade">
                                      <p:cBhvr>
                                        <p:cTn id="234" dur="1000"/>
                                        <p:tgtEl>
                                          <p:spTgt spid="3">
                                            <p:graphicEl>
                                              <a:dgm id="{79DFE6D4-6DD1-4E9F-981C-3EE4003811F7}"/>
                                            </p:graphicEl>
                                          </p:spTgt>
                                        </p:tgtEl>
                                      </p:cBhvr>
                                    </p:animEffect>
                                  </p:childTnLst>
                                </p:cTn>
                              </p:par>
                              <p:par>
                                <p:cTn id="235" presetID="31" presetClass="entr" presetSubtype="0" fill="hold" grpId="0" nodeType="withEffect">
                                  <p:stCondLst>
                                    <p:cond delay="0"/>
                                  </p:stCondLst>
                                  <p:childTnLst>
                                    <p:set>
                                      <p:cBhvr>
                                        <p:cTn id="236" dur="1" fill="hold">
                                          <p:stCondLst>
                                            <p:cond delay="0"/>
                                          </p:stCondLst>
                                        </p:cTn>
                                        <p:tgtEl>
                                          <p:spTgt spid="3">
                                            <p:graphicEl>
                                              <a:dgm id="{02307ACA-4FE9-4D80-8148-CD8B0120ABFB}"/>
                                            </p:graphicEl>
                                          </p:spTgt>
                                        </p:tgtEl>
                                        <p:attrNameLst>
                                          <p:attrName>style.visibility</p:attrName>
                                        </p:attrNameLst>
                                      </p:cBhvr>
                                      <p:to>
                                        <p:strVal val="visible"/>
                                      </p:to>
                                    </p:set>
                                    <p:anim calcmode="lin" valueType="num">
                                      <p:cBhvr>
                                        <p:cTn id="237" dur="1000" fill="hold"/>
                                        <p:tgtEl>
                                          <p:spTgt spid="3">
                                            <p:graphicEl>
                                              <a:dgm id="{02307ACA-4FE9-4D80-8148-CD8B0120ABFB}"/>
                                            </p:graphicEl>
                                          </p:spTgt>
                                        </p:tgtEl>
                                        <p:attrNameLst>
                                          <p:attrName>ppt_w</p:attrName>
                                        </p:attrNameLst>
                                      </p:cBhvr>
                                      <p:tavLst>
                                        <p:tav tm="0">
                                          <p:val>
                                            <p:fltVal val="0"/>
                                          </p:val>
                                        </p:tav>
                                        <p:tav tm="100000">
                                          <p:val>
                                            <p:strVal val="#ppt_w"/>
                                          </p:val>
                                        </p:tav>
                                      </p:tavLst>
                                    </p:anim>
                                    <p:anim calcmode="lin" valueType="num">
                                      <p:cBhvr>
                                        <p:cTn id="238" dur="1000" fill="hold"/>
                                        <p:tgtEl>
                                          <p:spTgt spid="3">
                                            <p:graphicEl>
                                              <a:dgm id="{02307ACA-4FE9-4D80-8148-CD8B0120ABFB}"/>
                                            </p:graphicEl>
                                          </p:spTgt>
                                        </p:tgtEl>
                                        <p:attrNameLst>
                                          <p:attrName>ppt_h</p:attrName>
                                        </p:attrNameLst>
                                      </p:cBhvr>
                                      <p:tavLst>
                                        <p:tav tm="0">
                                          <p:val>
                                            <p:fltVal val="0"/>
                                          </p:val>
                                        </p:tav>
                                        <p:tav tm="100000">
                                          <p:val>
                                            <p:strVal val="#ppt_h"/>
                                          </p:val>
                                        </p:tav>
                                      </p:tavLst>
                                    </p:anim>
                                    <p:anim calcmode="lin" valueType="num">
                                      <p:cBhvr>
                                        <p:cTn id="239" dur="1000" fill="hold"/>
                                        <p:tgtEl>
                                          <p:spTgt spid="3">
                                            <p:graphicEl>
                                              <a:dgm id="{02307ACA-4FE9-4D80-8148-CD8B0120ABFB}"/>
                                            </p:graphicEl>
                                          </p:spTgt>
                                        </p:tgtEl>
                                        <p:attrNameLst>
                                          <p:attrName>style.rotation</p:attrName>
                                        </p:attrNameLst>
                                      </p:cBhvr>
                                      <p:tavLst>
                                        <p:tav tm="0">
                                          <p:val>
                                            <p:fltVal val="90"/>
                                          </p:val>
                                        </p:tav>
                                        <p:tav tm="100000">
                                          <p:val>
                                            <p:fltVal val="0"/>
                                          </p:val>
                                        </p:tav>
                                      </p:tavLst>
                                    </p:anim>
                                    <p:animEffect transition="in" filter="fade">
                                      <p:cBhvr>
                                        <p:cTn id="240" dur="1000"/>
                                        <p:tgtEl>
                                          <p:spTgt spid="3">
                                            <p:graphicEl>
                                              <a:dgm id="{02307ACA-4FE9-4D80-8148-CD8B0120ABFB}"/>
                                            </p:graphicEl>
                                          </p:spTgt>
                                        </p:tgtEl>
                                      </p:cBhvr>
                                    </p:animEffect>
                                  </p:childTnLst>
                                </p:cTn>
                              </p:par>
                              <p:par>
                                <p:cTn id="241" presetID="31" presetClass="entr" presetSubtype="0" fill="hold" grpId="0" nodeType="withEffect">
                                  <p:stCondLst>
                                    <p:cond delay="0"/>
                                  </p:stCondLst>
                                  <p:childTnLst>
                                    <p:set>
                                      <p:cBhvr>
                                        <p:cTn id="242" dur="1" fill="hold">
                                          <p:stCondLst>
                                            <p:cond delay="0"/>
                                          </p:stCondLst>
                                        </p:cTn>
                                        <p:tgtEl>
                                          <p:spTgt spid="3">
                                            <p:graphicEl>
                                              <a:dgm id="{54ADBEDB-1EE4-4996-B75C-47C02DC28371}"/>
                                            </p:graphicEl>
                                          </p:spTgt>
                                        </p:tgtEl>
                                        <p:attrNameLst>
                                          <p:attrName>style.visibility</p:attrName>
                                        </p:attrNameLst>
                                      </p:cBhvr>
                                      <p:to>
                                        <p:strVal val="visible"/>
                                      </p:to>
                                    </p:set>
                                    <p:anim calcmode="lin" valueType="num">
                                      <p:cBhvr>
                                        <p:cTn id="243" dur="1000" fill="hold"/>
                                        <p:tgtEl>
                                          <p:spTgt spid="3">
                                            <p:graphicEl>
                                              <a:dgm id="{54ADBEDB-1EE4-4996-B75C-47C02DC28371}"/>
                                            </p:graphicEl>
                                          </p:spTgt>
                                        </p:tgtEl>
                                        <p:attrNameLst>
                                          <p:attrName>ppt_w</p:attrName>
                                        </p:attrNameLst>
                                      </p:cBhvr>
                                      <p:tavLst>
                                        <p:tav tm="0">
                                          <p:val>
                                            <p:fltVal val="0"/>
                                          </p:val>
                                        </p:tav>
                                        <p:tav tm="100000">
                                          <p:val>
                                            <p:strVal val="#ppt_w"/>
                                          </p:val>
                                        </p:tav>
                                      </p:tavLst>
                                    </p:anim>
                                    <p:anim calcmode="lin" valueType="num">
                                      <p:cBhvr>
                                        <p:cTn id="244" dur="1000" fill="hold"/>
                                        <p:tgtEl>
                                          <p:spTgt spid="3">
                                            <p:graphicEl>
                                              <a:dgm id="{54ADBEDB-1EE4-4996-B75C-47C02DC28371}"/>
                                            </p:graphicEl>
                                          </p:spTgt>
                                        </p:tgtEl>
                                        <p:attrNameLst>
                                          <p:attrName>ppt_h</p:attrName>
                                        </p:attrNameLst>
                                      </p:cBhvr>
                                      <p:tavLst>
                                        <p:tav tm="0">
                                          <p:val>
                                            <p:fltVal val="0"/>
                                          </p:val>
                                        </p:tav>
                                        <p:tav tm="100000">
                                          <p:val>
                                            <p:strVal val="#ppt_h"/>
                                          </p:val>
                                        </p:tav>
                                      </p:tavLst>
                                    </p:anim>
                                    <p:anim calcmode="lin" valueType="num">
                                      <p:cBhvr>
                                        <p:cTn id="245" dur="1000" fill="hold"/>
                                        <p:tgtEl>
                                          <p:spTgt spid="3">
                                            <p:graphicEl>
                                              <a:dgm id="{54ADBEDB-1EE4-4996-B75C-47C02DC28371}"/>
                                            </p:graphicEl>
                                          </p:spTgt>
                                        </p:tgtEl>
                                        <p:attrNameLst>
                                          <p:attrName>style.rotation</p:attrName>
                                        </p:attrNameLst>
                                      </p:cBhvr>
                                      <p:tavLst>
                                        <p:tav tm="0">
                                          <p:val>
                                            <p:fltVal val="90"/>
                                          </p:val>
                                        </p:tav>
                                        <p:tav tm="100000">
                                          <p:val>
                                            <p:fltVal val="0"/>
                                          </p:val>
                                        </p:tav>
                                      </p:tavLst>
                                    </p:anim>
                                    <p:animEffect transition="in" filter="fade">
                                      <p:cBhvr>
                                        <p:cTn id="246" dur="1000"/>
                                        <p:tgtEl>
                                          <p:spTgt spid="3">
                                            <p:graphicEl>
                                              <a:dgm id="{54ADBEDB-1EE4-4996-B75C-47C02DC28371}"/>
                                            </p:graphicEl>
                                          </p:spTgt>
                                        </p:tgtEl>
                                      </p:cBhvr>
                                    </p:animEffect>
                                  </p:childTnLst>
                                </p:cTn>
                              </p:par>
                              <p:par>
                                <p:cTn id="247" presetID="31" presetClass="entr" presetSubtype="0" fill="hold" grpId="0" nodeType="withEffect">
                                  <p:stCondLst>
                                    <p:cond delay="0"/>
                                  </p:stCondLst>
                                  <p:childTnLst>
                                    <p:set>
                                      <p:cBhvr>
                                        <p:cTn id="248" dur="1" fill="hold">
                                          <p:stCondLst>
                                            <p:cond delay="0"/>
                                          </p:stCondLst>
                                        </p:cTn>
                                        <p:tgtEl>
                                          <p:spTgt spid="3">
                                            <p:graphicEl>
                                              <a:dgm id="{747BABC4-84D7-4882-BD64-5759CEEDF562}"/>
                                            </p:graphicEl>
                                          </p:spTgt>
                                        </p:tgtEl>
                                        <p:attrNameLst>
                                          <p:attrName>style.visibility</p:attrName>
                                        </p:attrNameLst>
                                      </p:cBhvr>
                                      <p:to>
                                        <p:strVal val="visible"/>
                                      </p:to>
                                    </p:set>
                                    <p:anim calcmode="lin" valueType="num">
                                      <p:cBhvr>
                                        <p:cTn id="249" dur="1000" fill="hold"/>
                                        <p:tgtEl>
                                          <p:spTgt spid="3">
                                            <p:graphicEl>
                                              <a:dgm id="{747BABC4-84D7-4882-BD64-5759CEEDF562}"/>
                                            </p:graphicEl>
                                          </p:spTgt>
                                        </p:tgtEl>
                                        <p:attrNameLst>
                                          <p:attrName>ppt_w</p:attrName>
                                        </p:attrNameLst>
                                      </p:cBhvr>
                                      <p:tavLst>
                                        <p:tav tm="0">
                                          <p:val>
                                            <p:fltVal val="0"/>
                                          </p:val>
                                        </p:tav>
                                        <p:tav tm="100000">
                                          <p:val>
                                            <p:strVal val="#ppt_w"/>
                                          </p:val>
                                        </p:tav>
                                      </p:tavLst>
                                    </p:anim>
                                    <p:anim calcmode="lin" valueType="num">
                                      <p:cBhvr>
                                        <p:cTn id="250" dur="1000" fill="hold"/>
                                        <p:tgtEl>
                                          <p:spTgt spid="3">
                                            <p:graphicEl>
                                              <a:dgm id="{747BABC4-84D7-4882-BD64-5759CEEDF562}"/>
                                            </p:graphicEl>
                                          </p:spTgt>
                                        </p:tgtEl>
                                        <p:attrNameLst>
                                          <p:attrName>ppt_h</p:attrName>
                                        </p:attrNameLst>
                                      </p:cBhvr>
                                      <p:tavLst>
                                        <p:tav tm="0">
                                          <p:val>
                                            <p:fltVal val="0"/>
                                          </p:val>
                                        </p:tav>
                                        <p:tav tm="100000">
                                          <p:val>
                                            <p:strVal val="#ppt_h"/>
                                          </p:val>
                                        </p:tav>
                                      </p:tavLst>
                                    </p:anim>
                                    <p:anim calcmode="lin" valueType="num">
                                      <p:cBhvr>
                                        <p:cTn id="251" dur="1000" fill="hold"/>
                                        <p:tgtEl>
                                          <p:spTgt spid="3">
                                            <p:graphicEl>
                                              <a:dgm id="{747BABC4-84D7-4882-BD64-5759CEEDF562}"/>
                                            </p:graphicEl>
                                          </p:spTgt>
                                        </p:tgtEl>
                                        <p:attrNameLst>
                                          <p:attrName>style.rotation</p:attrName>
                                        </p:attrNameLst>
                                      </p:cBhvr>
                                      <p:tavLst>
                                        <p:tav tm="0">
                                          <p:val>
                                            <p:fltVal val="90"/>
                                          </p:val>
                                        </p:tav>
                                        <p:tav tm="100000">
                                          <p:val>
                                            <p:fltVal val="0"/>
                                          </p:val>
                                        </p:tav>
                                      </p:tavLst>
                                    </p:anim>
                                    <p:animEffect transition="in" filter="fade">
                                      <p:cBhvr>
                                        <p:cTn id="252" dur="1000"/>
                                        <p:tgtEl>
                                          <p:spTgt spid="3">
                                            <p:graphicEl>
                                              <a:dgm id="{747BABC4-84D7-4882-BD64-5759CEEDF562}"/>
                                            </p:graphicEl>
                                          </p:spTgt>
                                        </p:tgtEl>
                                      </p:cBhvr>
                                    </p:animEffect>
                                  </p:childTnLst>
                                </p:cTn>
                              </p:par>
                              <p:par>
                                <p:cTn id="253" presetID="31" presetClass="entr" presetSubtype="0" fill="hold" grpId="0" nodeType="withEffect">
                                  <p:stCondLst>
                                    <p:cond delay="0"/>
                                  </p:stCondLst>
                                  <p:childTnLst>
                                    <p:set>
                                      <p:cBhvr>
                                        <p:cTn id="254" dur="1" fill="hold">
                                          <p:stCondLst>
                                            <p:cond delay="0"/>
                                          </p:stCondLst>
                                        </p:cTn>
                                        <p:tgtEl>
                                          <p:spTgt spid="3">
                                            <p:graphicEl>
                                              <a:dgm id="{E5E28453-B6E6-466F-A0D0-A612772E1C13}"/>
                                            </p:graphicEl>
                                          </p:spTgt>
                                        </p:tgtEl>
                                        <p:attrNameLst>
                                          <p:attrName>style.visibility</p:attrName>
                                        </p:attrNameLst>
                                      </p:cBhvr>
                                      <p:to>
                                        <p:strVal val="visible"/>
                                      </p:to>
                                    </p:set>
                                    <p:anim calcmode="lin" valueType="num">
                                      <p:cBhvr>
                                        <p:cTn id="255" dur="1000" fill="hold"/>
                                        <p:tgtEl>
                                          <p:spTgt spid="3">
                                            <p:graphicEl>
                                              <a:dgm id="{E5E28453-B6E6-466F-A0D0-A612772E1C13}"/>
                                            </p:graphicEl>
                                          </p:spTgt>
                                        </p:tgtEl>
                                        <p:attrNameLst>
                                          <p:attrName>ppt_w</p:attrName>
                                        </p:attrNameLst>
                                      </p:cBhvr>
                                      <p:tavLst>
                                        <p:tav tm="0">
                                          <p:val>
                                            <p:fltVal val="0"/>
                                          </p:val>
                                        </p:tav>
                                        <p:tav tm="100000">
                                          <p:val>
                                            <p:strVal val="#ppt_w"/>
                                          </p:val>
                                        </p:tav>
                                      </p:tavLst>
                                    </p:anim>
                                    <p:anim calcmode="lin" valueType="num">
                                      <p:cBhvr>
                                        <p:cTn id="256" dur="1000" fill="hold"/>
                                        <p:tgtEl>
                                          <p:spTgt spid="3">
                                            <p:graphicEl>
                                              <a:dgm id="{E5E28453-B6E6-466F-A0D0-A612772E1C13}"/>
                                            </p:graphicEl>
                                          </p:spTgt>
                                        </p:tgtEl>
                                        <p:attrNameLst>
                                          <p:attrName>ppt_h</p:attrName>
                                        </p:attrNameLst>
                                      </p:cBhvr>
                                      <p:tavLst>
                                        <p:tav tm="0">
                                          <p:val>
                                            <p:fltVal val="0"/>
                                          </p:val>
                                        </p:tav>
                                        <p:tav tm="100000">
                                          <p:val>
                                            <p:strVal val="#ppt_h"/>
                                          </p:val>
                                        </p:tav>
                                      </p:tavLst>
                                    </p:anim>
                                    <p:anim calcmode="lin" valueType="num">
                                      <p:cBhvr>
                                        <p:cTn id="257" dur="1000" fill="hold"/>
                                        <p:tgtEl>
                                          <p:spTgt spid="3">
                                            <p:graphicEl>
                                              <a:dgm id="{E5E28453-B6E6-466F-A0D0-A612772E1C13}"/>
                                            </p:graphicEl>
                                          </p:spTgt>
                                        </p:tgtEl>
                                        <p:attrNameLst>
                                          <p:attrName>style.rotation</p:attrName>
                                        </p:attrNameLst>
                                      </p:cBhvr>
                                      <p:tavLst>
                                        <p:tav tm="0">
                                          <p:val>
                                            <p:fltVal val="90"/>
                                          </p:val>
                                        </p:tav>
                                        <p:tav tm="100000">
                                          <p:val>
                                            <p:fltVal val="0"/>
                                          </p:val>
                                        </p:tav>
                                      </p:tavLst>
                                    </p:anim>
                                    <p:animEffect transition="in" filter="fade">
                                      <p:cBhvr>
                                        <p:cTn id="258" dur="1000"/>
                                        <p:tgtEl>
                                          <p:spTgt spid="3">
                                            <p:graphicEl>
                                              <a:dgm id="{E5E28453-B6E6-466F-A0D0-A612772E1C13}"/>
                                            </p:graphicEl>
                                          </p:spTgt>
                                        </p:tgtEl>
                                      </p:cBhvr>
                                    </p:animEffect>
                                  </p:childTnLst>
                                </p:cTn>
                              </p:par>
                              <p:par>
                                <p:cTn id="259" presetID="31" presetClass="entr" presetSubtype="0" fill="hold" grpId="0" nodeType="withEffect">
                                  <p:stCondLst>
                                    <p:cond delay="0"/>
                                  </p:stCondLst>
                                  <p:childTnLst>
                                    <p:set>
                                      <p:cBhvr>
                                        <p:cTn id="260" dur="1" fill="hold">
                                          <p:stCondLst>
                                            <p:cond delay="0"/>
                                          </p:stCondLst>
                                        </p:cTn>
                                        <p:tgtEl>
                                          <p:spTgt spid="3">
                                            <p:graphicEl>
                                              <a:dgm id="{B8B2D19B-DFF2-4301-888C-5705965F4E7E}"/>
                                            </p:graphicEl>
                                          </p:spTgt>
                                        </p:tgtEl>
                                        <p:attrNameLst>
                                          <p:attrName>style.visibility</p:attrName>
                                        </p:attrNameLst>
                                      </p:cBhvr>
                                      <p:to>
                                        <p:strVal val="visible"/>
                                      </p:to>
                                    </p:set>
                                    <p:anim calcmode="lin" valueType="num">
                                      <p:cBhvr>
                                        <p:cTn id="261" dur="1000" fill="hold"/>
                                        <p:tgtEl>
                                          <p:spTgt spid="3">
                                            <p:graphicEl>
                                              <a:dgm id="{B8B2D19B-DFF2-4301-888C-5705965F4E7E}"/>
                                            </p:graphicEl>
                                          </p:spTgt>
                                        </p:tgtEl>
                                        <p:attrNameLst>
                                          <p:attrName>ppt_w</p:attrName>
                                        </p:attrNameLst>
                                      </p:cBhvr>
                                      <p:tavLst>
                                        <p:tav tm="0">
                                          <p:val>
                                            <p:fltVal val="0"/>
                                          </p:val>
                                        </p:tav>
                                        <p:tav tm="100000">
                                          <p:val>
                                            <p:strVal val="#ppt_w"/>
                                          </p:val>
                                        </p:tav>
                                      </p:tavLst>
                                    </p:anim>
                                    <p:anim calcmode="lin" valueType="num">
                                      <p:cBhvr>
                                        <p:cTn id="262" dur="1000" fill="hold"/>
                                        <p:tgtEl>
                                          <p:spTgt spid="3">
                                            <p:graphicEl>
                                              <a:dgm id="{B8B2D19B-DFF2-4301-888C-5705965F4E7E}"/>
                                            </p:graphicEl>
                                          </p:spTgt>
                                        </p:tgtEl>
                                        <p:attrNameLst>
                                          <p:attrName>ppt_h</p:attrName>
                                        </p:attrNameLst>
                                      </p:cBhvr>
                                      <p:tavLst>
                                        <p:tav tm="0">
                                          <p:val>
                                            <p:fltVal val="0"/>
                                          </p:val>
                                        </p:tav>
                                        <p:tav tm="100000">
                                          <p:val>
                                            <p:strVal val="#ppt_h"/>
                                          </p:val>
                                        </p:tav>
                                      </p:tavLst>
                                    </p:anim>
                                    <p:anim calcmode="lin" valueType="num">
                                      <p:cBhvr>
                                        <p:cTn id="263" dur="1000" fill="hold"/>
                                        <p:tgtEl>
                                          <p:spTgt spid="3">
                                            <p:graphicEl>
                                              <a:dgm id="{B8B2D19B-DFF2-4301-888C-5705965F4E7E}"/>
                                            </p:graphicEl>
                                          </p:spTgt>
                                        </p:tgtEl>
                                        <p:attrNameLst>
                                          <p:attrName>style.rotation</p:attrName>
                                        </p:attrNameLst>
                                      </p:cBhvr>
                                      <p:tavLst>
                                        <p:tav tm="0">
                                          <p:val>
                                            <p:fltVal val="90"/>
                                          </p:val>
                                        </p:tav>
                                        <p:tav tm="100000">
                                          <p:val>
                                            <p:fltVal val="0"/>
                                          </p:val>
                                        </p:tav>
                                      </p:tavLst>
                                    </p:anim>
                                    <p:animEffect transition="in" filter="fade">
                                      <p:cBhvr>
                                        <p:cTn id="264" dur="1000"/>
                                        <p:tgtEl>
                                          <p:spTgt spid="3">
                                            <p:graphicEl>
                                              <a:dgm id="{B8B2D19B-DFF2-4301-888C-5705965F4E7E}"/>
                                            </p:graphicEl>
                                          </p:spTgt>
                                        </p:tgtEl>
                                      </p:cBhvr>
                                    </p:animEffect>
                                  </p:childTnLst>
                                </p:cTn>
                              </p:par>
                              <p:par>
                                <p:cTn id="265" presetID="31" presetClass="entr" presetSubtype="0" fill="hold" grpId="0" nodeType="withEffect">
                                  <p:stCondLst>
                                    <p:cond delay="0"/>
                                  </p:stCondLst>
                                  <p:childTnLst>
                                    <p:set>
                                      <p:cBhvr>
                                        <p:cTn id="266" dur="1" fill="hold">
                                          <p:stCondLst>
                                            <p:cond delay="0"/>
                                          </p:stCondLst>
                                        </p:cTn>
                                        <p:tgtEl>
                                          <p:spTgt spid="3">
                                            <p:graphicEl>
                                              <a:dgm id="{B0246A3C-40B5-43E7-92C8-FF3C90152DB4}"/>
                                            </p:graphicEl>
                                          </p:spTgt>
                                        </p:tgtEl>
                                        <p:attrNameLst>
                                          <p:attrName>style.visibility</p:attrName>
                                        </p:attrNameLst>
                                      </p:cBhvr>
                                      <p:to>
                                        <p:strVal val="visible"/>
                                      </p:to>
                                    </p:set>
                                    <p:anim calcmode="lin" valueType="num">
                                      <p:cBhvr>
                                        <p:cTn id="267" dur="1000" fill="hold"/>
                                        <p:tgtEl>
                                          <p:spTgt spid="3">
                                            <p:graphicEl>
                                              <a:dgm id="{B0246A3C-40B5-43E7-92C8-FF3C90152DB4}"/>
                                            </p:graphicEl>
                                          </p:spTgt>
                                        </p:tgtEl>
                                        <p:attrNameLst>
                                          <p:attrName>ppt_w</p:attrName>
                                        </p:attrNameLst>
                                      </p:cBhvr>
                                      <p:tavLst>
                                        <p:tav tm="0">
                                          <p:val>
                                            <p:fltVal val="0"/>
                                          </p:val>
                                        </p:tav>
                                        <p:tav tm="100000">
                                          <p:val>
                                            <p:strVal val="#ppt_w"/>
                                          </p:val>
                                        </p:tav>
                                      </p:tavLst>
                                    </p:anim>
                                    <p:anim calcmode="lin" valueType="num">
                                      <p:cBhvr>
                                        <p:cTn id="268" dur="1000" fill="hold"/>
                                        <p:tgtEl>
                                          <p:spTgt spid="3">
                                            <p:graphicEl>
                                              <a:dgm id="{B0246A3C-40B5-43E7-92C8-FF3C90152DB4}"/>
                                            </p:graphicEl>
                                          </p:spTgt>
                                        </p:tgtEl>
                                        <p:attrNameLst>
                                          <p:attrName>ppt_h</p:attrName>
                                        </p:attrNameLst>
                                      </p:cBhvr>
                                      <p:tavLst>
                                        <p:tav tm="0">
                                          <p:val>
                                            <p:fltVal val="0"/>
                                          </p:val>
                                        </p:tav>
                                        <p:tav tm="100000">
                                          <p:val>
                                            <p:strVal val="#ppt_h"/>
                                          </p:val>
                                        </p:tav>
                                      </p:tavLst>
                                    </p:anim>
                                    <p:anim calcmode="lin" valueType="num">
                                      <p:cBhvr>
                                        <p:cTn id="269" dur="1000" fill="hold"/>
                                        <p:tgtEl>
                                          <p:spTgt spid="3">
                                            <p:graphicEl>
                                              <a:dgm id="{B0246A3C-40B5-43E7-92C8-FF3C90152DB4}"/>
                                            </p:graphicEl>
                                          </p:spTgt>
                                        </p:tgtEl>
                                        <p:attrNameLst>
                                          <p:attrName>style.rotation</p:attrName>
                                        </p:attrNameLst>
                                      </p:cBhvr>
                                      <p:tavLst>
                                        <p:tav tm="0">
                                          <p:val>
                                            <p:fltVal val="90"/>
                                          </p:val>
                                        </p:tav>
                                        <p:tav tm="100000">
                                          <p:val>
                                            <p:fltVal val="0"/>
                                          </p:val>
                                        </p:tav>
                                      </p:tavLst>
                                    </p:anim>
                                    <p:animEffect transition="in" filter="fade">
                                      <p:cBhvr>
                                        <p:cTn id="270" dur="1000"/>
                                        <p:tgtEl>
                                          <p:spTgt spid="3">
                                            <p:graphicEl>
                                              <a:dgm id="{B0246A3C-40B5-43E7-92C8-FF3C90152DB4}"/>
                                            </p:graphicEl>
                                          </p:spTgt>
                                        </p:tgtEl>
                                      </p:cBhvr>
                                    </p:animEffect>
                                  </p:childTnLst>
                                </p:cTn>
                              </p:par>
                              <p:par>
                                <p:cTn id="271" presetID="31" presetClass="entr" presetSubtype="0" fill="hold" grpId="0" nodeType="withEffect">
                                  <p:stCondLst>
                                    <p:cond delay="0"/>
                                  </p:stCondLst>
                                  <p:childTnLst>
                                    <p:set>
                                      <p:cBhvr>
                                        <p:cTn id="272" dur="1" fill="hold">
                                          <p:stCondLst>
                                            <p:cond delay="0"/>
                                          </p:stCondLst>
                                        </p:cTn>
                                        <p:tgtEl>
                                          <p:spTgt spid="3">
                                            <p:graphicEl>
                                              <a:dgm id="{AF1D0DD3-B355-41EE-A083-9B43F25AC691}"/>
                                            </p:graphicEl>
                                          </p:spTgt>
                                        </p:tgtEl>
                                        <p:attrNameLst>
                                          <p:attrName>style.visibility</p:attrName>
                                        </p:attrNameLst>
                                      </p:cBhvr>
                                      <p:to>
                                        <p:strVal val="visible"/>
                                      </p:to>
                                    </p:set>
                                    <p:anim calcmode="lin" valueType="num">
                                      <p:cBhvr>
                                        <p:cTn id="273" dur="1000" fill="hold"/>
                                        <p:tgtEl>
                                          <p:spTgt spid="3">
                                            <p:graphicEl>
                                              <a:dgm id="{AF1D0DD3-B355-41EE-A083-9B43F25AC691}"/>
                                            </p:graphicEl>
                                          </p:spTgt>
                                        </p:tgtEl>
                                        <p:attrNameLst>
                                          <p:attrName>ppt_w</p:attrName>
                                        </p:attrNameLst>
                                      </p:cBhvr>
                                      <p:tavLst>
                                        <p:tav tm="0">
                                          <p:val>
                                            <p:fltVal val="0"/>
                                          </p:val>
                                        </p:tav>
                                        <p:tav tm="100000">
                                          <p:val>
                                            <p:strVal val="#ppt_w"/>
                                          </p:val>
                                        </p:tav>
                                      </p:tavLst>
                                    </p:anim>
                                    <p:anim calcmode="lin" valueType="num">
                                      <p:cBhvr>
                                        <p:cTn id="274" dur="1000" fill="hold"/>
                                        <p:tgtEl>
                                          <p:spTgt spid="3">
                                            <p:graphicEl>
                                              <a:dgm id="{AF1D0DD3-B355-41EE-A083-9B43F25AC691}"/>
                                            </p:graphicEl>
                                          </p:spTgt>
                                        </p:tgtEl>
                                        <p:attrNameLst>
                                          <p:attrName>ppt_h</p:attrName>
                                        </p:attrNameLst>
                                      </p:cBhvr>
                                      <p:tavLst>
                                        <p:tav tm="0">
                                          <p:val>
                                            <p:fltVal val="0"/>
                                          </p:val>
                                        </p:tav>
                                        <p:tav tm="100000">
                                          <p:val>
                                            <p:strVal val="#ppt_h"/>
                                          </p:val>
                                        </p:tav>
                                      </p:tavLst>
                                    </p:anim>
                                    <p:anim calcmode="lin" valueType="num">
                                      <p:cBhvr>
                                        <p:cTn id="275" dur="1000" fill="hold"/>
                                        <p:tgtEl>
                                          <p:spTgt spid="3">
                                            <p:graphicEl>
                                              <a:dgm id="{AF1D0DD3-B355-41EE-A083-9B43F25AC691}"/>
                                            </p:graphicEl>
                                          </p:spTgt>
                                        </p:tgtEl>
                                        <p:attrNameLst>
                                          <p:attrName>style.rotation</p:attrName>
                                        </p:attrNameLst>
                                      </p:cBhvr>
                                      <p:tavLst>
                                        <p:tav tm="0">
                                          <p:val>
                                            <p:fltVal val="90"/>
                                          </p:val>
                                        </p:tav>
                                        <p:tav tm="100000">
                                          <p:val>
                                            <p:fltVal val="0"/>
                                          </p:val>
                                        </p:tav>
                                      </p:tavLst>
                                    </p:anim>
                                    <p:animEffect transition="in" filter="fade">
                                      <p:cBhvr>
                                        <p:cTn id="276" dur="1000"/>
                                        <p:tgtEl>
                                          <p:spTgt spid="3">
                                            <p:graphicEl>
                                              <a:dgm id="{AF1D0DD3-B355-41EE-A083-9B43F25AC691}"/>
                                            </p:graphicEl>
                                          </p:spTgt>
                                        </p:tgtEl>
                                      </p:cBhvr>
                                    </p:animEffect>
                                  </p:childTnLst>
                                </p:cTn>
                              </p:par>
                              <p:par>
                                <p:cTn id="277" presetID="31" presetClass="entr" presetSubtype="0" fill="hold" grpId="0" nodeType="withEffect">
                                  <p:stCondLst>
                                    <p:cond delay="0"/>
                                  </p:stCondLst>
                                  <p:childTnLst>
                                    <p:set>
                                      <p:cBhvr>
                                        <p:cTn id="278" dur="1" fill="hold">
                                          <p:stCondLst>
                                            <p:cond delay="0"/>
                                          </p:stCondLst>
                                        </p:cTn>
                                        <p:tgtEl>
                                          <p:spTgt spid="3">
                                            <p:graphicEl>
                                              <a:dgm id="{B59A15C4-FFD5-4A28-9FCC-7A1089B2A614}"/>
                                            </p:graphicEl>
                                          </p:spTgt>
                                        </p:tgtEl>
                                        <p:attrNameLst>
                                          <p:attrName>style.visibility</p:attrName>
                                        </p:attrNameLst>
                                      </p:cBhvr>
                                      <p:to>
                                        <p:strVal val="visible"/>
                                      </p:to>
                                    </p:set>
                                    <p:anim calcmode="lin" valueType="num">
                                      <p:cBhvr>
                                        <p:cTn id="279" dur="1000" fill="hold"/>
                                        <p:tgtEl>
                                          <p:spTgt spid="3">
                                            <p:graphicEl>
                                              <a:dgm id="{B59A15C4-FFD5-4A28-9FCC-7A1089B2A614}"/>
                                            </p:graphicEl>
                                          </p:spTgt>
                                        </p:tgtEl>
                                        <p:attrNameLst>
                                          <p:attrName>ppt_w</p:attrName>
                                        </p:attrNameLst>
                                      </p:cBhvr>
                                      <p:tavLst>
                                        <p:tav tm="0">
                                          <p:val>
                                            <p:fltVal val="0"/>
                                          </p:val>
                                        </p:tav>
                                        <p:tav tm="100000">
                                          <p:val>
                                            <p:strVal val="#ppt_w"/>
                                          </p:val>
                                        </p:tav>
                                      </p:tavLst>
                                    </p:anim>
                                    <p:anim calcmode="lin" valueType="num">
                                      <p:cBhvr>
                                        <p:cTn id="280" dur="1000" fill="hold"/>
                                        <p:tgtEl>
                                          <p:spTgt spid="3">
                                            <p:graphicEl>
                                              <a:dgm id="{B59A15C4-FFD5-4A28-9FCC-7A1089B2A614}"/>
                                            </p:graphicEl>
                                          </p:spTgt>
                                        </p:tgtEl>
                                        <p:attrNameLst>
                                          <p:attrName>ppt_h</p:attrName>
                                        </p:attrNameLst>
                                      </p:cBhvr>
                                      <p:tavLst>
                                        <p:tav tm="0">
                                          <p:val>
                                            <p:fltVal val="0"/>
                                          </p:val>
                                        </p:tav>
                                        <p:tav tm="100000">
                                          <p:val>
                                            <p:strVal val="#ppt_h"/>
                                          </p:val>
                                        </p:tav>
                                      </p:tavLst>
                                    </p:anim>
                                    <p:anim calcmode="lin" valueType="num">
                                      <p:cBhvr>
                                        <p:cTn id="281" dur="1000" fill="hold"/>
                                        <p:tgtEl>
                                          <p:spTgt spid="3">
                                            <p:graphicEl>
                                              <a:dgm id="{B59A15C4-FFD5-4A28-9FCC-7A1089B2A614}"/>
                                            </p:graphicEl>
                                          </p:spTgt>
                                        </p:tgtEl>
                                        <p:attrNameLst>
                                          <p:attrName>style.rotation</p:attrName>
                                        </p:attrNameLst>
                                      </p:cBhvr>
                                      <p:tavLst>
                                        <p:tav tm="0">
                                          <p:val>
                                            <p:fltVal val="90"/>
                                          </p:val>
                                        </p:tav>
                                        <p:tav tm="100000">
                                          <p:val>
                                            <p:fltVal val="0"/>
                                          </p:val>
                                        </p:tav>
                                      </p:tavLst>
                                    </p:anim>
                                    <p:animEffect transition="in" filter="fade">
                                      <p:cBhvr>
                                        <p:cTn id="282" dur="1000"/>
                                        <p:tgtEl>
                                          <p:spTgt spid="3">
                                            <p:graphicEl>
                                              <a:dgm id="{B59A15C4-FFD5-4A28-9FCC-7A1089B2A614}"/>
                                            </p:graphicEl>
                                          </p:spTgt>
                                        </p:tgtEl>
                                      </p:cBhvr>
                                    </p:animEffect>
                                  </p:childTnLst>
                                </p:cTn>
                              </p:par>
                              <p:par>
                                <p:cTn id="283" presetID="31" presetClass="entr" presetSubtype="0" fill="hold" grpId="0" nodeType="withEffect">
                                  <p:stCondLst>
                                    <p:cond delay="0"/>
                                  </p:stCondLst>
                                  <p:childTnLst>
                                    <p:set>
                                      <p:cBhvr>
                                        <p:cTn id="284" dur="1" fill="hold">
                                          <p:stCondLst>
                                            <p:cond delay="0"/>
                                          </p:stCondLst>
                                        </p:cTn>
                                        <p:tgtEl>
                                          <p:spTgt spid="3">
                                            <p:graphicEl>
                                              <a:dgm id="{701ED516-0356-4C80-A148-01830B89253F}"/>
                                            </p:graphicEl>
                                          </p:spTgt>
                                        </p:tgtEl>
                                        <p:attrNameLst>
                                          <p:attrName>style.visibility</p:attrName>
                                        </p:attrNameLst>
                                      </p:cBhvr>
                                      <p:to>
                                        <p:strVal val="visible"/>
                                      </p:to>
                                    </p:set>
                                    <p:anim calcmode="lin" valueType="num">
                                      <p:cBhvr>
                                        <p:cTn id="285" dur="1000" fill="hold"/>
                                        <p:tgtEl>
                                          <p:spTgt spid="3">
                                            <p:graphicEl>
                                              <a:dgm id="{701ED516-0356-4C80-A148-01830B89253F}"/>
                                            </p:graphicEl>
                                          </p:spTgt>
                                        </p:tgtEl>
                                        <p:attrNameLst>
                                          <p:attrName>ppt_w</p:attrName>
                                        </p:attrNameLst>
                                      </p:cBhvr>
                                      <p:tavLst>
                                        <p:tav tm="0">
                                          <p:val>
                                            <p:fltVal val="0"/>
                                          </p:val>
                                        </p:tav>
                                        <p:tav tm="100000">
                                          <p:val>
                                            <p:strVal val="#ppt_w"/>
                                          </p:val>
                                        </p:tav>
                                      </p:tavLst>
                                    </p:anim>
                                    <p:anim calcmode="lin" valueType="num">
                                      <p:cBhvr>
                                        <p:cTn id="286" dur="1000" fill="hold"/>
                                        <p:tgtEl>
                                          <p:spTgt spid="3">
                                            <p:graphicEl>
                                              <a:dgm id="{701ED516-0356-4C80-A148-01830B89253F}"/>
                                            </p:graphicEl>
                                          </p:spTgt>
                                        </p:tgtEl>
                                        <p:attrNameLst>
                                          <p:attrName>ppt_h</p:attrName>
                                        </p:attrNameLst>
                                      </p:cBhvr>
                                      <p:tavLst>
                                        <p:tav tm="0">
                                          <p:val>
                                            <p:fltVal val="0"/>
                                          </p:val>
                                        </p:tav>
                                        <p:tav tm="100000">
                                          <p:val>
                                            <p:strVal val="#ppt_h"/>
                                          </p:val>
                                        </p:tav>
                                      </p:tavLst>
                                    </p:anim>
                                    <p:anim calcmode="lin" valueType="num">
                                      <p:cBhvr>
                                        <p:cTn id="287" dur="1000" fill="hold"/>
                                        <p:tgtEl>
                                          <p:spTgt spid="3">
                                            <p:graphicEl>
                                              <a:dgm id="{701ED516-0356-4C80-A148-01830B89253F}"/>
                                            </p:graphicEl>
                                          </p:spTgt>
                                        </p:tgtEl>
                                        <p:attrNameLst>
                                          <p:attrName>style.rotation</p:attrName>
                                        </p:attrNameLst>
                                      </p:cBhvr>
                                      <p:tavLst>
                                        <p:tav tm="0">
                                          <p:val>
                                            <p:fltVal val="90"/>
                                          </p:val>
                                        </p:tav>
                                        <p:tav tm="100000">
                                          <p:val>
                                            <p:fltVal val="0"/>
                                          </p:val>
                                        </p:tav>
                                      </p:tavLst>
                                    </p:anim>
                                    <p:animEffect transition="in" filter="fade">
                                      <p:cBhvr>
                                        <p:cTn id="288" dur="1000"/>
                                        <p:tgtEl>
                                          <p:spTgt spid="3">
                                            <p:graphicEl>
                                              <a:dgm id="{701ED516-0356-4C80-A148-01830B89253F}"/>
                                            </p:graphicEl>
                                          </p:spTgt>
                                        </p:tgtEl>
                                      </p:cBhvr>
                                    </p:animEffect>
                                  </p:childTnLst>
                                </p:cTn>
                              </p:par>
                              <p:par>
                                <p:cTn id="289" presetID="31" presetClass="entr" presetSubtype="0" fill="hold" grpId="0" nodeType="withEffect">
                                  <p:stCondLst>
                                    <p:cond delay="0"/>
                                  </p:stCondLst>
                                  <p:childTnLst>
                                    <p:set>
                                      <p:cBhvr>
                                        <p:cTn id="290" dur="1" fill="hold">
                                          <p:stCondLst>
                                            <p:cond delay="0"/>
                                          </p:stCondLst>
                                        </p:cTn>
                                        <p:tgtEl>
                                          <p:spTgt spid="3">
                                            <p:graphicEl>
                                              <a:dgm id="{65377F7D-2938-4B4B-ACEA-090307A689EE}"/>
                                            </p:graphicEl>
                                          </p:spTgt>
                                        </p:tgtEl>
                                        <p:attrNameLst>
                                          <p:attrName>style.visibility</p:attrName>
                                        </p:attrNameLst>
                                      </p:cBhvr>
                                      <p:to>
                                        <p:strVal val="visible"/>
                                      </p:to>
                                    </p:set>
                                    <p:anim calcmode="lin" valueType="num">
                                      <p:cBhvr>
                                        <p:cTn id="291" dur="1000" fill="hold"/>
                                        <p:tgtEl>
                                          <p:spTgt spid="3">
                                            <p:graphicEl>
                                              <a:dgm id="{65377F7D-2938-4B4B-ACEA-090307A689EE}"/>
                                            </p:graphicEl>
                                          </p:spTgt>
                                        </p:tgtEl>
                                        <p:attrNameLst>
                                          <p:attrName>ppt_w</p:attrName>
                                        </p:attrNameLst>
                                      </p:cBhvr>
                                      <p:tavLst>
                                        <p:tav tm="0">
                                          <p:val>
                                            <p:fltVal val="0"/>
                                          </p:val>
                                        </p:tav>
                                        <p:tav tm="100000">
                                          <p:val>
                                            <p:strVal val="#ppt_w"/>
                                          </p:val>
                                        </p:tav>
                                      </p:tavLst>
                                    </p:anim>
                                    <p:anim calcmode="lin" valueType="num">
                                      <p:cBhvr>
                                        <p:cTn id="292" dur="1000" fill="hold"/>
                                        <p:tgtEl>
                                          <p:spTgt spid="3">
                                            <p:graphicEl>
                                              <a:dgm id="{65377F7D-2938-4B4B-ACEA-090307A689EE}"/>
                                            </p:graphicEl>
                                          </p:spTgt>
                                        </p:tgtEl>
                                        <p:attrNameLst>
                                          <p:attrName>ppt_h</p:attrName>
                                        </p:attrNameLst>
                                      </p:cBhvr>
                                      <p:tavLst>
                                        <p:tav tm="0">
                                          <p:val>
                                            <p:fltVal val="0"/>
                                          </p:val>
                                        </p:tav>
                                        <p:tav tm="100000">
                                          <p:val>
                                            <p:strVal val="#ppt_h"/>
                                          </p:val>
                                        </p:tav>
                                      </p:tavLst>
                                    </p:anim>
                                    <p:anim calcmode="lin" valueType="num">
                                      <p:cBhvr>
                                        <p:cTn id="293" dur="1000" fill="hold"/>
                                        <p:tgtEl>
                                          <p:spTgt spid="3">
                                            <p:graphicEl>
                                              <a:dgm id="{65377F7D-2938-4B4B-ACEA-090307A689EE}"/>
                                            </p:graphicEl>
                                          </p:spTgt>
                                        </p:tgtEl>
                                        <p:attrNameLst>
                                          <p:attrName>style.rotation</p:attrName>
                                        </p:attrNameLst>
                                      </p:cBhvr>
                                      <p:tavLst>
                                        <p:tav tm="0">
                                          <p:val>
                                            <p:fltVal val="90"/>
                                          </p:val>
                                        </p:tav>
                                        <p:tav tm="100000">
                                          <p:val>
                                            <p:fltVal val="0"/>
                                          </p:val>
                                        </p:tav>
                                      </p:tavLst>
                                    </p:anim>
                                    <p:animEffect transition="in" filter="fade">
                                      <p:cBhvr>
                                        <p:cTn id="294" dur="1000"/>
                                        <p:tgtEl>
                                          <p:spTgt spid="3">
                                            <p:graphicEl>
                                              <a:dgm id="{65377F7D-2938-4B4B-ACEA-090307A689EE}"/>
                                            </p:graphicEl>
                                          </p:spTgt>
                                        </p:tgtEl>
                                      </p:cBhvr>
                                    </p:animEffect>
                                  </p:childTnLst>
                                </p:cTn>
                              </p:par>
                              <p:par>
                                <p:cTn id="295" presetID="31" presetClass="entr" presetSubtype="0" fill="hold" grpId="0" nodeType="withEffect">
                                  <p:stCondLst>
                                    <p:cond delay="0"/>
                                  </p:stCondLst>
                                  <p:childTnLst>
                                    <p:set>
                                      <p:cBhvr>
                                        <p:cTn id="296" dur="1" fill="hold">
                                          <p:stCondLst>
                                            <p:cond delay="0"/>
                                          </p:stCondLst>
                                        </p:cTn>
                                        <p:tgtEl>
                                          <p:spTgt spid="3">
                                            <p:graphicEl>
                                              <a:dgm id="{4C423189-FB0B-4481-9E99-FC84516CA853}"/>
                                            </p:graphicEl>
                                          </p:spTgt>
                                        </p:tgtEl>
                                        <p:attrNameLst>
                                          <p:attrName>style.visibility</p:attrName>
                                        </p:attrNameLst>
                                      </p:cBhvr>
                                      <p:to>
                                        <p:strVal val="visible"/>
                                      </p:to>
                                    </p:set>
                                    <p:anim calcmode="lin" valueType="num">
                                      <p:cBhvr>
                                        <p:cTn id="297" dur="1000" fill="hold"/>
                                        <p:tgtEl>
                                          <p:spTgt spid="3">
                                            <p:graphicEl>
                                              <a:dgm id="{4C423189-FB0B-4481-9E99-FC84516CA853}"/>
                                            </p:graphicEl>
                                          </p:spTgt>
                                        </p:tgtEl>
                                        <p:attrNameLst>
                                          <p:attrName>ppt_w</p:attrName>
                                        </p:attrNameLst>
                                      </p:cBhvr>
                                      <p:tavLst>
                                        <p:tav tm="0">
                                          <p:val>
                                            <p:fltVal val="0"/>
                                          </p:val>
                                        </p:tav>
                                        <p:tav tm="100000">
                                          <p:val>
                                            <p:strVal val="#ppt_w"/>
                                          </p:val>
                                        </p:tav>
                                      </p:tavLst>
                                    </p:anim>
                                    <p:anim calcmode="lin" valueType="num">
                                      <p:cBhvr>
                                        <p:cTn id="298" dur="1000" fill="hold"/>
                                        <p:tgtEl>
                                          <p:spTgt spid="3">
                                            <p:graphicEl>
                                              <a:dgm id="{4C423189-FB0B-4481-9E99-FC84516CA853}"/>
                                            </p:graphicEl>
                                          </p:spTgt>
                                        </p:tgtEl>
                                        <p:attrNameLst>
                                          <p:attrName>ppt_h</p:attrName>
                                        </p:attrNameLst>
                                      </p:cBhvr>
                                      <p:tavLst>
                                        <p:tav tm="0">
                                          <p:val>
                                            <p:fltVal val="0"/>
                                          </p:val>
                                        </p:tav>
                                        <p:tav tm="100000">
                                          <p:val>
                                            <p:strVal val="#ppt_h"/>
                                          </p:val>
                                        </p:tav>
                                      </p:tavLst>
                                    </p:anim>
                                    <p:anim calcmode="lin" valueType="num">
                                      <p:cBhvr>
                                        <p:cTn id="299" dur="1000" fill="hold"/>
                                        <p:tgtEl>
                                          <p:spTgt spid="3">
                                            <p:graphicEl>
                                              <a:dgm id="{4C423189-FB0B-4481-9E99-FC84516CA853}"/>
                                            </p:graphicEl>
                                          </p:spTgt>
                                        </p:tgtEl>
                                        <p:attrNameLst>
                                          <p:attrName>style.rotation</p:attrName>
                                        </p:attrNameLst>
                                      </p:cBhvr>
                                      <p:tavLst>
                                        <p:tav tm="0">
                                          <p:val>
                                            <p:fltVal val="90"/>
                                          </p:val>
                                        </p:tav>
                                        <p:tav tm="100000">
                                          <p:val>
                                            <p:fltVal val="0"/>
                                          </p:val>
                                        </p:tav>
                                      </p:tavLst>
                                    </p:anim>
                                    <p:animEffect transition="in" filter="fade">
                                      <p:cBhvr>
                                        <p:cTn id="300" dur="1000"/>
                                        <p:tgtEl>
                                          <p:spTgt spid="3">
                                            <p:graphicEl>
                                              <a:dgm id="{4C423189-FB0B-4481-9E99-FC84516CA853}"/>
                                            </p:graphicEl>
                                          </p:spTgt>
                                        </p:tgtEl>
                                      </p:cBhvr>
                                    </p:animEffect>
                                  </p:childTnLst>
                                </p:cTn>
                              </p:par>
                              <p:par>
                                <p:cTn id="301" presetID="31" presetClass="entr" presetSubtype="0" fill="hold" grpId="0" nodeType="withEffect">
                                  <p:stCondLst>
                                    <p:cond delay="0"/>
                                  </p:stCondLst>
                                  <p:childTnLst>
                                    <p:set>
                                      <p:cBhvr>
                                        <p:cTn id="302" dur="1" fill="hold">
                                          <p:stCondLst>
                                            <p:cond delay="0"/>
                                          </p:stCondLst>
                                        </p:cTn>
                                        <p:tgtEl>
                                          <p:spTgt spid="3">
                                            <p:graphicEl>
                                              <a:dgm id="{5125D661-9B0E-4D02-9BF7-32104E1B8210}"/>
                                            </p:graphicEl>
                                          </p:spTgt>
                                        </p:tgtEl>
                                        <p:attrNameLst>
                                          <p:attrName>style.visibility</p:attrName>
                                        </p:attrNameLst>
                                      </p:cBhvr>
                                      <p:to>
                                        <p:strVal val="visible"/>
                                      </p:to>
                                    </p:set>
                                    <p:anim calcmode="lin" valueType="num">
                                      <p:cBhvr>
                                        <p:cTn id="303" dur="1000" fill="hold"/>
                                        <p:tgtEl>
                                          <p:spTgt spid="3">
                                            <p:graphicEl>
                                              <a:dgm id="{5125D661-9B0E-4D02-9BF7-32104E1B8210}"/>
                                            </p:graphicEl>
                                          </p:spTgt>
                                        </p:tgtEl>
                                        <p:attrNameLst>
                                          <p:attrName>ppt_w</p:attrName>
                                        </p:attrNameLst>
                                      </p:cBhvr>
                                      <p:tavLst>
                                        <p:tav tm="0">
                                          <p:val>
                                            <p:fltVal val="0"/>
                                          </p:val>
                                        </p:tav>
                                        <p:tav tm="100000">
                                          <p:val>
                                            <p:strVal val="#ppt_w"/>
                                          </p:val>
                                        </p:tav>
                                      </p:tavLst>
                                    </p:anim>
                                    <p:anim calcmode="lin" valueType="num">
                                      <p:cBhvr>
                                        <p:cTn id="304" dur="1000" fill="hold"/>
                                        <p:tgtEl>
                                          <p:spTgt spid="3">
                                            <p:graphicEl>
                                              <a:dgm id="{5125D661-9B0E-4D02-9BF7-32104E1B8210}"/>
                                            </p:graphicEl>
                                          </p:spTgt>
                                        </p:tgtEl>
                                        <p:attrNameLst>
                                          <p:attrName>ppt_h</p:attrName>
                                        </p:attrNameLst>
                                      </p:cBhvr>
                                      <p:tavLst>
                                        <p:tav tm="0">
                                          <p:val>
                                            <p:fltVal val="0"/>
                                          </p:val>
                                        </p:tav>
                                        <p:tav tm="100000">
                                          <p:val>
                                            <p:strVal val="#ppt_h"/>
                                          </p:val>
                                        </p:tav>
                                      </p:tavLst>
                                    </p:anim>
                                    <p:anim calcmode="lin" valueType="num">
                                      <p:cBhvr>
                                        <p:cTn id="305" dur="1000" fill="hold"/>
                                        <p:tgtEl>
                                          <p:spTgt spid="3">
                                            <p:graphicEl>
                                              <a:dgm id="{5125D661-9B0E-4D02-9BF7-32104E1B8210}"/>
                                            </p:graphicEl>
                                          </p:spTgt>
                                        </p:tgtEl>
                                        <p:attrNameLst>
                                          <p:attrName>style.rotation</p:attrName>
                                        </p:attrNameLst>
                                      </p:cBhvr>
                                      <p:tavLst>
                                        <p:tav tm="0">
                                          <p:val>
                                            <p:fltVal val="90"/>
                                          </p:val>
                                        </p:tav>
                                        <p:tav tm="100000">
                                          <p:val>
                                            <p:fltVal val="0"/>
                                          </p:val>
                                        </p:tav>
                                      </p:tavLst>
                                    </p:anim>
                                    <p:animEffect transition="in" filter="fade">
                                      <p:cBhvr>
                                        <p:cTn id="306" dur="1000"/>
                                        <p:tgtEl>
                                          <p:spTgt spid="3">
                                            <p:graphicEl>
                                              <a:dgm id="{5125D661-9B0E-4D02-9BF7-32104E1B8210}"/>
                                            </p:graphicEl>
                                          </p:spTgt>
                                        </p:tgtEl>
                                      </p:cBhvr>
                                    </p:animEffect>
                                  </p:childTnLst>
                                </p:cTn>
                              </p:par>
                              <p:par>
                                <p:cTn id="307" presetID="31" presetClass="entr" presetSubtype="0" fill="hold" grpId="0" nodeType="withEffect">
                                  <p:stCondLst>
                                    <p:cond delay="0"/>
                                  </p:stCondLst>
                                  <p:childTnLst>
                                    <p:set>
                                      <p:cBhvr>
                                        <p:cTn id="308" dur="1" fill="hold">
                                          <p:stCondLst>
                                            <p:cond delay="0"/>
                                          </p:stCondLst>
                                        </p:cTn>
                                        <p:tgtEl>
                                          <p:spTgt spid="3">
                                            <p:graphicEl>
                                              <a:dgm id="{7D29C8F0-FC2B-45EF-96B7-03701A95EF5D}"/>
                                            </p:graphicEl>
                                          </p:spTgt>
                                        </p:tgtEl>
                                        <p:attrNameLst>
                                          <p:attrName>style.visibility</p:attrName>
                                        </p:attrNameLst>
                                      </p:cBhvr>
                                      <p:to>
                                        <p:strVal val="visible"/>
                                      </p:to>
                                    </p:set>
                                    <p:anim calcmode="lin" valueType="num">
                                      <p:cBhvr>
                                        <p:cTn id="309" dur="1000" fill="hold"/>
                                        <p:tgtEl>
                                          <p:spTgt spid="3">
                                            <p:graphicEl>
                                              <a:dgm id="{7D29C8F0-FC2B-45EF-96B7-03701A95EF5D}"/>
                                            </p:graphicEl>
                                          </p:spTgt>
                                        </p:tgtEl>
                                        <p:attrNameLst>
                                          <p:attrName>ppt_w</p:attrName>
                                        </p:attrNameLst>
                                      </p:cBhvr>
                                      <p:tavLst>
                                        <p:tav tm="0">
                                          <p:val>
                                            <p:fltVal val="0"/>
                                          </p:val>
                                        </p:tav>
                                        <p:tav tm="100000">
                                          <p:val>
                                            <p:strVal val="#ppt_w"/>
                                          </p:val>
                                        </p:tav>
                                      </p:tavLst>
                                    </p:anim>
                                    <p:anim calcmode="lin" valueType="num">
                                      <p:cBhvr>
                                        <p:cTn id="310" dur="1000" fill="hold"/>
                                        <p:tgtEl>
                                          <p:spTgt spid="3">
                                            <p:graphicEl>
                                              <a:dgm id="{7D29C8F0-FC2B-45EF-96B7-03701A95EF5D}"/>
                                            </p:graphicEl>
                                          </p:spTgt>
                                        </p:tgtEl>
                                        <p:attrNameLst>
                                          <p:attrName>ppt_h</p:attrName>
                                        </p:attrNameLst>
                                      </p:cBhvr>
                                      <p:tavLst>
                                        <p:tav tm="0">
                                          <p:val>
                                            <p:fltVal val="0"/>
                                          </p:val>
                                        </p:tav>
                                        <p:tav tm="100000">
                                          <p:val>
                                            <p:strVal val="#ppt_h"/>
                                          </p:val>
                                        </p:tav>
                                      </p:tavLst>
                                    </p:anim>
                                    <p:anim calcmode="lin" valueType="num">
                                      <p:cBhvr>
                                        <p:cTn id="311" dur="1000" fill="hold"/>
                                        <p:tgtEl>
                                          <p:spTgt spid="3">
                                            <p:graphicEl>
                                              <a:dgm id="{7D29C8F0-FC2B-45EF-96B7-03701A95EF5D}"/>
                                            </p:graphicEl>
                                          </p:spTgt>
                                        </p:tgtEl>
                                        <p:attrNameLst>
                                          <p:attrName>style.rotation</p:attrName>
                                        </p:attrNameLst>
                                      </p:cBhvr>
                                      <p:tavLst>
                                        <p:tav tm="0">
                                          <p:val>
                                            <p:fltVal val="90"/>
                                          </p:val>
                                        </p:tav>
                                        <p:tav tm="100000">
                                          <p:val>
                                            <p:fltVal val="0"/>
                                          </p:val>
                                        </p:tav>
                                      </p:tavLst>
                                    </p:anim>
                                    <p:animEffect transition="in" filter="fade">
                                      <p:cBhvr>
                                        <p:cTn id="312" dur="1000"/>
                                        <p:tgtEl>
                                          <p:spTgt spid="3">
                                            <p:graphicEl>
                                              <a:dgm id="{7D29C8F0-FC2B-45EF-96B7-03701A95EF5D}"/>
                                            </p:graphicEl>
                                          </p:spTgt>
                                        </p:tgtEl>
                                      </p:cBhvr>
                                    </p:animEffect>
                                  </p:childTnLst>
                                </p:cTn>
                              </p:par>
                              <p:par>
                                <p:cTn id="313" presetID="31" presetClass="entr" presetSubtype="0" fill="hold" grpId="0" nodeType="withEffect">
                                  <p:stCondLst>
                                    <p:cond delay="0"/>
                                  </p:stCondLst>
                                  <p:childTnLst>
                                    <p:set>
                                      <p:cBhvr>
                                        <p:cTn id="314" dur="1" fill="hold">
                                          <p:stCondLst>
                                            <p:cond delay="0"/>
                                          </p:stCondLst>
                                        </p:cTn>
                                        <p:tgtEl>
                                          <p:spTgt spid="3">
                                            <p:graphicEl>
                                              <a:dgm id="{475F8575-6EA3-4160-958E-3B496FAEBBD1}"/>
                                            </p:graphicEl>
                                          </p:spTgt>
                                        </p:tgtEl>
                                        <p:attrNameLst>
                                          <p:attrName>style.visibility</p:attrName>
                                        </p:attrNameLst>
                                      </p:cBhvr>
                                      <p:to>
                                        <p:strVal val="visible"/>
                                      </p:to>
                                    </p:set>
                                    <p:anim calcmode="lin" valueType="num">
                                      <p:cBhvr>
                                        <p:cTn id="315" dur="1000" fill="hold"/>
                                        <p:tgtEl>
                                          <p:spTgt spid="3">
                                            <p:graphicEl>
                                              <a:dgm id="{475F8575-6EA3-4160-958E-3B496FAEBBD1}"/>
                                            </p:graphicEl>
                                          </p:spTgt>
                                        </p:tgtEl>
                                        <p:attrNameLst>
                                          <p:attrName>ppt_w</p:attrName>
                                        </p:attrNameLst>
                                      </p:cBhvr>
                                      <p:tavLst>
                                        <p:tav tm="0">
                                          <p:val>
                                            <p:fltVal val="0"/>
                                          </p:val>
                                        </p:tav>
                                        <p:tav tm="100000">
                                          <p:val>
                                            <p:strVal val="#ppt_w"/>
                                          </p:val>
                                        </p:tav>
                                      </p:tavLst>
                                    </p:anim>
                                    <p:anim calcmode="lin" valueType="num">
                                      <p:cBhvr>
                                        <p:cTn id="316" dur="1000" fill="hold"/>
                                        <p:tgtEl>
                                          <p:spTgt spid="3">
                                            <p:graphicEl>
                                              <a:dgm id="{475F8575-6EA3-4160-958E-3B496FAEBBD1}"/>
                                            </p:graphicEl>
                                          </p:spTgt>
                                        </p:tgtEl>
                                        <p:attrNameLst>
                                          <p:attrName>ppt_h</p:attrName>
                                        </p:attrNameLst>
                                      </p:cBhvr>
                                      <p:tavLst>
                                        <p:tav tm="0">
                                          <p:val>
                                            <p:fltVal val="0"/>
                                          </p:val>
                                        </p:tav>
                                        <p:tav tm="100000">
                                          <p:val>
                                            <p:strVal val="#ppt_h"/>
                                          </p:val>
                                        </p:tav>
                                      </p:tavLst>
                                    </p:anim>
                                    <p:anim calcmode="lin" valueType="num">
                                      <p:cBhvr>
                                        <p:cTn id="317" dur="1000" fill="hold"/>
                                        <p:tgtEl>
                                          <p:spTgt spid="3">
                                            <p:graphicEl>
                                              <a:dgm id="{475F8575-6EA3-4160-958E-3B496FAEBBD1}"/>
                                            </p:graphicEl>
                                          </p:spTgt>
                                        </p:tgtEl>
                                        <p:attrNameLst>
                                          <p:attrName>style.rotation</p:attrName>
                                        </p:attrNameLst>
                                      </p:cBhvr>
                                      <p:tavLst>
                                        <p:tav tm="0">
                                          <p:val>
                                            <p:fltVal val="90"/>
                                          </p:val>
                                        </p:tav>
                                        <p:tav tm="100000">
                                          <p:val>
                                            <p:fltVal val="0"/>
                                          </p:val>
                                        </p:tav>
                                      </p:tavLst>
                                    </p:anim>
                                    <p:animEffect transition="in" filter="fade">
                                      <p:cBhvr>
                                        <p:cTn id="318" dur="1000"/>
                                        <p:tgtEl>
                                          <p:spTgt spid="3">
                                            <p:graphicEl>
                                              <a:dgm id="{475F8575-6EA3-4160-958E-3B496FAEBBD1}"/>
                                            </p:graphicEl>
                                          </p:spTgt>
                                        </p:tgtEl>
                                      </p:cBhvr>
                                    </p:animEffect>
                                  </p:childTnLst>
                                </p:cTn>
                              </p:par>
                              <p:par>
                                <p:cTn id="319" presetID="31" presetClass="entr" presetSubtype="0" fill="hold" grpId="0" nodeType="withEffect">
                                  <p:stCondLst>
                                    <p:cond delay="0"/>
                                  </p:stCondLst>
                                  <p:childTnLst>
                                    <p:set>
                                      <p:cBhvr>
                                        <p:cTn id="320" dur="1" fill="hold">
                                          <p:stCondLst>
                                            <p:cond delay="0"/>
                                          </p:stCondLst>
                                        </p:cTn>
                                        <p:tgtEl>
                                          <p:spTgt spid="3">
                                            <p:graphicEl>
                                              <a:dgm id="{3A00FFAA-4453-47F0-A704-3E25DB5C862C}"/>
                                            </p:graphicEl>
                                          </p:spTgt>
                                        </p:tgtEl>
                                        <p:attrNameLst>
                                          <p:attrName>style.visibility</p:attrName>
                                        </p:attrNameLst>
                                      </p:cBhvr>
                                      <p:to>
                                        <p:strVal val="visible"/>
                                      </p:to>
                                    </p:set>
                                    <p:anim calcmode="lin" valueType="num">
                                      <p:cBhvr>
                                        <p:cTn id="321" dur="1000" fill="hold"/>
                                        <p:tgtEl>
                                          <p:spTgt spid="3">
                                            <p:graphicEl>
                                              <a:dgm id="{3A00FFAA-4453-47F0-A704-3E25DB5C862C}"/>
                                            </p:graphicEl>
                                          </p:spTgt>
                                        </p:tgtEl>
                                        <p:attrNameLst>
                                          <p:attrName>ppt_w</p:attrName>
                                        </p:attrNameLst>
                                      </p:cBhvr>
                                      <p:tavLst>
                                        <p:tav tm="0">
                                          <p:val>
                                            <p:fltVal val="0"/>
                                          </p:val>
                                        </p:tav>
                                        <p:tav tm="100000">
                                          <p:val>
                                            <p:strVal val="#ppt_w"/>
                                          </p:val>
                                        </p:tav>
                                      </p:tavLst>
                                    </p:anim>
                                    <p:anim calcmode="lin" valueType="num">
                                      <p:cBhvr>
                                        <p:cTn id="322" dur="1000" fill="hold"/>
                                        <p:tgtEl>
                                          <p:spTgt spid="3">
                                            <p:graphicEl>
                                              <a:dgm id="{3A00FFAA-4453-47F0-A704-3E25DB5C862C}"/>
                                            </p:graphicEl>
                                          </p:spTgt>
                                        </p:tgtEl>
                                        <p:attrNameLst>
                                          <p:attrName>ppt_h</p:attrName>
                                        </p:attrNameLst>
                                      </p:cBhvr>
                                      <p:tavLst>
                                        <p:tav tm="0">
                                          <p:val>
                                            <p:fltVal val="0"/>
                                          </p:val>
                                        </p:tav>
                                        <p:tav tm="100000">
                                          <p:val>
                                            <p:strVal val="#ppt_h"/>
                                          </p:val>
                                        </p:tav>
                                      </p:tavLst>
                                    </p:anim>
                                    <p:anim calcmode="lin" valueType="num">
                                      <p:cBhvr>
                                        <p:cTn id="323" dur="1000" fill="hold"/>
                                        <p:tgtEl>
                                          <p:spTgt spid="3">
                                            <p:graphicEl>
                                              <a:dgm id="{3A00FFAA-4453-47F0-A704-3E25DB5C862C}"/>
                                            </p:graphicEl>
                                          </p:spTgt>
                                        </p:tgtEl>
                                        <p:attrNameLst>
                                          <p:attrName>style.rotation</p:attrName>
                                        </p:attrNameLst>
                                      </p:cBhvr>
                                      <p:tavLst>
                                        <p:tav tm="0">
                                          <p:val>
                                            <p:fltVal val="90"/>
                                          </p:val>
                                        </p:tav>
                                        <p:tav tm="100000">
                                          <p:val>
                                            <p:fltVal val="0"/>
                                          </p:val>
                                        </p:tav>
                                      </p:tavLst>
                                    </p:anim>
                                    <p:animEffect transition="in" filter="fade">
                                      <p:cBhvr>
                                        <p:cTn id="324" dur="1000"/>
                                        <p:tgtEl>
                                          <p:spTgt spid="3">
                                            <p:graphicEl>
                                              <a:dgm id="{3A00FFAA-4453-47F0-A704-3E25DB5C862C}"/>
                                            </p:graphicEl>
                                          </p:spTgt>
                                        </p:tgtEl>
                                      </p:cBhvr>
                                    </p:animEffect>
                                  </p:childTnLst>
                                </p:cTn>
                              </p:par>
                              <p:par>
                                <p:cTn id="325" presetID="31" presetClass="entr" presetSubtype="0" fill="hold" grpId="0" nodeType="withEffect">
                                  <p:stCondLst>
                                    <p:cond delay="0"/>
                                  </p:stCondLst>
                                  <p:childTnLst>
                                    <p:set>
                                      <p:cBhvr>
                                        <p:cTn id="326" dur="1" fill="hold">
                                          <p:stCondLst>
                                            <p:cond delay="0"/>
                                          </p:stCondLst>
                                        </p:cTn>
                                        <p:tgtEl>
                                          <p:spTgt spid="3">
                                            <p:graphicEl>
                                              <a:dgm id="{8352A506-A8B1-45D8-AE55-03F1ABA46DE7}"/>
                                            </p:graphicEl>
                                          </p:spTgt>
                                        </p:tgtEl>
                                        <p:attrNameLst>
                                          <p:attrName>style.visibility</p:attrName>
                                        </p:attrNameLst>
                                      </p:cBhvr>
                                      <p:to>
                                        <p:strVal val="visible"/>
                                      </p:to>
                                    </p:set>
                                    <p:anim calcmode="lin" valueType="num">
                                      <p:cBhvr>
                                        <p:cTn id="327" dur="1000" fill="hold"/>
                                        <p:tgtEl>
                                          <p:spTgt spid="3">
                                            <p:graphicEl>
                                              <a:dgm id="{8352A506-A8B1-45D8-AE55-03F1ABA46DE7}"/>
                                            </p:graphicEl>
                                          </p:spTgt>
                                        </p:tgtEl>
                                        <p:attrNameLst>
                                          <p:attrName>ppt_w</p:attrName>
                                        </p:attrNameLst>
                                      </p:cBhvr>
                                      <p:tavLst>
                                        <p:tav tm="0">
                                          <p:val>
                                            <p:fltVal val="0"/>
                                          </p:val>
                                        </p:tav>
                                        <p:tav tm="100000">
                                          <p:val>
                                            <p:strVal val="#ppt_w"/>
                                          </p:val>
                                        </p:tav>
                                      </p:tavLst>
                                    </p:anim>
                                    <p:anim calcmode="lin" valueType="num">
                                      <p:cBhvr>
                                        <p:cTn id="328" dur="1000" fill="hold"/>
                                        <p:tgtEl>
                                          <p:spTgt spid="3">
                                            <p:graphicEl>
                                              <a:dgm id="{8352A506-A8B1-45D8-AE55-03F1ABA46DE7}"/>
                                            </p:graphicEl>
                                          </p:spTgt>
                                        </p:tgtEl>
                                        <p:attrNameLst>
                                          <p:attrName>ppt_h</p:attrName>
                                        </p:attrNameLst>
                                      </p:cBhvr>
                                      <p:tavLst>
                                        <p:tav tm="0">
                                          <p:val>
                                            <p:fltVal val="0"/>
                                          </p:val>
                                        </p:tav>
                                        <p:tav tm="100000">
                                          <p:val>
                                            <p:strVal val="#ppt_h"/>
                                          </p:val>
                                        </p:tav>
                                      </p:tavLst>
                                    </p:anim>
                                    <p:anim calcmode="lin" valueType="num">
                                      <p:cBhvr>
                                        <p:cTn id="329" dur="1000" fill="hold"/>
                                        <p:tgtEl>
                                          <p:spTgt spid="3">
                                            <p:graphicEl>
                                              <a:dgm id="{8352A506-A8B1-45D8-AE55-03F1ABA46DE7}"/>
                                            </p:graphicEl>
                                          </p:spTgt>
                                        </p:tgtEl>
                                        <p:attrNameLst>
                                          <p:attrName>style.rotation</p:attrName>
                                        </p:attrNameLst>
                                      </p:cBhvr>
                                      <p:tavLst>
                                        <p:tav tm="0">
                                          <p:val>
                                            <p:fltVal val="90"/>
                                          </p:val>
                                        </p:tav>
                                        <p:tav tm="100000">
                                          <p:val>
                                            <p:fltVal val="0"/>
                                          </p:val>
                                        </p:tav>
                                      </p:tavLst>
                                    </p:anim>
                                    <p:animEffect transition="in" filter="fade">
                                      <p:cBhvr>
                                        <p:cTn id="330" dur="1000"/>
                                        <p:tgtEl>
                                          <p:spTgt spid="3">
                                            <p:graphicEl>
                                              <a:dgm id="{8352A506-A8B1-45D8-AE55-03F1ABA46DE7}"/>
                                            </p:graphicEl>
                                          </p:spTgt>
                                        </p:tgtEl>
                                      </p:cBhvr>
                                    </p:animEffect>
                                  </p:childTnLst>
                                </p:cTn>
                              </p:par>
                              <p:par>
                                <p:cTn id="331" presetID="31" presetClass="entr" presetSubtype="0" fill="hold" grpId="0" nodeType="withEffect">
                                  <p:stCondLst>
                                    <p:cond delay="0"/>
                                  </p:stCondLst>
                                  <p:childTnLst>
                                    <p:set>
                                      <p:cBhvr>
                                        <p:cTn id="332" dur="1" fill="hold">
                                          <p:stCondLst>
                                            <p:cond delay="0"/>
                                          </p:stCondLst>
                                        </p:cTn>
                                        <p:tgtEl>
                                          <p:spTgt spid="3">
                                            <p:graphicEl>
                                              <a:dgm id="{0DC20BC7-7E64-45BC-91FE-5FACAC3D0A82}"/>
                                            </p:graphicEl>
                                          </p:spTgt>
                                        </p:tgtEl>
                                        <p:attrNameLst>
                                          <p:attrName>style.visibility</p:attrName>
                                        </p:attrNameLst>
                                      </p:cBhvr>
                                      <p:to>
                                        <p:strVal val="visible"/>
                                      </p:to>
                                    </p:set>
                                    <p:anim calcmode="lin" valueType="num">
                                      <p:cBhvr>
                                        <p:cTn id="333" dur="1000" fill="hold"/>
                                        <p:tgtEl>
                                          <p:spTgt spid="3">
                                            <p:graphicEl>
                                              <a:dgm id="{0DC20BC7-7E64-45BC-91FE-5FACAC3D0A82}"/>
                                            </p:graphicEl>
                                          </p:spTgt>
                                        </p:tgtEl>
                                        <p:attrNameLst>
                                          <p:attrName>ppt_w</p:attrName>
                                        </p:attrNameLst>
                                      </p:cBhvr>
                                      <p:tavLst>
                                        <p:tav tm="0">
                                          <p:val>
                                            <p:fltVal val="0"/>
                                          </p:val>
                                        </p:tav>
                                        <p:tav tm="100000">
                                          <p:val>
                                            <p:strVal val="#ppt_w"/>
                                          </p:val>
                                        </p:tav>
                                      </p:tavLst>
                                    </p:anim>
                                    <p:anim calcmode="lin" valueType="num">
                                      <p:cBhvr>
                                        <p:cTn id="334" dur="1000" fill="hold"/>
                                        <p:tgtEl>
                                          <p:spTgt spid="3">
                                            <p:graphicEl>
                                              <a:dgm id="{0DC20BC7-7E64-45BC-91FE-5FACAC3D0A82}"/>
                                            </p:graphicEl>
                                          </p:spTgt>
                                        </p:tgtEl>
                                        <p:attrNameLst>
                                          <p:attrName>ppt_h</p:attrName>
                                        </p:attrNameLst>
                                      </p:cBhvr>
                                      <p:tavLst>
                                        <p:tav tm="0">
                                          <p:val>
                                            <p:fltVal val="0"/>
                                          </p:val>
                                        </p:tav>
                                        <p:tav tm="100000">
                                          <p:val>
                                            <p:strVal val="#ppt_h"/>
                                          </p:val>
                                        </p:tav>
                                      </p:tavLst>
                                    </p:anim>
                                    <p:anim calcmode="lin" valueType="num">
                                      <p:cBhvr>
                                        <p:cTn id="335" dur="1000" fill="hold"/>
                                        <p:tgtEl>
                                          <p:spTgt spid="3">
                                            <p:graphicEl>
                                              <a:dgm id="{0DC20BC7-7E64-45BC-91FE-5FACAC3D0A82}"/>
                                            </p:graphicEl>
                                          </p:spTgt>
                                        </p:tgtEl>
                                        <p:attrNameLst>
                                          <p:attrName>style.rotation</p:attrName>
                                        </p:attrNameLst>
                                      </p:cBhvr>
                                      <p:tavLst>
                                        <p:tav tm="0">
                                          <p:val>
                                            <p:fltVal val="90"/>
                                          </p:val>
                                        </p:tav>
                                        <p:tav tm="100000">
                                          <p:val>
                                            <p:fltVal val="0"/>
                                          </p:val>
                                        </p:tav>
                                      </p:tavLst>
                                    </p:anim>
                                    <p:animEffect transition="in" filter="fade">
                                      <p:cBhvr>
                                        <p:cTn id="336" dur="1000"/>
                                        <p:tgtEl>
                                          <p:spTgt spid="3">
                                            <p:graphicEl>
                                              <a:dgm id="{0DC20BC7-7E64-45BC-91FE-5FACAC3D0A82}"/>
                                            </p:graphicEl>
                                          </p:spTgt>
                                        </p:tgtEl>
                                      </p:cBhvr>
                                    </p:animEffect>
                                  </p:childTnLst>
                                </p:cTn>
                              </p:par>
                              <p:par>
                                <p:cTn id="337" presetID="31" presetClass="entr" presetSubtype="0" fill="hold" grpId="0" nodeType="withEffect">
                                  <p:stCondLst>
                                    <p:cond delay="0"/>
                                  </p:stCondLst>
                                  <p:childTnLst>
                                    <p:set>
                                      <p:cBhvr>
                                        <p:cTn id="338" dur="1" fill="hold">
                                          <p:stCondLst>
                                            <p:cond delay="0"/>
                                          </p:stCondLst>
                                        </p:cTn>
                                        <p:tgtEl>
                                          <p:spTgt spid="3">
                                            <p:graphicEl>
                                              <a:dgm id="{6C2328A6-DEED-443F-8E5A-F0198B831BAC}"/>
                                            </p:graphicEl>
                                          </p:spTgt>
                                        </p:tgtEl>
                                        <p:attrNameLst>
                                          <p:attrName>style.visibility</p:attrName>
                                        </p:attrNameLst>
                                      </p:cBhvr>
                                      <p:to>
                                        <p:strVal val="visible"/>
                                      </p:to>
                                    </p:set>
                                    <p:anim calcmode="lin" valueType="num">
                                      <p:cBhvr>
                                        <p:cTn id="339" dur="1000" fill="hold"/>
                                        <p:tgtEl>
                                          <p:spTgt spid="3">
                                            <p:graphicEl>
                                              <a:dgm id="{6C2328A6-DEED-443F-8E5A-F0198B831BAC}"/>
                                            </p:graphicEl>
                                          </p:spTgt>
                                        </p:tgtEl>
                                        <p:attrNameLst>
                                          <p:attrName>ppt_w</p:attrName>
                                        </p:attrNameLst>
                                      </p:cBhvr>
                                      <p:tavLst>
                                        <p:tav tm="0">
                                          <p:val>
                                            <p:fltVal val="0"/>
                                          </p:val>
                                        </p:tav>
                                        <p:tav tm="100000">
                                          <p:val>
                                            <p:strVal val="#ppt_w"/>
                                          </p:val>
                                        </p:tav>
                                      </p:tavLst>
                                    </p:anim>
                                    <p:anim calcmode="lin" valueType="num">
                                      <p:cBhvr>
                                        <p:cTn id="340" dur="1000" fill="hold"/>
                                        <p:tgtEl>
                                          <p:spTgt spid="3">
                                            <p:graphicEl>
                                              <a:dgm id="{6C2328A6-DEED-443F-8E5A-F0198B831BAC}"/>
                                            </p:graphicEl>
                                          </p:spTgt>
                                        </p:tgtEl>
                                        <p:attrNameLst>
                                          <p:attrName>ppt_h</p:attrName>
                                        </p:attrNameLst>
                                      </p:cBhvr>
                                      <p:tavLst>
                                        <p:tav tm="0">
                                          <p:val>
                                            <p:fltVal val="0"/>
                                          </p:val>
                                        </p:tav>
                                        <p:tav tm="100000">
                                          <p:val>
                                            <p:strVal val="#ppt_h"/>
                                          </p:val>
                                        </p:tav>
                                      </p:tavLst>
                                    </p:anim>
                                    <p:anim calcmode="lin" valueType="num">
                                      <p:cBhvr>
                                        <p:cTn id="341" dur="1000" fill="hold"/>
                                        <p:tgtEl>
                                          <p:spTgt spid="3">
                                            <p:graphicEl>
                                              <a:dgm id="{6C2328A6-DEED-443F-8E5A-F0198B831BAC}"/>
                                            </p:graphicEl>
                                          </p:spTgt>
                                        </p:tgtEl>
                                        <p:attrNameLst>
                                          <p:attrName>style.rotation</p:attrName>
                                        </p:attrNameLst>
                                      </p:cBhvr>
                                      <p:tavLst>
                                        <p:tav tm="0">
                                          <p:val>
                                            <p:fltVal val="90"/>
                                          </p:val>
                                        </p:tav>
                                        <p:tav tm="100000">
                                          <p:val>
                                            <p:fltVal val="0"/>
                                          </p:val>
                                        </p:tav>
                                      </p:tavLst>
                                    </p:anim>
                                    <p:animEffect transition="in" filter="fade">
                                      <p:cBhvr>
                                        <p:cTn id="342" dur="1000"/>
                                        <p:tgtEl>
                                          <p:spTgt spid="3">
                                            <p:graphicEl>
                                              <a:dgm id="{6C2328A6-DEED-443F-8E5A-F0198B831BAC}"/>
                                            </p:graphicEl>
                                          </p:spTgt>
                                        </p:tgtEl>
                                      </p:cBhvr>
                                    </p:animEffect>
                                  </p:childTnLst>
                                </p:cTn>
                              </p:par>
                              <p:par>
                                <p:cTn id="343" presetID="31" presetClass="entr" presetSubtype="0" fill="hold" grpId="0" nodeType="withEffect">
                                  <p:stCondLst>
                                    <p:cond delay="0"/>
                                  </p:stCondLst>
                                  <p:childTnLst>
                                    <p:set>
                                      <p:cBhvr>
                                        <p:cTn id="344" dur="1" fill="hold">
                                          <p:stCondLst>
                                            <p:cond delay="0"/>
                                          </p:stCondLst>
                                        </p:cTn>
                                        <p:tgtEl>
                                          <p:spTgt spid="3">
                                            <p:graphicEl>
                                              <a:dgm id="{6E7BA79E-6AF1-49B5-993C-B961E8CBC48C}"/>
                                            </p:graphicEl>
                                          </p:spTgt>
                                        </p:tgtEl>
                                        <p:attrNameLst>
                                          <p:attrName>style.visibility</p:attrName>
                                        </p:attrNameLst>
                                      </p:cBhvr>
                                      <p:to>
                                        <p:strVal val="visible"/>
                                      </p:to>
                                    </p:set>
                                    <p:anim calcmode="lin" valueType="num">
                                      <p:cBhvr>
                                        <p:cTn id="345" dur="1000" fill="hold"/>
                                        <p:tgtEl>
                                          <p:spTgt spid="3">
                                            <p:graphicEl>
                                              <a:dgm id="{6E7BA79E-6AF1-49B5-993C-B961E8CBC48C}"/>
                                            </p:graphicEl>
                                          </p:spTgt>
                                        </p:tgtEl>
                                        <p:attrNameLst>
                                          <p:attrName>ppt_w</p:attrName>
                                        </p:attrNameLst>
                                      </p:cBhvr>
                                      <p:tavLst>
                                        <p:tav tm="0">
                                          <p:val>
                                            <p:fltVal val="0"/>
                                          </p:val>
                                        </p:tav>
                                        <p:tav tm="100000">
                                          <p:val>
                                            <p:strVal val="#ppt_w"/>
                                          </p:val>
                                        </p:tav>
                                      </p:tavLst>
                                    </p:anim>
                                    <p:anim calcmode="lin" valueType="num">
                                      <p:cBhvr>
                                        <p:cTn id="346" dur="1000" fill="hold"/>
                                        <p:tgtEl>
                                          <p:spTgt spid="3">
                                            <p:graphicEl>
                                              <a:dgm id="{6E7BA79E-6AF1-49B5-993C-B961E8CBC48C}"/>
                                            </p:graphicEl>
                                          </p:spTgt>
                                        </p:tgtEl>
                                        <p:attrNameLst>
                                          <p:attrName>ppt_h</p:attrName>
                                        </p:attrNameLst>
                                      </p:cBhvr>
                                      <p:tavLst>
                                        <p:tav tm="0">
                                          <p:val>
                                            <p:fltVal val="0"/>
                                          </p:val>
                                        </p:tav>
                                        <p:tav tm="100000">
                                          <p:val>
                                            <p:strVal val="#ppt_h"/>
                                          </p:val>
                                        </p:tav>
                                      </p:tavLst>
                                    </p:anim>
                                    <p:anim calcmode="lin" valueType="num">
                                      <p:cBhvr>
                                        <p:cTn id="347" dur="1000" fill="hold"/>
                                        <p:tgtEl>
                                          <p:spTgt spid="3">
                                            <p:graphicEl>
                                              <a:dgm id="{6E7BA79E-6AF1-49B5-993C-B961E8CBC48C}"/>
                                            </p:graphicEl>
                                          </p:spTgt>
                                        </p:tgtEl>
                                        <p:attrNameLst>
                                          <p:attrName>style.rotation</p:attrName>
                                        </p:attrNameLst>
                                      </p:cBhvr>
                                      <p:tavLst>
                                        <p:tav tm="0">
                                          <p:val>
                                            <p:fltVal val="90"/>
                                          </p:val>
                                        </p:tav>
                                        <p:tav tm="100000">
                                          <p:val>
                                            <p:fltVal val="0"/>
                                          </p:val>
                                        </p:tav>
                                      </p:tavLst>
                                    </p:anim>
                                    <p:animEffect transition="in" filter="fade">
                                      <p:cBhvr>
                                        <p:cTn id="348" dur="1000"/>
                                        <p:tgtEl>
                                          <p:spTgt spid="3">
                                            <p:graphicEl>
                                              <a:dgm id="{6E7BA79E-6AF1-49B5-993C-B961E8CBC48C}"/>
                                            </p:graphicEl>
                                          </p:spTgt>
                                        </p:tgtEl>
                                      </p:cBhvr>
                                    </p:animEffect>
                                  </p:childTnLst>
                                </p:cTn>
                              </p:par>
                              <p:par>
                                <p:cTn id="349" presetID="31" presetClass="entr" presetSubtype="0" fill="hold" grpId="0" nodeType="withEffect">
                                  <p:stCondLst>
                                    <p:cond delay="0"/>
                                  </p:stCondLst>
                                  <p:childTnLst>
                                    <p:set>
                                      <p:cBhvr>
                                        <p:cTn id="350" dur="1" fill="hold">
                                          <p:stCondLst>
                                            <p:cond delay="0"/>
                                          </p:stCondLst>
                                        </p:cTn>
                                        <p:tgtEl>
                                          <p:spTgt spid="3">
                                            <p:graphicEl>
                                              <a:dgm id="{A60AF564-E6F6-423D-AACC-A1CBE61A8FDA}"/>
                                            </p:graphicEl>
                                          </p:spTgt>
                                        </p:tgtEl>
                                        <p:attrNameLst>
                                          <p:attrName>style.visibility</p:attrName>
                                        </p:attrNameLst>
                                      </p:cBhvr>
                                      <p:to>
                                        <p:strVal val="visible"/>
                                      </p:to>
                                    </p:set>
                                    <p:anim calcmode="lin" valueType="num">
                                      <p:cBhvr>
                                        <p:cTn id="351" dur="1000" fill="hold"/>
                                        <p:tgtEl>
                                          <p:spTgt spid="3">
                                            <p:graphicEl>
                                              <a:dgm id="{A60AF564-E6F6-423D-AACC-A1CBE61A8FDA}"/>
                                            </p:graphicEl>
                                          </p:spTgt>
                                        </p:tgtEl>
                                        <p:attrNameLst>
                                          <p:attrName>ppt_w</p:attrName>
                                        </p:attrNameLst>
                                      </p:cBhvr>
                                      <p:tavLst>
                                        <p:tav tm="0">
                                          <p:val>
                                            <p:fltVal val="0"/>
                                          </p:val>
                                        </p:tav>
                                        <p:tav tm="100000">
                                          <p:val>
                                            <p:strVal val="#ppt_w"/>
                                          </p:val>
                                        </p:tav>
                                      </p:tavLst>
                                    </p:anim>
                                    <p:anim calcmode="lin" valueType="num">
                                      <p:cBhvr>
                                        <p:cTn id="352" dur="1000" fill="hold"/>
                                        <p:tgtEl>
                                          <p:spTgt spid="3">
                                            <p:graphicEl>
                                              <a:dgm id="{A60AF564-E6F6-423D-AACC-A1CBE61A8FDA}"/>
                                            </p:graphicEl>
                                          </p:spTgt>
                                        </p:tgtEl>
                                        <p:attrNameLst>
                                          <p:attrName>ppt_h</p:attrName>
                                        </p:attrNameLst>
                                      </p:cBhvr>
                                      <p:tavLst>
                                        <p:tav tm="0">
                                          <p:val>
                                            <p:fltVal val="0"/>
                                          </p:val>
                                        </p:tav>
                                        <p:tav tm="100000">
                                          <p:val>
                                            <p:strVal val="#ppt_h"/>
                                          </p:val>
                                        </p:tav>
                                      </p:tavLst>
                                    </p:anim>
                                    <p:anim calcmode="lin" valueType="num">
                                      <p:cBhvr>
                                        <p:cTn id="353" dur="1000" fill="hold"/>
                                        <p:tgtEl>
                                          <p:spTgt spid="3">
                                            <p:graphicEl>
                                              <a:dgm id="{A60AF564-E6F6-423D-AACC-A1CBE61A8FDA}"/>
                                            </p:graphicEl>
                                          </p:spTgt>
                                        </p:tgtEl>
                                        <p:attrNameLst>
                                          <p:attrName>style.rotation</p:attrName>
                                        </p:attrNameLst>
                                      </p:cBhvr>
                                      <p:tavLst>
                                        <p:tav tm="0">
                                          <p:val>
                                            <p:fltVal val="90"/>
                                          </p:val>
                                        </p:tav>
                                        <p:tav tm="100000">
                                          <p:val>
                                            <p:fltVal val="0"/>
                                          </p:val>
                                        </p:tav>
                                      </p:tavLst>
                                    </p:anim>
                                    <p:animEffect transition="in" filter="fade">
                                      <p:cBhvr>
                                        <p:cTn id="354" dur="1000"/>
                                        <p:tgtEl>
                                          <p:spTgt spid="3">
                                            <p:graphicEl>
                                              <a:dgm id="{A60AF564-E6F6-423D-AACC-A1CBE61A8FDA}"/>
                                            </p:graphicEl>
                                          </p:spTgt>
                                        </p:tgtEl>
                                      </p:cBhvr>
                                    </p:animEffect>
                                  </p:childTnLst>
                                </p:cTn>
                              </p:par>
                              <p:par>
                                <p:cTn id="355" presetID="31" presetClass="entr" presetSubtype="0" fill="hold" grpId="0" nodeType="withEffect">
                                  <p:stCondLst>
                                    <p:cond delay="0"/>
                                  </p:stCondLst>
                                  <p:childTnLst>
                                    <p:set>
                                      <p:cBhvr>
                                        <p:cTn id="356" dur="1" fill="hold">
                                          <p:stCondLst>
                                            <p:cond delay="0"/>
                                          </p:stCondLst>
                                        </p:cTn>
                                        <p:tgtEl>
                                          <p:spTgt spid="3">
                                            <p:graphicEl>
                                              <a:dgm id="{82CC76CF-CDB2-4EAB-A070-9E021EC08204}"/>
                                            </p:graphicEl>
                                          </p:spTgt>
                                        </p:tgtEl>
                                        <p:attrNameLst>
                                          <p:attrName>style.visibility</p:attrName>
                                        </p:attrNameLst>
                                      </p:cBhvr>
                                      <p:to>
                                        <p:strVal val="visible"/>
                                      </p:to>
                                    </p:set>
                                    <p:anim calcmode="lin" valueType="num">
                                      <p:cBhvr>
                                        <p:cTn id="357" dur="1000" fill="hold"/>
                                        <p:tgtEl>
                                          <p:spTgt spid="3">
                                            <p:graphicEl>
                                              <a:dgm id="{82CC76CF-CDB2-4EAB-A070-9E021EC08204}"/>
                                            </p:graphicEl>
                                          </p:spTgt>
                                        </p:tgtEl>
                                        <p:attrNameLst>
                                          <p:attrName>ppt_w</p:attrName>
                                        </p:attrNameLst>
                                      </p:cBhvr>
                                      <p:tavLst>
                                        <p:tav tm="0">
                                          <p:val>
                                            <p:fltVal val="0"/>
                                          </p:val>
                                        </p:tav>
                                        <p:tav tm="100000">
                                          <p:val>
                                            <p:strVal val="#ppt_w"/>
                                          </p:val>
                                        </p:tav>
                                      </p:tavLst>
                                    </p:anim>
                                    <p:anim calcmode="lin" valueType="num">
                                      <p:cBhvr>
                                        <p:cTn id="358" dur="1000" fill="hold"/>
                                        <p:tgtEl>
                                          <p:spTgt spid="3">
                                            <p:graphicEl>
                                              <a:dgm id="{82CC76CF-CDB2-4EAB-A070-9E021EC08204}"/>
                                            </p:graphicEl>
                                          </p:spTgt>
                                        </p:tgtEl>
                                        <p:attrNameLst>
                                          <p:attrName>ppt_h</p:attrName>
                                        </p:attrNameLst>
                                      </p:cBhvr>
                                      <p:tavLst>
                                        <p:tav tm="0">
                                          <p:val>
                                            <p:fltVal val="0"/>
                                          </p:val>
                                        </p:tav>
                                        <p:tav tm="100000">
                                          <p:val>
                                            <p:strVal val="#ppt_h"/>
                                          </p:val>
                                        </p:tav>
                                      </p:tavLst>
                                    </p:anim>
                                    <p:anim calcmode="lin" valueType="num">
                                      <p:cBhvr>
                                        <p:cTn id="359" dur="1000" fill="hold"/>
                                        <p:tgtEl>
                                          <p:spTgt spid="3">
                                            <p:graphicEl>
                                              <a:dgm id="{82CC76CF-CDB2-4EAB-A070-9E021EC08204}"/>
                                            </p:graphicEl>
                                          </p:spTgt>
                                        </p:tgtEl>
                                        <p:attrNameLst>
                                          <p:attrName>style.rotation</p:attrName>
                                        </p:attrNameLst>
                                      </p:cBhvr>
                                      <p:tavLst>
                                        <p:tav tm="0">
                                          <p:val>
                                            <p:fltVal val="90"/>
                                          </p:val>
                                        </p:tav>
                                        <p:tav tm="100000">
                                          <p:val>
                                            <p:fltVal val="0"/>
                                          </p:val>
                                        </p:tav>
                                      </p:tavLst>
                                    </p:anim>
                                    <p:animEffect transition="in" filter="fade">
                                      <p:cBhvr>
                                        <p:cTn id="360" dur="1000"/>
                                        <p:tgtEl>
                                          <p:spTgt spid="3">
                                            <p:graphicEl>
                                              <a:dgm id="{82CC76CF-CDB2-4EAB-A070-9E021EC08204}"/>
                                            </p:graphicEl>
                                          </p:spTgt>
                                        </p:tgtEl>
                                      </p:cBhvr>
                                    </p:animEffect>
                                  </p:childTnLst>
                                </p:cTn>
                              </p:par>
                              <p:par>
                                <p:cTn id="361" presetID="31" presetClass="entr" presetSubtype="0" fill="hold" grpId="0" nodeType="withEffect">
                                  <p:stCondLst>
                                    <p:cond delay="0"/>
                                  </p:stCondLst>
                                  <p:childTnLst>
                                    <p:set>
                                      <p:cBhvr>
                                        <p:cTn id="362" dur="1" fill="hold">
                                          <p:stCondLst>
                                            <p:cond delay="0"/>
                                          </p:stCondLst>
                                        </p:cTn>
                                        <p:tgtEl>
                                          <p:spTgt spid="3">
                                            <p:graphicEl>
                                              <a:dgm id="{F72CFA9A-BFE1-4A26-8EE4-05FDBD5820C5}"/>
                                            </p:graphicEl>
                                          </p:spTgt>
                                        </p:tgtEl>
                                        <p:attrNameLst>
                                          <p:attrName>style.visibility</p:attrName>
                                        </p:attrNameLst>
                                      </p:cBhvr>
                                      <p:to>
                                        <p:strVal val="visible"/>
                                      </p:to>
                                    </p:set>
                                    <p:anim calcmode="lin" valueType="num">
                                      <p:cBhvr>
                                        <p:cTn id="363" dur="1000" fill="hold"/>
                                        <p:tgtEl>
                                          <p:spTgt spid="3">
                                            <p:graphicEl>
                                              <a:dgm id="{F72CFA9A-BFE1-4A26-8EE4-05FDBD5820C5}"/>
                                            </p:graphicEl>
                                          </p:spTgt>
                                        </p:tgtEl>
                                        <p:attrNameLst>
                                          <p:attrName>ppt_w</p:attrName>
                                        </p:attrNameLst>
                                      </p:cBhvr>
                                      <p:tavLst>
                                        <p:tav tm="0">
                                          <p:val>
                                            <p:fltVal val="0"/>
                                          </p:val>
                                        </p:tav>
                                        <p:tav tm="100000">
                                          <p:val>
                                            <p:strVal val="#ppt_w"/>
                                          </p:val>
                                        </p:tav>
                                      </p:tavLst>
                                    </p:anim>
                                    <p:anim calcmode="lin" valueType="num">
                                      <p:cBhvr>
                                        <p:cTn id="364" dur="1000" fill="hold"/>
                                        <p:tgtEl>
                                          <p:spTgt spid="3">
                                            <p:graphicEl>
                                              <a:dgm id="{F72CFA9A-BFE1-4A26-8EE4-05FDBD5820C5}"/>
                                            </p:graphicEl>
                                          </p:spTgt>
                                        </p:tgtEl>
                                        <p:attrNameLst>
                                          <p:attrName>ppt_h</p:attrName>
                                        </p:attrNameLst>
                                      </p:cBhvr>
                                      <p:tavLst>
                                        <p:tav tm="0">
                                          <p:val>
                                            <p:fltVal val="0"/>
                                          </p:val>
                                        </p:tav>
                                        <p:tav tm="100000">
                                          <p:val>
                                            <p:strVal val="#ppt_h"/>
                                          </p:val>
                                        </p:tav>
                                      </p:tavLst>
                                    </p:anim>
                                    <p:anim calcmode="lin" valueType="num">
                                      <p:cBhvr>
                                        <p:cTn id="365" dur="1000" fill="hold"/>
                                        <p:tgtEl>
                                          <p:spTgt spid="3">
                                            <p:graphicEl>
                                              <a:dgm id="{F72CFA9A-BFE1-4A26-8EE4-05FDBD5820C5}"/>
                                            </p:graphicEl>
                                          </p:spTgt>
                                        </p:tgtEl>
                                        <p:attrNameLst>
                                          <p:attrName>style.rotation</p:attrName>
                                        </p:attrNameLst>
                                      </p:cBhvr>
                                      <p:tavLst>
                                        <p:tav tm="0">
                                          <p:val>
                                            <p:fltVal val="90"/>
                                          </p:val>
                                        </p:tav>
                                        <p:tav tm="100000">
                                          <p:val>
                                            <p:fltVal val="0"/>
                                          </p:val>
                                        </p:tav>
                                      </p:tavLst>
                                    </p:anim>
                                    <p:animEffect transition="in" filter="fade">
                                      <p:cBhvr>
                                        <p:cTn id="366" dur="1000"/>
                                        <p:tgtEl>
                                          <p:spTgt spid="3">
                                            <p:graphicEl>
                                              <a:dgm id="{F72CFA9A-BFE1-4A26-8EE4-05FDBD5820C5}"/>
                                            </p:graphicEl>
                                          </p:spTgt>
                                        </p:tgtEl>
                                      </p:cBhvr>
                                    </p:animEffect>
                                  </p:childTnLst>
                                </p:cTn>
                              </p:par>
                              <p:par>
                                <p:cTn id="367" presetID="31" presetClass="entr" presetSubtype="0" fill="hold" grpId="0" nodeType="withEffect">
                                  <p:stCondLst>
                                    <p:cond delay="0"/>
                                  </p:stCondLst>
                                  <p:childTnLst>
                                    <p:set>
                                      <p:cBhvr>
                                        <p:cTn id="368" dur="1" fill="hold">
                                          <p:stCondLst>
                                            <p:cond delay="0"/>
                                          </p:stCondLst>
                                        </p:cTn>
                                        <p:tgtEl>
                                          <p:spTgt spid="3">
                                            <p:graphicEl>
                                              <a:dgm id="{E3566D07-8E69-491F-A85F-D4D95578C268}"/>
                                            </p:graphicEl>
                                          </p:spTgt>
                                        </p:tgtEl>
                                        <p:attrNameLst>
                                          <p:attrName>style.visibility</p:attrName>
                                        </p:attrNameLst>
                                      </p:cBhvr>
                                      <p:to>
                                        <p:strVal val="visible"/>
                                      </p:to>
                                    </p:set>
                                    <p:anim calcmode="lin" valueType="num">
                                      <p:cBhvr>
                                        <p:cTn id="369" dur="1000" fill="hold"/>
                                        <p:tgtEl>
                                          <p:spTgt spid="3">
                                            <p:graphicEl>
                                              <a:dgm id="{E3566D07-8E69-491F-A85F-D4D95578C268}"/>
                                            </p:graphicEl>
                                          </p:spTgt>
                                        </p:tgtEl>
                                        <p:attrNameLst>
                                          <p:attrName>ppt_w</p:attrName>
                                        </p:attrNameLst>
                                      </p:cBhvr>
                                      <p:tavLst>
                                        <p:tav tm="0">
                                          <p:val>
                                            <p:fltVal val="0"/>
                                          </p:val>
                                        </p:tav>
                                        <p:tav tm="100000">
                                          <p:val>
                                            <p:strVal val="#ppt_w"/>
                                          </p:val>
                                        </p:tav>
                                      </p:tavLst>
                                    </p:anim>
                                    <p:anim calcmode="lin" valueType="num">
                                      <p:cBhvr>
                                        <p:cTn id="370" dur="1000" fill="hold"/>
                                        <p:tgtEl>
                                          <p:spTgt spid="3">
                                            <p:graphicEl>
                                              <a:dgm id="{E3566D07-8E69-491F-A85F-D4D95578C268}"/>
                                            </p:graphicEl>
                                          </p:spTgt>
                                        </p:tgtEl>
                                        <p:attrNameLst>
                                          <p:attrName>ppt_h</p:attrName>
                                        </p:attrNameLst>
                                      </p:cBhvr>
                                      <p:tavLst>
                                        <p:tav tm="0">
                                          <p:val>
                                            <p:fltVal val="0"/>
                                          </p:val>
                                        </p:tav>
                                        <p:tav tm="100000">
                                          <p:val>
                                            <p:strVal val="#ppt_h"/>
                                          </p:val>
                                        </p:tav>
                                      </p:tavLst>
                                    </p:anim>
                                    <p:anim calcmode="lin" valueType="num">
                                      <p:cBhvr>
                                        <p:cTn id="371" dur="1000" fill="hold"/>
                                        <p:tgtEl>
                                          <p:spTgt spid="3">
                                            <p:graphicEl>
                                              <a:dgm id="{E3566D07-8E69-491F-A85F-D4D95578C268}"/>
                                            </p:graphicEl>
                                          </p:spTgt>
                                        </p:tgtEl>
                                        <p:attrNameLst>
                                          <p:attrName>style.rotation</p:attrName>
                                        </p:attrNameLst>
                                      </p:cBhvr>
                                      <p:tavLst>
                                        <p:tav tm="0">
                                          <p:val>
                                            <p:fltVal val="90"/>
                                          </p:val>
                                        </p:tav>
                                        <p:tav tm="100000">
                                          <p:val>
                                            <p:fltVal val="0"/>
                                          </p:val>
                                        </p:tav>
                                      </p:tavLst>
                                    </p:anim>
                                    <p:animEffect transition="in" filter="fade">
                                      <p:cBhvr>
                                        <p:cTn id="372" dur="1000"/>
                                        <p:tgtEl>
                                          <p:spTgt spid="3">
                                            <p:graphicEl>
                                              <a:dgm id="{E3566D07-8E69-491F-A85F-D4D95578C268}"/>
                                            </p:graphicEl>
                                          </p:spTgt>
                                        </p:tgtEl>
                                      </p:cBhvr>
                                    </p:animEffect>
                                  </p:childTnLst>
                                </p:cTn>
                              </p:par>
                              <p:par>
                                <p:cTn id="373" presetID="31" presetClass="entr" presetSubtype="0" fill="hold" grpId="0" nodeType="withEffect">
                                  <p:stCondLst>
                                    <p:cond delay="0"/>
                                  </p:stCondLst>
                                  <p:childTnLst>
                                    <p:set>
                                      <p:cBhvr>
                                        <p:cTn id="374" dur="1" fill="hold">
                                          <p:stCondLst>
                                            <p:cond delay="0"/>
                                          </p:stCondLst>
                                        </p:cTn>
                                        <p:tgtEl>
                                          <p:spTgt spid="3">
                                            <p:graphicEl>
                                              <a:dgm id="{3527937C-2BC3-4FB5-AF5F-F5DCAF48A2DC}"/>
                                            </p:graphicEl>
                                          </p:spTgt>
                                        </p:tgtEl>
                                        <p:attrNameLst>
                                          <p:attrName>style.visibility</p:attrName>
                                        </p:attrNameLst>
                                      </p:cBhvr>
                                      <p:to>
                                        <p:strVal val="visible"/>
                                      </p:to>
                                    </p:set>
                                    <p:anim calcmode="lin" valueType="num">
                                      <p:cBhvr>
                                        <p:cTn id="375" dur="1000" fill="hold"/>
                                        <p:tgtEl>
                                          <p:spTgt spid="3">
                                            <p:graphicEl>
                                              <a:dgm id="{3527937C-2BC3-4FB5-AF5F-F5DCAF48A2DC}"/>
                                            </p:graphicEl>
                                          </p:spTgt>
                                        </p:tgtEl>
                                        <p:attrNameLst>
                                          <p:attrName>ppt_w</p:attrName>
                                        </p:attrNameLst>
                                      </p:cBhvr>
                                      <p:tavLst>
                                        <p:tav tm="0">
                                          <p:val>
                                            <p:fltVal val="0"/>
                                          </p:val>
                                        </p:tav>
                                        <p:tav tm="100000">
                                          <p:val>
                                            <p:strVal val="#ppt_w"/>
                                          </p:val>
                                        </p:tav>
                                      </p:tavLst>
                                    </p:anim>
                                    <p:anim calcmode="lin" valueType="num">
                                      <p:cBhvr>
                                        <p:cTn id="376" dur="1000" fill="hold"/>
                                        <p:tgtEl>
                                          <p:spTgt spid="3">
                                            <p:graphicEl>
                                              <a:dgm id="{3527937C-2BC3-4FB5-AF5F-F5DCAF48A2DC}"/>
                                            </p:graphicEl>
                                          </p:spTgt>
                                        </p:tgtEl>
                                        <p:attrNameLst>
                                          <p:attrName>ppt_h</p:attrName>
                                        </p:attrNameLst>
                                      </p:cBhvr>
                                      <p:tavLst>
                                        <p:tav tm="0">
                                          <p:val>
                                            <p:fltVal val="0"/>
                                          </p:val>
                                        </p:tav>
                                        <p:tav tm="100000">
                                          <p:val>
                                            <p:strVal val="#ppt_h"/>
                                          </p:val>
                                        </p:tav>
                                      </p:tavLst>
                                    </p:anim>
                                    <p:anim calcmode="lin" valueType="num">
                                      <p:cBhvr>
                                        <p:cTn id="377" dur="1000" fill="hold"/>
                                        <p:tgtEl>
                                          <p:spTgt spid="3">
                                            <p:graphicEl>
                                              <a:dgm id="{3527937C-2BC3-4FB5-AF5F-F5DCAF48A2DC}"/>
                                            </p:graphicEl>
                                          </p:spTgt>
                                        </p:tgtEl>
                                        <p:attrNameLst>
                                          <p:attrName>style.rotation</p:attrName>
                                        </p:attrNameLst>
                                      </p:cBhvr>
                                      <p:tavLst>
                                        <p:tav tm="0">
                                          <p:val>
                                            <p:fltVal val="90"/>
                                          </p:val>
                                        </p:tav>
                                        <p:tav tm="100000">
                                          <p:val>
                                            <p:fltVal val="0"/>
                                          </p:val>
                                        </p:tav>
                                      </p:tavLst>
                                    </p:anim>
                                    <p:animEffect transition="in" filter="fade">
                                      <p:cBhvr>
                                        <p:cTn id="378" dur="1000"/>
                                        <p:tgtEl>
                                          <p:spTgt spid="3">
                                            <p:graphicEl>
                                              <a:dgm id="{3527937C-2BC3-4FB5-AF5F-F5DCAF48A2DC}"/>
                                            </p:graphicEl>
                                          </p:spTgt>
                                        </p:tgtEl>
                                      </p:cBhvr>
                                    </p:animEffect>
                                  </p:childTnLst>
                                </p:cTn>
                              </p:par>
                              <p:par>
                                <p:cTn id="379" presetID="31" presetClass="entr" presetSubtype="0" fill="hold" grpId="0" nodeType="withEffect">
                                  <p:stCondLst>
                                    <p:cond delay="0"/>
                                  </p:stCondLst>
                                  <p:childTnLst>
                                    <p:set>
                                      <p:cBhvr>
                                        <p:cTn id="380" dur="1" fill="hold">
                                          <p:stCondLst>
                                            <p:cond delay="0"/>
                                          </p:stCondLst>
                                        </p:cTn>
                                        <p:tgtEl>
                                          <p:spTgt spid="3">
                                            <p:graphicEl>
                                              <a:dgm id="{9A29B9B6-25DD-4FBA-9C0B-2204A3694263}"/>
                                            </p:graphicEl>
                                          </p:spTgt>
                                        </p:tgtEl>
                                        <p:attrNameLst>
                                          <p:attrName>style.visibility</p:attrName>
                                        </p:attrNameLst>
                                      </p:cBhvr>
                                      <p:to>
                                        <p:strVal val="visible"/>
                                      </p:to>
                                    </p:set>
                                    <p:anim calcmode="lin" valueType="num">
                                      <p:cBhvr>
                                        <p:cTn id="381" dur="1000" fill="hold"/>
                                        <p:tgtEl>
                                          <p:spTgt spid="3">
                                            <p:graphicEl>
                                              <a:dgm id="{9A29B9B6-25DD-4FBA-9C0B-2204A3694263}"/>
                                            </p:graphicEl>
                                          </p:spTgt>
                                        </p:tgtEl>
                                        <p:attrNameLst>
                                          <p:attrName>ppt_w</p:attrName>
                                        </p:attrNameLst>
                                      </p:cBhvr>
                                      <p:tavLst>
                                        <p:tav tm="0">
                                          <p:val>
                                            <p:fltVal val="0"/>
                                          </p:val>
                                        </p:tav>
                                        <p:tav tm="100000">
                                          <p:val>
                                            <p:strVal val="#ppt_w"/>
                                          </p:val>
                                        </p:tav>
                                      </p:tavLst>
                                    </p:anim>
                                    <p:anim calcmode="lin" valueType="num">
                                      <p:cBhvr>
                                        <p:cTn id="382" dur="1000" fill="hold"/>
                                        <p:tgtEl>
                                          <p:spTgt spid="3">
                                            <p:graphicEl>
                                              <a:dgm id="{9A29B9B6-25DD-4FBA-9C0B-2204A3694263}"/>
                                            </p:graphicEl>
                                          </p:spTgt>
                                        </p:tgtEl>
                                        <p:attrNameLst>
                                          <p:attrName>ppt_h</p:attrName>
                                        </p:attrNameLst>
                                      </p:cBhvr>
                                      <p:tavLst>
                                        <p:tav tm="0">
                                          <p:val>
                                            <p:fltVal val="0"/>
                                          </p:val>
                                        </p:tav>
                                        <p:tav tm="100000">
                                          <p:val>
                                            <p:strVal val="#ppt_h"/>
                                          </p:val>
                                        </p:tav>
                                      </p:tavLst>
                                    </p:anim>
                                    <p:anim calcmode="lin" valueType="num">
                                      <p:cBhvr>
                                        <p:cTn id="383" dur="1000" fill="hold"/>
                                        <p:tgtEl>
                                          <p:spTgt spid="3">
                                            <p:graphicEl>
                                              <a:dgm id="{9A29B9B6-25DD-4FBA-9C0B-2204A3694263}"/>
                                            </p:graphicEl>
                                          </p:spTgt>
                                        </p:tgtEl>
                                        <p:attrNameLst>
                                          <p:attrName>style.rotation</p:attrName>
                                        </p:attrNameLst>
                                      </p:cBhvr>
                                      <p:tavLst>
                                        <p:tav tm="0">
                                          <p:val>
                                            <p:fltVal val="90"/>
                                          </p:val>
                                        </p:tav>
                                        <p:tav tm="100000">
                                          <p:val>
                                            <p:fltVal val="0"/>
                                          </p:val>
                                        </p:tav>
                                      </p:tavLst>
                                    </p:anim>
                                    <p:animEffect transition="in" filter="fade">
                                      <p:cBhvr>
                                        <p:cTn id="384" dur="1000"/>
                                        <p:tgtEl>
                                          <p:spTgt spid="3">
                                            <p:graphicEl>
                                              <a:dgm id="{9A29B9B6-25DD-4FBA-9C0B-2204A3694263}"/>
                                            </p:graphicEl>
                                          </p:spTgt>
                                        </p:tgtEl>
                                      </p:cBhvr>
                                    </p:animEffect>
                                  </p:childTnLst>
                                </p:cTn>
                              </p:par>
                              <p:par>
                                <p:cTn id="385" presetID="31" presetClass="entr" presetSubtype="0" fill="hold" grpId="0" nodeType="withEffect">
                                  <p:stCondLst>
                                    <p:cond delay="0"/>
                                  </p:stCondLst>
                                  <p:childTnLst>
                                    <p:set>
                                      <p:cBhvr>
                                        <p:cTn id="386" dur="1" fill="hold">
                                          <p:stCondLst>
                                            <p:cond delay="0"/>
                                          </p:stCondLst>
                                        </p:cTn>
                                        <p:tgtEl>
                                          <p:spTgt spid="3">
                                            <p:graphicEl>
                                              <a:dgm id="{AEB3E3F2-6DF6-4CB1-B7C7-FD5422F7E994}"/>
                                            </p:graphicEl>
                                          </p:spTgt>
                                        </p:tgtEl>
                                        <p:attrNameLst>
                                          <p:attrName>style.visibility</p:attrName>
                                        </p:attrNameLst>
                                      </p:cBhvr>
                                      <p:to>
                                        <p:strVal val="visible"/>
                                      </p:to>
                                    </p:set>
                                    <p:anim calcmode="lin" valueType="num">
                                      <p:cBhvr>
                                        <p:cTn id="387" dur="1000" fill="hold"/>
                                        <p:tgtEl>
                                          <p:spTgt spid="3">
                                            <p:graphicEl>
                                              <a:dgm id="{AEB3E3F2-6DF6-4CB1-B7C7-FD5422F7E994}"/>
                                            </p:graphicEl>
                                          </p:spTgt>
                                        </p:tgtEl>
                                        <p:attrNameLst>
                                          <p:attrName>ppt_w</p:attrName>
                                        </p:attrNameLst>
                                      </p:cBhvr>
                                      <p:tavLst>
                                        <p:tav tm="0">
                                          <p:val>
                                            <p:fltVal val="0"/>
                                          </p:val>
                                        </p:tav>
                                        <p:tav tm="100000">
                                          <p:val>
                                            <p:strVal val="#ppt_w"/>
                                          </p:val>
                                        </p:tav>
                                      </p:tavLst>
                                    </p:anim>
                                    <p:anim calcmode="lin" valueType="num">
                                      <p:cBhvr>
                                        <p:cTn id="388" dur="1000" fill="hold"/>
                                        <p:tgtEl>
                                          <p:spTgt spid="3">
                                            <p:graphicEl>
                                              <a:dgm id="{AEB3E3F2-6DF6-4CB1-B7C7-FD5422F7E994}"/>
                                            </p:graphicEl>
                                          </p:spTgt>
                                        </p:tgtEl>
                                        <p:attrNameLst>
                                          <p:attrName>ppt_h</p:attrName>
                                        </p:attrNameLst>
                                      </p:cBhvr>
                                      <p:tavLst>
                                        <p:tav tm="0">
                                          <p:val>
                                            <p:fltVal val="0"/>
                                          </p:val>
                                        </p:tav>
                                        <p:tav tm="100000">
                                          <p:val>
                                            <p:strVal val="#ppt_h"/>
                                          </p:val>
                                        </p:tav>
                                      </p:tavLst>
                                    </p:anim>
                                    <p:anim calcmode="lin" valueType="num">
                                      <p:cBhvr>
                                        <p:cTn id="389" dur="1000" fill="hold"/>
                                        <p:tgtEl>
                                          <p:spTgt spid="3">
                                            <p:graphicEl>
                                              <a:dgm id="{AEB3E3F2-6DF6-4CB1-B7C7-FD5422F7E994}"/>
                                            </p:graphicEl>
                                          </p:spTgt>
                                        </p:tgtEl>
                                        <p:attrNameLst>
                                          <p:attrName>style.rotation</p:attrName>
                                        </p:attrNameLst>
                                      </p:cBhvr>
                                      <p:tavLst>
                                        <p:tav tm="0">
                                          <p:val>
                                            <p:fltVal val="90"/>
                                          </p:val>
                                        </p:tav>
                                        <p:tav tm="100000">
                                          <p:val>
                                            <p:fltVal val="0"/>
                                          </p:val>
                                        </p:tav>
                                      </p:tavLst>
                                    </p:anim>
                                    <p:animEffect transition="in" filter="fade">
                                      <p:cBhvr>
                                        <p:cTn id="390" dur="1000"/>
                                        <p:tgtEl>
                                          <p:spTgt spid="3">
                                            <p:graphicEl>
                                              <a:dgm id="{AEB3E3F2-6DF6-4CB1-B7C7-FD5422F7E994}"/>
                                            </p:graphicEl>
                                          </p:spTgt>
                                        </p:tgtEl>
                                      </p:cBhvr>
                                    </p:animEffect>
                                  </p:childTnLst>
                                </p:cTn>
                              </p:par>
                              <p:par>
                                <p:cTn id="391" presetID="31" presetClass="entr" presetSubtype="0" fill="hold" grpId="0" nodeType="withEffect">
                                  <p:stCondLst>
                                    <p:cond delay="0"/>
                                  </p:stCondLst>
                                  <p:childTnLst>
                                    <p:set>
                                      <p:cBhvr>
                                        <p:cTn id="392" dur="1" fill="hold">
                                          <p:stCondLst>
                                            <p:cond delay="0"/>
                                          </p:stCondLst>
                                        </p:cTn>
                                        <p:tgtEl>
                                          <p:spTgt spid="3">
                                            <p:graphicEl>
                                              <a:dgm id="{42A48D87-0D94-4D02-935E-86BA7FE9B771}"/>
                                            </p:graphicEl>
                                          </p:spTgt>
                                        </p:tgtEl>
                                        <p:attrNameLst>
                                          <p:attrName>style.visibility</p:attrName>
                                        </p:attrNameLst>
                                      </p:cBhvr>
                                      <p:to>
                                        <p:strVal val="visible"/>
                                      </p:to>
                                    </p:set>
                                    <p:anim calcmode="lin" valueType="num">
                                      <p:cBhvr>
                                        <p:cTn id="393" dur="1000" fill="hold"/>
                                        <p:tgtEl>
                                          <p:spTgt spid="3">
                                            <p:graphicEl>
                                              <a:dgm id="{42A48D87-0D94-4D02-935E-86BA7FE9B771}"/>
                                            </p:graphicEl>
                                          </p:spTgt>
                                        </p:tgtEl>
                                        <p:attrNameLst>
                                          <p:attrName>ppt_w</p:attrName>
                                        </p:attrNameLst>
                                      </p:cBhvr>
                                      <p:tavLst>
                                        <p:tav tm="0">
                                          <p:val>
                                            <p:fltVal val="0"/>
                                          </p:val>
                                        </p:tav>
                                        <p:tav tm="100000">
                                          <p:val>
                                            <p:strVal val="#ppt_w"/>
                                          </p:val>
                                        </p:tav>
                                      </p:tavLst>
                                    </p:anim>
                                    <p:anim calcmode="lin" valueType="num">
                                      <p:cBhvr>
                                        <p:cTn id="394" dur="1000" fill="hold"/>
                                        <p:tgtEl>
                                          <p:spTgt spid="3">
                                            <p:graphicEl>
                                              <a:dgm id="{42A48D87-0D94-4D02-935E-86BA7FE9B771}"/>
                                            </p:graphicEl>
                                          </p:spTgt>
                                        </p:tgtEl>
                                        <p:attrNameLst>
                                          <p:attrName>ppt_h</p:attrName>
                                        </p:attrNameLst>
                                      </p:cBhvr>
                                      <p:tavLst>
                                        <p:tav tm="0">
                                          <p:val>
                                            <p:fltVal val="0"/>
                                          </p:val>
                                        </p:tav>
                                        <p:tav tm="100000">
                                          <p:val>
                                            <p:strVal val="#ppt_h"/>
                                          </p:val>
                                        </p:tav>
                                      </p:tavLst>
                                    </p:anim>
                                    <p:anim calcmode="lin" valueType="num">
                                      <p:cBhvr>
                                        <p:cTn id="395" dur="1000" fill="hold"/>
                                        <p:tgtEl>
                                          <p:spTgt spid="3">
                                            <p:graphicEl>
                                              <a:dgm id="{42A48D87-0D94-4D02-935E-86BA7FE9B771}"/>
                                            </p:graphicEl>
                                          </p:spTgt>
                                        </p:tgtEl>
                                        <p:attrNameLst>
                                          <p:attrName>style.rotation</p:attrName>
                                        </p:attrNameLst>
                                      </p:cBhvr>
                                      <p:tavLst>
                                        <p:tav tm="0">
                                          <p:val>
                                            <p:fltVal val="90"/>
                                          </p:val>
                                        </p:tav>
                                        <p:tav tm="100000">
                                          <p:val>
                                            <p:fltVal val="0"/>
                                          </p:val>
                                        </p:tav>
                                      </p:tavLst>
                                    </p:anim>
                                    <p:animEffect transition="in" filter="fade">
                                      <p:cBhvr>
                                        <p:cTn id="396" dur="1000"/>
                                        <p:tgtEl>
                                          <p:spTgt spid="3">
                                            <p:graphicEl>
                                              <a:dgm id="{42A48D87-0D94-4D02-935E-86BA7FE9B771}"/>
                                            </p:graphicEl>
                                          </p:spTgt>
                                        </p:tgtEl>
                                      </p:cBhvr>
                                    </p:animEffect>
                                  </p:childTnLst>
                                </p:cTn>
                              </p:par>
                              <p:par>
                                <p:cTn id="397" presetID="31" presetClass="entr" presetSubtype="0" fill="hold" grpId="0" nodeType="withEffect">
                                  <p:stCondLst>
                                    <p:cond delay="0"/>
                                  </p:stCondLst>
                                  <p:childTnLst>
                                    <p:set>
                                      <p:cBhvr>
                                        <p:cTn id="398" dur="1" fill="hold">
                                          <p:stCondLst>
                                            <p:cond delay="0"/>
                                          </p:stCondLst>
                                        </p:cTn>
                                        <p:tgtEl>
                                          <p:spTgt spid="3">
                                            <p:graphicEl>
                                              <a:dgm id="{B13DB14E-3623-45E3-B5E7-C13529705B4F}"/>
                                            </p:graphicEl>
                                          </p:spTgt>
                                        </p:tgtEl>
                                        <p:attrNameLst>
                                          <p:attrName>style.visibility</p:attrName>
                                        </p:attrNameLst>
                                      </p:cBhvr>
                                      <p:to>
                                        <p:strVal val="visible"/>
                                      </p:to>
                                    </p:set>
                                    <p:anim calcmode="lin" valueType="num">
                                      <p:cBhvr>
                                        <p:cTn id="399" dur="1000" fill="hold"/>
                                        <p:tgtEl>
                                          <p:spTgt spid="3">
                                            <p:graphicEl>
                                              <a:dgm id="{B13DB14E-3623-45E3-B5E7-C13529705B4F}"/>
                                            </p:graphicEl>
                                          </p:spTgt>
                                        </p:tgtEl>
                                        <p:attrNameLst>
                                          <p:attrName>ppt_w</p:attrName>
                                        </p:attrNameLst>
                                      </p:cBhvr>
                                      <p:tavLst>
                                        <p:tav tm="0">
                                          <p:val>
                                            <p:fltVal val="0"/>
                                          </p:val>
                                        </p:tav>
                                        <p:tav tm="100000">
                                          <p:val>
                                            <p:strVal val="#ppt_w"/>
                                          </p:val>
                                        </p:tav>
                                      </p:tavLst>
                                    </p:anim>
                                    <p:anim calcmode="lin" valueType="num">
                                      <p:cBhvr>
                                        <p:cTn id="400" dur="1000" fill="hold"/>
                                        <p:tgtEl>
                                          <p:spTgt spid="3">
                                            <p:graphicEl>
                                              <a:dgm id="{B13DB14E-3623-45E3-B5E7-C13529705B4F}"/>
                                            </p:graphicEl>
                                          </p:spTgt>
                                        </p:tgtEl>
                                        <p:attrNameLst>
                                          <p:attrName>ppt_h</p:attrName>
                                        </p:attrNameLst>
                                      </p:cBhvr>
                                      <p:tavLst>
                                        <p:tav tm="0">
                                          <p:val>
                                            <p:fltVal val="0"/>
                                          </p:val>
                                        </p:tav>
                                        <p:tav tm="100000">
                                          <p:val>
                                            <p:strVal val="#ppt_h"/>
                                          </p:val>
                                        </p:tav>
                                      </p:tavLst>
                                    </p:anim>
                                    <p:anim calcmode="lin" valueType="num">
                                      <p:cBhvr>
                                        <p:cTn id="401" dur="1000" fill="hold"/>
                                        <p:tgtEl>
                                          <p:spTgt spid="3">
                                            <p:graphicEl>
                                              <a:dgm id="{B13DB14E-3623-45E3-B5E7-C13529705B4F}"/>
                                            </p:graphicEl>
                                          </p:spTgt>
                                        </p:tgtEl>
                                        <p:attrNameLst>
                                          <p:attrName>style.rotation</p:attrName>
                                        </p:attrNameLst>
                                      </p:cBhvr>
                                      <p:tavLst>
                                        <p:tav tm="0">
                                          <p:val>
                                            <p:fltVal val="90"/>
                                          </p:val>
                                        </p:tav>
                                        <p:tav tm="100000">
                                          <p:val>
                                            <p:fltVal val="0"/>
                                          </p:val>
                                        </p:tav>
                                      </p:tavLst>
                                    </p:anim>
                                    <p:animEffect transition="in" filter="fade">
                                      <p:cBhvr>
                                        <p:cTn id="402" dur="1000"/>
                                        <p:tgtEl>
                                          <p:spTgt spid="3">
                                            <p:graphicEl>
                                              <a:dgm id="{B13DB14E-3623-45E3-B5E7-C13529705B4F}"/>
                                            </p:graphicEl>
                                          </p:spTgt>
                                        </p:tgtEl>
                                      </p:cBhvr>
                                    </p:animEffect>
                                  </p:childTnLst>
                                </p:cTn>
                              </p:par>
                              <p:par>
                                <p:cTn id="403" presetID="31" presetClass="entr" presetSubtype="0" fill="hold" grpId="0" nodeType="withEffect">
                                  <p:stCondLst>
                                    <p:cond delay="0"/>
                                  </p:stCondLst>
                                  <p:childTnLst>
                                    <p:set>
                                      <p:cBhvr>
                                        <p:cTn id="404" dur="1" fill="hold">
                                          <p:stCondLst>
                                            <p:cond delay="0"/>
                                          </p:stCondLst>
                                        </p:cTn>
                                        <p:tgtEl>
                                          <p:spTgt spid="3">
                                            <p:graphicEl>
                                              <a:dgm id="{87641D73-1D34-4796-9BC7-7B47972AD41D}"/>
                                            </p:graphicEl>
                                          </p:spTgt>
                                        </p:tgtEl>
                                        <p:attrNameLst>
                                          <p:attrName>style.visibility</p:attrName>
                                        </p:attrNameLst>
                                      </p:cBhvr>
                                      <p:to>
                                        <p:strVal val="visible"/>
                                      </p:to>
                                    </p:set>
                                    <p:anim calcmode="lin" valueType="num">
                                      <p:cBhvr>
                                        <p:cTn id="405" dur="1000" fill="hold"/>
                                        <p:tgtEl>
                                          <p:spTgt spid="3">
                                            <p:graphicEl>
                                              <a:dgm id="{87641D73-1D34-4796-9BC7-7B47972AD41D}"/>
                                            </p:graphicEl>
                                          </p:spTgt>
                                        </p:tgtEl>
                                        <p:attrNameLst>
                                          <p:attrName>ppt_w</p:attrName>
                                        </p:attrNameLst>
                                      </p:cBhvr>
                                      <p:tavLst>
                                        <p:tav tm="0">
                                          <p:val>
                                            <p:fltVal val="0"/>
                                          </p:val>
                                        </p:tav>
                                        <p:tav tm="100000">
                                          <p:val>
                                            <p:strVal val="#ppt_w"/>
                                          </p:val>
                                        </p:tav>
                                      </p:tavLst>
                                    </p:anim>
                                    <p:anim calcmode="lin" valueType="num">
                                      <p:cBhvr>
                                        <p:cTn id="406" dur="1000" fill="hold"/>
                                        <p:tgtEl>
                                          <p:spTgt spid="3">
                                            <p:graphicEl>
                                              <a:dgm id="{87641D73-1D34-4796-9BC7-7B47972AD41D}"/>
                                            </p:graphicEl>
                                          </p:spTgt>
                                        </p:tgtEl>
                                        <p:attrNameLst>
                                          <p:attrName>ppt_h</p:attrName>
                                        </p:attrNameLst>
                                      </p:cBhvr>
                                      <p:tavLst>
                                        <p:tav tm="0">
                                          <p:val>
                                            <p:fltVal val="0"/>
                                          </p:val>
                                        </p:tav>
                                        <p:tav tm="100000">
                                          <p:val>
                                            <p:strVal val="#ppt_h"/>
                                          </p:val>
                                        </p:tav>
                                      </p:tavLst>
                                    </p:anim>
                                    <p:anim calcmode="lin" valueType="num">
                                      <p:cBhvr>
                                        <p:cTn id="407" dur="1000" fill="hold"/>
                                        <p:tgtEl>
                                          <p:spTgt spid="3">
                                            <p:graphicEl>
                                              <a:dgm id="{87641D73-1D34-4796-9BC7-7B47972AD41D}"/>
                                            </p:graphicEl>
                                          </p:spTgt>
                                        </p:tgtEl>
                                        <p:attrNameLst>
                                          <p:attrName>style.rotation</p:attrName>
                                        </p:attrNameLst>
                                      </p:cBhvr>
                                      <p:tavLst>
                                        <p:tav tm="0">
                                          <p:val>
                                            <p:fltVal val="90"/>
                                          </p:val>
                                        </p:tav>
                                        <p:tav tm="100000">
                                          <p:val>
                                            <p:fltVal val="0"/>
                                          </p:val>
                                        </p:tav>
                                      </p:tavLst>
                                    </p:anim>
                                    <p:animEffect transition="in" filter="fade">
                                      <p:cBhvr>
                                        <p:cTn id="408" dur="1000"/>
                                        <p:tgtEl>
                                          <p:spTgt spid="3">
                                            <p:graphicEl>
                                              <a:dgm id="{87641D73-1D34-4796-9BC7-7B47972AD41D}"/>
                                            </p:graphicEl>
                                          </p:spTgt>
                                        </p:tgtEl>
                                      </p:cBhvr>
                                    </p:animEffect>
                                  </p:childTnLst>
                                </p:cTn>
                              </p:par>
                              <p:par>
                                <p:cTn id="409" presetID="31" presetClass="entr" presetSubtype="0" fill="hold" grpId="0" nodeType="withEffect">
                                  <p:stCondLst>
                                    <p:cond delay="0"/>
                                  </p:stCondLst>
                                  <p:childTnLst>
                                    <p:set>
                                      <p:cBhvr>
                                        <p:cTn id="410" dur="1" fill="hold">
                                          <p:stCondLst>
                                            <p:cond delay="0"/>
                                          </p:stCondLst>
                                        </p:cTn>
                                        <p:tgtEl>
                                          <p:spTgt spid="3">
                                            <p:graphicEl>
                                              <a:dgm id="{7A891357-0DC0-4C3C-A62E-2360F48B0B9E}"/>
                                            </p:graphicEl>
                                          </p:spTgt>
                                        </p:tgtEl>
                                        <p:attrNameLst>
                                          <p:attrName>style.visibility</p:attrName>
                                        </p:attrNameLst>
                                      </p:cBhvr>
                                      <p:to>
                                        <p:strVal val="visible"/>
                                      </p:to>
                                    </p:set>
                                    <p:anim calcmode="lin" valueType="num">
                                      <p:cBhvr>
                                        <p:cTn id="411" dur="1000" fill="hold"/>
                                        <p:tgtEl>
                                          <p:spTgt spid="3">
                                            <p:graphicEl>
                                              <a:dgm id="{7A891357-0DC0-4C3C-A62E-2360F48B0B9E}"/>
                                            </p:graphicEl>
                                          </p:spTgt>
                                        </p:tgtEl>
                                        <p:attrNameLst>
                                          <p:attrName>ppt_w</p:attrName>
                                        </p:attrNameLst>
                                      </p:cBhvr>
                                      <p:tavLst>
                                        <p:tav tm="0">
                                          <p:val>
                                            <p:fltVal val="0"/>
                                          </p:val>
                                        </p:tav>
                                        <p:tav tm="100000">
                                          <p:val>
                                            <p:strVal val="#ppt_w"/>
                                          </p:val>
                                        </p:tav>
                                      </p:tavLst>
                                    </p:anim>
                                    <p:anim calcmode="lin" valueType="num">
                                      <p:cBhvr>
                                        <p:cTn id="412" dur="1000" fill="hold"/>
                                        <p:tgtEl>
                                          <p:spTgt spid="3">
                                            <p:graphicEl>
                                              <a:dgm id="{7A891357-0DC0-4C3C-A62E-2360F48B0B9E}"/>
                                            </p:graphicEl>
                                          </p:spTgt>
                                        </p:tgtEl>
                                        <p:attrNameLst>
                                          <p:attrName>ppt_h</p:attrName>
                                        </p:attrNameLst>
                                      </p:cBhvr>
                                      <p:tavLst>
                                        <p:tav tm="0">
                                          <p:val>
                                            <p:fltVal val="0"/>
                                          </p:val>
                                        </p:tav>
                                        <p:tav tm="100000">
                                          <p:val>
                                            <p:strVal val="#ppt_h"/>
                                          </p:val>
                                        </p:tav>
                                      </p:tavLst>
                                    </p:anim>
                                    <p:anim calcmode="lin" valueType="num">
                                      <p:cBhvr>
                                        <p:cTn id="413" dur="1000" fill="hold"/>
                                        <p:tgtEl>
                                          <p:spTgt spid="3">
                                            <p:graphicEl>
                                              <a:dgm id="{7A891357-0DC0-4C3C-A62E-2360F48B0B9E}"/>
                                            </p:graphicEl>
                                          </p:spTgt>
                                        </p:tgtEl>
                                        <p:attrNameLst>
                                          <p:attrName>style.rotation</p:attrName>
                                        </p:attrNameLst>
                                      </p:cBhvr>
                                      <p:tavLst>
                                        <p:tav tm="0">
                                          <p:val>
                                            <p:fltVal val="90"/>
                                          </p:val>
                                        </p:tav>
                                        <p:tav tm="100000">
                                          <p:val>
                                            <p:fltVal val="0"/>
                                          </p:val>
                                        </p:tav>
                                      </p:tavLst>
                                    </p:anim>
                                    <p:animEffect transition="in" filter="fade">
                                      <p:cBhvr>
                                        <p:cTn id="414" dur="1000"/>
                                        <p:tgtEl>
                                          <p:spTgt spid="3">
                                            <p:graphicEl>
                                              <a:dgm id="{7A891357-0DC0-4C3C-A62E-2360F48B0B9E}"/>
                                            </p:graphicEl>
                                          </p:spTgt>
                                        </p:tgtEl>
                                      </p:cBhvr>
                                    </p:animEffect>
                                  </p:childTnLst>
                                </p:cTn>
                              </p:par>
                              <p:par>
                                <p:cTn id="415" presetID="31" presetClass="entr" presetSubtype="0" fill="hold" grpId="0" nodeType="withEffect">
                                  <p:stCondLst>
                                    <p:cond delay="0"/>
                                  </p:stCondLst>
                                  <p:childTnLst>
                                    <p:set>
                                      <p:cBhvr>
                                        <p:cTn id="416" dur="1" fill="hold">
                                          <p:stCondLst>
                                            <p:cond delay="0"/>
                                          </p:stCondLst>
                                        </p:cTn>
                                        <p:tgtEl>
                                          <p:spTgt spid="3">
                                            <p:graphicEl>
                                              <a:dgm id="{026B0CA4-ADB4-4E47-9CD6-5C87FABC0245}"/>
                                            </p:graphicEl>
                                          </p:spTgt>
                                        </p:tgtEl>
                                        <p:attrNameLst>
                                          <p:attrName>style.visibility</p:attrName>
                                        </p:attrNameLst>
                                      </p:cBhvr>
                                      <p:to>
                                        <p:strVal val="visible"/>
                                      </p:to>
                                    </p:set>
                                    <p:anim calcmode="lin" valueType="num">
                                      <p:cBhvr>
                                        <p:cTn id="417" dur="1000" fill="hold"/>
                                        <p:tgtEl>
                                          <p:spTgt spid="3">
                                            <p:graphicEl>
                                              <a:dgm id="{026B0CA4-ADB4-4E47-9CD6-5C87FABC0245}"/>
                                            </p:graphicEl>
                                          </p:spTgt>
                                        </p:tgtEl>
                                        <p:attrNameLst>
                                          <p:attrName>ppt_w</p:attrName>
                                        </p:attrNameLst>
                                      </p:cBhvr>
                                      <p:tavLst>
                                        <p:tav tm="0">
                                          <p:val>
                                            <p:fltVal val="0"/>
                                          </p:val>
                                        </p:tav>
                                        <p:tav tm="100000">
                                          <p:val>
                                            <p:strVal val="#ppt_w"/>
                                          </p:val>
                                        </p:tav>
                                      </p:tavLst>
                                    </p:anim>
                                    <p:anim calcmode="lin" valueType="num">
                                      <p:cBhvr>
                                        <p:cTn id="418" dur="1000" fill="hold"/>
                                        <p:tgtEl>
                                          <p:spTgt spid="3">
                                            <p:graphicEl>
                                              <a:dgm id="{026B0CA4-ADB4-4E47-9CD6-5C87FABC0245}"/>
                                            </p:graphicEl>
                                          </p:spTgt>
                                        </p:tgtEl>
                                        <p:attrNameLst>
                                          <p:attrName>ppt_h</p:attrName>
                                        </p:attrNameLst>
                                      </p:cBhvr>
                                      <p:tavLst>
                                        <p:tav tm="0">
                                          <p:val>
                                            <p:fltVal val="0"/>
                                          </p:val>
                                        </p:tav>
                                        <p:tav tm="100000">
                                          <p:val>
                                            <p:strVal val="#ppt_h"/>
                                          </p:val>
                                        </p:tav>
                                      </p:tavLst>
                                    </p:anim>
                                    <p:anim calcmode="lin" valueType="num">
                                      <p:cBhvr>
                                        <p:cTn id="419" dur="1000" fill="hold"/>
                                        <p:tgtEl>
                                          <p:spTgt spid="3">
                                            <p:graphicEl>
                                              <a:dgm id="{026B0CA4-ADB4-4E47-9CD6-5C87FABC0245}"/>
                                            </p:graphicEl>
                                          </p:spTgt>
                                        </p:tgtEl>
                                        <p:attrNameLst>
                                          <p:attrName>style.rotation</p:attrName>
                                        </p:attrNameLst>
                                      </p:cBhvr>
                                      <p:tavLst>
                                        <p:tav tm="0">
                                          <p:val>
                                            <p:fltVal val="90"/>
                                          </p:val>
                                        </p:tav>
                                        <p:tav tm="100000">
                                          <p:val>
                                            <p:fltVal val="0"/>
                                          </p:val>
                                        </p:tav>
                                      </p:tavLst>
                                    </p:anim>
                                    <p:animEffect transition="in" filter="fade">
                                      <p:cBhvr>
                                        <p:cTn id="420" dur="1000"/>
                                        <p:tgtEl>
                                          <p:spTgt spid="3">
                                            <p:graphicEl>
                                              <a:dgm id="{026B0CA4-ADB4-4E47-9CD6-5C87FABC0245}"/>
                                            </p:graphicEl>
                                          </p:spTgt>
                                        </p:tgtEl>
                                      </p:cBhvr>
                                    </p:animEffect>
                                  </p:childTnLst>
                                </p:cTn>
                              </p:par>
                              <p:par>
                                <p:cTn id="421" presetID="31" presetClass="entr" presetSubtype="0" fill="hold" grpId="0" nodeType="withEffect">
                                  <p:stCondLst>
                                    <p:cond delay="0"/>
                                  </p:stCondLst>
                                  <p:childTnLst>
                                    <p:set>
                                      <p:cBhvr>
                                        <p:cTn id="422" dur="1" fill="hold">
                                          <p:stCondLst>
                                            <p:cond delay="0"/>
                                          </p:stCondLst>
                                        </p:cTn>
                                        <p:tgtEl>
                                          <p:spTgt spid="3">
                                            <p:graphicEl>
                                              <a:dgm id="{58287357-04D8-4E97-BB27-899AED24F3D7}"/>
                                            </p:graphicEl>
                                          </p:spTgt>
                                        </p:tgtEl>
                                        <p:attrNameLst>
                                          <p:attrName>style.visibility</p:attrName>
                                        </p:attrNameLst>
                                      </p:cBhvr>
                                      <p:to>
                                        <p:strVal val="visible"/>
                                      </p:to>
                                    </p:set>
                                    <p:anim calcmode="lin" valueType="num">
                                      <p:cBhvr>
                                        <p:cTn id="423" dur="1000" fill="hold"/>
                                        <p:tgtEl>
                                          <p:spTgt spid="3">
                                            <p:graphicEl>
                                              <a:dgm id="{58287357-04D8-4E97-BB27-899AED24F3D7}"/>
                                            </p:graphicEl>
                                          </p:spTgt>
                                        </p:tgtEl>
                                        <p:attrNameLst>
                                          <p:attrName>ppt_w</p:attrName>
                                        </p:attrNameLst>
                                      </p:cBhvr>
                                      <p:tavLst>
                                        <p:tav tm="0">
                                          <p:val>
                                            <p:fltVal val="0"/>
                                          </p:val>
                                        </p:tav>
                                        <p:tav tm="100000">
                                          <p:val>
                                            <p:strVal val="#ppt_w"/>
                                          </p:val>
                                        </p:tav>
                                      </p:tavLst>
                                    </p:anim>
                                    <p:anim calcmode="lin" valueType="num">
                                      <p:cBhvr>
                                        <p:cTn id="424" dur="1000" fill="hold"/>
                                        <p:tgtEl>
                                          <p:spTgt spid="3">
                                            <p:graphicEl>
                                              <a:dgm id="{58287357-04D8-4E97-BB27-899AED24F3D7}"/>
                                            </p:graphicEl>
                                          </p:spTgt>
                                        </p:tgtEl>
                                        <p:attrNameLst>
                                          <p:attrName>ppt_h</p:attrName>
                                        </p:attrNameLst>
                                      </p:cBhvr>
                                      <p:tavLst>
                                        <p:tav tm="0">
                                          <p:val>
                                            <p:fltVal val="0"/>
                                          </p:val>
                                        </p:tav>
                                        <p:tav tm="100000">
                                          <p:val>
                                            <p:strVal val="#ppt_h"/>
                                          </p:val>
                                        </p:tav>
                                      </p:tavLst>
                                    </p:anim>
                                    <p:anim calcmode="lin" valueType="num">
                                      <p:cBhvr>
                                        <p:cTn id="425" dur="1000" fill="hold"/>
                                        <p:tgtEl>
                                          <p:spTgt spid="3">
                                            <p:graphicEl>
                                              <a:dgm id="{58287357-04D8-4E97-BB27-899AED24F3D7}"/>
                                            </p:graphicEl>
                                          </p:spTgt>
                                        </p:tgtEl>
                                        <p:attrNameLst>
                                          <p:attrName>style.rotation</p:attrName>
                                        </p:attrNameLst>
                                      </p:cBhvr>
                                      <p:tavLst>
                                        <p:tav tm="0">
                                          <p:val>
                                            <p:fltVal val="90"/>
                                          </p:val>
                                        </p:tav>
                                        <p:tav tm="100000">
                                          <p:val>
                                            <p:fltVal val="0"/>
                                          </p:val>
                                        </p:tav>
                                      </p:tavLst>
                                    </p:anim>
                                    <p:animEffect transition="in" filter="fade">
                                      <p:cBhvr>
                                        <p:cTn id="426" dur="1000"/>
                                        <p:tgtEl>
                                          <p:spTgt spid="3">
                                            <p:graphicEl>
                                              <a:dgm id="{58287357-04D8-4E97-BB27-899AED24F3D7}"/>
                                            </p:graphicEl>
                                          </p:spTgt>
                                        </p:tgtEl>
                                      </p:cBhvr>
                                    </p:animEffect>
                                  </p:childTnLst>
                                </p:cTn>
                              </p:par>
                              <p:par>
                                <p:cTn id="427" presetID="31" presetClass="entr" presetSubtype="0" fill="hold" grpId="0" nodeType="withEffect">
                                  <p:stCondLst>
                                    <p:cond delay="0"/>
                                  </p:stCondLst>
                                  <p:childTnLst>
                                    <p:set>
                                      <p:cBhvr>
                                        <p:cTn id="428" dur="1" fill="hold">
                                          <p:stCondLst>
                                            <p:cond delay="0"/>
                                          </p:stCondLst>
                                        </p:cTn>
                                        <p:tgtEl>
                                          <p:spTgt spid="3">
                                            <p:graphicEl>
                                              <a:dgm id="{A4AAB221-909F-4D81-9784-2977DB38DF17}"/>
                                            </p:graphicEl>
                                          </p:spTgt>
                                        </p:tgtEl>
                                        <p:attrNameLst>
                                          <p:attrName>style.visibility</p:attrName>
                                        </p:attrNameLst>
                                      </p:cBhvr>
                                      <p:to>
                                        <p:strVal val="visible"/>
                                      </p:to>
                                    </p:set>
                                    <p:anim calcmode="lin" valueType="num">
                                      <p:cBhvr>
                                        <p:cTn id="429" dur="1000" fill="hold"/>
                                        <p:tgtEl>
                                          <p:spTgt spid="3">
                                            <p:graphicEl>
                                              <a:dgm id="{A4AAB221-909F-4D81-9784-2977DB38DF17}"/>
                                            </p:graphicEl>
                                          </p:spTgt>
                                        </p:tgtEl>
                                        <p:attrNameLst>
                                          <p:attrName>ppt_w</p:attrName>
                                        </p:attrNameLst>
                                      </p:cBhvr>
                                      <p:tavLst>
                                        <p:tav tm="0">
                                          <p:val>
                                            <p:fltVal val="0"/>
                                          </p:val>
                                        </p:tav>
                                        <p:tav tm="100000">
                                          <p:val>
                                            <p:strVal val="#ppt_w"/>
                                          </p:val>
                                        </p:tav>
                                      </p:tavLst>
                                    </p:anim>
                                    <p:anim calcmode="lin" valueType="num">
                                      <p:cBhvr>
                                        <p:cTn id="430" dur="1000" fill="hold"/>
                                        <p:tgtEl>
                                          <p:spTgt spid="3">
                                            <p:graphicEl>
                                              <a:dgm id="{A4AAB221-909F-4D81-9784-2977DB38DF17}"/>
                                            </p:graphicEl>
                                          </p:spTgt>
                                        </p:tgtEl>
                                        <p:attrNameLst>
                                          <p:attrName>ppt_h</p:attrName>
                                        </p:attrNameLst>
                                      </p:cBhvr>
                                      <p:tavLst>
                                        <p:tav tm="0">
                                          <p:val>
                                            <p:fltVal val="0"/>
                                          </p:val>
                                        </p:tav>
                                        <p:tav tm="100000">
                                          <p:val>
                                            <p:strVal val="#ppt_h"/>
                                          </p:val>
                                        </p:tav>
                                      </p:tavLst>
                                    </p:anim>
                                    <p:anim calcmode="lin" valueType="num">
                                      <p:cBhvr>
                                        <p:cTn id="431" dur="1000" fill="hold"/>
                                        <p:tgtEl>
                                          <p:spTgt spid="3">
                                            <p:graphicEl>
                                              <a:dgm id="{A4AAB221-909F-4D81-9784-2977DB38DF17}"/>
                                            </p:graphicEl>
                                          </p:spTgt>
                                        </p:tgtEl>
                                        <p:attrNameLst>
                                          <p:attrName>style.rotation</p:attrName>
                                        </p:attrNameLst>
                                      </p:cBhvr>
                                      <p:tavLst>
                                        <p:tav tm="0">
                                          <p:val>
                                            <p:fltVal val="90"/>
                                          </p:val>
                                        </p:tav>
                                        <p:tav tm="100000">
                                          <p:val>
                                            <p:fltVal val="0"/>
                                          </p:val>
                                        </p:tav>
                                      </p:tavLst>
                                    </p:anim>
                                    <p:animEffect transition="in" filter="fade">
                                      <p:cBhvr>
                                        <p:cTn id="432" dur="1000"/>
                                        <p:tgtEl>
                                          <p:spTgt spid="3">
                                            <p:graphicEl>
                                              <a:dgm id="{A4AAB221-909F-4D81-9784-2977DB38DF17}"/>
                                            </p:graphicEl>
                                          </p:spTgt>
                                        </p:tgtEl>
                                      </p:cBhvr>
                                    </p:animEffect>
                                  </p:childTnLst>
                                </p:cTn>
                              </p:par>
                              <p:par>
                                <p:cTn id="433" presetID="31" presetClass="entr" presetSubtype="0" fill="hold" grpId="0" nodeType="withEffect">
                                  <p:stCondLst>
                                    <p:cond delay="0"/>
                                  </p:stCondLst>
                                  <p:childTnLst>
                                    <p:set>
                                      <p:cBhvr>
                                        <p:cTn id="434" dur="1" fill="hold">
                                          <p:stCondLst>
                                            <p:cond delay="0"/>
                                          </p:stCondLst>
                                        </p:cTn>
                                        <p:tgtEl>
                                          <p:spTgt spid="3">
                                            <p:graphicEl>
                                              <a:dgm id="{1E67952F-F4EA-4C92-AB8D-3F7C896571C2}"/>
                                            </p:graphicEl>
                                          </p:spTgt>
                                        </p:tgtEl>
                                        <p:attrNameLst>
                                          <p:attrName>style.visibility</p:attrName>
                                        </p:attrNameLst>
                                      </p:cBhvr>
                                      <p:to>
                                        <p:strVal val="visible"/>
                                      </p:to>
                                    </p:set>
                                    <p:anim calcmode="lin" valueType="num">
                                      <p:cBhvr>
                                        <p:cTn id="435" dur="1000" fill="hold"/>
                                        <p:tgtEl>
                                          <p:spTgt spid="3">
                                            <p:graphicEl>
                                              <a:dgm id="{1E67952F-F4EA-4C92-AB8D-3F7C896571C2}"/>
                                            </p:graphicEl>
                                          </p:spTgt>
                                        </p:tgtEl>
                                        <p:attrNameLst>
                                          <p:attrName>ppt_w</p:attrName>
                                        </p:attrNameLst>
                                      </p:cBhvr>
                                      <p:tavLst>
                                        <p:tav tm="0">
                                          <p:val>
                                            <p:fltVal val="0"/>
                                          </p:val>
                                        </p:tav>
                                        <p:tav tm="100000">
                                          <p:val>
                                            <p:strVal val="#ppt_w"/>
                                          </p:val>
                                        </p:tav>
                                      </p:tavLst>
                                    </p:anim>
                                    <p:anim calcmode="lin" valueType="num">
                                      <p:cBhvr>
                                        <p:cTn id="436" dur="1000" fill="hold"/>
                                        <p:tgtEl>
                                          <p:spTgt spid="3">
                                            <p:graphicEl>
                                              <a:dgm id="{1E67952F-F4EA-4C92-AB8D-3F7C896571C2}"/>
                                            </p:graphicEl>
                                          </p:spTgt>
                                        </p:tgtEl>
                                        <p:attrNameLst>
                                          <p:attrName>ppt_h</p:attrName>
                                        </p:attrNameLst>
                                      </p:cBhvr>
                                      <p:tavLst>
                                        <p:tav tm="0">
                                          <p:val>
                                            <p:fltVal val="0"/>
                                          </p:val>
                                        </p:tav>
                                        <p:tav tm="100000">
                                          <p:val>
                                            <p:strVal val="#ppt_h"/>
                                          </p:val>
                                        </p:tav>
                                      </p:tavLst>
                                    </p:anim>
                                    <p:anim calcmode="lin" valueType="num">
                                      <p:cBhvr>
                                        <p:cTn id="437" dur="1000" fill="hold"/>
                                        <p:tgtEl>
                                          <p:spTgt spid="3">
                                            <p:graphicEl>
                                              <a:dgm id="{1E67952F-F4EA-4C92-AB8D-3F7C896571C2}"/>
                                            </p:graphicEl>
                                          </p:spTgt>
                                        </p:tgtEl>
                                        <p:attrNameLst>
                                          <p:attrName>style.rotation</p:attrName>
                                        </p:attrNameLst>
                                      </p:cBhvr>
                                      <p:tavLst>
                                        <p:tav tm="0">
                                          <p:val>
                                            <p:fltVal val="90"/>
                                          </p:val>
                                        </p:tav>
                                        <p:tav tm="100000">
                                          <p:val>
                                            <p:fltVal val="0"/>
                                          </p:val>
                                        </p:tav>
                                      </p:tavLst>
                                    </p:anim>
                                    <p:animEffect transition="in" filter="fade">
                                      <p:cBhvr>
                                        <p:cTn id="438" dur="1000"/>
                                        <p:tgtEl>
                                          <p:spTgt spid="3">
                                            <p:graphicEl>
                                              <a:dgm id="{1E67952F-F4EA-4C92-AB8D-3F7C896571C2}"/>
                                            </p:graphicEl>
                                          </p:spTgt>
                                        </p:tgtEl>
                                      </p:cBhvr>
                                    </p:animEffect>
                                  </p:childTnLst>
                                </p:cTn>
                              </p:par>
                              <p:par>
                                <p:cTn id="439" presetID="31" presetClass="entr" presetSubtype="0" fill="hold" grpId="0" nodeType="withEffect">
                                  <p:stCondLst>
                                    <p:cond delay="0"/>
                                  </p:stCondLst>
                                  <p:childTnLst>
                                    <p:set>
                                      <p:cBhvr>
                                        <p:cTn id="440" dur="1" fill="hold">
                                          <p:stCondLst>
                                            <p:cond delay="0"/>
                                          </p:stCondLst>
                                        </p:cTn>
                                        <p:tgtEl>
                                          <p:spTgt spid="3">
                                            <p:graphicEl>
                                              <a:dgm id="{5109BBDA-79BD-4793-AB0A-DC6B7624CB7C}"/>
                                            </p:graphicEl>
                                          </p:spTgt>
                                        </p:tgtEl>
                                        <p:attrNameLst>
                                          <p:attrName>style.visibility</p:attrName>
                                        </p:attrNameLst>
                                      </p:cBhvr>
                                      <p:to>
                                        <p:strVal val="visible"/>
                                      </p:to>
                                    </p:set>
                                    <p:anim calcmode="lin" valueType="num">
                                      <p:cBhvr>
                                        <p:cTn id="441" dur="1000" fill="hold"/>
                                        <p:tgtEl>
                                          <p:spTgt spid="3">
                                            <p:graphicEl>
                                              <a:dgm id="{5109BBDA-79BD-4793-AB0A-DC6B7624CB7C}"/>
                                            </p:graphicEl>
                                          </p:spTgt>
                                        </p:tgtEl>
                                        <p:attrNameLst>
                                          <p:attrName>ppt_w</p:attrName>
                                        </p:attrNameLst>
                                      </p:cBhvr>
                                      <p:tavLst>
                                        <p:tav tm="0">
                                          <p:val>
                                            <p:fltVal val="0"/>
                                          </p:val>
                                        </p:tav>
                                        <p:tav tm="100000">
                                          <p:val>
                                            <p:strVal val="#ppt_w"/>
                                          </p:val>
                                        </p:tav>
                                      </p:tavLst>
                                    </p:anim>
                                    <p:anim calcmode="lin" valueType="num">
                                      <p:cBhvr>
                                        <p:cTn id="442" dur="1000" fill="hold"/>
                                        <p:tgtEl>
                                          <p:spTgt spid="3">
                                            <p:graphicEl>
                                              <a:dgm id="{5109BBDA-79BD-4793-AB0A-DC6B7624CB7C}"/>
                                            </p:graphicEl>
                                          </p:spTgt>
                                        </p:tgtEl>
                                        <p:attrNameLst>
                                          <p:attrName>ppt_h</p:attrName>
                                        </p:attrNameLst>
                                      </p:cBhvr>
                                      <p:tavLst>
                                        <p:tav tm="0">
                                          <p:val>
                                            <p:fltVal val="0"/>
                                          </p:val>
                                        </p:tav>
                                        <p:tav tm="100000">
                                          <p:val>
                                            <p:strVal val="#ppt_h"/>
                                          </p:val>
                                        </p:tav>
                                      </p:tavLst>
                                    </p:anim>
                                    <p:anim calcmode="lin" valueType="num">
                                      <p:cBhvr>
                                        <p:cTn id="443" dur="1000" fill="hold"/>
                                        <p:tgtEl>
                                          <p:spTgt spid="3">
                                            <p:graphicEl>
                                              <a:dgm id="{5109BBDA-79BD-4793-AB0A-DC6B7624CB7C}"/>
                                            </p:graphicEl>
                                          </p:spTgt>
                                        </p:tgtEl>
                                        <p:attrNameLst>
                                          <p:attrName>style.rotation</p:attrName>
                                        </p:attrNameLst>
                                      </p:cBhvr>
                                      <p:tavLst>
                                        <p:tav tm="0">
                                          <p:val>
                                            <p:fltVal val="90"/>
                                          </p:val>
                                        </p:tav>
                                        <p:tav tm="100000">
                                          <p:val>
                                            <p:fltVal val="0"/>
                                          </p:val>
                                        </p:tav>
                                      </p:tavLst>
                                    </p:anim>
                                    <p:animEffect transition="in" filter="fade">
                                      <p:cBhvr>
                                        <p:cTn id="444" dur="1000"/>
                                        <p:tgtEl>
                                          <p:spTgt spid="3">
                                            <p:graphicEl>
                                              <a:dgm id="{5109BBDA-79BD-4793-AB0A-DC6B7624CB7C}"/>
                                            </p:graphicEl>
                                          </p:spTgt>
                                        </p:tgtEl>
                                      </p:cBhvr>
                                    </p:animEffect>
                                  </p:childTnLst>
                                </p:cTn>
                              </p:par>
                              <p:par>
                                <p:cTn id="445" presetID="31" presetClass="entr" presetSubtype="0" fill="hold" grpId="0" nodeType="withEffect">
                                  <p:stCondLst>
                                    <p:cond delay="0"/>
                                  </p:stCondLst>
                                  <p:childTnLst>
                                    <p:set>
                                      <p:cBhvr>
                                        <p:cTn id="446" dur="1" fill="hold">
                                          <p:stCondLst>
                                            <p:cond delay="0"/>
                                          </p:stCondLst>
                                        </p:cTn>
                                        <p:tgtEl>
                                          <p:spTgt spid="3">
                                            <p:graphicEl>
                                              <a:dgm id="{A276DB53-4E40-476C-BA29-DFDD1A63E39B}"/>
                                            </p:graphicEl>
                                          </p:spTgt>
                                        </p:tgtEl>
                                        <p:attrNameLst>
                                          <p:attrName>style.visibility</p:attrName>
                                        </p:attrNameLst>
                                      </p:cBhvr>
                                      <p:to>
                                        <p:strVal val="visible"/>
                                      </p:to>
                                    </p:set>
                                    <p:anim calcmode="lin" valueType="num">
                                      <p:cBhvr>
                                        <p:cTn id="447" dur="1000" fill="hold"/>
                                        <p:tgtEl>
                                          <p:spTgt spid="3">
                                            <p:graphicEl>
                                              <a:dgm id="{A276DB53-4E40-476C-BA29-DFDD1A63E39B}"/>
                                            </p:graphicEl>
                                          </p:spTgt>
                                        </p:tgtEl>
                                        <p:attrNameLst>
                                          <p:attrName>ppt_w</p:attrName>
                                        </p:attrNameLst>
                                      </p:cBhvr>
                                      <p:tavLst>
                                        <p:tav tm="0">
                                          <p:val>
                                            <p:fltVal val="0"/>
                                          </p:val>
                                        </p:tav>
                                        <p:tav tm="100000">
                                          <p:val>
                                            <p:strVal val="#ppt_w"/>
                                          </p:val>
                                        </p:tav>
                                      </p:tavLst>
                                    </p:anim>
                                    <p:anim calcmode="lin" valueType="num">
                                      <p:cBhvr>
                                        <p:cTn id="448" dur="1000" fill="hold"/>
                                        <p:tgtEl>
                                          <p:spTgt spid="3">
                                            <p:graphicEl>
                                              <a:dgm id="{A276DB53-4E40-476C-BA29-DFDD1A63E39B}"/>
                                            </p:graphicEl>
                                          </p:spTgt>
                                        </p:tgtEl>
                                        <p:attrNameLst>
                                          <p:attrName>ppt_h</p:attrName>
                                        </p:attrNameLst>
                                      </p:cBhvr>
                                      <p:tavLst>
                                        <p:tav tm="0">
                                          <p:val>
                                            <p:fltVal val="0"/>
                                          </p:val>
                                        </p:tav>
                                        <p:tav tm="100000">
                                          <p:val>
                                            <p:strVal val="#ppt_h"/>
                                          </p:val>
                                        </p:tav>
                                      </p:tavLst>
                                    </p:anim>
                                    <p:anim calcmode="lin" valueType="num">
                                      <p:cBhvr>
                                        <p:cTn id="449" dur="1000" fill="hold"/>
                                        <p:tgtEl>
                                          <p:spTgt spid="3">
                                            <p:graphicEl>
                                              <a:dgm id="{A276DB53-4E40-476C-BA29-DFDD1A63E39B}"/>
                                            </p:graphicEl>
                                          </p:spTgt>
                                        </p:tgtEl>
                                        <p:attrNameLst>
                                          <p:attrName>style.rotation</p:attrName>
                                        </p:attrNameLst>
                                      </p:cBhvr>
                                      <p:tavLst>
                                        <p:tav tm="0">
                                          <p:val>
                                            <p:fltVal val="90"/>
                                          </p:val>
                                        </p:tav>
                                        <p:tav tm="100000">
                                          <p:val>
                                            <p:fltVal val="0"/>
                                          </p:val>
                                        </p:tav>
                                      </p:tavLst>
                                    </p:anim>
                                    <p:animEffect transition="in" filter="fade">
                                      <p:cBhvr>
                                        <p:cTn id="450" dur="1000"/>
                                        <p:tgtEl>
                                          <p:spTgt spid="3">
                                            <p:graphicEl>
                                              <a:dgm id="{A276DB53-4E40-476C-BA29-DFDD1A63E39B}"/>
                                            </p:graphicEl>
                                          </p:spTgt>
                                        </p:tgtEl>
                                      </p:cBhvr>
                                    </p:animEffect>
                                  </p:childTnLst>
                                </p:cTn>
                              </p:par>
                              <p:par>
                                <p:cTn id="451" presetID="31" presetClass="entr" presetSubtype="0" fill="hold" grpId="0" nodeType="withEffect">
                                  <p:stCondLst>
                                    <p:cond delay="0"/>
                                  </p:stCondLst>
                                  <p:childTnLst>
                                    <p:set>
                                      <p:cBhvr>
                                        <p:cTn id="452" dur="1" fill="hold">
                                          <p:stCondLst>
                                            <p:cond delay="0"/>
                                          </p:stCondLst>
                                        </p:cTn>
                                        <p:tgtEl>
                                          <p:spTgt spid="3">
                                            <p:graphicEl>
                                              <a:dgm id="{3F5CB6BB-9214-4037-A66B-0E651A2376A9}"/>
                                            </p:graphicEl>
                                          </p:spTgt>
                                        </p:tgtEl>
                                        <p:attrNameLst>
                                          <p:attrName>style.visibility</p:attrName>
                                        </p:attrNameLst>
                                      </p:cBhvr>
                                      <p:to>
                                        <p:strVal val="visible"/>
                                      </p:to>
                                    </p:set>
                                    <p:anim calcmode="lin" valueType="num">
                                      <p:cBhvr>
                                        <p:cTn id="453" dur="1000" fill="hold"/>
                                        <p:tgtEl>
                                          <p:spTgt spid="3">
                                            <p:graphicEl>
                                              <a:dgm id="{3F5CB6BB-9214-4037-A66B-0E651A2376A9}"/>
                                            </p:graphicEl>
                                          </p:spTgt>
                                        </p:tgtEl>
                                        <p:attrNameLst>
                                          <p:attrName>ppt_w</p:attrName>
                                        </p:attrNameLst>
                                      </p:cBhvr>
                                      <p:tavLst>
                                        <p:tav tm="0">
                                          <p:val>
                                            <p:fltVal val="0"/>
                                          </p:val>
                                        </p:tav>
                                        <p:tav tm="100000">
                                          <p:val>
                                            <p:strVal val="#ppt_w"/>
                                          </p:val>
                                        </p:tav>
                                      </p:tavLst>
                                    </p:anim>
                                    <p:anim calcmode="lin" valueType="num">
                                      <p:cBhvr>
                                        <p:cTn id="454" dur="1000" fill="hold"/>
                                        <p:tgtEl>
                                          <p:spTgt spid="3">
                                            <p:graphicEl>
                                              <a:dgm id="{3F5CB6BB-9214-4037-A66B-0E651A2376A9}"/>
                                            </p:graphicEl>
                                          </p:spTgt>
                                        </p:tgtEl>
                                        <p:attrNameLst>
                                          <p:attrName>ppt_h</p:attrName>
                                        </p:attrNameLst>
                                      </p:cBhvr>
                                      <p:tavLst>
                                        <p:tav tm="0">
                                          <p:val>
                                            <p:fltVal val="0"/>
                                          </p:val>
                                        </p:tav>
                                        <p:tav tm="100000">
                                          <p:val>
                                            <p:strVal val="#ppt_h"/>
                                          </p:val>
                                        </p:tav>
                                      </p:tavLst>
                                    </p:anim>
                                    <p:anim calcmode="lin" valueType="num">
                                      <p:cBhvr>
                                        <p:cTn id="455" dur="1000" fill="hold"/>
                                        <p:tgtEl>
                                          <p:spTgt spid="3">
                                            <p:graphicEl>
                                              <a:dgm id="{3F5CB6BB-9214-4037-A66B-0E651A2376A9}"/>
                                            </p:graphicEl>
                                          </p:spTgt>
                                        </p:tgtEl>
                                        <p:attrNameLst>
                                          <p:attrName>style.rotation</p:attrName>
                                        </p:attrNameLst>
                                      </p:cBhvr>
                                      <p:tavLst>
                                        <p:tav tm="0">
                                          <p:val>
                                            <p:fltVal val="90"/>
                                          </p:val>
                                        </p:tav>
                                        <p:tav tm="100000">
                                          <p:val>
                                            <p:fltVal val="0"/>
                                          </p:val>
                                        </p:tav>
                                      </p:tavLst>
                                    </p:anim>
                                    <p:animEffect transition="in" filter="fade">
                                      <p:cBhvr>
                                        <p:cTn id="456" dur="1000"/>
                                        <p:tgtEl>
                                          <p:spTgt spid="3">
                                            <p:graphicEl>
                                              <a:dgm id="{3F5CB6BB-9214-4037-A66B-0E651A2376A9}"/>
                                            </p:graphicEl>
                                          </p:spTgt>
                                        </p:tgtEl>
                                      </p:cBhvr>
                                    </p:animEffect>
                                  </p:childTnLst>
                                </p:cTn>
                              </p:par>
                              <p:par>
                                <p:cTn id="457" presetID="31" presetClass="entr" presetSubtype="0" fill="hold" grpId="0" nodeType="withEffect">
                                  <p:stCondLst>
                                    <p:cond delay="0"/>
                                  </p:stCondLst>
                                  <p:childTnLst>
                                    <p:set>
                                      <p:cBhvr>
                                        <p:cTn id="458" dur="1" fill="hold">
                                          <p:stCondLst>
                                            <p:cond delay="0"/>
                                          </p:stCondLst>
                                        </p:cTn>
                                        <p:tgtEl>
                                          <p:spTgt spid="3">
                                            <p:graphicEl>
                                              <a:dgm id="{0CBD250E-6CC4-4122-AC6C-504434B2377F}"/>
                                            </p:graphicEl>
                                          </p:spTgt>
                                        </p:tgtEl>
                                        <p:attrNameLst>
                                          <p:attrName>style.visibility</p:attrName>
                                        </p:attrNameLst>
                                      </p:cBhvr>
                                      <p:to>
                                        <p:strVal val="visible"/>
                                      </p:to>
                                    </p:set>
                                    <p:anim calcmode="lin" valueType="num">
                                      <p:cBhvr>
                                        <p:cTn id="459" dur="1000" fill="hold"/>
                                        <p:tgtEl>
                                          <p:spTgt spid="3">
                                            <p:graphicEl>
                                              <a:dgm id="{0CBD250E-6CC4-4122-AC6C-504434B2377F}"/>
                                            </p:graphicEl>
                                          </p:spTgt>
                                        </p:tgtEl>
                                        <p:attrNameLst>
                                          <p:attrName>ppt_w</p:attrName>
                                        </p:attrNameLst>
                                      </p:cBhvr>
                                      <p:tavLst>
                                        <p:tav tm="0">
                                          <p:val>
                                            <p:fltVal val="0"/>
                                          </p:val>
                                        </p:tav>
                                        <p:tav tm="100000">
                                          <p:val>
                                            <p:strVal val="#ppt_w"/>
                                          </p:val>
                                        </p:tav>
                                      </p:tavLst>
                                    </p:anim>
                                    <p:anim calcmode="lin" valueType="num">
                                      <p:cBhvr>
                                        <p:cTn id="460" dur="1000" fill="hold"/>
                                        <p:tgtEl>
                                          <p:spTgt spid="3">
                                            <p:graphicEl>
                                              <a:dgm id="{0CBD250E-6CC4-4122-AC6C-504434B2377F}"/>
                                            </p:graphicEl>
                                          </p:spTgt>
                                        </p:tgtEl>
                                        <p:attrNameLst>
                                          <p:attrName>ppt_h</p:attrName>
                                        </p:attrNameLst>
                                      </p:cBhvr>
                                      <p:tavLst>
                                        <p:tav tm="0">
                                          <p:val>
                                            <p:fltVal val="0"/>
                                          </p:val>
                                        </p:tav>
                                        <p:tav tm="100000">
                                          <p:val>
                                            <p:strVal val="#ppt_h"/>
                                          </p:val>
                                        </p:tav>
                                      </p:tavLst>
                                    </p:anim>
                                    <p:anim calcmode="lin" valueType="num">
                                      <p:cBhvr>
                                        <p:cTn id="461" dur="1000" fill="hold"/>
                                        <p:tgtEl>
                                          <p:spTgt spid="3">
                                            <p:graphicEl>
                                              <a:dgm id="{0CBD250E-6CC4-4122-AC6C-504434B2377F}"/>
                                            </p:graphicEl>
                                          </p:spTgt>
                                        </p:tgtEl>
                                        <p:attrNameLst>
                                          <p:attrName>style.rotation</p:attrName>
                                        </p:attrNameLst>
                                      </p:cBhvr>
                                      <p:tavLst>
                                        <p:tav tm="0">
                                          <p:val>
                                            <p:fltVal val="90"/>
                                          </p:val>
                                        </p:tav>
                                        <p:tav tm="100000">
                                          <p:val>
                                            <p:fltVal val="0"/>
                                          </p:val>
                                        </p:tav>
                                      </p:tavLst>
                                    </p:anim>
                                    <p:animEffect transition="in" filter="fade">
                                      <p:cBhvr>
                                        <p:cTn id="462" dur="1000"/>
                                        <p:tgtEl>
                                          <p:spTgt spid="3">
                                            <p:graphicEl>
                                              <a:dgm id="{0CBD250E-6CC4-4122-AC6C-504434B2377F}"/>
                                            </p:graphicEl>
                                          </p:spTgt>
                                        </p:tgtEl>
                                      </p:cBhvr>
                                    </p:animEffect>
                                  </p:childTnLst>
                                </p:cTn>
                              </p:par>
                              <p:par>
                                <p:cTn id="463" presetID="31" presetClass="entr" presetSubtype="0" fill="hold" grpId="0" nodeType="withEffect">
                                  <p:stCondLst>
                                    <p:cond delay="0"/>
                                  </p:stCondLst>
                                  <p:childTnLst>
                                    <p:set>
                                      <p:cBhvr>
                                        <p:cTn id="464" dur="1" fill="hold">
                                          <p:stCondLst>
                                            <p:cond delay="0"/>
                                          </p:stCondLst>
                                        </p:cTn>
                                        <p:tgtEl>
                                          <p:spTgt spid="3">
                                            <p:graphicEl>
                                              <a:dgm id="{EECD5FCC-A184-4A28-8CB8-D88DD9CAA04F}"/>
                                            </p:graphicEl>
                                          </p:spTgt>
                                        </p:tgtEl>
                                        <p:attrNameLst>
                                          <p:attrName>style.visibility</p:attrName>
                                        </p:attrNameLst>
                                      </p:cBhvr>
                                      <p:to>
                                        <p:strVal val="visible"/>
                                      </p:to>
                                    </p:set>
                                    <p:anim calcmode="lin" valueType="num">
                                      <p:cBhvr>
                                        <p:cTn id="465" dur="1000" fill="hold"/>
                                        <p:tgtEl>
                                          <p:spTgt spid="3">
                                            <p:graphicEl>
                                              <a:dgm id="{EECD5FCC-A184-4A28-8CB8-D88DD9CAA04F}"/>
                                            </p:graphicEl>
                                          </p:spTgt>
                                        </p:tgtEl>
                                        <p:attrNameLst>
                                          <p:attrName>ppt_w</p:attrName>
                                        </p:attrNameLst>
                                      </p:cBhvr>
                                      <p:tavLst>
                                        <p:tav tm="0">
                                          <p:val>
                                            <p:fltVal val="0"/>
                                          </p:val>
                                        </p:tav>
                                        <p:tav tm="100000">
                                          <p:val>
                                            <p:strVal val="#ppt_w"/>
                                          </p:val>
                                        </p:tav>
                                      </p:tavLst>
                                    </p:anim>
                                    <p:anim calcmode="lin" valueType="num">
                                      <p:cBhvr>
                                        <p:cTn id="466" dur="1000" fill="hold"/>
                                        <p:tgtEl>
                                          <p:spTgt spid="3">
                                            <p:graphicEl>
                                              <a:dgm id="{EECD5FCC-A184-4A28-8CB8-D88DD9CAA04F}"/>
                                            </p:graphicEl>
                                          </p:spTgt>
                                        </p:tgtEl>
                                        <p:attrNameLst>
                                          <p:attrName>ppt_h</p:attrName>
                                        </p:attrNameLst>
                                      </p:cBhvr>
                                      <p:tavLst>
                                        <p:tav tm="0">
                                          <p:val>
                                            <p:fltVal val="0"/>
                                          </p:val>
                                        </p:tav>
                                        <p:tav tm="100000">
                                          <p:val>
                                            <p:strVal val="#ppt_h"/>
                                          </p:val>
                                        </p:tav>
                                      </p:tavLst>
                                    </p:anim>
                                    <p:anim calcmode="lin" valueType="num">
                                      <p:cBhvr>
                                        <p:cTn id="467" dur="1000" fill="hold"/>
                                        <p:tgtEl>
                                          <p:spTgt spid="3">
                                            <p:graphicEl>
                                              <a:dgm id="{EECD5FCC-A184-4A28-8CB8-D88DD9CAA04F}"/>
                                            </p:graphicEl>
                                          </p:spTgt>
                                        </p:tgtEl>
                                        <p:attrNameLst>
                                          <p:attrName>style.rotation</p:attrName>
                                        </p:attrNameLst>
                                      </p:cBhvr>
                                      <p:tavLst>
                                        <p:tav tm="0">
                                          <p:val>
                                            <p:fltVal val="90"/>
                                          </p:val>
                                        </p:tav>
                                        <p:tav tm="100000">
                                          <p:val>
                                            <p:fltVal val="0"/>
                                          </p:val>
                                        </p:tav>
                                      </p:tavLst>
                                    </p:anim>
                                    <p:animEffect transition="in" filter="fade">
                                      <p:cBhvr>
                                        <p:cTn id="468" dur="1000"/>
                                        <p:tgtEl>
                                          <p:spTgt spid="3">
                                            <p:graphicEl>
                                              <a:dgm id="{EECD5FCC-A184-4A28-8CB8-D88DD9CAA04F}"/>
                                            </p:graphicEl>
                                          </p:spTgt>
                                        </p:tgtEl>
                                      </p:cBhvr>
                                    </p:animEffect>
                                  </p:childTnLst>
                                </p:cTn>
                              </p:par>
                              <p:par>
                                <p:cTn id="469" presetID="31" presetClass="entr" presetSubtype="0" fill="hold" grpId="0" nodeType="withEffect">
                                  <p:stCondLst>
                                    <p:cond delay="0"/>
                                  </p:stCondLst>
                                  <p:childTnLst>
                                    <p:set>
                                      <p:cBhvr>
                                        <p:cTn id="470" dur="1" fill="hold">
                                          <p:stCondLst>
                                            <p:cond delay="0"/>
                                          </p:stCondLst>
                                        </p:cTn>
                                        <p:tgtEl>
                                          <p:spTgt spid="3">
                                            <p:graphicEl>
                                              <a:dgm id="{0210F23C-BF61-4F01-910B-494FC1C5A371}"/>
                                            </p:graphicEl>
                                          </p:spTgt>
                                        </p:tgtEl>
                                        <p:attrNameLst>
                                          <p:attrName>style.visibility</p:attrName>
                                        </p:attrNameLst>
                                      </p:cBhvr>
                                      <p:to>
                                        <p:strVal val="visible"/>
                                      </p:to>
                                    </p:set>
                                    <p:anim calcmode="lin" valueType="num">
                                      <p:cBhvr>
                                        <p:cTn id="471" dur="1000" fill="hold"/>
                                        <p:tgtEl>
                                          <p:spTgt spid="3">
                                            <p:graphicEl>
                                              <a:dgm id="{0210F23C-BF61-4F01-910B-494FC1C5A371}"/>
                                            </p:graphicEl>
                                          </p:spTgt>
                                        </p:tgtEl>
                                        <p:attrNameLst>
                                          <p:attrName>ppt_w</p:attrName>
                                        </p:attrNameLst>
                                      </p:cBhvr>
                                      <p:tavLst>
                                        <p:tav tm="0">
                                          <p:val>
                                            <p:fltVal val="0"/>
                                          </p:val>
                                        </p:tav>
                                        <p:tav tm="100000">
                                          <p:val>
                                            <p:strVal val="#ppt_w"/>
                                          </p:val>
                                        </p:tav>
                                      </p:tavLst>
                                    </p:anim>
                                    <p:anim calcmode="lin" valueType="num">
                                      <p:cBhvr>
                                        <p:cTn id="472" dur="1000" fill="hold"/>
                                        <p:tgtEl>
                                          <p:spTgt spid="3">
                                            <p:graphicEl>
                                              <a:dgm id="{0210F23C-BF61-4F01-910B-494FC1C5A371}"/>
                                            </p:graphicEl>
                                          </p:spTgt>
                                        </p:tgtEl>
                                        <p:attrNameLst>
                                          <p:attrName>ppt_h</p:attrName>
                                        </p:attrNameLst>
                                      </p:cBhvr>
                                      <p:tavLst>
                                        <p:tav tm="0">
                                          <p:val>
                                            <p:fltVal val="0"/>
                                          </p:val>
                                        </p:tav>
                                        <p:tav tm="100000">
                                          <p:val>
                                            <p:strVal val="#ppt_h"/>
                                          </p:val>
                                        </p:tav>
                                      </p:tavLst>
                                    </p:anim>
                                    <p:anim calcmode="lin" valueType="num">
                                      <p:cBhvr>
                                        <p:cTn id="473" dur="1000" fill="hold"/>
                                        <p:tgtEl>
                                          <p:spTgt spid="3">
                                            <p:graphicEl>
                                              <a:dgm id="{0210F23C-BF61-4F01-910B-494FC1C5A371}"/>
                                            </p:graphicEl>
                                          </p:spTgt>
                                        </p:tgtEl>
                                        <p:attrNameLst>
                                          <p:attrName>style.rotation</p:attrName>
                                        </p:attrNameLst>
                                      </p:cBhvr>
                                      <p:tavLst>
                                        <p:tav tm="0">
                                          <p:val>
                                            <p:fltVal val="90"/>
                                          </p:val>
                                        </p:tav>
                                        <p:tav tm="100000">
                                          <p:val>
                                            <p:fltVal val="0"/>
                                          </p:val>
                                        </p:tav>
                                      </p:tavLst>
                                    </p:anim>
                                    <p:animEffect transition="in" filter="fade">
                                      <p:cBhvr>
                                        <p:cTn id="474" dur="1000"/>
                                        <p:tgtEl>
                                          <p:spTgt spid="3">
                                            <p:graphicEl>
                                              <a:dgm id="{0210F23C-BF61-4F01-910B-494FC1C5A371}"/>
                                            </p:graphicEl>
                                          </p:spTgt>
                                        </p:tgtEl>
                                      </p:cBhvr>
                                    </p:animEffect>
                                  </p:childTnLst>
                                </p:cTn>
                              </p:par>
                              <p:par>
                                <p:cTn id="475" presetID="31" presetClass="entr" presetSubtype="0" fill="hold" grpId="0" nodeType="withEffect">
                                  <p:stCondLst>
                                    <p:cond delay="0"/>
                                  </p:stCondLst>
                                  <p:childTnLst>
                                    <p:set>
                                      <p:cBhvr>
                                        <p:cTn id="476" dur="1" fill="hold">
                                          <p:stCondLst>
                                            <p:cond delay="0"/>
                                          </p:stCondLst>
                                        </p:cTn>
                                        <p:tgtEl>
                                          <p:spTgt spid="3">
                                            <p:graphicEl>
                                              <a:dgm id="{4873D770-E80A-4B86-9359-604A670CD448}"/>
                                            </p:graphicEl>
                                          </p:spTgt>
                                        </p:tgtEl>
                                        <p:attrNameLst>
                                          <p:attrName>style.visibility</p:attrName>
                                        </p:attrNameLst>
                                      </p:cBhvr>
                                      <p:to>
                                        <p:strVal val="visible"/>
                                      </p:to>
                                    </p:set>
                                    <p:anim calcmode="lin" valueType="num">
                                      <p:cBhvr>
                                        <p:cTn id="477" dur="1000" fill="hold"/>
                                        <p:tgtEl>
                                          <p:spTgt spid="3">
                                            <p:graphicEl>
                                              <a:dgm id="{4873D770-E80A-4B86-9359-604A670CD448}"/>
                                            </p:graphicEl>
                                          </p:spTgt>
                                        </p:tgtEl>
                                        <p:attrNameLst>
                                          <p:attrName>ppt_w</p:attrName>
                                        </p:attrNameLst>
                                      </p:cBhvr>
                                      <p:tavLst>
                                        <p:tav tm="0">
                                          <p:val>
                                            <p:fltVal val="0"/>
                                          </p:val>
                                        </p:tav>
                                        <p:tav tm="100000">
                                          <p:val>
                                            <p:strVal val="#ppt_w"/>
                                          </p:val>
                                        </p:tav>
                                      </p:tavLst>
                                    </p:anim>
                                    <p:anim calcmode="lin" valueType="num">
                                      <p:cBhvr>
                                        <p:cTn id="478" dur="1000" fill="hold"/>
                                        <p:tgtEl>
                                          <p:spTgt spid="3">
                                            <p:graphicEl>
                                              <a:dgm id="{4873D770-E80A-4B86-9359-604A670CD448}"/>
                                            </p:graphicEl>
                                          </p:spTgt>
                                        </p:tgtEl>
                                        <p:attrNameLst>
                                          <p:attrName>ppt_h</p:attrName>
                                        </p:attrNameLst>
                                      </p:cBhvr>
                                      <p:tavLst>
                                        <p:tav tm="0">
                                          <p:val>
                                            <p:fltVal val="0"/>
                                          </p:val>
                                        </p:tav>
                                        <p:tav tm="100000">
                                          <p:val>
                                            <p:strVal val="#ppt_h"/>
                                          </p:val>
                                        </p:tav>
                                      </p:tavLst>
                                    </p:anim>
                                    <p:anim calcmode="lin" valueType="num">
                                      <p:cBhvr>
                                        <p:cTn id="479" dur="1000" fill="hold"/>
                                        <p:tgtEl>
                                          <p:spTgt spid="3">
                                            <p:graphicEl>
                                              <a:dgm id="{4873D770-E80A-4B86-9359-604A670CD448}"/>
                                            </p:graphicEl>
                                          </p:spTgt>
                                        </p:tgtEl>
                                        <p:attrNameLst>
                                          <p:attrName>style.rotation</p:attrName>
                                        </p:attrNameLst>
                                      </p:cBhvr>
                                      <p:tavLst>
                                        <p:tav tm="0">
                                          <p:val>
                                            <p:fltVal val="90"/>
                                          </p:val>
                                        </p:tav>
                                        <p:tav tm="100000">
                                          <p:val>
                                            <p:fltVal val="0"/>
                                          </p:val>
                                        </p:tav>
                                      </p:tavLst>
                                    </p:anim>
                                    <p:animEffect transition="in" filter="fade">
                                      <p:cBhvr>
                                        <p:cTn id="480" dur="1000"/>
                                        <p:tgtEl>
                                          <p:spTgt spid="3">
                                            <p:graphicEl>
                                              <a:dgm id="{4873D770-E80A-4B86-9359-604A670CD448}"/>
                                            </p:graphicEl>
                                          </p:spTgt>
                                        </p:tgtEl>
                                      </p:cBhvr>
                                    </p:animEffect>
                                  </p:childTnLst>
                                </p:cTn>
                              </p:par>
                              <p:par>
                                <p:cTn id="481" presetID="31" presetClass="entr" presetSubtype="0" fill="hold" grpId="0" nodeType="withEffect">
                                  <p:stCondLst>
                                    <p:cond delay="0"/>
                                  </p:stCondLst>
                                  <p:childTnLst>
                                    <p:set>
                                      <p:cBhvr>
                                        <p:cTn id="482" dur="1" fill="hold">
                                          <p:stCondLst>
                                            <p:cond delay="0"/>
                                          </p:stCondLst>
                                        </p:cTn>
                                        <p:tgtEl>
                                          <p:spTgt spid="3">
                                            <p:graphicEl>
                                              <a:dgm id="{029D36CB-EDFD-43E6-81A3-91928BBEAF5C}"/>
                                            </p:graphicEl>
                                          </p:spTgt>
                                        </p:tgtEl>
                                        <p:attrNameLst>
                                          <p:attrName>style.visibility</p:attrName>
                                        </p:attrNameLst>
                                      </p:cBhvr>
                                      <p:to>
                                        <p:strVal val="visible"/>
                                      </p:to>
                                    </p:set>
                                    <p:anim calcmode="lin" valueType="num">
                                      <p:cBhvr>
                                        <p:cTn id="483" dur="1000" fill="hold"/>
                                        <p:tgtEl>
                                          <p:spTgt spid="3">
                                            <p:graphicEl>
                                              <a:dgm id="{029D36CB-EDFD-43E6-81A3-91928BBEAF5C}"/>
                                            </p:graphicEl>
                                          </p:spTgt>
                                        </p:tgtEl>
                                        <p:attrNameLst>
                                          <p:attrName>ppt_w</p:attrName>
                                        </p:attrNameLst>
                                      </p:cBhvr>
                                      <p:tavLst>
                                        <p:tav tm="0">
                                          <p:val>
                                            <p:fltVal val="0"/>
                                          </p:val>
                                        </p:tav>
                                        <p:tav tm="100000">
                                          <p:val>
                                            <p:strVal val="#ppt_w"/>
                                          </p:val>
                                        </p:tav>
                                      </p:tavLst>
                                    </p:anim>
                                    <p:anim calcmode="lin" valueType="num">
                                      <p:cBhvr>
                                        <p:cTn id="484" dur="1000" fill="hold"/>
                                        <p:tgtEl>
                                          <p:spTgt spid="3">
                                            <p:graphicEl>
                                              <a:dgm id="{029D36CB-EDFD-43E6-81A3-91928BBEAF5C}"/>
                                            </p:graphicEl>
                                          </p:spTgt>
                                        </p:tgtEl>
                                        <p:attrNameLst>
                                          <p:attrName>ppt_h</p:attrName>
                                        </p:attrNameLst>
                                      </p:cBhvr>
                                      <p:tavLst>
                                        <p:tav tm="0">
                                          <p:val>
                                            <p:fltVal val="0"/>
                                          </p:val>
                                        </p:tav>
                                        <p:tav tm="100000">
                                          <p:val>
                                            <p:strVal val="#ppt_h"/>
                                          </p:val>
                                        </p:tav>
                                      </p:tavLst>
                                    </p:anim>
                                    <p:anim calcmode="lin" valueType="num">
                                      <p:cBhvr>
                                        <p:cTn id="485" dur="1000" fill="hold"/>
                                        <p:tgtEl>
                                          <p:spTgt spid="3">
                                            <p:graphicEl>
                                              <a:dgm id="{029D36CB-EDFD-43E6-81A3-91928BBEAF5C}"/>
                                            </p:graphicEl>
                                          </p:spTgt>
                                        </p:tgtEl>
                                        <p:attrNameLst>
                                          <p:attrName>style.rotation</p:attrName>
                                        </p:attrNameLst>
                                      </p:cBhvr>
                                      <p:tavLst>
                                        <p:tav tm="0">
                                          <p:val>
                                            <p:fltVal val="90"/>
                                          </p:val>
                                        </p:tav>
                                        <p:tav tm="100000">
                                          <p:val>
                                            <p:fltVal val="0"/>
                                          </p:val>
                                        </p:tav>
                                      </p:tavLst>
                                    </p:anim>
                                    <p:animEffect transition="in" filter="fade">
                                      <p:cBhvr>
                                        <p:cTn id="486" dur="1000"/>
                                        <p:tgtEl>
                                          <p:spTgt spid="3">
                                            <p:graphicEl>
                                              <a:dgm id="{029D36CB-EDFD-43E6-81A3-91928BBEAF5C}"/>
                                            </p:graphicEl>
                                          </p:spTgt>
                                        </p:tgtEl>
                                      </p:cBhvr>
                                    </p:animEffect>
                                  </p:childTnLst>
                                </p:cTn>
                              </p:par>
                              <p:par>
                                <p:cTn id="487" presetID="31" presetClass="entr" presetSubtype="0" fill="hold" grpId="0" nodeType="withEffect">
                                  <p:stCondLst>
                                    <p:cond delay="0"/>
                                  </p:stCondLst>
                                  <p:childTnLst>
                                    <p:set>
                                      <p:cBhvr>
                                        <p:cTn id="488" dur="1" fill="hold">
                                          <p:stCondLst>
                                            <p:cond delay="0"/>
                                          </p:stCondLst>
                                        </p:cTn>
                                        <p:tgtEl>
                                          <p:spTgt spid="3">
                                            <p:graphicEl>
                                              <a:dgm id="{99BEE858-DDF2-4311-B627-B8C49A1D3FF6}"/>
                                            </p:graphicEl>
                                          </p:spTgt>
                                        </p:tgtEl>
                                        <p:attrNameLst>
                                          <p:attrName>style.visibility</p:attrName>
                                        </p:attrNameLst>
                                      </p:cBhvr>
                                      <p:to>
                                        <p:strVal val="visible"/>
                                      </p:to>
                                    </p:set>
                                    <p:anim calcmode="lin" valueType="num">
                                      <p:cBhvr>
                                        <p:cTn id="489" dur="1000" fill="hold"/>
                                        <p:tgtEl>
                                          <p:spTgt spid="3">
                                            <p:graphicEl>
                                              <a:dgm id="{99BEE858-DDF2-4311-B627-B8C49A1D3FF6}"/>
                                            </p:graphicEl>
                                          </p:spTgt>
                                        </p:tgtEl>
                                        <p:attrNameLst>
                                          <p:attrName>ppt_w</p:attrName>
                                        </p:attrNameLst>
                                      </p:cBhvr>
                                      <p:tavLst>
                                        <p:tav tm="0">
                                          <p:val>
                                            <p:fltVal val="0"/>
                                          </p:val>
                                        </p:tav>
                                        <p:tav tm="100000">
                                          <p:val>
                                            <p:strVal val="#ppt_w"/>
                                          </p:val>
                                        </p:tav>
                                      </p:tavLst>
                                    </p:anim>
                                    <p:anim calcmode="lin" valueType="num">
                                      <p:cBhvr>
                                        <p:cTn id="490" dur="1000" fill="hold"/>
                                        <p:tgtEl>
                                          <p:spTgt spid="3">
                                            <p:graphicEl>
                                              <a:dgm id="{99BEE858-DDF2-4311-B627-B8C49A1D3FF6}"/>
                                            </p:graphicEl>
                                          </p:spTgt>
                                        </p:tgtEl>
                                        <p:attrNameLst>
                                          <p:attrName>ppt_h</p:attrName>
                                        </p:attrNameLst>
                                      </p:cBhvr>
                                      <p:tavLst>
                                        <p:tav tm="0">
                                          <p:val>
                                            <p:fltVal val="0"/>
                                          </p:val>
                                        </p:tav>
                                        <p:tav tm="100000">
                                          <p:val>
                                            <p:strVal val="#ppt_h"/>
                                          </p:val>
                                        </p:tav>
                                      </p:tavLst>
                                    </p:anim>
                                    <p:anim calcmode="lin" valueType="num">
                                      <p:cBhvr>
                                        <p:cTn id="491" dur="1000" fill="hold"/>
                                        <p:tgtEl>
                                          <p:spTgt spid="3">
                                            <p:graphicEl>
                                              <a:dgm id="{99BEE858-DDF2-4311-B627-B8C49A1D3FF6}"/>
                                            </p:graphicEl>
                                          </p:spTgt>
                                        </p:tgtEl>
                                        <p:attrNameLst>
                                          <p:attrName>style.rotation</p:attrName>
                                        </p:attrNameLst>
                                      </p:cBhvr>
                                      <p:tavLst>
                                        <p:tav tm="0">
                                          <p:val>
                                            <p:fltVal val="90"/>
                                          </p:val>
                                        </p:tav>
                                        <p:tav tm="100000">
                                          <p:val>
                                            <p:fltVal val="0"/>
                                          </p:val>
                                        </p:tav>
                                      </p:tavLst>
                                    </p:anim>
                                    <p:animEffect transition="in" filter="fade">
                                      <p:cBhvr>
                                        <p:cTn id="492" dur="1000"/>
                                        <p:tgtEl>
                                          <p:spTgt spid="3">
                                            <p:graphicEl>
                                              <a:dgm id="{99BEE858-DDF2-4311-B627-B8C49A1D3FF6}"/>
                                            </p:graphicEl>
                                          </p:spTgt>
                                        </p:tgtEl>
                                      </p:cBhvr>
                                    </p:animEffect>
                                  </p:childTnLst>
                                </p:cTn>
                              </p:par>
                              <p:par>
                                <p:cTn id="493" presetID="31" presetClass="entr" presetSubtype="0" fill="hold" grpId="0" nodeType="withEffect">
                                  <p:stCondLst>
                                    <p:cond delay="0"/>
                                  </p:stCondLst>
                                  <p:childTnLst>
                                    <p:set>
                                      <p:cBhvr>
                                        <p:cTn id="494" dur="1" fill="hold">
                                          <p:stCondLst>
                                            <p:cond delay="0"/>
                                          </p:stCondLst>
                                        </p:cTn>
                                        <p:tgtEl>
                                          <p:spTgt spid="3">
                                            <p:graphicEl>
                                              <a:dgm id="{AF91621F-726F-4D63-8104-53D175BF39F3}"/>
                                            </p:graphicEl>
                                          </p:spTgt>
                                        </p:tgtEl>
                                        <p:attrNameLst>
                                          <p:attrName>style.visibility</p:attrName>
                                        </p:attrNameLst>
                                      </p:cBhvr>
                                      <p:to>
                                        <p:strVal val="visible"/>
                                      </p:to>
                                    </p:set>
                                    <p:anim calcmode="lin" valueType="num">
                                      <p:cBhvr>
                                        <p:cTn id="495" dur="1000" fill="hold"/>
                                        <p:tgtEl>
                                          <p:spTgt spid="3">
                                            <p:graphicEl>
                                              <a:dgm id="{AF91621F-726F-4D63-8104-53D175BF39F3}"/>
                                            </p:graphicEl>
                                          </p:spTgt>
                                        </p:tgtEl>
                                        <p:attrNameLst>
                                          <p:attrName>ppt_w</p:attrName>
                                        </p:attrNameLst>
                                      </p:cBhvr>
                                      <p:tavLst>
                                        <p:tav tm="0">
                                          <p:val>
                                            <p:fltVal val="0"/>
                                          </p:val>
                                        </p:tav>
                                        <p:tav tm="100000">
                                          <p:val>
                                            <p:strVal val="#ppt_w"/>
                                          </p:val>
                                        </p:tav>
                                      </p:tavLst>
                                    </p:anim>
                                    <p:anim calcmode="lin" valueType="num">
                                      <p:cBhvr>
                                        <p:cTn id="496" dur="1000" fill="hold"/>
                                        <p:tgtEl>
                                          <p:spTgt spid="3">
                                            <p:graphicEl>
                                              <a:dgm id="{AF91621F-726F-4D63-8104-53D175BF39F3}"/>
                                            </p:graphicEl>
                                          </p:spTgt>
                                        </p:tgtEl>
                                        <p:attrNameLst>
                                          <p:attrName>ppt_h</p:attrName>
                                        </p:attrNameLst>
                                      </p:cBhvr>
                                      <p:tavLst>
                                        <p:tav tm="0">
                                          <p:val>
                                            <p:fltVal val="0"/>
                                          </p:val>
                                        </p:tav>
                                        <p:tav tm="100000">
                                          <p:val>
                                            <p:strVal val="#ppt_h"/>
                                          </p:val>
                                        </p:tav>
                                      </p:tavLst>
                                    </p:anim>
                                    <p:anim calcmode="lin" valueType="num">
                                      <p:cBhvr>
                                        <p:cTn id="497" dur="1000" fill="hold"/>
                                        <p:tgtEl>
                                          <p:spTgt spid="3">
                                            <p:graphicEl>
                                              <a:dgm id="{AF91621F-726F-4D63-8104-53D175BF39F3}"/>
                                            </p:graphicEl>
                                          </p:spTgt>
                                        </p:tgtEl>
                                        <p:attrNameLst>
                                          <p:attrName>style.rotation</p:attrName>
                                        </p:attrNameLst>
                                      </p:cBhvr>
                                      <p:tavLst>
                                        <p:tav tm="0">
                                          <p:val>
                                            <p:fltVal val="90"/>
                                          </p:val>
                                        </p:tav>
                                        <p:tav tm="100000">
                                          <p:val>
                                            <p:fltVal val="0"/>
                                          </p:val>
                                        </p:tav>
                                      </p:tavLst>
                                    </p:anim>
                                    <p:animEffect transition="in" filter="fade">
                                      <p:cBhvr>
                                        <p:cTn id="498" dur="1000"/>
                                        <p:tgtEl>
                                          <p:spTgt spid="3">
                                            <p:graphicEl>
                                              <a:dgm id="{AF91621F-726F-4D63-8104-53D175BF39F3}"/>
                                            </p:graphicEl>
                                          </p:spTgt>
                                        </p:tgtEl>
                                      </p:cBhvr>
                                    </p:animEffect>
                                  </p:childTnLst>
                                </p:cTn>
                              </p:par>
                              <p:par>
                                <p:cTn id="499" presetID="31" presetClass="entr" presetSubtype="0" fill="hold" grpId="0" nodeType="withEffect">
                                  <p:stCondLst>
                                    <p:cond delay="0"/>
                                  </p:stCondLst>
                                  <p:childTnLst>
                                    <p:set>
                                      <p:cBhvr>
                                        <p:cTn id="500" dur="1" fill="hold">
                                          <p:stCondLst>
                                            <p:cond delay="0"/>
                                          </p:stCondLst>
                                        </p:cTn>
                                        <p:tgtEl>
                                          <p:spTgt spid="3">
                                            <p:graphicEl>
                                              <a:dgm id="{54F3BF60-0615-4E38-A8BB-C624AF3F382A}"/>
                                            </p:graphicEl>
                                          </p:spTgt>
                                        </p:tgtEl>
                                        <p:attrNameLst>
                                          <p:attrName>style.visibility</p:attrName>
                                        </p:attrNameLst>
                                      </p:cBhvr>
                                      <p:to>
                                        <p:strVal val="visible"/>
                                      </p:to>
                                    </p:set>
                                    <p:anim calcmode="lin" valueType="num">
                                      <p:cBhvr>
                                        <p:cTn id="501" dur="1000" fill="hold"/>
                                        <p:tgtEl>
                                          <p:spTgt spid="3">
                                            <p:graphicEl>
                                              <a:dgm id="{54F3BF60-0615-4E38-A8BB-C624AF3F382A}"/>
                                            </p:graphicEl>
                                          </p:spTgt>
                                        </p:tgtEl>
                                        <p:attrNameLst>
                                          <p:attrName>ppt_w</p:attrName>
                                        </p:attrNameLst>
                                      </p:cBhvr>
                                      <p:tavLst>
                                        <p:tav tm="0">
                                          <p:val>
                                            <p:fltVal val="0"/>
                                          </p:val>
                                        </p:tav>
                                        <p:tav tm="100000">
                                          <p:val>
                                            <p:strVal val="#ppt_w"/>
                                          </p:val>
                                        </p:tav>
                                      </p:tavLst>
                                    </p:anim>
                                    <p:anim calcmode="lin" valueType="num">
                                      <p:cBhvr>
                                        <p:cTn id="502" dur="1000" fill="hold"/>
                                        <p:tgtEl>
                                          <p:spTgt spid="3">
                                            <p:graphicEl>
                                              <a:dgm id="{54F3BF60-0615-4E38-A8BB-C624AF3F382A}"/>
                                            </p:graphicEl>
                                          </p:spTgt>
                                        </p:tgtEl>
                                        <p:attrNameLst>
                                          <p:attrName>ppt_h</p:attrName>
                                        </p:attrNameLst>
                                      </p:cBhvr>
                                      <p:tavLst>
                                        <p:tav tm="0">
                                          <p:val>
                                            <p:fltVal val="0"/>
                                          </p:val>
                                        </p:tav>
                                        <p:tav tm="100000">
                                          <p:val>
                                            <p:strVal val="#ppt_h"/>
                                          </p:val>
                                        </p:tav>
                                      </p:tavLst>
                                    </p:anim>
                                    <p:anim calcmode="lin" valueType="num">
                                      <p:cBhvr>
                                        <p:cTn id="503" dur="1000" fill="hold"/>
                                        <p:tgtEl>
                                          <p:spTgt spid="3">
                                            <p:graphicEl>
                                              <a:dgm id="{54F3BF60-0615-4E38-A8BB-C624AF3F382A}"/>
                                            </p:graphicEl>
                                          </p:spTgt>
                                        </p:tgtEl>
                                        <p:attrNameLst>
                                          <p:attrName>style.rotation</p:attrName>
                                        </p:attrNameLst>
                                      </p:cBhvr>
                                      <p:tavLst>
                                        <p:tav tm="0">
                                          <p:val>
                                            <p:fltVal val="90"/>
                                          </p:val>
                                        </p:tav>
                                        <p:tav tm="100000">
                                          <p:val>
                                            <p:fltVal val="0"/>
                                          </p:val>
                                        </p:tav>
                                      </p:tavLst>
                                    </p:anim>
                                    <p:animEffect transition="in" filter="fade">
                                      <p:cBhvr>
                                        <p:cTn id="504" dur="1000"/>
                                        <p:tgtEl>
                                          <p:spTgt spid="3">
                                            <p:graphicEl>
                                              <a:dgm id="{54F3BF60-0615-4E38-A8BB-C624AF3F382A}"/>
                                            </p:graphicEl>
                                          </p:spTgt>
                                        </p:tgtEl>
                                      </p:cBhvr>
                                    </p:animEffect>
                                  </p:childTnLst>
                                </p:cTn>
                              </p:par>
                              <p:par>
                                <p:cTn id="505" presetID="31" presetClass="entr" presetSubtype="0" fill="hold" grpId="0" nodeType="withEffect">
                                  <p:stCondLst>
                                    <p:cond delay="0"/>
                                  </p:stCondLst>
                                  <p:childTnLst>
                                    <p:set>
                                      <p:cBhvr>
                                        <p:cTn id="506" dur="1" fill="hold">
                                          <p:stCondLst>
                                            <p:cond delay="0"/>
                                          </p:stCondLst>
                                        </p:cTn>
                                        <p:tgtEl>
                                          <p:spTgt spid="3">
                                            <p:graphicEl>
                                              <a:dgm id="{5A01EFDC-8E37-4D3D-BB0B-B3C275E9A343}"/>
                                            </p:graphicEl>
                                          </p:spTgt>
                                        </p:tgtEl>
                                        <p:attrNameLst>
                                          <p:attrName>style.visibility</p:attrName>
                                        </p:attrNameLst>
                                      </p:cBhvr>
                                      <p:to>
                                        <p:strVal val="visible"/>
                                      </p:to>
                                    </p:set>
                                    <p:anim calcmode="lin" valueType="num">
                                      <p:cBhvr>
                                        <p:cTn id="507" dur="1000" fill="hold"/>
                                        <p:tgtEl>
                                          <p:spTgt spid="3">
                                            <p:graphicEl>
                                              <a:dgm id="{5A01EFDC-8E37-4D3D-BB0B-B3C275E9A343}"/>
                                            </p:graphicEl>
                                          </p:spTgt>
                                        </p:tgtEl>
                                        <p:attrNameLst>
                                          <p:attrName>ppt_w</p:attrName>
                                        </p:attrNameLst>
                                      </p:cBhvr>
                                      <p:tavLst>
                                        <p:tav tm="0">
                                          <p:val>
                                            <p:fltVal val="0"/>
                                          </p:val>
                                        </p:tav>
                                        <p:tav tm="100000">
                                          <p:val>
                                            <p:strVal val="#ppt_w"/>
                                          </p:val>
                                        </p:tav>
                                      </p:tavLst>
                                    </p:anim>
                                    <p:anim calcmode="lin" valueType="num">
                                      <p:cBhvr>
                                        <p:cTn id="508" dur="1000" fill="hold"/>
                                        <p:tgtEl>
                                          <p:spTgt spid="3">
                                            <p:graphicEl>
                                              <a:dgm id="{5A01EFDC-8E37-4D3D-BB0B-B3C275E9A343}"/>
                                            </p:graphicEl>
                                          </p:spTgt>
                                        </p:tgtEl>
                                        <p:attrNameLst>
                                          <p:attrName>ppt_h</p:attrName>
                                        </p:attrNameLst>
                                      </p:cBhvr>
                                      <p:tavLst>
                                        <p:tav tm="0">
                                          <p:val>
                                            <p:fltVal val="0"/>
                                          </p:val>
                                        </p:tav>
                                        <p:tav tm="100000">
                                          <p:val>
                                            <p:strVal val="#ppt_h"/>
                                          </p:val>
                                        </p:tav>
                                      </p:tavLst>
                                    </p:anim>
                                    <p:anim calcmode="lin" valueType="num">
                                      <p:cBhvr>
                                        <p:cTn id="509" dur="1000" fill="hold"/>
                                        <p:tgtEl>
                                          <p:spTgt spid="3">
                                            <p:graphicEl>
                                              <a:dgm id="{5A01EFDC-8E37-4D3D-BB0B-B3C275E9A343}"/>
                                            </p:graphicEl>
                                          </p:spTgt>
                                        </p:tgtEl>
                                        <p:attrNameLst>
                                          <p:attrName>style.rotation</p:attrName>
                                        </p:attrNameLst>
                                      </p:cBhvr>
                                      <p:tavLst>
                                        <p:tav tm="0">
                                          <p:val>
                                            <p:fltVal val="90"/>
                                          </p:val>
                                        </p:tav>
                                        <p:tav tm="100000">
                                          <p:val>
                                            <p:fltVal val="0"/>
                                          </p:val>
                                        </p:tav>
                                      </p:tavLst>
                                    </p:anim>
                                    <p:animEffect transition="in" filter="fade">
                                      <p:cBhvr>
                                        <p:cTn id="510" dur="1000"/>
                                        <p:tgtEl>
                                          <p:spTgt spid="3">
                                            <p:graphicEl>
                                              <a:dgm id="{5A01EFDC-8E37-4D3D-BB0B-B3C275E9A343}"/>
                                            </p:graphicEl>
                                          </p:spTgt>
                                        </p:tgtEl>
                                      </p:cBhvr>
                                    </p:animEffect>
                                  </p:childTnLst>
                                </p:cTn>
                              </p:par>
                              <p:par>
                                <p:cTn id="511" presetID="31" presetClass="entr" presetSubtype="0" fill="hold" grpId="0" nodeType="withEffect">
                                  <p:stCondLst>
                                    <p:cond delay="0"/>
                                  </p:stCondLst>
                                  <p:childTnLst>
                                    <p:set>
                                      <p:cBhvr>
                                        <p:cTn id="512" dur="1" fill="hold">
                                          <p:stCondLst>
                                            <p:cond delay="0"/>
                                          </p:stCondLst>
                                        </p:cTn>
                                        <p:tgtEl>
                                          <p:spTgt spid="3">
                                            <p:graphicEl>
                                              <a:dgm id="{1303EC3B-4C78-4278-BDB6-271F4FE6B73A}"/>
                                            </p:graphicEl>
                                          </p:spTgt>
                                        </p:tgtEl>
                                        <p:attrNameLst>
                                          <p:attrName>style.visibility</p:attrName>
                                        </p:attrNameLst>
                                      </p:cBhvr>
                                      <p:to>
                                        <p:strVal val="visible"/>
                                      </p:to>
                                    </p:set>
                                    <p:anim calcmode="lin" valueType="num">
                                      <p:cBhvr>
                                        <p:cTn id="513" dur="1000" fill="hold"/>
                                        <p:tgtEl>
                                          <p:spTgt spid="3">
                                            <p:graphicEl>
                                              <a:dgm id="{1303EC3B-4C78-4278-BDB6-271F4FE6B73A}"/>
                                            </p:graphicEl>
                                          </p:spTgt>
                                        </p:tgtEl>
                                        <p:attrNameLst>
                                          <p:attrName>ppt_w</p:attrName>
                                        </p:attrNameLst>
                                      </p:cBhvr>
                                      <p:tavLst>
                                        <p:tav tm="0">
                                          <p:val>
                                            <p:fltVal val="0"/>
                                          </p:val>
                                        </p:tav>
                                        <p:tav tm="100000">
                                          <p:val>
                                            <p:strVal val="#ppt_w"/>
                                          </p:val>
                                        </p:tav>
                                      </p:tavLst>
                                    </p:anim>
                                    <p:anim calcmode="lin" valueType="num">
                                      <p:cBhvr>
                                        <p:cTn id="514" dur="1000" fill="hold"/>
                                        <p:tgtEl>
                                          <p:spTgt spid="3">
                                            <p:graphicEl>
                                              <a:dgm id="{1303EC3B-4C78-4278-BDB6-271F4FE6B73A}"/>
                                            </p:graphicEl>
                                          </p:spTgt>
                                        </p:tgtEl>
                                        <p:attrNameLst>
                                          <p:attrName>ppt_h</p:attrName>
                                        </p:attrNameLst>
                                      </p:cBhvr>
                                      <p:tavLst>
                                        <p:tav tm="0">
                                          <p:val>
                                            <p:fltVal val="0"/>
                                          </p:val>
                                        </p:tav>
                                        <p:tav tm="100000">
                                          <p:val>
                                            <p:strVal val="#ppt_h"/>
                                          </p:val>
                                        </p:tav>
                                      </p:tavLst>
                                    </p:anim>
                                    <p:anim calcmode="lin" valueType="num">
                                      <p:cBhvr>
                                        <p:cTn id="515" dur="1000" fill="hold"/>
                                        <p:tgtEl>
                                          <p:spTgt spid="3">
                                            <p:graphicEl>
                                              <a:dgm id="{1303EC3B-4C78-4278-BDB6-271F4FE6B73A}"/>
                                            </p:graphicEl>
                                          </p:spTgt>
                                        </p:tgtEl>
                                        <p:attrNameLst>
                                          <p:attrName>style.rotation</p:attrName>
                                        </p:attrNameLst>
                                      </p:cBhvr>
                                      <p:tavLst>
                                        <p:tav tm="0">
                                          <p:val>
                                            <p:fltVal val="90"/>
                                          </p:val>
                                        </p:tav>
                                        <p:tav tm="100000">
                                          <p:val>
                                            <p:fltVal val="0"/>
                                          </p:val>
                                        </p:tav>
                                      </p:tavLst>
                                    </p:anim>
                                    <p:animEffect transition="in" filter="fade">
                                      <p:cBhvr>
                                        <p:cTn id="516" dur="1000"/>
                                        <p:tgtEl>
                                          <p:spTgt spid="3">
                                            <p:graphicEl>
                                              <a:dgm id="{1303EC3B-4C78-4278-BDB6-271F4FE6B73A}"/>
                                            </p:graphicEl>
                                          </p:spTgt>
                                        </p:tgtEl>
                                      </p:cBhvr>
                                    </p:animEffect>
                                  </p:childTnLst>
                                </p:cTn>
                              </p:par>
                              <p:par>
                                <p:cTn id="517" presetID="31" presetClass="entr" presetSubtype="0" fill="hold" grpId="0" nodeType="withEffect">
                                  <p:stCondLst>
                                    <p:cond delay="0"/>
                                  </p:stCondLst>
                                  <p:childTnLst>
                                    <p:set>
                                      <p:cBhvr>
                                        <p:cTn id="518" dur="1" fill="hold">
                                          <p:stCondLst>
                                            <p:cond delay="0"/>
                                          </p:stCondLst>
                                        </p:cTn>
                                        <p:tgtEl>
                                          <p:spTgt spid="3">
                                            <p:graphicEl>
                                              <a:dgm id="{E720B441-BEDC-4F80-A751-B8F396FB61D8}"/>
                                            </p:graphicEl>
                                          </p:spTgt>
                                        </p:tgtEl>
                                        <p:attrNameLst>
                                          <p:attrName>style.visibility</p:attrName>
                                        </p:attrNameLst>
                                      </p:cBhvr>
                                      <p:to>
                                        <p:strVal val="visible"/>
                                      </p:to>
                                    </p:set>
                                    <p:anim calcmode="lin" valueType="num">
                                      <p:cBhvr>
                                        <p:cTn id="519" dur="1000" fill="hold"/>
                                        <p:tgtEl>
                                          <p:spTgt spid="3">
                                            <p:graphicEl>
                                              <a:dgm id="{E720B441-BEDC-4F80-A751-B8F396FB61D8}"/>
                                            </p:graphicEl>
                                          </p:spTgt>
                                        </p:tgtEl>
                                        <p:attrNameLst>
                                          <p:attrName>ppt_w</p:attrName>
                                        </p:attrNameLst>
                                      </p:cBhvr>
                                      <p:tavLst>
                                        <p:tav tm="0">
                                          <p:val>
                                            <p:fltVal val="0"/>
                                          </p:val>
                                        </p:tav>
                                        <p:tav tm="100000">
                                          <p:val>
                                            <p:strVal val="#ppt_w"/>
                                          </p:val>
                                        </p:tav>
                                      </p:tavLst>
                                    </p:anim>
                                    <p:anim calcmode="lin" valueType="num">
                                      <p:cBhvr>
                                        <p:cTn id="520" dur="1000" fill="hold"/>
                                        <p:tgtEl>
                                          <p:spTgt spid="3">
                                            <p:graphicEl>
                                              <a:dgm id="{E720B441-BEDC-4F80-A751-B8F396FB61D8}"/>
                                            </p:graphicEl>
                                          </p:spTgt>
                                        </p:tgtEl>
                                        <p:attrNameLst>
                                          <p:attrName>ppt_h</p:attrName>
                                        </p:attrNameLst>
                                      </p:cBhvr>
                                      <p:tavLst>
                                        <p:tav tm="0">
                                          <p:val>
                                            <p:fltVal val="0"/>
                                          </p:val>
                                        </p:tav>
                                        <p:tav tm="100000">
                                          <p:val>
                                            <p:strVal val="#ppt_h"/>
                                          </p:val>
                                        </p:tav>
                                      </p:tavLst>
                                    </p:anim>
                                    <p:anim calcmode="lin" valueType="num">
                                      <p:cBhvr>
                                        <p:cTn id="521" dur="1000" fill="hold"/>
                                        <p:tgtEl>
                                          <p:spTgt spid="3">
                                            <p:graphicEl>
                                              <a:dgm id="{E720B441-BEDC-4F80-A751-B8F396FB61D8}"/>
                                            </p:graphicEl>
                                          </p:spTgt>
                                        </p:tgtEl>
                                        <p:attrNameLst>
                                          <p:attrName>style.rotation</p:attrName>
                                        </p:attrNameLst>
                                      </p:cBhvr>
                                      <p:tavLst>
                                        <p:tav tm="0">
                                          <p:val>
                                            <p:fltVal val="90"/>
                                          </p:val>
                                        </p:tav>
                                        <p:tav tm="100000">
                                          <p:val>
                                            <p:fltVal val="0"/>
                                          </p:val>
                                        </p:tav>
                                      </p:tavLst>
                                    </p:anim>
                                    <p:animEffect transition="in" filter="fade">
                                      <p:cBhvr>
                                        <p:cTn id="522" dur="1000"/>
                                        <p:tgtEl>
                                          <p:spTgt spid="3">
                                            <p:graphicEl>
                                              <a:dgm id="{E720B441-BEDC-4F80-A751-B8F396FB61D8}"/>
                                            </p:graphicEl>
                                          </p:spTgt>
                                        </p:tgtEl>
                                      </p:cBhvr>
                                    </p:animEffect>
                                  </p:childTnLst>
                                </p:cTn>
                              </p:par>
                              <p:par>
                                <p:cTn id="523" presetID="31" presetClass="entr" presetSubtype="0" fill="hold" grpId="0" nodeType="withEffect">
                                  <p:stCondLst>
                                    <p:cond delay="0"/>
                                  </p:stCondLst>
                                  <p:childTnLst>
                                    <p:set>
                                      <p:cBhvr>
                                        <p:cTn id="524" dur="1" fill="hold">
                                          <p:stCondLst>
                                            <p:cond delay="0"/>
                                          </p:stCondLst>
                                        </p:cTn>
                                        <p:tgtEl>
                                          <p:spTgt spid="3">
                                            <p:graphicEl>
                                              <a:dgm id="{93A4F2A3-ED85-49ED-AD6C-A7ECB3EA16E2}"/>
                                            </p:graphicEl>
                                          </p:spTgt>
                                        </p:tgtEl>
                                        <p:attrNameLst>
                                          <p:attrName>style.visibility</p:attrName>
                                        </p:attrNameLst>
                                      </p:cBhvr>
                                      <p:to>
                                        <p:strVal val="visible"/>
                                      </p:to>
                                    </p:set>
                                    <p:anim calcmode="lin" valueType="num">
                                      <p:cBhvr>
                                        <p:cTn id="525" dur="1000" fill="hold"/>
                                        <p:tgtEl>
                                          <p:spTgt spid="3">
                                            <p:graphicEl>
                                              <a:dgm id="{93A4F2A3-ED85-49ED-AD6C-A7ECB3EA16E2}"/>
                                            </p:graphicEl>
                                          </p:spTgt>
                                        </p:tgtEl>
                                        <p:attrNameLst>
                                          <p:attrName>ppt_w</p:attrName>
                                        </p:attrNameLst>
                                      </p:cBhvr>
                                      <p:tavLst>
                                        <p:tav tm="0">
                                          <p:val>
                                            <p:fltVal val="0"/>
                                          </p:val>
                                        </p:tav>
                                        <p:tav tm="100000">
                                          <p:val>
                                            <p:strVal val="#ppt_w"/>
                                          </p:val>
                                        </p:tav>
                                      </p:tavLst>
                                    </p:anim>
                                    <p:anim calcmode="lin" valueType="num">
                                      <p:cBhvr>
                                        <p:cTn id="526" dur="1000" fill="hold"/>
                                        <p:tgtEl>
                                          <p:spTgt spid="3">
                                            <p:graphicEl>
                                              <a:dgm id="{93A4F2A3-ED85-49ED-AD6C-A7ECB3EA16E2}"/>
                                            </p:graphicEl>
                                          </p:spTgt>
                                        </p:tgtEl>
                                        <p:attrNameLst>
                                          <p:attrName>ppt_h</p:attrName>
                                        </p:attrNameLst>
                                      </p:cBhvr>
                                      <p:tavLst>
                                        <p:tav tm="0">
                                          <p:val>
                                            <p:fltVal val="0"/>
                                          </p:val>
                                        </p:tav>
                                        <p:tav tm="100000">
                                          <p:val>
                                            <p:strVal val="#ppt_h"/>
                                          </p:val>
                                        </p:tav>
                                      </p:tavLst>
                                    </p:anim>
                                    <p:anim calcmode="lin" valueType="num">
                                      <p:cBhvr>
                                        <p:cTn id="527" dur="1000" fill="hold"/>
                                        <p:tgtEl>
                                          <p:spTgt spid="3">
                                            <p:graphicEl>
                                              <a:dgm id="{93A4F2A3-ED85-49ED-AD6C-A7ECB3EA16E2}"/>
                                            </p:graphicEl>
                                          </p:spTgt>
                                        </p:tgtEl>
                                        <p:attrNameLst>
                                          <p:attrName>style.rotation</p:attrName>
                                        </p:attrNameLst>
                                      </p:cBhvr>
                                      <p:tavLst>
                                        <p:tav tm="0">
                                          <p:val>
                                            <p:fltVal val="90"/>
                                          </p:val>
                                        </p:tav>
                                        <p:tav tm="100000">
                                          <p:val>
                                            <p:fltVal val="0"/>
                                          </p:val>
                                        </p:tav>
                                      </p:tavLst>
                                    </p:anim>
                                    <p:animEffect transition="in" filter="fade">
                                      <p:cBhvr>
                                        <p:cTn id="528" dur="1000"/>
                                        <p:tgtEl>
                                          <p:spTgt spid="3">
                                            <p:graphicEl>
                                              <a:dgm id="{93A4F2A3-ED85-49ED-AD6C-A7ECB3EA16E2}"/>
                                            </p:graphicEl>
                                          </p:spTgt>
                                        </p:tgtEl>
                                      </p:cBhvr>
                                    </p:animEffect>
                                  </p:childTnLst>
                                </p:cTn>
                              </p:par>
                              <p:par>
                                <p:cTn id="529" presetID="31" presetClass="entr" presetSubtype="0" fill="hold" grpId="0" nodeType="withEffect">
                                  <p:stCondLst>
                                    <p:cond delay="0"/>
                                  </p:stCondLst>
                                  <p:childTnLst>
                                    <p:set>
                                      <p:cBhvr>
                                        <p:cTn id="530" dur="1" fill="hold">
                                          <p:stCondLst>
                                            <p:cond delay="0"/>
                                          </p:stCondLst>
                                        </p:cTn>
                                        <p:tgtEl>
                                          <p:spTgt spid="3">
                                            <p:graphicEl>
                                              <a:dgm id="{C69AF02E-F38F-456F-BE87-C073BBAE8898}"/>
                                            </p:graphicEl>
                                          </p:spTgt>
                                        </p:tgtEl>
                                        <p:attrNameLst>
                                          <p:attrName>style.visibility</p:attrName>
                                        </p:attrNameLst>
                                      </p:cBhvr>
                                      <p:to>
                                        <p:strVal val="visible"/>
                                      </p:to>
                                    </p:set>
                                    <p:anim calcmode="lin" valueType="num">
                                      <p:cBhvr>
                                        <p:cTn id="531" dur="1000" fill="hold"/>
                                        <p:tgtEl>
                                          <p:spTgt spid="3">
                                            <p:graphicEl>
                                              <a:dgm id="{C69AF02E-F38F-456F-BE87-C073BBAE8898}"/>
                                            </p:graphicEl>
                                          </p:spTgt>
                                        </p:tgtEl>
                                        <p:attrNameLst>
                                          <p:attrName>ppt_w</p:attrName>
                                        </p:attrNameLst>
                                      </p:cBhvr>
                                      <p:tavLst>
                                        <p:tav tm="0">
                                          <p:val>
                                            <p:fltVal val="0"/>
                                          </p:val>
                                        </p:tav>
                                        <p:tav tm="100000">
                                          <p:val>
                                            <p:strVal val="#ppt_w"/>
                                          </p:val>
                                        </p:tav>
                                      </p:tavLst>
                                    </p:anim>
                                    <p:anim calcmode="lin" valueType="num">
                                      <p:cBhvr>
                                        <p:cTn id="532" dur="1000" fill="hold"/>
                                        <p:tgtEl>
                                          <p:spTgt spid="3">
                                            <p:graphicEl>
                                              <a:dgm id="{C69AF02E-F38F-456F-BE87-C073BBAE8898}"/>
                                            </p:graphicEl>
                                          </p:spTgt>
                                        </p:tgtEl>
                                        <p:attrNameLst>
                                          <p:attrName>ppt_h</p:attrName>
                                        </p:attrNameLst>
                                      </p:cBhvr>
                                      <p:tavLst>
                                        <p:tav tm="0">
                                          <p:val>
                                            <p:fltVal val="0"/>
                                          </p:val>
                                        </p:tav>
                                        <p:tav tm="100000">
                                          <p:val>
                                            <p:strVal val="#ppt_h"/>
                                          </p:val>
                                        </p:tav>
                                      </p:tavLst>
                                    </p:anim>
                                    <p:anim calcmode="lin" valueType="num">
                                      <p:cBhvr>
                                        <p:cTn id="533" dur="1000" fill="hold"/>
                                        <p:tgtEl>
                                          <p:spTgt spid="3">
                                            <p:graphicEl>
                                              <a:dgm id="{C69AF02E-F38F-456F-BE87-C073BBAE8898}"/>
                                            </p:graphicEl>
                                          </p:spTgt>
                                        </p:tgtEl>
                                        <p:attrNameLst>
                                          <p:attrName>style.rotation</p:attrName>
                                        </p:attrNameLst>
                                      </p:cBhvr>
                                      <p:tavLst>
                                        <p:tav tm="0">
                                          <p:val>
                                            <p:fltVal val="90"/>
                                          </p:val>
                                        </p:tav>
                                        <p:tav tm="100000">
                                          <p:val>
                                            <p:fltVal val="0"/>
                                          </p:val>
                                        </p:tav>
                                      </p:tavLst>
                                    </p:anim>
                                    <p:animEffect transition="in" filter="fade">
                                      <p:cBhvr>
                                        <p:cTn id="534" dur="1000"/>
                                        <p:tgtEl>
                                          <p:spTgt spid="3">
                                            <p:graphicEl>
                                              <a:dgm id="{C69AF02E-F38F-456F-BE87-C073BBAE8898}"/>
                                            </p:graphicEl>
                                          </p:spTgt>
                                        </p:tgtEl>
                                      </p:cBhvr>
                                    </p:animEffect>
                                  </p:childTnLst>
                                </p:cTn>
                              </p:par>
                              <p:par>
                                <p:cTn id="535" presetID="31" presetClass="entr" presetSubtype="0" fill="hold" grpId="0" nodeType="withEffect">
                                  <p:stCondLst>
                                    <p:cond delay="0"/>
                                  </p:stCondLst>
                                  <p:childTnLst>
                                    <p:set>
                                      <p:cBhvr>
                                        <p:cTn id="536" dur="1" fill="hold">
                                          <p:stCondLst>
                                            <p:cond delay="0"/>
                                          </p:stCondLst>
                                        </p:cTn>
                                        <p:tgtEl>
                                          <p:spTgt spid="3">
                                            <p:graphicEl>
                                              <a:dgm id="{E40092B4-7851-48B7-9D7C-4DDFCEE16BED}"/>
                                            </p:graphicEl>
                                          </p:spTgt>
                                        </p:tgtEl>
                                        <p:attrNameLst>
                                          <p:attrName>style.visibility</p:attrName>
                                        </p:attrNameLst>
                                      </p:cBhvr>
                                      <p:to>
                                        <p:strVal val="visible"/>
                                      </p:to>
                                    </p:set>
                                    <p:anim calcmode="lin" valueType="num">
                                      <p:cBhvr>
                                        <p:cTn id="537" dur="1000" fill="hold"/>
                                        <p:tgtEl>
                                          <p:spTgt spid="3">
                                            <p:graphicEl>
                                              <a:dgm id="{E40092B4-7851-48B7-9D7C-4DDFCEE16BED}"/>
                                            </p:graphicEl>
                                          </p:spTgt>
                                        </p:tgtEl>
                                        <p:attrNameLst>
                                          <p:attrName>ppt_w</p:attrName>
                                        </p:attrNameLst>
                                      </p:cBhvr>
                                      <p:tavLst>
                                        <p:tav tm="0">
                                          <p:val>
                                            <p:fltVal val="0"/>
                                          </p:val>
                                        </p:tav>
                                        <p:tav tm="100000">
                                          <p:val>
                                            <p:strVal val="#ppt_w"/>
                                          </p:val>
                                        </p:tav>
                                      </p:tavLst>
                                    </p:anim>
                                    <p:anim calcmode="lin" valueType="num">
                                      <p:cBhvr>
                                        <p:cTn id="538" dur="1000" fill="hold"/>
                                        <p:tgtEl>
                                          <p:spTgt spid="3">
                                            <p:graphicEl>
                                              <a:dgm id="{E40092B4-7851-48B7-9D7C-4DDFCEE16BED}"/>
                                            </p:graphicEl>
                                          </p:spTgt>
                                        </p:tgtEl>
                                        <p:attrNameLst>
                                          <p:attrName>ppt_h</p:attrName>
                                        </p:attrNameLst>
                                      </p:cBhvr>
                                      <p:tavLst>
                                        <p:tav tm="0">
                                          <p:val>
                                            <p:fltVal val="0"/>
                                          </p:val>
                                        </p:tav>
                                        <p:tav tm="100000">
                                          <p:val>
                                            <p:strVal val="#ppt_h"/>
                                          </p:val>
                                        </p:tav>
                                      </p:tavLst>
                                    </p:anim>
                                    <p:anim calcmode="lin" valueType="num">
                                      <p:cBhvr>
                                        <p:cTn id="539" dur="1000" fill="hold"/>
                                        <p:tgtEl>
                                          <p:spTgt spid="3">
                                            <p:graphicEl>
                                              <a:dgm id="{E40092B4-7851-48B7-9D7C-4DDFCEE16BED}"/>
                                            </p:graphicEl>
                                          </p:spTgt>
                                        </p:tgtEl>
                                        <p:attrNameLst>
                                          <p:attrName>style.rotation</p:attrName>
                                        </p:attrNameLst>
                                      </p:cBhvr>
                                      <p:tavLst>
                                        <p:tav tm="0">
                                          <p:val>
                                            <p:fltVal val="90"/>
                                          </p:val>
                                        </p:tav>
                                        <p:tav tm="100000">
                                          <p:val>
                                            <p:fltVal val="0"/>
                                          </p:val>
                                        </p:tav>
                                      </p:tavLst>
                                    </p:anim>
                                    <p:animEffect transition="in" filter="fade">
                                      <p:cBhvr>
                                        <p:cTn id="540" dur="1000"/>
                                        <p:tgtEl>
                                          <p:spTgt spid="3">
                                            <p:graphicEl>
                                              <a:dgm id="{E40092B4-7851-48B7-9D7C-4DDFCEE16BED}"/>
                                            </p:graphicEl>
                                          </p:spTgt>
                                        </p:tgtEl>
                                      </p:cBhvr>
                                    </p:animEffect>
                                  </p:childTnLst>
                                </p:cTn>
                              </p:par>
                              <p:par>
                                <p:cTn id="541" presetID="31" presetClass="entr" presetSubtype="0" fill="hold" grpId="0" nodeType="withEffect">
                                  <p:stCondLst>
                                    <p:cond delay="0"/>
                                  </p:stCondLst>
                                  <p:childTnLst>
                                    <p:set>
                                      <p:cBhvr>
                                        <p:cTn id="542" dur="1" fill="hold">
                                          <p:stCondLst>
                                            <p:cond delay="0"/>
                                          </p:stCondLst>
                                        </p:cTn>
                                        <p:tgtEl>
                                          <p:spTgt spid="3">
                                            <p:graphicEl>
                                              <a:dgm id="{4B042221-24A9-431C-A847-C2FF16635356}"/>
                                            </p:graphicEl>
                                          </p:spTgt>
                                        </p:tgtEl>
                                        <p:attrNameLst>
                                          <p:attrName>style.visibility</p:attrName>
                                        </p:attrNameLst>
                                      </p:cBhvr>
                                      <p:to>
                                        <p:strVal val="visible"/>
                                      </p:to>
                                    </p:set>
                                    <p:anim calcmode="lin" valueType="num">
                                      <p:cBhvr>
                                        <p:cTn id="543" dur="1000" fill="hold"/>
                                        <p:tgtEl>
                                          <p:spTgt spid="3">
                                            <p:graphicEl>
                                              <a:dgm id="{4B042221-24A9-431C-A847-C2FF16635356}"/>
                                            </p:graphicEl>
                                          </p:spTgt>
                                        </p:tgtEl>
                                        <p:attrNameLst>
                                          <p:attrName>ppt_w</p:attrName>
                                        </p:attrNameLst>
                                      </p:cBhvr>
                                      <p:tavLst>
                                        <p:tav tm="0">
                                          <p:val>
                                            <p:fltVal val="0"/>
                                          </p:val>
                                        </p:tav>
                                        <p:tav tm="100000">
                                          <p:val>
                                            <p:strVal val="#ppt_w"/>
                                          </p:val>
                                        </p:tav>
                                      </p:tavLst>
                                    </p:anim>
                                    <p:anim calcmode="lin" valueType="num">
                                      <p:cBhvr>
                                        <p:cTn id="544" dur="1000" fill="hold"/>
                                        <p:tgtEl>
                                          <p:spTgt spid="3">
                                            <p:graphicEl>
                                              <a:dgm id="{4B042221-24A9-431C-A847-C2FF16635356}"/>
                                            </p:graphicEl>
                                          </p:spTgt>
                                        </p:tgtEl>
                                        <p:attrNameLst>
                                          <p:attrName>ppt_h</p:attrName>
                                        </p:attrNameLst>
                                      </p:cBhvr>
                                      <p:tavLst>
                                        <p:tav tm="0">
                                          <p:val>
                                            <p:fltVal val="0"/>
                                          </p:val>
                                        </p:tav>
                                        <p:tav tm="100000">
                                          <p:val>
                                            <p:strVal val="#ppt_h"/>
                                          </p:val>
                                        </p:tav>
                                      </p:tavLst>
                                    </p:anim>
                                    <p:anim calcmode="lin" valueType="num">
                                      <p:cBhvr>
                                        <p:cTn id="545" dur="1000" fill="hold"/>
                                        <p:tgtEl>
                                          <p:spTgt spid="3">
                                            <p:graphicEl>
                                              <a:dgm id="{4B042221-24A9-431C-A847-C2FF16635356}"/>
                                            </p:graphicEl>
                                          </p:spTgt>
                                        </p:tgtEl>
                                        <p:attrNameLst>
                                          <p:attrName>style.rotation</p:attrName>
                                        </p:attrNameLst>
                                      </p:cBhvr>
                                      <p:tavLst>
                                        <p:tav tm="0">
                                          <p:val>
                                            <p:fltVal val="90"/>
                                          </p:val>
                                        </p:tav>
                                        <p:tav tm="100000">
                                          <p:val>
                                            <p:fltVal val="0"/>
                                          </p:val>
                                        </p:tav>
                                      </p:tavLst>
                                    </p:anim>
                                    <p:animEffect transition="in" filter="fade">
                                      <p:cBhvr>
                                        <p:cTn id="546" dur="1000"/>
                                        <p:tgtEl>
                                          <p:spTgt spid="3">
                                            <p:graphicEl>
                                              <a:dgm id="{4B042221-24A9-431C-A847-C2FF16635356}"/>
                                            </p:graphicEl>
                                          </p:spTgt>
                                        </p:tgtEl>
                                      </p:cBhvr>
                                    </p:animEffect>
                                  </p:childTnLst>
                                </p:cTn>
                              </p:par>
                              <p:par>
                                <p:cTn id="547" presetID="31" presetClass="entr" presetSubtype="0" fill="hold" grpId="0" nodeType="withEffect">
                                  <p:stCondLst>
                                    <p:cond delay="0"/>
                                  </p:stCondLst>
                                  <p:childTnLst>
                                    <p:set>
                                      <p:cBhvr>
                                        <p:cTn id="548" dur="1" fill="hold">
                                          <p:stCondLst>
                                            <p:cond delay="0"/>
                                          </p:stCondLst>
                                        </p:cTn>
                                        <p:tgtEl>
                                          <p:spTgt spid="3">
                                            <p:graphicEl>
                                              <a:dgm id="{307470AB-2E68-4AD7-A218-84F9DD59B1B9}"/>
                                            </p:graphicEl>
                                          </p:spTgt>
                                        </p:tgtEl>
                                        <p:attrNameLst>
                                          <p:attrName>style.visibility</p:attrName>
                                        </p:attrNameLst>
                                      </p:cBhvr>
                                      <p:to>
                                        <p:strVal val="visible"/>
                                      </p:to>
                                    </p:set>
                                    <p:anim calcmode="lin" valueType="num">
                                      <p:cBhvr>
                                        <p:cTn id="549" dur="1000" fill="hold"/>
                                        <p:tgtEl>
                                          <p:spTgt spid="3">
                                            <p:graphicEl>
                                              <a:dgm id="{307470AB-2E68-4AD7-A218-84F9DD59B1B9}"/>
                                            </p:graphicEl>
                                          </p:spTgt>
                                        </p:tgtEl>
                                        <p:attrNameLst>
                                          <p:attrName>ppt_w</p:attrName>
                                        </p:attrNameLst>
                                      </p:cBhvr>
                                      <p:tavLst>
                                        <p:tav tm="0">
                                          <p:val>
                                            <p:fltVal val="0"/>
                                          </p:val>
                                        </p:tav>
                                        <p:tav tm="100000">
                                          <p:val>
                                            <p:strVal val="#ppt_w"/>
                                          </p:val>
                                        </p:tav>
                                      </p:tavLst>
                                    </p:anim>
                                    <p:anim calcmode="lin" valueType="num">
                                      <p:cBhvr>
                                        <p:cTn id="550" dur="1000" fill="hold"/>
                                        <p:tgtEl>
                                          <p:spTgt spid="3">
                                            <p:graphicEl>
                                              <a:dgm id="{307470AB-2E68-4AD7-A218-84F9DD59B1B9}"/>
                                            </p:graphicEl>
                                          </p:spTgt>
                                        </p:tgtEl>
                                        <p:attrNameLst>
                                          <p:attrName>ppt_h</p:attrName>
                                        </p:attrNameLst>
                                      </p:cBhvr>
                                      <p:tavLst>
                                        <p:tav tm="0">
                                          <p:val>
                                            <p:fltVal val="0"/>
                                          </p:val>
                                        </p:tav>
                                        <p:tav tm="100000">
                                          <p:val>
                                            <p:strVal val="#ppt_h"/>
                                          </p:val>
                                        </p:tav>
                                      </p:tavLst>
                                    </p:anim>
                                    <p:anim calcmode="lin" valueType="num">
                                      <p:cBhvr>
                                        <p:cTn id="551" dur="1000" fill="hold"/>
                                        <p:tgtEl>
                                          <p:spTgt spid="3">
                                            <p:graphicEl>
                                              <a:dgm id="{307470AB-2E68-4AD7-A218-84F9DD59B1B9}"/>
                                            </p:graphicEl>
                                          </p:spTgt>
                                        </p:tgtEl>
                                        <p:attrNameLst>
                                          <p:attrName>style.rotation</p:attrName>
                                        </p:attrNameLst>
                                      </p:cBhvr>
                                      <p:tavLst>
                                        <p:tav tm="0">
                                          <p:val>
                                            <p:fltVal val="90"/>
                                          </p:val>
                                        </p:tav>
                                        <p:tav tm="100000">
                                          <p:val>
                                            <p:fltVal val="0"/>
                                          </p:val>
                                        </p:tav>
                                      </p:tavLst>
                                    </p:anim>
                                    <p:animEffect transition="in" filter="fade">
                                      <p:cBhvr>
                                        <p:cTn id="552" dur="1000"/>
                                        <p:tgtEl>
                                          <p:spTgt spid="3">
                                            <p:graphicEl>
                                              <a:dgm id="{307470AB-2E68-4AD7-A218-84F9DD59B1B9}"/>
                                            </p:graphicEl>
                                          </p:spTgt>
                                        </p:tgtEl>
                                      </p:cBhvr>
                                    </p:animEffect>
                                  </p:childTnLst>
                                </p:cTn>
                              </p:par>
                              <p:par>
                                <p:cTn id="553" presetID="31" presetClass="entr" presetSubtype="0" fill="hold" grpId="0" nodeType="withEffect">
                                  <p:stCondLst>
                                    <p:cond delay="0"/>
                                  </p:stCondLst>
                                  <p:childTnLst>
                                    <p:set>
                                      <p:cBhvr>
                                        <p:cTn id="554" dur="1" fill="hold">
                                          <p:stCondLst>
                                            <p:cond delay="0"/>
                                          </p:stCondLst>
                                        </p:cTn>
                                        <p:tgtEl>
                                          <p:spTgt spid="3">
                                            <p:graphicEl>
                                              <a:dgm id="{078744F2-DB66-4750-8F5A-6164966A23C4}"/>
                                            </p:graphicEl>
                                          </p:spTgt>
                                        </p:tgtEl>
                                        <p:attrNameLst>
                                          <p:attrName>style.visibility</p:attrName>
                                        </p:attrNameLst>
                                      </p:cBhvr>
                                      <p:to>
                                        <p:strVal val="visible"/>
                                      </p:to>
                                    </p:set>
                                    <p:anim calcmode="lin" valueType="num">
                                      <p:cBhvr>
                                        <p:cTn id="555" dur="1000" fill="hold"/>
                                        <p:tgtEl>
                                          <p:spTgt spid="3">
                                            <p:graphicEl>
                                              <a:dgm id="{078744F2-DB66-4750-8F5A-6164966A23C4}"/>
                                            </p:graphicEl>
                                          </p:spTgt>
                                        </p:tgtEl>
                                        <p:attrNameLst>
                                          <p:attrName>ppt_w</p:attrName>
                                        </p:attrNameLst>
                                      </p:cBhvr>
                                      <p:tavLst>
                                        <p:tav tm="0">
                                          <p:val>
                                            <p:fltVal val="0"/>
                                          </p:val>
                                        </p:tav>
                                        <p:tav tm="100000">
                                          <p:val>
                                            <p:strVal val="#ppt_w"/>
                                          </p:val>
                                        </p:tav>
                                      </p:tavLst>
                                    </p:anim>
                                    <p:anim calcmode="lin" valueType="num">
                                      <p:cBhvr>
                                        <p:cTn id="556" dur="1000" fill="hold"/>
                                        <p:tgtEl>
                                          <p:spTgt spid="3">
                                            <p:graphicEl>
                                              <a:dgm id="{078744F2-DB66-4750-8F5A-6164966A23C4}"/>
                                            </p:graphicEl>
                                          </p:spTgt>
                                        </p:tgtEl>
                                        <p:attrNameLst>
                                          <p:attrName>ppt_h</p:attrName>
                                        </p:attrNameLst>
                                      </p:cBhvr>
                                      <p:tavLst>
                                        <p:tav tm="0">
                                          <p:val>
                                            <p:fltVal val="0"/>
                                          </p:val>
                                        </p:tav>
                                        <p:tav tm="100000">
                                          <p:val>
                                            <p:strVal val="#ppt_h"/>
                                          </p:val>
                                        </p:tav>
                                      </p:tavLst>
                                    </p:anim>
                                    <p:anim calcmode="lin" valueType="num">
                                      <p:cBhvr>
                                        <p:cTn id="557" dur="1000" fill="hold"/>
                                        <p:tgtEl>
                                          <p:spTgt spid="3">
                                            <p:graphicEl>
                                              <a:dgm id="{078744F2-DB66-4750-8F5A-6164966A23C4}"/>
                                            </p:graphicEl>
                                          </p:spTgt>
                                        </p:tgtEl>
                                        <p:attrNameLst>
                                          <p:attrName>style.rotation</p:attrName>
                                        </p:attrNameLst>
                                      </p:cBhvr>
                                      <p:tavLst>
                                        <p:tav tm="0">
                                          <p:val>
                                            <p:fltVal val="90"/>
                                          </p:val>
                                        </p:tav>
                                        <p:tav tm="100000">
                                          <p:val>
                                            <p:fltVal val="0"/>
                                          </p:val>
                                        </p:tav>
                                      </p:tavLst>
                                    </p:anim>
                                    <p:animEffect transition="in" filter="fade">
                                      <p:cBhvr>
                                        <p:cTn id="558" dur="1000"/>
                                        <p:tgtEl>
                                          <p:spTgt spid="3">
                                            <p:graphicEl>
                                              <a:dgm id="{078744F2-DB66-4750-8F5A-6164966A23C4}"/>
                                            </p:graphicEl>
                                          </p:spTgt>
                                        </p:tgtEl>
                                      </p:cBhvr>
                                    </p:animEffect>
                                  </p:childTnLst>
                                </p:cTn>
                              </p:par>
                              <p:par>
                                <p:cTn id="559" presetID="31" presetClass="entr" presetSubtype="0" fill="hold" grpId="0" nodeType="withEffect">
                                  <p:stCondLst>
                                    <p:cond delay="0"/>
                                  </p:stCondLst>
                                  <p:childTnLst>
                                    <p:set>
                                      <p:cBhvr>
                                        <p:cTn id="560" dur="1" fill="hold">
                                          <p:stCondLst>
                                            <p:cond delay="0"/>
                                          </p:stCondLst>
                                        </p:cTn>
                                        <p:tgtEl>
                                          <p:spTgt spid="3">
                                            <p:graphicEl>
                                              <a:dgm id="{84BA5E35-0E1E-46DF-856C-989580E91153}"/>
                                            </p:graphicEl>
                                          </p:spTgt>
                                        </p:tgtEl>
                                        <p:attrNameLst>
                                          <p:attrName>style.visibility</p:attrName>
                                        </p:attrNameLst>
                                      </p:cBhvr>
                                      <p:to>
                                        <p:strVal val="visible"/>
                                      </p:to>
                                    </p:set>
                                    <p:anim calcmode="lin" valueType="num">
                                      <p:cBhvr>
                                        <p:cTn id="561" dur="1000" fill="hold"/>
                                        <p:tgtEl>
                                          <p:spTgt spid="3">
                                            <p:graphicEl>
                                              <a:dgm id="{84BA5E35-0E1E-46DF-856C-989580E91153}"/>
                                            </p:graphicEl>
                                          </p:spTgt>
                                        </p:tgtEl>
                                        <p:attrNameLst>
                                          <p:attrName>ppt_w</p:attrName>
                                        </p:attrNameLst>
                                      </p:cBhvr>
                                      <p:tavLst>
                                        <p:tav tm="0">
                                          <p:val>
                                            <p:fltVal val="0"/>
                                          </p:val>
                                        </p:tav>
                                        <p:tav tm="100000">
                                          <p:val>
                                            <p:strVal val="#ppt_w"/>
                                          </p:val>
                                        </p:tav>
                                      </p:tavLst>
                                    </p:anim>
                                    <p:anim calcmode="lin" valueType="num">
                                      <p:cBhvr>
                                        <p:cTn id="562" dur="1000" fill="hold"/>
                                        <p:tgtEl>
                                          <p:spTgt spid="3">
                                            <p:graphicEl>
                                              <a:dgm id="{84BA5E35-0E1E-46DF-856C-989580E91153}"/>
                                            </p:graphicEl>
                                          </p:spTgt>
                                        </p:tgtEl>
                                        <p:attrNameLst>
                                          <p:attrName>ppt_h</p:attrName>
                                        </p:attrNameLst>
                                      </p:cBhvr>
                                      <p:tavLst>
                                        <p:tav tm="0">
                                          <p:val>
                                            <p:fltVal val="0"/>
                                          </p:val>
                                        </p:tav>
                                        <p:tav tm="100000">
                                          <p:val>
                                            <p:strVal val="#ppt_h"/>
                                          </p:val>
                                        </p:tav>
                                      </p:tavLst>
                                    </p:anim>
                                    <p:anim calcmode="lin" valueType="num">
                                      <p:cBhvr>
                                        <p:cTn id="563" dur="1000" fill="hold"/>
                                        <p:tgtEl>
                                          <p:spTgt spid="3">
                                            <p:graphicEl>
                                              <a:dgm id="{84BA5E35-0E1E-46DF-856C-989580E91153}"/>
                                            </p:graphicEl>
                                          </p:spTgt>
                                        </p:tgtEl>
                                        <p:attrNameLst>
                                          <p:attrName>style.rotation</p:attrName>
                                        </p:attrNameLst>
                                      </p:cBhvr>
                                      <p:tavLst>
                                        <p:tav tm="0">
                                          <p:val>
                                            <p:fltVal val="90"/>
                                          </p:val>
                                        </p:tav>
                                        <p:tav tm="100000">
                                          <p:val>
                                            <p:fltVal val="0"/>
                                          </p:val>
                                        </p:tav>
                                      </p:tavLst>
                                    </p:anim>
                                    <p:animEffect transition="in" filter="fade">
                                      <p:cBhvr>
                                        <p:cTn id="564" dur="1000"/>
                                        <p:tgtEl>
                                          <p:spTgt spid="3">
                                            <p:graphicEl>
                                              <a:dgm id="{84BA5E35-0E1E-46DF-856C-989580E91153}"/>
                                            </p:graphicEl>
                                          </p:spTgt>
                                        </p:tgtEl>
                                      </p:cBhvr>
                                    </p:animEffect>
                                  </p:childTnLst>
                                </p:cTn>
                              </p:par>
                              <p:par>
                                <p:cTn id="565" presetID="31" presetClass="entr" presetSubtype="0" fill="hold" grpId="0" nodeType="withEffect">
                                  <p:stCondLst>
                                    <p:cond delay="0"/>
                                  </p:stCondLst>
                                  <p:childTnLst>
                                    <p:set>
                                      <p:cBhvr>
                                        <p:cTn id="566" dur="1" fill="hold">
                                          <p:stCondLst>
                                            <p:cond delay="0"/>
                                          </p:stCondLst>
                                        </p:cTn>
                                        <p:tgtEl>
                                          <p:spTgt spid="3">
                                            <p:graphicEl>
                                              <a:dgm id="{21C21489-ACF9-4139-83B1-1334ED9DBCA9}"/>
                                            </p:graphicEl>
                                          </p:spTgt>
                                        </p:tgtEl>
                                        <p:attrNameLst>
                                          <p:attrName>style.visibility</p:attrName>
                                        </p:attrNameLst>
                                      </p:cBhvr>
                                      <p:to>
                                        <p:strVal val="visible"/>
                                      </p:to>
                                    </p:set>
                                    <p:anim calcmode="lin" valueType="num">
                                      <p:cBhvr>
                                        <p:cTn id="567" dur="1000" fill="hold"/>
                                        <p:tgtEl>
                                          <p:spTgt spid="3">
                                            <p:graphicEl>
                                              <a:dgm id="{21C21489-ACF9-4139-83B1-1334ED9DBCA9}"/>
                                            </p:graphicEl>
                                          </p:spTgt>
                                        </p:tgtEl>
                                        <p:attrNameLst>
                                          <p:attrName>ppt_w</p:attrName>
                                        </p:attrNameLst>
                                      </p:cBhvr>
                                      <p:tavLst>
                                        <p:tav tm="0">
                                          <p:val>
                                            <p:fltVal val="0"/>
                                          </p:val>
                                        </p:tav>
                                        <p:tav tm="100000">
                                          <p:val>
                                            <p:strVal val="#ppt_w"/>
                                          </p:val>
                                        </p:tav>
                                      </p:tavLst>
                                    </p:anim>
                                    <p:anim calcmode="lin" valueType="num">
                                      <p:cBhvr>
                                        <p:cTn id="568" dur="1000" fill="hold"/>
                                        <p:tgtEl>
                                          <p:spTgt spid="3">
                                            <p:graphicEl>
                                              <a:dgm id="{21C21489-ACF9-4139-83B1-1334ED9DBCA9}"/>
                                            </p:graphicEl>
                                          </p:spTgt>
                                        </p:tgtEl>
                                        <p:attrNameLst>
                                          <p:attrName>ppt_h</p:attrName>
                                        </p:attrNameLst>
                                      </p:cBhvr>
                                      <p:tavLst>
                                        <p:tav tm="0">
                                          <p:val>
                                            <p:fltVal val="0"/>
                                          </p:val>
                                        </p:tav>
                                        <p:tav tm="100000">
                                          <p:val>
                                            <p:strVal val="#ppt_h"/>
                                          </p:val>
                                        </p:tav>
                                      </p:tavLst>
                                    </p:anim>
                                    <p:anim calcmode="lin" valueType="num">
                                      <p:cBhvr>
                                        <p:cTn id="569" dur="1000" fill="hold"/>
                                        <p:tgtEl>
                                          <p:spTgt spid="3">
                                            <p:graphicEl>
                                              <a:dgm id="{21C21489-ACF9-4139-83B1-1334ED9DBCA9}"/>
                                            </p:graphicEl>
                                          </p:spTgt>
                                        </p:tgtEl>
                                        <p:attrNameLst>
                                          <p:attrName>style.rotation</p:attrName>
                                        </p:attrNameLst>
                                      </p:cBhvr>
                                      <p:tavLst>
                                        <p:tav tm="0">
                                          <p:val>
                                            <p:fltVal val="90"/>
                                          </p:val>
                                        </p:tav>
                                        <p:tav tm="100000">
                                          <p:val>
                                            <p:fltVal val="0"/>
                                          </p:val>
                                        </p:tav>
                                      </p:tavLst>
                                    </p:anim>
                                    <p:animEffect transition="in" filter="fade">
                                      <p:cBhvr>
                                        <p:cTn id="570" dur="1000"/>
                                        <p:tgtEl>
                                          <p:spTgt spid="3">
                                            <p:graphicEl>
                                              <a:dgm id="{21C21489-ACF9-4139-83B1-1334ED9DBCA9}"/>
                                            </p:graphicEl>
                                          </p:spTgt>
                                        </p:tgtEl>
                                      </p:cBhvr>
                                    </p:animEffect>
                                  </p:childTnLst>
                                </p:cTn>
                              </p:par>
                              <p:par>
                                <p:cTn id="571" presetID="31" presetClass="entr" presetSubtype="0" fill="hold" grpId="0" nodeType="withEffect">
                                  <p:stCondLst>
                                    <p:cond delay="0"/>
                                  </p:stCondLst>
                                  <p:childTnLst>
                                    <p:set>
                                      <p:cBhvr>
                                        <p:cTn id="572" dur="1" fill="hold">
                                          <p:stCondLst>
                                            <p:cond delay="0"/>
                                          </p:stCondLst>
                                        </p:cTn>
                                        <p:tgtEl>
                                          <p:spTgt spid="3">
                                            <p:graphicEl>
                                              <a:dgm id="{936E2243-90FD-4836-96CF-22988DE089BF}"/>
                                            </p:graphicEl>
                                          </p:spTgt>
                                        </p:tgtEl>
                                        <p:attrNameLst>
                                          <p:attrName>style.visibility</p:attrName>
                                        </p:attrNameLst>
                                      </p:cBhvr>
                                      <p:to>
                                        <p:strVal val="visible"/>
                                      </p:to>
                                    </p:set>
                                    <p:anim calcmode="lin" valueType="num">
                                      <p:cBhvr>
                                        <p:cTn id="573" dur="1000" fill="hold"/>
                                        <p:tgtEl>
                                          <p:spTgt spid="3">
                                            <p:graphicEl>
                                              <a:dgm id="{936E2243-90FD-4836-96CF-22988DE089BF}"/>
                                            </p:graphicEl>
                                          </p:spTgt>
                                        </p:tgtEl>
                                        <p:attrNameLst>
                                          <p:attrName>ppt_w</p:attrName>
                                        </p:attrNameLst>
                                      </p:cBhvr>
                                      <p:tavLst>
                                        <p:tav tm="0">
                                          <p:val>
                                            <p:fltVal val="0"/>
                                          </p:val>
                                        </p:tav>
                                        <p:tav tm="100000">
                                          <p:val>
                                            <p:strVal val="#ppt_w"/>
                                          </p:val>
                                        </p:tav>
                                      </p:tavLst>
                                    </p:anim>
                                    <p:anim calcmode="lin" valueType="num">
                                      <p:cBhvr>
                                        <p:cTn id="574" dur="1000" fill="hold"/>
                                        <p:tgtEl>
                                          <p:spTgt spid="3">
                                            <p:graphicEl>
                                              <a:dgm id="{936E2243-90FD-4836-96CF-22988DE089BF}"/>
                                            </p:graphicEl>
                                          </p:spTgt>
                                        </p:tgtEl>
                                        <p:attrNameLst>
                                          <p:attrName>ppt_h</p:attrName>
                                        </p:attrNameLst>
                                      </p:cBhvr>
                                      <p:tavLst>
                                        <p:tav tm="0">
                                          <p:val>
                                            <p:fltVal val="0"/>
                                          </p:val>
                                        </p:tav>
                                        <p:tav tm="100000">
                                          <p:val>
                                            <p:strVal val="#ppt_h"/>
                                          </p:val>
                                        </p:tav>
                                      </p:tavLst>
                                    </p:anim>
                                    <p:anim calcmode="lin" valueType="num">
                                      <p:cBhvr>
                                        <p:cTn id="575" dur="1000" fill="hold"/>
                                        <p:tgtEl>
                                          <p:spTgt spid="3">
                                            <p:graphicEl>
                                              <a:dgm id="{936E2243-90FD-4836-96CF-22988DE089BF}"/>
                                            </p:graphicEl>
                                          </p:spTgt>
                                        </p:tgtEl>
                                        <p:attrNameLst>
                                          <p:attrName>style.rotation</p:attrName>
                                        </p:attrNameLst>
                                      </p:cBhvr>
                                      <p:tavLst>
                                        <p:tav tm="0">
                                          <p:val>
                                            <p:fltVal val="90"/>
                                          </p:val>
                                        </p:tav>
                                        <p:tav tm="100000">
                                          <p:val>
                                            <p:fltVal val="0"/>
                                          </p:val>
                                        </p:tav>
                                      </p:tavLst>
                                    </p:anim>
                                    <p:animEffect transition="in" filter="fade">
                                      <p:cBhvr>
                                        <p:cTn id="576" dur="1000"/>
                                        <p:tgtEl>
                                          <p:spTgt spid="3">
                                            <p:graphicEl>
                                              <a:dgm id="{936E2243-90FD-4836-96CF-22988DE089BF}"/>
                                            </p:graphicEl>
                                          </p:spTgt>
                                        </p:tgtEl>
                                      </p:cBhvr>
                                    </p:animEffect>
                                  </p:childTnLst>
                                </p:cTn>
                              </p:par>
                              <p:par>
                                <p:cTn id="577" presetID="31" presetClass="entr" presetSubtype="0" fill="hold" grpId="0" nodeType="withEffect">
                                  <p:stCondLst>
                                    <p:cond delay="0"/>
                                  </p:stCondLst>
                                  <p:childTnLst>
                                    <p:set>
                                      <p:cBhvr>
                                        <p:cTn id="578" dur="1" fill="hold">
                                          <p:stCondLst>
                                            <p:cond delay="0"/>
                                          </p:stCondLst>
                                        </p:cTn>
                                        <p:tgtEl>
                                          <p:spTgt spid="3">
                                            <p:graphicEl>
                                              <a:dgm id="{6CA9AC7B-EBB2-466F-87F8-DD44A31185B4}"/>
                                            </p:graphicEl>
                                          </p:spTgt>
                                        </p:tgtEl>
                                        <p:attrNameLst>
                                          <p:attrName>style.visibility</p:attrName>
                                        </p:attrNameLst>
                                      </p:cBhvr>
                                      <p:to>
                                        <p:strVal val="visible"/>
                                      </p:to>
                                    </p:set>
                                    <p:anim calcmode="lin" valueType="num">
                                      <p:cBhvr>
                                        <p:cTn id="579" dur="1000" fill="hold"/>
                                        <p:tgtEl>
                                          <p:spTgt spid="3">
                                            <p:graphicEl>
                                              <a:dgm id="{6CA9AC7B-EBB2-466F-87F8-DD44A31185B4}"/>
                                            </p:graphicEl>
                                          </p:spTgt>
                                        </p:tgtEl>
                                        <p:attrNameLst>
                                          <p:attrName>ppt_w</p:attrName>
                                        </p:attrNameLst>
                                      </p:cBhvr>
                                      <p:tavLst>
                                        <p:tav tm="0">
                                          <p:val>
                                            <p:fltVal val="0"/>
                                          </p:val>
                                        </p:tav>
                                        <p:tav tm="100000">
                                          <p:val>
                                            <p:strVal val="#ppt_w"/>
                                          </p:val>
                                        </p:tav>
                                      </p:tavLst>
                                    </p:anim>
                                    <p:anim calcmode="lin" valueType="num">
                                      <p:cBhvr>
                                        <p:cTn id="580" dur="1000" fill="hold"/>
                                        <p:tgtEl>
                                          <p:spTgt spid="3">
                                            <p:graphicEl>
                                              <a:dgm id="{6CA9AC7B-EBB2-466F-87F8-DD44A31185B4}"/>
                                            </p:graphicEl>
                                          </p:spTgt>
                                        </p:tgtEl>
                                        <p:attrNameLst>
                                          <p:attrName>ppt_h</p:attrName>
                                        </p:attrNameLst>
                                      </p:cBhvr>
                                      <p:tavLst>
                                        <p:tav tm="0">
                                          <p:val>
                                            <p:fltVal val="0"/>
                                          </p:val>
                                        </p:tav>
                                        <p:tav tm="100000">
                                          <p:val>
                                            <p:strVal val="#ppt_h"/>
                                          </p:val>
                                        </p:tav>
                                      </p:tavLst>
                                    </p:anim>
                                    <p:anim calcmode="lin" valueType="num">
                                      <p:cBhvr>
                                        <p:cTn id="581" dur="1000" fill="hold"/>
                                        <p:tgtEl>
                                          <p:spTgt spid="3">
                                            <p:graphicEl>
                                              <a:dgm id="{6CA9AC7B-EBB2-466F-87F8-DD44A31185B4}"/>
                                            </p:graphicEl>
                                          </p:spTgt>
                                        </p:tgtEl>
                                        <p:attrNameLst>
                                          <p:attrName>style.rotation</p:attrName>
                                        </p:attrNameLst>
                                      </p:cBhvr>
                                      <p:tavLst>
                                        <p:tav tm="0">
                                          <p:val>
                                            <p:fltVal val="90"/>
                                          </p:val>
                                        </p:tav>
                                        <p:tav tm="100000">
                                          <p:val>
                                            <p:fltVal val="0"/>
                                          </p:val>
                                        </p:tav>
                                      </p:tavLst>
                                    </p:anim>
                                    <p:animEffect transition="in" filter="fade">
                                      <p:cBhvr>
                                        <p:cTn id="582" dur="1000"/>
                                        <p:tgtEl>
                                          <p:spTgt spid="3">
                                            <p:graphicEl>
                                              <a:dgm id="{6CA9AC7B-EBB2-466F-87F8-DD44A31185B4}"/>
                                            </p:graphicEl>
                                          </p:spTgt>
                                        </p:tgtEl>
                                      </p:cBhvr>
                                    </p:animEffect>
                                  </p:childTnLst>
                                </p:cTn>
                              </p:par>
                              <p:par>
                                <p:cTn id="583" presetID="31" presetClass="entr" presetSubtype="0" fill="hold" grpId="0" nodeType="withEffect">
                                  <p:stCondLst>
                                    <p:cond delay="0"/>
                                  </p:stCondLst>
                                  <p:childTnLst>
                                    <p:set>
                                      <p:cBhvr>
                                        <p:cTn id="584" dur="1" fill="hold">
                                          <p:stCondLst>
                                            <p:cond delay="0"/>
                                          </p:stCondLst>
                                        </p:cTn>
                                        <p:tgtEl>
                                          <p:spTgt spid="3">
                                            <p:graphicEl>
                                              <a:dgm id="{4A9AC3E9-5BC5-4CA6-81B5-EF2BB8E8CD20}"/>
                                            </p:graphicEl>
                                          </p:spTgt>
                                        </p:tgtEl>
                                        <p:attrNameLst>
                                          <p:attrName>style.visibility</p:attrName>
                                        </p:attrNameLst>
                                      </p:cBhvr>
                                      <p:to>
                                        <p:strVal val="visible"/>
                                      </p:to>
                                    </p:set>
                                    <p:anim calcmode="lin" valueType="num">
                                      <p:cBhvr>
                                        <p:cTn id="585" dur="1000" fill="hold"/>
                                        <p:tgtEl>
                                          <p:spTgt spid="3">
                                            <p:graphicEl>
                                              <a:dgm id="{4A9AC3E9-5BC5-4CA6-81B5-EF2BB8E8CD20}"/>
                                            </p:graphicEl>
                                          </p:spTgt>
                                        </p:tgtEl>
                                        <p:attrNameLst>
                                          <p:attrName>ppt_w</p:attrName>
                                        </p:attrNameLst>
                                      </p:cBhvr>
                                      <p:tavLst>
                                        <p:tav tm="0">
                                          <p:val>
                                            <p:fltVal val="0"/>
                                          </p:val>
                                        </p:tav>
                                        <p:tav tm="100000">
                                          <p:val>
                                            <p:strVal val="#ppt_w"/>
                                          </p:val>
                                        </p:tav>
                                      </p:tavLst>
                                    </p:anim>
                                    <p:anim calcmode="lin" valueType="num">
                                      <p:cBhvr>
                                        <p:cTn id="586" dur="1000" fill="hold"/>
                                        <p:tgtEl>
                                          <p:spTgt spid="3">
                                            <p:graphicEl>
                                              <a:dgm id="{4A9AC3E9-5BC5-4CA6-81B5-EF2BB8E8CD20}"/>
                                            </p:graphicEl>
                                          </p:spTgt>
                                        </p:tgtEl>
                                        <p:attrNameLst>
                                          <p:attrName>ppt_h</p:attrName>
                                        </p:attrNameLst>
                                      </p:cBhvr>
                                      <p:tavLst>
                                        <p:tav tm="0">
                                          <p:val>
                                            <p:fltVal val="0"/>
                                          </p:val>
                                        </p:tav>
                                        <p:tav tm="100000">
                                          <p:val>
                                            <p:strVal val="#ppt_h"/>
                                          </p:val>
                                        </p:tav>
                                      </p:tavLst>
                                    </p:anim>
                                    <p:anim calcmode="lin" valueType="num">
                                      <p:cBhvr>
                                        <p:cTn id="587" dur="1000" fill="hold"/>
                                        <p:tgtEl>
                                          <p:spTgt spid="3">
                                            <p:graphicEl>
                                              <a:dgm id="{4A9AC3E9-5BC5-4CA6-81B5-EF2BB8E8CD20}"/>
                                            </p:graphicEl>
                                          </p:spTgt>
                                        </p:tgtEl>
                                        <p:attrNameLst>
                                          <p:attrName>style.rotation</p:attrName>
                                        </p:attrNameLst>
                                      </p:cBhvr>
                                      <p:tavLst>
                                        <p:tav tm="0">
                                          <p:val>
                                            <p:fltVal val="90"/>
                                          </p:val>
                                        </p:tav>
                                        <p:tav tm="100000">
                                          <p:val>
                                            <p:fltVal val="0"/>
                                          </p:val>
                                        </p:tav>
                                      </p:tavLst>
                                    </p:anim>
                                    <p:animEffect transition="in" filter="fade">
                                      <p:cBhvr>
                                        <p:cTn id="588" dur="1000"/>
                                        <p:tgtEl>
                                          <p:spTgt spid="3">
                                            <p:graphicEl>
                                              <a:dgm id="{4A9AC3E9-5BC5-4CA6-81B5-EF2BB8E8CD20}"/>
                                            </p:graphicEl>
                                          </p:spTgt>
                                        </p:tgtEl>
                                      </p:cBhvr>
                                    </p:animEffect>
                                  </p:childTnLst>
                                </p:cTn>
                              </p:par>
                              <p:par>
                                <p:cTn id="589" presetID="31" presetClass="entr" presetSubtype="0" fill="hold" grpId="0" nodeType="withEffect">
                                  <p:stCondLst>
                                    <p:cond delay="0"/>
                                  </p:stCondLst>
                                  <p:childTnLst>
                                    <p:set>
                                      <p:cBhvr>
                                        <p:cTn id="590" dur="1" fill="hold">
                                          <p:stCondLst>
                                            <p:cond delay="0"/>
                                          </p:stCondLst>
                                        </p:cTn>
                                        <p:tgtEl>
                                          <p:spTgt spid="3">
                                            <p:graphicEl>
                                              <a:dgm id="{09F24AC3-8E37-4409-8C3C-D440999AA20E}"/>
                                            </p:graphicEl>
                                          </p:spTgt>
                                        </p:tgtEl>
                                        <p:attrNameLst>
                                          <p:attrName>style.visibility</p:attrName>
                                        </p:attrNameLst>
                                      </p:cBhvr>
                                      <p:to>
                                        <p:strVal val="visible"/>
                                      </p:to>
                                    </p:set>
                                    <p:anim calcmode="lin" valueType="num">
                                      <p:cBhvr>
                                        <p:cTn id="591" dur="1000" fill="hold"/>
                                        <p:tgtEl>
                                          <p:spTgt spid="3">
                                            <p:graphicEl>
                                              <a:dgm id="{09F24AC3-8E37-4409-8C3C-D440999AA20E}"/>
                                            </p:graphicEl>
                                          </p:spTgt>
                                        </p:tgtEl>
                                        <p:attrNameLst>
                                          <p:attrName>ppt_w</p:attrName>
                                        </p:attrNameLst>
                                      </p:cBhvr>
                                      <p:tavLst>
                                        <p:tav tm="0">
                                          <p:val>
                                            <p:fltVal val="0"/>
                                          </p:val>
                                        </p:tav>
                                        <p:tav tm="100000">
                                          <p:val>
                                            <p:strVal val="#ppt_w"/>
                                          </p:val>
                                        </p:tav>
                                      </p:tavLst>
                                    </p:anim>
                                    <p:anim calcmode="lin" valueType="num">
                                      <p:cBhvr>
                                        <p:cTn id="592" dur="1000" fill="hold"/>
                                        <p:tgtEl>
                                          <p:spTgt spid="3">
                                            <p:graphicEl>
                                              <a:dgm id="{09F24AC3-8E37-4409-8C3C-D440999AA20E}"/>
                                            </p:graphicEl>
                                          </p:spTgt>
                                        </p:tgtEl>
                                        <p:attrNameLst>
                                          <p:attrName>ppt_h</p:attrName>
                                        </p:attrNameLst>
                                      </p:cBhvr>
                                      <p:tavLst>
                                        <p:tav tm="0">
                                          <p:val>
                                            <p:fltVal val="0"/>
                                          </p:val>
                                        </p:tav>
                                        <p:tav tm="100000">
                                          <p:val>
                                            <p:strVal val="#ppt_h"/>
                                          </p:val>
                                        </p:tav>
                                      </p:tavLst>
                                    </p:anim>
                                    <p:anim calcmode="lin" valueType="num">
                                      <p:cBhvr>
                                        <p:cTn id="593" dur="1000" fill="hold"/>
                                        <p:tgtEl>
                                          <p:spTgt spid="3">
                                            <p:graphicEl>
                                              <a:dgm id="{09F24AC3-8E37-4409-8C3C-D440999AA20E}"/>
                                            </p:graphicEl>
                                          </p:spTgt>
                                        </p:tgtEl>
                                        <p:attrNameLst>
                                          <p:attrName>style.rotation</p:attrName>
                                        </p:attrNameLst>
                                      </p:cBhvr>
                                      <p:tavLst>
                                        <p:tav tm="0">
                                          <p:val>
                                            <p:fltVal val="90"/>
                                          </p:val>
                                        </p:tav>
                                        <p:tav tm="100000">
                                          <p:val>
                                            <p:fltVal val="0"/>
                                          </p:val>
                                        </p:tav>
                                      </p:tavLst>
                                    </p:anim>
                                    <p:animEffect transition="in" filter="fade">
                                      <p:cBhvr>
                                        <p:cTn id="594" dur="1000"/>
                                        <p:tgtEl>
                                          <p:spTgt spid="3">
                                            <p:graphicEl>
                                              <a:dgm id="{09F24AC3-8E37-4409-8C3C-D440999AA20E}"/>
                                            </p:graphicEl>
                                          </p:spTgt>
                                        </p:tgtEl>
                                      </p:cBhvr>
                                    </p:animEffect>
                                  </p:childTnLst>
                                </p:cTn>
                              </p:par>
                              <p:par>
                                <p:cTn id="595" presetID="31" presetClass="entr" presetSubtype="0" fill="hold" grpId="0" nodeType="withEffect">
                                  <p:stCondLst>
                                    <p:cond delay="0"/>
                                  </p:stCondLst>
                                  <p:childTnLst>
                                    <p:set>
                                      <p:cBhvr>
                                        <p:cTn id="596" dur="1" fill="hold">
                                          <p:stCondLst>
                                            <p:cond delay="0"/>
                                          </p:stCondLst>
                                        </p:cTn>
                                        <p:tgtEl>
                                          <p:spTgt spid="3">
                                            <p:graphicEl>
                                              <a:dgm id="{DAC84F30-7DB4-43BA-9C32-240391E03113}"/>
                                            </p:graphicEl>
                                          </p:spTgt>
                                        </p:tgtEl>
                                        <p:attrNameLst>
                                          <p:attrName>style.visibility</p:attrName>
                                        </p:attrNameLst>
                                      </p:cBhvr>
                                      <p:to>
                                        <p:strVal val="visible"/>
                                      </p:to>
                                    </p:set>
                                    <p:anim calcmode="lin" valueType="num">
                                      <p:cBhvr>
                                        <p:cTn id="597" dur="1000" fill="hold"/>
                                        <p:tgtEl>
                                          <p:spTgt spid="3">
                                            <p:graphicEl>
                                              <a:dgm id="{DAC84F30-7DB4-43BA-9C32-240391E03113}"/>
                                            </p:graphicEl>
                                          </p:spTgt>
                                        </p:tgtEl>
                                        <p:attrNameLst>
                                          <p:attrName>ppt_w</p:attrName>
                                        </p:attrNameLst>
                                      </p:cBhvr>
                                      <p:tavLst>
                                        <p:tav tm="0">
                                          <p:val>
                                            <p:fltVal val="0"/>
                                          </p:val>
                                        </p:tav>
                                        <p:tav tm="100000">
                                          <p:val>
                                            <p:strVal val="#ppt_w"/>
                                          </p:val>
                                        </p:tav>
                                      </p:tavLst>
                                    </p:anim>
                                    <p:anim calcmode="lin" valueType="num">
                                      <p:cBhvr>
                                        <p:cTn id="598" dur="1000" fill="hold"/>
                                        <p:tgtEl>
                                          <p:spTgt spid="3">
                                            <p:graphicEl>
                                              <a:dgm id="{DAC84F30-7DB4-43BA-9C32-240391E03113}"/>
                                            </p:graphicEl>
                                          </p:spTgt>
                                        </p:tgtEl>
                                        <p:attrNameLst>
                                          <p:attrName>ppt_h</p:attrName>
                                        </p:attrNameLst>
                                      </p:cBhvr>
                                      <p:tavLst>
                                        <p:tav tm="0">
                                          <p:val>
                                            <p:fltVal val="0"/>
                                          </p:val>
                                        </p:tav>
                                        <p:tav tm="100000">
                                          <p:val>
                                            <p:strVal val="#ppt_h"/>
                                          </p:val>
                                        </p:tav>
                                      </p:tavLst>
                                    </p:anim>
                                    <p:anim calcmode="lin" valueType="num">
                                      <p:cBhvr>
                                        <p:cTn id="599" dur="1000" fill="hold"/>
                                        <p:tgtEl>
                                          <p:spTgt spid="3">
                                            <p:graphicEl>
                                              <a:dgm id="{DAC84F30-7DB4-43BA-9C32-240391E03113}"/>
                                            </p:graphicEl>
                                          </p:spTgt>
                                        </p:tgtEl>
                                        <p:attrNameLst>
                                          <p:attrName>style.rotation</p:attrName>
                                        </p:attrNameLst>
                                      </p:cBhvr>
                                      <p:tavLst>
                                        <p:tav tm="0">
                                          <p:val>
                                            <p:fltVal val="90"/>
                                          </p:val>
                                        </p:tav>
                                        <p:tav tm="100000">
                                          <p:val>
                                            <p:fltVal val="0"/>
                                          </p:val>
                                        </p:tav>
                                      </p:tavLst>
                                    </p:anim>
                                    <p:animEffect transition="in" filter="fade">
                                      <p:cBhvr>
                                        <p:cTn id="600" dur="1000"/>
                                        <p:tgtEl>
                                          <p:spTgt spid="3">
                                            <p:graphicEl>
                                              <a:dgm id="{DAC84F30-7DB4-43BA-9C32-240391E03113}"/>
                                            </p:graphicEl>
                                          </p:spTgt>
                                        </p:tgtEl>
                                      </p:cBhvr>
                                    </p:animEffect>
                                  </p:childTnLst>
                                </p:cTn>
                              </p:par>
                              <p:par>
                                <p:cTn id="601" presetID="31" presetClass="entr" presetSubtype="0" fill="hold" grpId="0" nodeType="withEffect">
                                  <p:stCondLst>
                                    <p:cond delay="0"/>
                                  </p:stCondLst>
                                  <p:childTnLst>
                                    <p:set>
                                      <p:cBhvr>
                                        <p:cTn id="602" dur="1" fill="hold">
                                          <p:stCondLst>
                                            <p:cond delay="0"/>
                                          </p:stCondLst>
                                        </p:cTn>
                                        <p:tgtEl>
                                          <p:spTgt spid="3">
                                            <p:graphicEl>
                                              <a:dgm id="{65F93989-58D5-4F53-9BDC-B2ABD858FE8C}"/>
                                            </p:graphicEl>
                                          </p:spTgt>
                                        </p:tgtEl>
                                        <p:attrNameLst>
                                          <p:attrName>style.visibility</p:attrName>
                                        </p:attrNameLst>
                                      </p:cBhvr>
                                      <p:to>
                                        <p:strVal val="visible"/>
                                      </p:to>
                                    </p:set>
                                    <p:anim calcmode="lin" valueType="num">
                                      <p:cBhvr>
                                        <p:cTn id="603" dur="1000" fill="hold"/>
                                        <p:tgtEl>
                                          <p:spTgt spid="3">
                                            <p:graphicEl>
                                              <a:dgm id="{65F93989-58D5-4F53-9BDC-B2ABD858FE8C}"/>
                                            </p:graphicEl>
                                          </p:spTgt>
                                        </p:tgtEl>
                                        <p:attrNameLst>
                                          <p:attrName>ppt_w</p:attrName>
                                        </p:attrNameLst>
                                      </p:cBhvr>
                                      <p:tavLst>
                                        <p:tav tm="0">
                                          <p:val>
                                            <p:fltVal val="0"/>
                                          </p:val>
                                        </p:tav>
                                        <p:tav tm="100000">
                                          <p:val>
                                            <p:strVal val="#ppt_w"/>
                                          </p:val>
                                        </p:tav>
                                      </p:tavLst>
                                    </p:anim>
                                    <p:anim calcmode="lin" valueType="num">
                                      <p:cBhvr>
                                        <p:cTn id="604" dur="1000" fill="hold"/>
                                        <p:tgtEl>
                                          <p:spTgt spid="3">
                                            <p:graphicEl>
                                              <a:dgm id="{65F93989-58D5-4F53-9BDC-B2ABD858FE8C}"/>
                                            </p:graphicEl>
                                          </p:spTgt>
                                        </p:tgtEl>
                                        <p:attrNameLst>
                                          <p:attrName>ppt_h</p:attrName>
                                        </p:attrNameLst>
                                      </p:cBhvr>
                                      <p:tavLst>
                                        <p:tav tm="0">
                                          <p:val>
                                            <p:fltVal val="0"/>
                                          </p:val>
                                        </p:tav>
                                        <p:tav tm="100000">
                                          <p:val>
                                            <p:strVal val="#ppt_h"/>
                                          </p:val>
                                        </p:tav>
                                      </p:tavLst>
                                    </p:anim>
                                    <p:anim calcmode="lin" valueType="num">
                                      <p:cBhvr>
                                        <p:cTn id="605" dur="1000" fill="hold"/>
                                        <p:tgtEl>
                                          <p:spTgt spid="3">
                                            <p:graphicEl>
                                              <a:dgm id="{65F93989-58D5-4F53-9BDC-B2ABD858FE8C}"/>
                                            </p:graphicEl>
                                          </p:spTgt>
                                        </p:tgtEl>
                                        <p:attrNameLst>
                                          <p:attrName>style.rotation</p:attrName>
                                        </p:attrNameLst>
                                      </p:cBhvr>
                                      <p:tavLst>
                                        <p:tav tm="0">
                                          <p:val>
                                            <p:fltVal val="90"/>
                                          </p:val>
                                        </p:tav>
                                        <p:tav tm="100000">
                                          <p:val>
                                            <p:fltVal val="0"/>
                                          </p:val>
                                        </p:tav>
                                      </p:tavLst>
                                    </p:anim>
                                    <p:animEffect transition="in" filter="fade">
                                      <p:cBhvr>
                                        <p:cTn id="606" dur="1000"/>
                                        <p:tgtEl>
                                          <p:spTgt spid="3">
                                            <p:graphicEl>
                                              <a:dgm id="{65F93989-58D5-4F53-9BDC-B2ABD858FE8C}"/>
                                            </p:graphicEl>
                                          </p:spTgt>
                                        </p:tgtEl>
                                      </p:cBhvr>
                                    </p:animEffect>
                                  </p:childTnLst>
                                </p:cTn>
                              </p:par>
                              <p:par>
                                <p:cTn id="607" presetID="31" presetClass="entr" presetSubtype="0" fill="hold" grpId="0" nodeType="withEffect">
                                  <p:stCondLst>
                                    <p:cond delay="0"/>
                                  </p:stCondLst>
                                  <p:childTnLst>
                                    <p:set>
                                      <p:cBhvr>
                                        <p:cTn id="608" dur="1" fill="hold">
                                          <p:stCondLst>
                                            <p:cond delay="0"/>
                                          </p:stCondLst>
                                        </p:cTn>
                                        <p:tgtEl>
                                          <p:spTgt spid="3">
                                            <p:graphicEl>
                                              <a:dgm id="{2D3D0383-36DE-4F2F-AAFA-8E129D3DA696}"/>
                                            </p:graphicEl>
                                          </p:spTgt>
                                        </p:tgtEl>
                                        <p:attrNameLst>
                                          <p:attrName>style.visibility</p:attrName>
                                        </p:attrNameLst>
                                      </p:cBhvr>
                                      <p:to>
                                        <p:strVal val="visible"/>
                                      </p:to>
                                    </p:set>
                                    <p:anim calcmode="lin" valueType="num">
                                      <p:cBhvr>
                                        <p:cTn id="609" dur="1000" fill="hold"/>
                                        <p:tgtEl>
                                          <p:spTgt spid="3">
                                            <p:graphicEl>
                                              <a:dgm id="{2D3D0383-36DE-4F2F-AAFA-8E129D3DA696}"/>
                                            </p:graphicEl>
                                          </p:spTgt>
                                        </p:tgtEl>
                                        <p:attrNameLst>
                                          <p:attrName>ppt_w</p:attrName>
                                        </p:attrNameLst>
                                      </p:cBhvr>
                                      <p:tavLst>
                                        <p:tav tm="0">
                                          <p:val>
                                            <p:fltVal val="0"/>
                                          </p:val>
                                        </p:tav>
                                        <p:tav tm="100000">
                                          <p:val>
                                            <p:strVal val="#ppt_w"/>
                                          </p:val>
                                        </p:tav>
                                      </p:tavLst>
                                    </p:anim>
                                    <p:anim calcmode="lin" valueType="num">
                                      <p:cBhvr>
                                        <p:cTn id="610" dur="1000" fill="hold"/>
                                        <p:tgtEl>
                                          <p:spTgt spid="3">
                                            <p:graphicEl>
                                              <a:dgm id="{2D3D0383-36DE-4F2F-AAFA-8E129D3DA696}"/>
                                            </p:graphicEl>
                                          </p:spTgt>
                                        </p:tgtEl>
                                        <p:attrNameLst>
                                          <p:attrName>ppt_h</p:attrName>
                                        </p:attrNameLst>
                                      </p:cBhvr>
                                      <p:tavLst>
                                        <p:tav tm="0">
                                          <p:val>
                                            <p:fltVal val="0"/>
                                          </p:val>
                                        </p:tav>
                                        <p:tav tm="100000">
                                          <p:val>
                                            <p:strVal val="#ppt_h"/>
                                          </p:val>
                                        </p:tav>
                                      </p:tavLst>
                                    </p:anim>
                                    <p:anim calcmode="lin" valueType="num">
                                      <p:cBhvr>
                                        <p:cTn id="611" dur="1000" fill="hold"/>
                                        <p:tgtEl>
                                          <p:spTgt spid="3">
                                            <p:graphicEl>
                                              <a:dgm id="{2D3D0383-36DE-4F2F-AAFA-8E129D3DA696}"/>
                                            </p:graphicEl>
                                          </p:spTgt>
                                        </p:tgtEl>
                                        <p:attrNameLst>
                                          <p:attrName>style.rotation</p:attrName>
                                        </p:attrNameLst>
                                      </p:cBhvr>
                                      <p:tavLst>
                                        <p:tav tm="0">
                                          <p:val>
                                            <p:fltVal val="90"/>
                                          </p:val>
                                        </p:tav>
                                        <p:tav tm="100000">
                                          <p:val>
                                            <p:fltVal val="0"/>
                                          </p:val>
                                        </p:tav>
                                      </p:tavLst>
                                    </p:anim>
                                    <p:animEffect transition="in" filter="fade">
                                      <p:cBhvr>
                                        <p:cTn id="612" dur="1000"/>
                                        <p:tgtEl>
                                          <p:spTgt spid="3">
                                            <p:graphicEl>
                                              <a:dgm id="{2D3D0383-36DE-4F2F-AAFA-8E129D3DA696}"/>
                                            </p:graphicEl>
                                          </p:spTgt>
                                        </p:tgtEl>
                                      </p:cBhvr>
                                    </p:animEffect>
                                  </p:childTnLst>
                                </p:cTn>
                              </p:par>
                              <p:par>
                                <p:cTn id="613" presetID="31" presetClass="entr" presetSubtype="0" fill="hold" grpId="0" nodeType="withEffect">
                                  <p:stCondLst>
                                    <p:cond delay="0"/>
                                  </p:stCondLst>
                                  <p:childTnLst>
                                    <p:set>
                                      <p:cBhvr>
                                        <p:cTn id="614" dur="1" fill="hold">
                                          <p:stCondLst>
                                            <p:cond delay="0"/>
                                          </p:stCondLst>
                                        </p:cTn>
                                        <p:tgtEl>
                                          <p:spTgt spid="3">
                                            <p:graphicEl>
                                              <a:dgm id="{F50FAF9E-A5CA-49E1-9B1E-989847CA9F28}"/>
                                            </p:graphicEl>
                                          </p:spTgt>
                                        </p:tgtEl>
                                        <p:attrNameLst>
                                          <p:attrName>style.visibility</p:attrName>
                                        </p:attrNameLst>
                                      </p:cBhvr>
                                      <p:to>
                                        <p:strVal val="visible"/>
                                      </p:to>
                                    </p:set>
                                    <p:anim calcmode="lin" valueType="num">
                                      <p:cBhvr>
                                        <p:cTn id="615" dur="1000" fill="hold"/>
                                        <p:tgtEl>
                                          <p:spTgt spid="3">
                                            <p:graphicEl>
                                              <a:dgm id="{F50FAF9E-A5CA-49E1-9B1E-989847CA9F28}"/>
                                            </p:graphicEl>
                                          </p:spTgt>
                                        </p:tgtEl>
                                        <p:attrNameLst>
                                          <p:attrName>ppt_w</p:attrName>
                                        </p:attrNameLst>
                                      </p:cBhvr>
                                      <p:tavLst>
                                        <p:tav tm="0">
                                          <p:val>
                                            <p:fltVal val="0"/>
                                          </p:val>
                                        </p:tav>
                                        <p:tav tm="100000">
                                          <p:val>
                                            <p:strVal val="#ppt_w"/>
                                          </p:val>
                                        </p:tav>
                                      </p:tavLst>
                                    </p:anim>
                                    <p:anim calcmode="lin" valueType="num">
                                      <p:cBhvr>
                                        <p:cTn id="616" dur="1000" fill="hold"/>
                                        <p:tgtEl>
                                          <p:spTgt spid="3">
                                            <p:graphicEl>
                                              <a:dgm id="{F50FAF9E-A5CA-49E1-9B1E-989847CA9F28}"/>
                                            </p:graphicEl>
                                          </p:spTgt>
                                        </p:tgtEl>
                                        <p:attrNameLst>
                                          <p:attrName>ppt_h</p:attrName>
                                        </p:attrNameLst>
                                      </p:cBhvr>
                                      <p:tavLst>
                                        <p:tav tm="0">
                                          <p:val>
                                            <p:fltVal val="0"/>
                                          </p:val>
                                        </p:tav>
                                        <p:tav tm="100000">
                                          <p:val>
                                            <p:strVal val="#ppt_h"/>
                                          </p:val>
                                        </p:tav>
                                      </p:tavLst>
                                    </p:anim>
                                    <p:anim calcmode="lin" valueType="num">
                                      <p:cBhvr>
                                        <p:cTn id="617" dur="1000" fill="hold"/>
                                        <p:tgtEl>
                                          <p:spTgt spid="3">
                                            <p:graphicEl>
                                              <a:dgm id="{F50FAF9E-A5CA-49E1-9B1E-989847CA9F28}"/>
                                            </p:graphicEl>
                                          </p:spTgt>
                                        </p:tgtEl>
                                        <p:attrNameLst>
                                          <p:attrName>style.rotation</p:attrName>
                                        </p:attrNameLst>
                                      </p:cBhvr>
                                      <p:tavLst>
                                        <p:tav tm="0">
                                          <p:val>
                                            <p:fltVal val="90"/>
                                          </p:val>
                                        </p:tav>
                                        <p:tav tm="100000">
                                          <p:val>
                                            <p:fltVal val="0"/>
                                          </p:val>
                                        </p:tav>
                                      </p:tavLst>
                                    </p:anim>
                                    <p:animEffect transition="in" filter="fade">
                                      <p:cBhvr>
                                        <p:cTn id="618" dur="1000"/>
                                        <p:tgtEl>
                                          <p:spTgt spid="3">
                                            <p:graphicEl>
                                              <a:dgm id="{F50FAF9E-A5CA-49E1-9B1E-989847CA9F28}"/>
                                            </p:graphicEl>
                                          </p:spTgt>
                                        </p:tgtEl>
                                      </p:cBhvr>
                                    </p:animEffect>
                                  </p:childTnLst>
                                </p:cTn>
                              </p:par>
                              <p:par>
                                <p:cTn id="619" presetID="31" presetClass="entr" presetSubtype="0" fill="hold" grpId="0" nodeType="withEffect">
                                  <p:stCondLst>
                                    <p:cond delay="0"/>
                                  </p:stCondLst>
                                  <p:childTnLst>
                                    <p:set>
                                      <p:cBhvr>
                                        <p:cTn id="620" dur="1" fill="hold">
                                          <p:stCondLst>
                                            <p:cond delay="0"/>
                                          </p:stCondLst>
                                        </p:cTn>
                                        <p:tgtEl>
                                          <p:spTgt spid="3">
                                            <p:graphicEl>
                                              <a:dgm id="{EBAC3DF0-2AEB-473A-A2FC-B9B312A899D6}"/>
                                            </p:graphicEl>
                                          </p:spTgt>
                                        </p:tgtEl>
                                        <p:attrNameLst>
                                          <p:attrName>style.visibility</p:attrName>
                                        </p:attrNameLst>
                                      </p:cBhvr>
                                      <p:to>
                                        <p:strVal val="visible"/>
                                      </p:to>
                                    </p:set>
                                    <p:anim calcmode="lin" valueType="num">
                                      <p:cBhvr>
                                        <p:cTn id="621" dur="1000" fill="hold"/>
                                        <p:tgtEl>
                                          <p:spTgt spid="3">
                                            <p:graphicEl>
                                              <a:dgm id="{EBAC3DF0-2AEB-473A-A2FC-B9B312A899D6}"/>
                                            </p:graphicEl>
                                          </p:spTgt>
                                        </p:tgtEl>
                                        <p:attrNameLst>
                                          <p:attrName>ppt_w</p:attrName>
                                        </p:attrNameLst>
                                      </p:cBhvr>
                                      <p:tavLst>
                                        <p:tav tm="0">
                                          <p:val>
                                            <p:fltVal val="0"/>
                                          </p:val>
                                        </p:tav>
                                        <p:tav tm="100000">
                                          <p:val>
                                            <p:strVal val="#ppt_w"/>
                                          </p:val>
                                        </p:tav>
                                      </p:tavLst>
                                    </p:anim>
                                    <p:anim calcmode="lin" valueType="num">
                                      <p:cBhvr>
                                        <p:cTn id="622" dur="1000" fill="hold"/>
                                        <p:tgtEl>
                                          <p:spTgt spid="3">
                                            <p:graphicEl>
                                              <a:dgm id="{EBAC3DF0-2AEB-473A-A2FC-B9B312A899D6}"/>
                                            </p:graphicEl>
                                          </p:spTgt>
                                        </p:tgtEl>
                                        <p:attrNameLst>
                                          <p:attrName>ppt_h</p:attrName>
                                        </p:attrNameLst>
                                      </p:cBhvr>
                                      <p:tavLst>
                                        <p:tav tm="0">
                                          <p:val>
                                            <p:fltVal val="0"/>
                                          </p:val>
                                        </p:tav>
                                        <p:tav tm="100000">
                                          <p:val>
                                            <p:strVal val="#ppt_h"/>
                                          </p:val>
                                        </p:tav>
                                      </p:tavLst>
                                    </p:anim>
                                    <p:anim calcmode="lin" valueType="num">
                                      <p:cBhvr>
                                        <p:cTn id="623" dur="1000" fill="hold"/>
                                        <p:tgtEl>
                                          <p:spTgt spid="3">
                                            <p:graphicEl>
                                              <a:dgm id="{EBAC3DF0-2AEB-473A-A2FC-B9B312A899D6}"/>
                                            </p:graphicEl>
                                          </p:spTgt>
                                        </p:tgtEl>
                                        <p:attrNameLst>
                                          <p:attrName>style.rotation</p:attrName>
                                        </p:attrNameLst>
                                      </p:cBhvr>
                                      <p:tavLst>
                                        <p:tav tm="0">
                                          <p:val>
                                            <p:fltVal val="90"/>
                                          </p:val>
                                        </p:tav>
                                        <p:tav tm="100000">
                                          <p:val>
                                            <p:fltVal val="0"/>
                                          </p:val>
                                        </p:tav>
                                      </p:tavLst>
                                    </p:anim>
                                    <p:animEffect transition="in" filter="fade">
                                      <p:cBhvr>
                                        <p:cTn id="624" dur="1000"/>
                                        <p:tgtEl>
                                          <p:spTgt spid="3">
                                            <p:graphicEl>
                                              <a:dgm id="{EBAC3DF0-2AEB-473A-A2FC-B9B312A899D6}"/>
                                            </p:graphicEl>
                                          </p:spTgt>
                                        </p:tgtEl>
                                      </p:cBhvr>
                                    </p:animEffect>
                                  </p:childTnLst>
                                </p:cTn>
                              </p:par>
                              <p:par>
                                <p:cTn id="625" presetID="31" presetClass="entr" presetSubtype="0" fill="hold" grpId="0" nodeType="withEffect">
                                  <p:stCondLst>
                                    <p:cond delay="0"/>
                                  </p:stCondLst>
                                  <p:childTnLst>
                                    <p:set>
                                      <p:cBhvr>
                                        <p:cTn id="626" dur="1" fill="hold">
                                          <p:stCondLst>
                                            <p:cond delay="0"/>
                                          </p:stCondLst>
                                        </p:cTn>
                                        <p:tgtEl>
                                          <p:spTgt spid="3">
                                            <p:graphicEl>
                                              <a:dgm id="{0387D6D9-F24A-48FC-B251-365C5AA2EBDD}"/>
                                            </p:graphicEl>
                                          </p:spTgt>
                                        </p:tgtEl>
                                        <p:attrNameLst>
                                          <p:attrName>style.visibility</p:attrName>
                                        </p:attrNameLst>
                                      </p:cBhvr>
                                      <p:to>
                                        <p:strVal val="visible"/>
                                      </p:to>
                                    </p:set>
                                    <p:anim calcmode="lin" valueType="num">
                                      <p:cBhvr>
                                        <p:cTn id="627" dur="1000" fill="hold"/>
                                        <p:tgtEl>
                                          <p:spTgt spid="3">
                                            <p:graphicEl>
                                              <a:dgm id="{0387D6D9-F24A-48FC-B251-365C5AA2EBDD}"/>
                                            </p:graphicEl>
                                          </p:spTgt>
                                        </p:tgtEl>
                                        <p:attrNameLst>
                                          <p:attrName>ppt_w</p:attrName>
                                        </p:attrNameLst>
                                      </p:cBhvr>
                                      <p:tavLst>
                                        <p:tav tm="0">
                                          <p:val>
                                            <p:fltVal val="0"/>
                                          </p:val>
                                        </p:tav>
                                        <p:tav tm="100000">
                                          <p:val>
                                            <p:strVal val="#ppt_w"/>
                                          </p:val>
                                        </p:tav>
                                      </p:tavLst>
                                    </p:anim>
                                    <p:anim calcmode="lin" valueType="num">
                                      <p:cBhvr>
                                        <p:cTn id="628" dur="1000" fill="hold"/>
                                        <p:tgtEl>
                                          <p:spTgt spid="3">
                                            <p:graphicEl>
                                              <a:dgm id="{0387D6D9-F24A-48FC-B251-365C5AA2EBDD}"/>
                                            </p:graphicEl>
                                          </p:spTgt>
                                        </p:tgtEl>
                                        <p:attrNameLst>
                                          <p:attrName>ppt_h</p:attrName>
                                        </p:attrNameLst>
                                      </p:cBhvr>
                                      <p:tavLst>
                                        <p:tav tm="0">
                                          <p:val>
                                            <p:fltVal val="0"/>
                                          </p:val>
                                        </p:tav>
                                        <p:tav tm="100000">
                                          <p:val>
                                            <p:strVal val="#ppt_h"/>
                                          </p:val>
                                        </p:tav>
                                      </p:tavLst>
                                    </p:anim>
                                    <p:anim calcmode="lin" valueType="num">
                                      <p:cBhvr>
                                        <p:cTn id="629" dur="1000" fill="hold"/>
                                        <p:tgtEl>
                                          <p:spTgt spid="3">
                                            <p:graphicEl>
                                              <a:dgm id="{0387D6D9-F24A-48FC-B251-365C5AA2EBDD}"/>
                                            </p:graphicEl>
                                          </p:spTgt>
                                        </p:tgtEl>
                                        <p:attrNameLst>
                                          <p:attrName>style.rotation</p:attrName>
                                        </p:attrNameLst>
                                      </p:cBhvr>
                                      <p:tavLst>
                                        <p:tav tm="0">
                                          <p:val>
                                            <p:fltVal val="90"/>
                                          </p:val>
                                        </p:tav>
                                        <p:tav tm="100000">
                                          <p:val>
                                            <p:fltVal val="0"/>
                                          </p:val>
                                        </p:tav>
                                      </p:tavLst>
                                    </p:anim>
                                    <p:animEffect transition="in" filter="fade">
                                      <p:cBhvr>
                                        <p:cTn id="630" dur="1000"/>
                                        <p:tgtEl>
                                          <p:spTgt spid="3">
                                            <p:graphicEl>
                                              <a:dgm id="{0387D6D9-F24A-48FC-B251-365C5AA2EBDD}"/>
                                            </p:graphicEl>
                                          </p:spTgt>
                                        </p:tgtEl>
                                      </p:cBhvr>
                                    </p:animEffect>
                                  </p:childTnLst>
                                </p:cTn>
                              </p:par>
                              <p:par>
                                <p:cTn id="631" presetID="31" presetClass="entr" presetSubtype="0" fill="hold" grpId="0" nodeType="withEffect">
                                  <p:stCondLst>
                                    <p:cond delay="0"/>
                                  </p:stCondLst>
                                  <p:childTnLst>
                                    <p:set>
                                      <p:cBhvr>
                                        <p:cTn id="632" dur="1" fill="hold">
                                          <p:stCondLst>
                                            <p:cond delay="0"/>
                                          </p:stCondLst>
                                        </p:cTn>
                                        <p:tgtEl>
                                          <p:spTgt spid="3">
                                            <p:graphicEl>
                                              <a:dgm id="{05A07308-AC28-426D-93ED-5DB6A1EE0054}"/>
                                            </p:graphicEl>
                                          </p:spTgt>
                                        </p:tgtEl>
                                        <p:attrNameLst>
                                          <p:attrName>style.visibility</p:attrName>
                                        </p:attrNameLst>
                                      </p:cBhvr>
                                      <p:to>
                                        <p:strVal val="visible"/>
                                      </p:to>
                                    </p:set>
                                    <p:anim calcmode="lin" valueType="num">
                                      <p:cBhvr>
                                        <p:cTn id="633" dur="1000" fill="hold"/>
                                        <p:tgtEl>
                                          <p:spTgt spid="3">
                                            <p:graphicEl>
                                              <a:dgm id="{05A07308-AC28-426D-93ED-5DB6A1EE0054}"/>
                                            </p:graphicEl>
                                          </p:spTgt>
                                        </p:tgtEl>
                                        <p:attrNameLst>
                                          <p:attrName>ppt_w</p:attrName>
                                        </p:attrNameLst>
                                      </p:cBhvr>
                                      <p:tavLst>
                                        <p:tav tm="0">
                                          <p:val>
                                            <p:fltVal val="0"/>
                                          </p:val>
                                        </p:tav>
                                        <p:tav tm="100000">
                                          <p:val>
                                            <p:strVal val="#ppt_w"/>
                                          </p:val>
                                        </p:tav>
                                      </p:tavLst>
                                    </p:anim>
                                    <p:anim calcmode="lin" valueType="num">
                                      <p:cBhvr>
                                        <p:cTn id="634" dur="1000" fill="hold"/>
                                        <p:tgtEl>
                                          <p:spTgt spid="3">
                                            <p:graphicEl>
                                              <a:dgm id="{05A07308-AC28-426D-93ED-5DB6A1EE0054}"/>
                                            </p:graphicEl>
                                          </p:spTgt>
                                        </p:tgtEl>
                                        <p:attrNameLst>
                                          <p:attrName>ppt_h</p:attrName>
                                        </p:attrNameLst>
                                      </p:cBhvr>
                                      <p:tavLst>
                                        <p:tav tm="0">
                                          <p:val>
                                            <p:fltVal val="0"/>
                                          </p:val>
                                        </p:tav>
                                        <p:tav tm="100000">
                                          <p:val>
                                            <p:strVal val="#ppt_h"/>
                                          </p:val>
                                        </p:tav>
                                      </p:tavLst>
                                    </p:anim>
                                    <p:anim calcmode="lin" valueType="num">
                                      <p:cBhvr>
                                        <p:cTn id="635" dur="1000" fill="hold"/>
                                        <p:tgtEl>
                                          <p:spTgt spid="3">
                                            <p:graphicEl>
                                              <a:dgm id="{05A07308-AC28-426D-93ED-5DB6A1EE0054}"/>
                                            </p:graphicEl>
                                          </p:spTgt>
                                        </p:tgtEl>
                                        <p:attrNameLst>
                                          <p:attrName>style.rotation</p:attrName>
                                        </p:attrNameLst>
                                      </p:cBhvr>
                                      <p:tavLst>
                                        <p:tav tm="0">
                                          <p:val>
                                            <p:fltVal val="90"/>
                                          </p:val>
                                        </p:tav>
                                        <p:tav tm="100000">
                                          <p:val>
                                            <p:fltVal val="0"/>
                                          </p:val>
                                        </p:tav>
                                      </p:tavLst>
                                    </p:anim>
                                    <p:animEffect transition="in" filter="fade">
                                      <p:cBhvr>
                                        <p:cTn id="636" dur="1000"/>
                                        <p:tgtEl>
                                          <p:spTgt spid="3">
                                            <p:graphicEl>
                                              <a:dgm id="{05A07308-AC28-426D-93ED-5DB6A1EE0054}"/>
                                            </p:graphicEl>
                                          </p:spTgt>
                                        </p:tgtEl>
                                      </p:cBhvr>
                                    </p:animEffect>
                                  </p:childTnLst>
                                </p:cTn>
                              </p:par>
                              <p:par>
                                <p:cTn id="637" presetID="31" presetClass="entr" presetSubtype="0" fill="hold" grpId="0" nodeType="withEffect">
                                  <p:stCondLst>
                                    <p:cond delay="0"/>
                                  </p:stCondLst>
                                  <p:childTnLst>
                                    <p:set>
                                      <p:cBhvr>
                                        <p:cTn id="638" dur="1" fill="hold">
                                          <p:stCondLst>
                                            <p:cond delay="0"/>
                                          </p:stCondLst>
                                        </p:cTn>
                                        <p:tgtEl>
                                          <p:spTgt spid="3">
                                            <p:graphicEl>
                                              <a:dgm id="{41D424F5-AE6D-4B9F-A4BA-6BC9F5A36E73}"/>
                                            </p:graphicEl>
                                          </p:spTgt>
                                        </p:tgtEl>
                                        <p:attrNameLst>
                                          <p:attrName>style.visibility</p:attrName>
                                        </p:attrNameLst>
                                      </p:cBhvr>
                                      <p:to>
                                        <p:strVal val="visible"/>
                                      </p:to>
                                    </p:set>
                                    <p:anim calcmode="lin" valueType="num">
                                      <p:cBhvr>
                                        <p:cTn id="639" dur="1000" fill="hold"/>
                                        <p:tgtEl>
                                          <p:spTgt spid="3">
                                            <p:graphicEl>
                                              <a:dgm id="{41D424F5-AE6D-4B9F-A4BA-6BC9F5A36E73}"/>
                                            </p:graphicEl>
                                          </p:spTgt>
                                        </p:tgtEl>
                                        <p:attrNameLst>
                                          <p:attrName>ppt_w</p:attrName>
                                        </p:attrNameLst>
                                      </p:cBhvr>
                                      <p:tavLst>
                                        <p:tav tm="0">
                                          <p:val>
                                            <p:fltVal val="0"/>
                                          </p:val>
                                        </p:tav>
                                        <p:tav tm="100000">
                                          <p:val>
                                            <p:strVal val="#ppt_w"/>
                                          </p:val>
                                        </p:tav>
                                      </p:tavLst>
                                    </p:anim>
                                    <p:anim calcmode="lin" valueType="num">
                                      <p:cBhvr>
                                        <p:cTn id="640" dur="1000" fill="hold"/>
                                        <p:tgtEl>
                                          <p:spTgt spid="3">
                                            <p:graphicEl>
                                              <a:dgm id="{41D424F5-AE6D-4B9F-A4BA-6BC9F5A36E73}"/>
                                            </p:graphicEl>
                                          </p:spTgt>
                                        </p:tgtEl>
                                        <p:attrNameLst>
                                          <p:attrName>ppt_h</p:attrName>
                                        </p:attrNameLst>
                                      </p:cBhvr>
                                      <p:tavLst>
                                        <p:tav tm="0">
                                          <p:val>
                                            <p:fltVal val="0"/>
                                          </p:val>
                                        </p:tav>
                                        <p:tav tm="100000">
                                          <p:val>
                                            <p:strVal val="#ppt_h"/>
                                          </p:val>
                                        </p:tav>
                                      </p:tavLst>
                                    </p:anim>
                                    <p:anim calcmode="lin" valueType="num">
                                      <p:cBhvr>
                                        <p:cTn id="641" dur="1000" fill="hold"/>
                                        <p:tgtEl>
                                          <p:spTgt spid="3">
                                            <p:graphicEl>
                                              <a:dgm id="{41D424F5-AE6D-4B9F-A4BA-6BC9F5A36E73}"/>
                                            </p:graphicEl>
                                          </p:spTgt>
                                        </p:tgtEl>
                                        <p:attrNameLst>
                                          <p:attrName>style.rotation</p:attrName>
                                        </p:attrNameLst>
                                      </p:cBhvr>
                                      <p:tavLst>
                                        <p:tav tm="0">
                                          <p:val>
                                            <p:fltVal val="90"/>
                                          </p:val>
                                        </p:tav>
                                        <p:tav tm="100000">
                                          <p:val>
                                            <p:fltVal val="0"/>
                                          </p:val>
                                        </p:tav>
                                      </p:tavLst>
                                    </p:anim>
                                    <p:animEffect transition="in" filter="fade">
                                      <p:cBhvr>
                                        <p:cTn id="642" dur="1000"/>
                                        <p:tgtEl>
                                          <p:spTgt spid="3">
                                            <p:graphicEl>
                                              <a:dgm id="{41D424F5-AE6D-4B9F-A4BA-6BC9F5A36E73}"/>
                                            </p:graphicEl>
                                          </p:spTgt>
                                        </p:tgtEl>
                                      </p:cBhvr>
                                    </p:animEffect>
                                  </p:childTnLst>
                                </p:cTn>
                              </p:par>
                              <p:par>
                                <p:cTn id="643" presetID="31" presetClass="entr" presetSubtype="0" fill="hold" grpId="0" nodeType="withEffect">
                                  <p:stCondLst>
                                    <p:cond delay="0"/>
                                  </p:stCondLst>
                                  <p:childTnLst>
                                    <p:set>
                                      <p:cBhvr>
                                        <p:cTn id="644" dur="1" fill="hold">
                                          <p:stCondLst>
                                            <p:cond delay="0"/>
                                          </p:stCondLst>
                                        </p:cTn>
                                        <p:tgtEl>
                                          <p:spTgt spid="3">
                                            <p:graphicEl>
                                              <a:dgm id="{E6BFDADB-F3F2-42A4-82B5-320B5D225788}"/>
                                            </p:graphicEl>
                                          </p:spTgt>
                                        </p:tgtEl>
                                        <p:attrNameLst>
                                          <p:attrName>style.visibility</p:attrName>
                                        </p:attrNameLst>
                                      </p:cBhvr>
                                      <p:to>
                                        <p:strVal val="visible"/>
                                      </p:to>
                                    </p:set>
                                    <p:anim calcmode="lin" valueType="num">
                                      <p:cBhvr>
                                        <p:cTn id="645" dur="1000" fill="hold"/>
                                        <p:tgtEl>
                                          <p:spTgt spid="3">
                                            <p:graphicEl>
                                              <a:dgm id="{E6BFDADB-F3F2-42A4-82B5-320B5D225788}"/>
                                            </p:graphicEl>
                                          </p:spTgt>
                                        </p:tgtEl>
                                        <p:attrNameLst>
                                          <p:attrName>ppt_w</p:attrName>
                                        </p:attrNameLst>
                                      </p:cBhvr>
                                      <p:tavLst>
                                        <p:tav tm="0">
                                          <p:val>
                                            <p:fltVal val="0"/>
                                          </p:val>
                                        </p:tav>
                                        <p:tav tm="100000">
                                          <p:val>
                                            <p:strVal val="#ppt_w"/>
                                          </p:val>
                                        </p:tav>
                                      </p:tavLst>
                                    </p:anim>
                                    <p:anim calcmode="lin" valueType="num">
                                      <p:cBhvr>
                                        <p:cTn id="646" dur="1000" fill="hold"/>
                                        <p:tgtEl>
                                          <p:spTgt spid="3">
                                            <p:graphicEl>
                                              <a:dgm id="{E6BFDADB-F3F2-42A4-82B5-320B5D225788}"/>
                                            </p:graphicEl>
                                          </p:spTgt>
                                        </p:tgtEl>
                                        <p:attrNameLst>
                                          <p:attrName>ppt_h</p:attrName>
                                        </p:attrNameLst>
                                      </p:cBhvr>
                                      <p:tavLst>
                                        <p:tav tm="0">
                                          <p:val>
                                            <p:fltVal val="0"/>
                                          </p:val>
                                        </p:tav>
                                        <p:tav tm="100000">
                                          <p:val>
                                            <p:strVal val="#ppt_h"/>
                                          </p:val>
                                        </p:tav>
                                      </p:tavLst>
                                    </p:anim>
                                    <p:anim calcmode="lin" valueType="num">
                                      <p:cBhvr>
                                        <p:cTn id="647" dur="1000" fill="hold"/>
                                        <p:tgtEl>
                                          <p:spTgt spid="3">
                                            <p:graphicEl>
                                              <a:dgm id="{E6BFDADB-F3F2-42A4-82B5-320B5D225788}"/>
                                            </p:graphicEl>
                                          </p:spTgt>
                                        </p:tgtEl>
                                        <p:attrNameLst>
                                          <p:attrName>style.rotation</p:attrName>
                                        </p:attrNameLst>
                                      </p:cBhvr>
                                      <p:tavLst>
                                        <p:tav tm="0">
                                          <p:val>
                                            <p:fltVal val="90"/>
                                          </p:val>
                                        </p:tav>
                                        <p:tav tm="100000">
                                          <p:val>
                                            <p:fltVal val="0"/>
                                          </p:val>
                                        </p:tav>
                                      </p:tavLst>
                                    </p:anim>
                                    <p:animEffect transition="in" filter="fade">
                                      <p:cBhvr>
                                        <p:cTn id="648" dur="1000"/>
                                        <p:tgtEl>
                                          <p:spTgt spid="3">
                                            <p:graphicEl>
                                              <a:dgm id="{E6BFDADB-F3F2-42A4-82B5-320B5D225788}"/>
                                            </p:graphicEl>
                                          </p:spTgt>
                                        </p:tgtEl>
                                      </p:cBhvr>
                                    </p:animEffect>
                                  </p:childTnLst>
                                </p:cTn>
                              </p:par>
                              <p:par>
                                <p:cTn id="649" presetID="31" presetClass="entr" presetSubtype="0" fill="hold" grpId="0" nodeType="withEffect">
                                  <p:stCondLst>
                                    <p:cond delay="0"/>
                                  </p:stCondLst>
                                  <p:childTnLst>
                                    <p:set>
                                      <p:cBhvr>
                                        <p:cTn id="650" dur="1" fill="hold">
                                          <p:stCondLst>
                                            <p:cond delay="0"/>
                                          </p:stCondLst>
                                        </p:cTn>
                                        <p:tgtEl>
                                          <p:spTgt spid="3">
                                            <p:graphicEl>
                                              <a:dgm id="{3AEA31E4-F833-4BE8-BDB5-2C8A798B6E80}"/>
                                            </p:graphicEl>
                                          </p:spTgt>
                                        </p:tgtEl>
                                        <p:attrNameLst>
                                          <p:attrName>style.visibility</p:attrName>
                                        </p:attrNameLst>
                                      </p:cBhvr>
                                      <p:to>
                                        <p:strVal val="visible"/>
                                      </p:to>
                                    </p:set>
                                    <p:anim calcmode="lin" valueType="num">
                                      <p:cBhvr>
                                        <p:cTn id="651" dur="1000" fill="hold"/>
                                        <p:tgtEl>
                                          <p:spTgt spid="3">
                                            <p:graphicEl>
                                              <a:dgm id="{3AEA31E4-F833-4BE8-BDB5-2C8A798B6E80}"/>
                                            </p:graphicEl>
                                          </p:spTgt>
                                        </p:tgtEl>
                                        <p:attrNameLst>
                                          <p:attrName>ppt_w</p:attrName>
                                        </p:attrNameLst>
                                      </p:cBhvr>
                                      <p:tavLst>
                                        <p:tav tm="0">
                                          <p:val>
                                            <p:fltVal val="0"/>
                                          </p:val>
                                        </p:tav>
                                        <p:tav tm="100000">
                                          <p:val>
                                            <p:strVal val="#ppt_w"/>
                                          </p:val>
                                        </p:tav>
                                      </p:tavLst>
                                    </p:anim>
                                    <p:anim calcmode="lin" valueType="num">
                                      <p:cBhvr>
                                        <p:cTn id="652" dur="1000" fill="hold"/>
                                        <p:tgtEl>
                                          <p:spTgt spid="3">
                                            <p:graphicEl>
                                              <a:dgm id="{3AEA31E4-F833-4BE8-BDB5-2C8A798B6E80}"/>
                                            </p:graphicEl>
                                          </p:spTgt>
                                        </p:tgtEl>
                                        <p:attrNameLst>
                                          <p:attrName>ppt_h</p:attrName>
                                        </p:attrNameLst>
                                      </p:cBhvr>
                                      <p:tavLst>
                                        <p:tav tm="0">
                                          <p:val>
                                            <p:fltVal val="0"/>
                                          </p:val>
                                        </p:tav>
                                        <p:tav tm="100000">
                                          <p:val>
                                            <p:strVal val="#ppt_h"/>
                                          </p:val>
                                        </p:tav>
                                      </p:tavLst>
                                    </p:anim>
                                    <p:anim calcmode="lin" valueType="num">
                                      <p:cBhvr>
                                        <p:cTn id="653" dur="1000" fill="hold"/>
                                        <p:tgtEl>
                                          <p:spTgt spid="3">
                                            <p:graphicEl>
                                              <a:dgm id="{3AEA31E4-F833-4BE8-BDB5-2C8A798B6E80}"/>
                                            </p:graphicEl>
                                          </p:spTgt>
                                        </p:tgtEl>
                                        <p:attrNameLst>
                                          <p:attrName>style.rotation</p:attrName>
                                        </p:attrNameLst>
                                      </p:cBhvr>
                                      <p:tavLst>
                                        <p:tav tm="0">
                                          <p:val>
                                            <p:fltVal val="90"/>
                                          </p:val>
                                        </p:tav>
                                        <p:tav tm="100000">
                                          <p:val>
                                            <p:fltVal val="0"/>
                                          </p:val>
                                        </p:tav>
                                      </p:tavLst>
                                    </p:anim>
                                    <p:animEffect transition="in" filter="fade">
                                      <p:cBhvr>
                                        <p:cTn id="654" dur="1000"/>
                                        <p:tgtEl>
                                          <p:spTgt spid="3">
                                            <p:graphicEl>
                                              <a:dgm id="{3AEA31E4-F833-4BE8-BDB5-2C8A798B6E80}"/>
                                            </p:graphicEl>
                                          </p:spTgt>
                                        </p:tgtEl>
                                      </p:cBhvr>
                                    </p:animEffect>
                                  </p:childTnLst>
                                </p:cTn>
                              </p:par>
                              <p:par>
                                <p:cTn id="655" presetID="31" presetClass="entr" presetSubtype="0" fill="hold" grpId="0" nodeType="withEffect">
                                  <p:stCondLst>
                                    <p:cond delay="0"/>
                                  </p:stCondLst>
                                  <p:childTnLst>
                                    <p:set>
                                      <p:cBhvr>
                                        <p:cTn id="656" dur="1" fill="hold">
                                          <p:stCondLst>
                                            <p:cond delay="0"/>
                                          </p:stCondLst>
                                        </p:cTn>
                                        <p:tgtEl>
                                          <p:spTgt spid="3">
                                            <p:graphicEl>
                                              <a:dgm id="{7B9E0A60-7121-41FA-9AC0-5C0E647ACAF3}"/>
                                            </p:graphicEl>
                                          </p:spTgt>
                                        </p:tgtEl>
                                        <p:attrNameLst>
                                          <p:attrName>style.visibility</p:attrName>
                                        </p:attrNameLst>
                                      </p:cBhvr>
                                      <p:to>
                                        <p:strVal val="visible"/>
                                      </p:to>
                                    </p:set>
                                    <p:anim calcmode="lin" valueType="num">
                                      <p:cBhvr>
                                        <p:cTn id="657" dur="1000" fill="hold"/>
                                        <p:tgtEl>
                                          <p:spTgt spid="3">
                                            <p:graphicEl>
                                              <a:dgm id="{7B9E0A60-7121-41FA-9AC0-5C0E647ACAF3}"/>
                                            </p:graphicEl>
                                          </p:spTgt>
                                        </p:tgtEl>
                                        <p:attrNameLst>
                                          <p:attrName>ppt_w</p:attrName>
                                        </p:attrNameLst>
                                      </p:cBhvr>
                                      <p:tavLst>
                                        <p:tav tm="0">
                                          <p:val>
                                            <p:fltVal val="0"/>
                                          </p:val>
                                        </p:tav>
                                        <p:tav tm="100000">
                                          <p:val>
                                            <p:strVal val="#ppt_w"/>
                                          </p:val>
                                        </p:tav>
                                      </p:tavLst>
                                    </p:anim>
                                    <p:anim calcmode="lin" valueType="num">
                                      <p:cBhvr>
                                        <p:cTn id="658" dur="1000" fill="hold"/>
                                        <p:tgtEl>
                                          <p:spTgt spid="3">
                                            <p:graphicEl>
                                              <a:dgm id="{7B9E0A60-7121-41FA-9AC0-5C0E647ACAF3}"/>
                                            </p:graphicEl>
                                          </p:spTgt>
                                        </p:tgtEl>
                                        <p:attrNameLst>
                                          <p:attrName>ppt_h</p:attrName>
                                        </p:attrNameLst>
                                      </p:cBhvr>
                                      <p:tavLst>
                                        <p:tav tm="0">
                                          <p:val>
                                            <p:fltVal val="0"/>
                                          </p:val>
                                        </p:tav>
                                        <p:tav tm="100000">
                                          <p:val>
                                            <p:strVal val="#ppt_h"/>
                                          </p:val>
                                        </p:tav>
                                      </p:tavLst>
                                    </p:anim>
                                    <p:anim calcmode="lin" valueType="num">
                                      <p:cBhvr>
                                        <p:cTn id="659" dur="1000" fill="hold"/>
                                        <p:tgtEl>
                                          <p:spTgt spid="3">
                                            <p:graphicEl>
                                              <a:dgm id="{7B9E0A60-7121-41FA-9AC0-5C0E647ACAF3}"/>
                                            </p:graphicEl>
                                          </p:spTgt>
                                        </p:tgtEl>
                                        <p:attrNameLst>
                                          <p:attrName>style.rotation</p:attrName>
                                        </p:attrNameLst>
                                      </p:cBhvr>
                                      <p:tavLst>
                                        <p:tav tm="0">
                                          <p:val>
                                            <p:fltVal val="90"/>
                                          </p:val>
                                        </p:tav>
                                        <p:tav tm="100000">
                                          <p:val>
                                            <p:fltVal val="0"/>
                                          </p:val>
                                        </p:tav>
                                      </p:tavLst>
                                    </p:anim>
                                    <p:animEffect transition="in" filter="fade">
                                      <p:cBhvr>
                                        <p:cTn id="660" dur="1000"/>
                                        <p:tgtEl>
                                          <p:spTgt spid="3">
                                            <p:graphicEl>
                                              <a:dgm id="{7B9E0A60-7121-41FA-9AC0-5C0E647ACAF3}"/>
                                            </p:graphicEl>
                                          </p:spTgt>
                                        </p:tgtEl>
                                      </p:cBhvr>
                                    </p:animEffect>
                                  </p:childTnLst>
                                </p:cTn>
                              </p:par>
                              <p:par>
                                <p:cTn id="661" presetID="31" presetClass="entr" presetSubtype="0" fill="hold" grpId="0" nodeType="withEffect">
                                  <p:stCondLst>
                                    <p:cond delay="0"/>
                                  </p:stCondLst>
                                  <p:childTnLst>
                                    <p:set>
                                      <p:cBhvr>
                                        <p:cTn id="662" dur="1" fill="hold">
                                          <p:stCondLst>
                                            <p:cond delay="0"/>
                                          </p:stCondLst>
                                        </p:cTn>
                                        <p:tgtEl>
                                          <p:spTgt spid="3">
                                            <p:graphicEl>
                                              <a:dgm id="{FC37914B-8349-435D-95AC-4F57A954C69C}"/>
                                            </p:graphicEl>
                                          </p:spTgt>
                                        </p:tgtEl>
                                        <p:attrNameLst>
                                          <p:attrName>style.visibility</p:attrName>
                                        </p:attrNameLst>
                                      </p:cBhvr>
                                      <p:to>
                                        <p:strVal val="visible"/>
                                      </p:to>
                                    </p:set>
                                    <p:anim calcmode="lin" valueType="num">
                                      <p:cBhvr>
                                        <p:cTn id="663" dur="1000" fill="hold"/>
                                        <p:tgtEl>
                                          <p:spTgt spid="3">
                                            <p:graphicEl>
                                              <a:dgm id="{FC37914B-8349-435D-95AC-4F57A954C69C}"/>
                                            </p:graphicEl>
                                          </p:spTgt>
                                        </p:tgtEl>
                                        <p:attrNameLst>
                                          <p:attrName>ppt_w</p:attrName>
                                        </p:attrNameLst>
                                      </p:cBhvr>
                                      <p:tavLst>
                                        <p:tav tm="0">
                                          <p:val>
                                            <p:fltVal val="0"/>
                                          </p:val>
                                        </p:tav>
                                        <p:tav tm="100000">
                                          <p:val>
                                            <p:strVal val="#ppt_w"/>
                                          </p:val>
                                        </p:tav>
                                      </p:tavLst>
                                    </p:anim>
                                    <p:anim calcmode="lin" valueType="num">
                                      <p:cBhvr>
                                        <p:cTn id="664" dur="1000" fill="hold"/>
                                        <p:tgtEl>
                                          <p:spTgt spid="3">
                                            <p:graphicEl>
                                              <a:dgm id="{FC37914B-8349-435D-95AC-4F57A954C69C}"/>
                                            </p:graphicEl>
                                          </p:spTgt>
                                        </p:tgtEl>
                                        <p:attrNameLst>
                                          <p:attrName>ppt_h</p:attrName>
                                        </p:attrNameLst>
                                      </p:cBhvr>
                                      <p:tavLst>
                                        <p:tav tm="0">
                                          <p:val>
                                            <p:fltVal val="0"/>
                                          </p:val>
                                        </p:tav>
                                        <p:tav tm="100000">
                                          <p:val>
                                            <p:strVal val="#ppt_h"/>
                                          </p:val>
                                        </p:tav>
                                      </p:tavLst>
                                    </p:anim>
                                    <p:anim calcmode="lin" valueType="num">
                                      <p:cBhvr>
                                        <p:cTn id="665" dur="1000" fill="hold"/>
                                        <p:tgtEl>
                                          <p:spTgt spid="3">
                                            <p:graphicEl>
                                              <a:dgm id="{FC37914B-8349-435D-95AC-4F57A954C69C}"/>
                                            </p:graphicEl>
                                          </p:spTgt>
                                        </p:tgtEl>
                                        <p:attrNameLst>
                                          <p:attrName>style.rotation</p:attrName>
                                        </p:attrNameLst>
                                      </p:cBhvr>
                                      <p:tavLst>
                                        <p:tav tm="0">
                                          <p:val>
                                            <p:fltVal val="90"/>
                                          </p:val>
                                        </p:tav>
                                        <p:tav tm="100000">
                                          <p:val>
                                            <p:fltVal val="0"/>
                                          </p:val>
                                        </p:tav>
                                      </p:tavLst>
                                    </p:anim>
                                    <p:animEffect transition="in" filter="fade">
                                      <p:cBhvr>
                                        <p:cTn id="666" dur="1000"/>
                                        <p:tgtEl>
                                          <p:spTgt spid="3">
                                            <p:graphicEl>
                                              <a:dgm id="{FC37914B-8349-435D-95AC-4F57A954C69C}"/>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Sub>
          <a:bldDgm bld="lvlAtOnce"/>
        </p:bldSub>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Avoiding Data Duplication</a:t>
            </a:r>
          </a:p>
        </p:txBody>
      </p:sp>
      <p:sp>
        <p:nvSpPr>
          <p:cNvPr id="3" name="Content Placeholder 2"/>
          <p:cNvSpPr>
            <a:spLocks noGrp="1"/>
          </p:cNvSpPr>
          <p:nvPr>
            <p:ph sz="quarter" idx="10"/>
          </p:nvPr>
        </p:nvSpPr>
        <p:spPr/>
        <p:txBody>
          <a:bodyPr vert="horz" lIns="91440" tIns="45720" rIns="91440" bIns="45720" rtlCol="0">
            <a:normAutofit/>
          </a:bodyPr>
          <a:lstStyle/>
          <a:p>
            <a:r>
              <a:rPr lang="en-GB" dirty="0"/>
              <a:t>Look closely on the Module Registration</a:t>
            </a:r>
          </a:p>
          <a:p>
            <a:pPr lvl="1"/>
            <a:r>
              <a:rPr lang="en-GB" dirty="0" err="1"/>
              <a:t>Module_Register</a:t>
            </a:r>
            <a:endParaRPr lang="en-GB" dirty="0"/>
          </a:p>
          <a:p>
            <a:pPr lvl="2"/>
            <a:r>
              <a:rPr lang="en-GB" dirty="0" err="1"/>
              <a:t>Module_Grade_no</a:t>
            </a:r>
            <a:r>
              <a:rPr lang="en-GB" dirty="0"/>
              <a:t>, </a:t>
            </a:r>
            <a:r>
              <a:rPr lang="en-GB" dirty="0" err="1"/>
              <a:t>Student_No</a:t>
            </a:r>
            <a:r>
              <a:rPr lang="en-GB" dirty="0"/>
              <a:t>, </a:t>
            </a:r>
            <a:r>
              <a:rPr lang="en-GB" dirty="0" err="1"/>
              <a:t>Module_No</a:t>
            </a:r>
            <a:r>
              <a:rPr lang="en-GB" dirty="0"/>
              <a:t>,  Assignment, </a:t>
            </a:r>
            <a:r>
              <a:rPr lang="en-GB" dirty="0">
                <a:solidFill>
                  <a:srgbClr val="EC1A3B"/>
                </a:solidFill>
              </a:rPr>
              <a:t>Grade, </a:t>
            </a:r>
            <a:r>
              <a:rPr lang="en-GB" dirty="0" err="1">
                <a:solidFill>
                  <a:srgbClr val="EC1A3B"/>
                </a:solidFill>
              </a:rPr>
              <a:t>Min_Range</a:t>
            </a:r>
            <a:r>
              <a:rPr lang="en-GB" dirty="0">
                <a:solidFill>
                  <a:srgbClr val="EC1A3B"/>
                </a:solidFill>
              </a:rPr>
              <a:t>, </a:t>
            </a:r>
            <a:r>
              <a:rPr lang="en-GB" dirty="0" err="1">
                <a:solidFill>
                  <a:srgbClr val="EC1A3B"/>
                </a:solidFill>
              </a:rPr>
              <a:t>Max_Range</a:t>
            </a:r>
            <a:r>
              <a:rPr lang="en-GB" dirty="0">
                <a:solidFill>
                  <a:srgbClr val="EC1A3B"/>
                </a:solidFill>
              </a:rPr>
              <a:t>, Description</a:t>
            </a:r>
            <a:r>
              <a:rPr lang="en-GB" dirty="0"/>
              <a:t>, Mark</a:t>
            </a:r>
          </a:p>
          <a:p>
            <a:pPr lvl="1"/>
            <a:r>
              <a:rPr lang="en-GB" dirty="0"/>
              <a:t>Think about the Results/Grade</a:t>
            </a:r>
          </a:p>
          <a:p>
            <a:pPr lvl="1"/>
            <a:r>
              <a:rPr lang="en-GB" dirty="0"/>
              <a:t>Grade Range and Description is repeated with every module registration.</a:t>
            </a:r>
          </a:p>
          <a:p>
            <a:pPr lvl="1"/>
            <a:r>
              <a:rPr lang="en-GB" dirty="0"/>
              <a:t>Are there any better way of recording the data? Or avoiding the data duplication?</a:t>
            </a:r>
          </a:p>
        </p:txBody>
      </p:sp>
    </p:spTree>
    <p:extLst>
      <p:ext uri="{BB962C8B-B14F-4D97-AF65-F5344CB8AC3E}">
        <p14:creationId xmlns:p14="http://schemas.microsoft.com/office/powerpoint/2010/main" val="4072585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 calcmode="lin" valueType="num">
                                      <p:cBhvr additive="base">
                                        <p:cTn id="3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ext Box 30"/>
          <p:cNvSpPr txBox="1">
            <a:spLocks noChangeArrowheads="1"/>
          </p:cNvSpPr>
          <p:nvPr/>
        </p:nvSpPr>
        <p:spPr bwMode="auto">
          <a:xfrm>
            <a:off x="1320404" y="2182415"/>
            <a:ext cx="971550" cy="300082"/>
          </a:xfrm>
          <a:prstGeom prst="rect">
            <a:avLst/>
          </a:prstGeom>
          <a:ln>
            <a:headEnd/>
            <a:tailEnd/>
          </a:ln>
        </p:spPr>
        <p:style>
          <a:lnRef idx="0">
            <a:schemeClr val="accent2"/>
          </a:lnRef>
          <a:fillRef idx="3">
            <a:schemeClr val="accent2"/>
          </a:fillRef>
          <a:effectRef idx="3">
            <a:schemeClr val="accent2"/>
          </a:effectRef>
          <a:fontRef idx="minor">
            <a:schemeClr val="lt1"/>
          </a:fontRef>
        </p:style>
        <p:txBody>
          <a:bodyPr>
            <a:spAutoFit/>
          </a:bodyPr>
          <a:lstStyle/>
          <a:p>
            <a:pPr>
              <a:spcBef>
                <a:spcPct val="50000"/>
              </a:spcBef>
              <a:defRPr/>
            </a:pPr>
            <a:r>
              <a:rPr lang="en-GB" sz="1350" dirty="0"/>
              <a:t>Grade</a:t>
            </a:r>
          </a:p>
        </p:txBody>
      </p:sp>
      <p:sp>
        <p:nvSpPr>
          <p:cNvPr id="53" name="Line 31"/>
          <p:cNvSpPr>
            <a:spLocks noChangeShapeType="1"/>
          </p:cNvSpPr>
          <p:nvPr/>
        </p:nvSpPr>
        <p:spPr bwMode="auto">
          <a:xfrm>
            <a:off x="2293144" y="2290762"/>
            <a:ext cx="323850" cy="0"/>
          </a:xfrm>
          <a:prstGeom prst="line">
            <a:avLst/>
          </a:prstGeom>
          <a:ln>
            <a:headEnd/>
            <a:tailEnd/>
          </a:ln>
        </p:spPr>
        <p:style>
          <a:lnRef idx="2">
            <a:schemeClr val="accent2"/>
          </a:lnRef>
          <a:fillRef idx="0">
            <a:schemeClr val="accent2"/>
          </a:fillRef>
          <a:effectRef idx="1">
            <a:schemeClr val="accent2"/>
          </a:effectRef>
          <a:fontRef idx="minor">
            <a:schemeClr val="tx1"/>
          </a:fontRef>
        </p:style>
        <p:txBody>
          <a:bodyPr/>
          <a:lstStyle/>
          <a:p>
            <a:pPr>
              <a:defRPr/>
            </a:pPr>
            <a:endParaRPr lang="en-GB" sz="1350" dirty="0"/>
          </a:p>
        </p:txBody>
      </p:sp>
      <p:sp>
        <p:nvSpPr>
          <p:cNvPr id="54" name="Line 32"/>
          <p:cNvSpPr>
            <a:spLocks noChangeShapeType="1"/>
          </p:cNvSpPr>
          <p:nvPr/>
        </p:nvSpPr>
        <p:spPr bwMode="auto">
          <a:xfrm>
            <a:off x="2616994" y="2290762"/>
            <a:ext cx="0" cy="647700"/>
          </a:xfrm>
          <a:prstGeom prst="line">
            <a:avLst/>
          </a:prstGeom>
          <a:ln>
            <a:headEnd/>
            <a:tailEnd/>
          </a:ln>
        </p:spPr>
        <p:style>
          <a:lnRef idx="2">
            <a:schemeClr val="accent2"/>
          </a:lnRef>
          <a:fillRef idx="0">
            <a:schemeClr val="accent2"/>
          </a:fillRef>
          <a:effectRef idx="1">
            <a:schemeClr val="accent2"/>
          </a:effectRef>
          <a:fontRef idx="minor">
            <a:schemeClr val="tx1"/>
          </a:fontRef>
        </p:style>
        <p:txBody>
          <a:bodyPr/>
          <a:lstStyle/>
          <a:p>
            <a:pPr>
              <a:defRPr/>
            </a:pPr>
            <a:endParaRPr lang="en-GB" sz="1350" dirty="0"/>
          </a:p>
        </p:txBody>
      </p:sp>
      <p:sp>
        <p:nvSpPr>
          <p:cNvPr id="55" name="Line 33"/>
          <p:cNvSpPr>
            <a:spLocks noChangeShapeType="1"/>
          </p:cNvSpPr>
          <p:nvPr/>
        </p:nvSpPr>
        <p:spPr bwMode="auto">
          <a:xfrm flipH="1">
            <a:off x="2455069" y="2776537"/>
            <a:ext cx="161925" cy="161925"/>
          </a:xfrm>
          <a:prstGeom prst="line">
            <a:avLst/>
          </a:prstGeom>
          <a:ln>
            <a:headEnd/>
            <a:tailEnd/>
          </a:ln>
        </p:spPr>
        <p:style>
          <a:lnRef idx="2">
            <a:schemeClr val="accent2"/>
          </a:lnRef>
          <a:fillRef idx="0">
            <a:schemeClr val="accent2"/>
          </a:fillRef>
          <a:effectRef idx="1">
            <a:schemeClr val="accent2"/>
          </a:effectRef>
          <a:fontRef idx="minor">
            <a:schemeClr val="tx1"/>
          </a:fontRef>
        </p:style>
        <p:txBody>
          <a:bodyPr/>
          <a:lstStyle/>
          <a:p>
            <a:pPr>
              <a:defRPr/>
            </a:pPr>
            <a:endParaRPr lang="en-GB" sz="1350" dirty="0"/>
          </a:p>
        </p:txBody>
      </p:sp>
      <p:sp>
        <p:nvSpPr>
          <p:cNvPr id="56" name="Line 34"/>
          <p:cNvSpPr>
            <a:spLocks noChangeShapeType="1"/>
          </p:cNvSpPr>
          <p:nvPr/>
        </p:nvSpPr>
        <p:spPr bwMode="auto">
          <a:xfrm>
            <a:off x="2616994" y="2776537"/>
            <a:ext cx="161925" cy="161925"/>
          </a:xfrm>
          <a:prstGeom prst="line">
            <a:avLst/>
          </a:prstGeom>
          <a:ln>
            <a:headEnd/>
            <a:tailEnd/>
          </a:ln>
        </p:spPr>
        <p:style>
          <a:lnRef idx="2">
            <a:schemeClr val="accent2"/>
          </a:lnRef>
          <a:fillRef idx="0">
            <a:schemeClr val="accent2"/>
          </a:fillRef>
          <a:effectRef idx="1">
            <a:schemeClr val="accent2"/>
          </a:effectRef>
          <a:fontRef idx="minor">
            <a:schemeClr val="tx1"/>
          </a:fontRef>
        </p:style>
        <p:txBody>
          <a:bodyPr/>
          <a:lstStyle/>
          <a:p>
            <a:pPr>
              <a:defRPr/>
            </a:pPr>
            <a:endParaRPr lang="en-GB" sz="1350" dirty="0"/>
          </a:p>
        </p:txBody>
      </p:sp>
      <p:sp>
        <p:nvSpPr>
          <p:cNvPr id="59" name="Text Box 37"/>
          <p:cNvSpPr txBox="1">
            <a:spLocks noChangeArrowheads="1"/>
          </p:cNvSpPr>
          <p:nvPr/>
        </p:nvSpPr>
        <p:spPr bwMode="auto">
          <a:xfrm>
            <a:off x="2670573" y="2397918"/>
            <a:ext cx="971550" cy="300082"/>
          </a:xfrm>
          <a:prstGeom prst="rect">
            <a:avLst/>
          </a:prstGeom>
          <a:noFill/>
          <a:ln>
            <a:noFill/>
            <a:headEnd/>
            <a:tailEnd/>
          </a:ln>
        </p:spPr>
        <p:style>
          <a:lnRef idx="2">
            <a:schemeClr val="dk1">
              <a:shade val="50000"/>
            </a:schemeClr>
          </a:lnRef>
          <a:fillRef idx="1">
            <a:schemeClr val="dk1"/>
          </a:fillRef>
          <a:effectRef idx="0">
            <a:schemeClr val="dk1"/>
          </a:effectRef>
          <a:fontRef idx="minor">
            <a:schemeClr val="lt1"/>
          </a:fontRef>
        </p:style>
        <p:txBody>
          <a:bodyPr>
            <a:spAutoFit/>
          </a:bodyPr>
          <a:lstStyle/>
          <a:p>
            <a:pPr>
              <a:spcBef>
                <a:spcPct val="50000"/>
              </a:spcBef>
              <a:defRPr/>
            </a:pPr>
            <a:r>
              <a:rPr lang="en-GB" sz="1350" dirty="0">
                <a:solidFill>
                  <a:schemeClr val="tx1"/>
                </a:solidFill>
              </a:rPr>
              <a:t>Awarded</a:t>
            </a:r>
          </a:p>
        </p:txBody>
      </p:sp>
      <p:sp>
        <p:nvSpPr>
          <p:cNvPr id="33802" name="Text Box 2"/>
          <p:cNvSpPr txBox="1">
            <a:spLocks noChangeArrowheads="1"/>
          </p:cNvSpPr>
          <p:nvPr/>
        </p:nvSpPr>
        <p:spPr bwMode="auto">
          <a:xfrm>
            <a:off x="6329363" y="1493043"/>
            <a:ext cx="1566863" cy="300082"/>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GB" altLang="en-US" sz="1350" dirty="0"/>
              <a:t>Department</a:t>
            </a:r>
          </a:p>
        </p:txBody>
      </p:sp>
      <p:sp>
        <p:nvSpPr>
          <p:cNvPr id="33803" name="Text Box 3"/>
          <p:cNvSpPr txBox="1">
            <a:spLocks noChangeArrowheads="1"/>
          </p:cNvSpPr>
          <p:nvPr/>
        </p:nvSpPr>
        <p:spPr bwMode="auto">
          <a:xfrm>
            <a:off x="4025504" y="1493043"/>
            <a:ext cx="1079897" cy="300082"/>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GB" altLang="en-US" sz="1350" dirty="0"/>
              <a:t>Staff</a:t>
            </a:r>
          </a:p>
        </p:txBody>
      </p:sp>
      <p:sp>
        <p:nvSpPr>
          <p:cNvPr id="33804" name="Text Box 5"/>
          <p:cNvSpPr txBox="1">
            <a:spLocks noChangeArrowheads="1"/>
          </p:cNvSpPr>
          <p:nvPr/>
        </p:nvSpPr>
        <p:spPr bwMode="auto">
          <a:xfrm>
            <a:off x="5311379" y="1653778"/>
            <a:ext cx="97155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GB" altLang="en-US" sz="1350" dirty="0"/>
              <a:t>Employs</a:t>
            </a:r>
          </a:p>
        </p:txBody>
      </p:sp>
      <p:sp>
        <p:nvSpPr>
          <p:cNvPr id="33805" name="Text Box 8"/>
          <p:cNvSpPr txBox="1">
            <a:spLocks noChangeArrowheads="1"/>
          </p:cNvSpPr>
          <p:nvPr/>
        </p:nvSpPr>
        <p:spPr bwMode="auto">
          <a:xfrm>
            <a:off x="4993482" y="2938462"/>
            <a:ext cx="1079897" cy="300082"/>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GB" altLang="en-US" sz="1350" dirty="0"/>
              <a:t>Module</a:t>
            </a:r>
          </a:p>
        </p:txBody>
      </p:sp>
      <p:sp>
        <p:nvSpPr>
          <p:cNvPr id="33806" name="Line 9"/>
          <p:cNvSpPr>
            <a:spLocks noChangeShapeType="1"/>
          </p:cNvSpPr>
          <p:nvPr/>
        </p:nvSpPr>
        <p:spPr bwMode="auto">
          <a:xfrm>
            <a:off x="5472113" y="2082403"/>
            <a:ext cx="7144" cy="85605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sz="1350" dirty="0"/>
          </a:p>
        </p:txBody>
      </p:sp>
      <p:sp>
        <p:nvSpPr>
          <p:cNvPr id="33807" name="Line 10"/>
          <p:cNvSpPr>
            <a:spLocks noChangeShapeType="1"/>
          </p:cNvSpPr>
          <p:nvPr/>
        </p:nvSpPr>
        <p:spPr bwMode="auto">
          <a:xfrm flipH="1">
            <a:off x="5354242" y="2721769"/>
            <a:ext cx="125015" cy="21669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sz="1350" dirty="0"/>
          </a:p>
        </p:txBody>
      </p:sp>
      <p:sp>
        <p:nvSpPr>
          <p:cNvPr id="33808" name="Line 11"/>
          <p:cNvSpPr>
            <a:spLocks noChangeShapeType="1"/>
          </p:cNvSpPr>
          <p:nvPr/>
        </p:nvSpPr>
        <p:spPr bwMode="auto">
          <a:xfrm>
            <a:off x="5479257" y="2721769"/>
            <a:ext cx="125016" cy="21669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sz="1350" dirty="0"/>
          </a:p>
        </p:txBody>
      </p:sp>
      <p:sp>
        <p:nvSpPr>
          <p:cNvPr id="33809" name="Text Box 12"/>
          <p:cNvSpPr txBox="1">
            <a:spLocks noChangeArrowheads="1"/>
          </p:cNvSpPr>
          <p:nvPr/>
        </p:nvSpPr>
        <p:spPr bwMode="auto">
          <a:xfrm>
            <a:off x="4993482" y="4071937"/>
            <a:ext cx="1079897" cy="300082"/>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GB" altLang="en-US" sz="1350" dirty="0"/>
              <a:t>Course</a:t>
            </a:r>
          </a:p>
        </p:txBody>
      </p:sp>
      <p:sp>
        <p:nvSpPr>
          <p:cNvPr id="33810" name="Line 13"/>
          <p:cNvSpPr>
            <a:spLocks noChangeShapeType="1"/>
          </p:cNvSpPr>
          <p:nvPr/>
        </p:nvSpPr>
        <p:spPr bwMode="auto">
          <a:xfrm flipV="1">
            <a:off x="5479257" y="3208735"/>
            <a:ext cx="0" cy="86320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sz="1350" dirty="0"/>
          </a:p>
        </p:txBody>
      </p:sp>
      <p:sp>
        <p:nvSpPr>
          <p:cNvPr id="33811" name="Line 14"/>
          <p:cNvSpPr>
            <a:spLocks noChangeShapeType="1"/>
          </p:cNvSpPr>
          <p:nvPr/>
        </p:nvSpPr>
        <p:spPr bwMode="auto">
          <a:xfrm flipH="1" flipV="1">
            <a:off x="5317332" y="3208734"/>
            <a:ext cx="161925" cy="1619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sz="1350" dirty="0"/>
          </a:p>
        </p:txBody>
      </p:sp>
      <p:sp>
        <p:nvSpPr>
          <p:cNvPr id="33812" name="Line 15"/>
          <p:cNvSpPr>
            <a:spLocks noChangeShapeType="1"/>
          </p:cNvSpPr>
          <p:nvPr/>
        </p:nvSpPr>
        <p:spPr bwMode="auto">
          <a:xfrm flipV="1">
            <a:off x="5479257" y="3208734"/>
            <a:ext cx="107156" cy="1619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sz="1350" dirty="0"/>
          </a:p>
        </p:txBody>
      </p:sp>
      <p:sp>
        <p:nvSpPr>
          <p:cNvPr id="33813" name="Text Box 16"/>
          <p:cNvSpPr txBox="1">
            <a:spLocks noChangeArrowheads="1"/>
          </p:cNvSpPr>
          <p:nvPr/>
        </p:nvSpPr>
        <p:spPr bwMode="auto">
          <a:xfrm>
            <a:off x="2130029" y="4071937"/>
            <a:ext cx="1079897" cy="300082"/>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GB" altLang="en-US" sz="1350" dirty="0"/>
              <a:t>Students</a:t>
            </a:r>
          </a:p>
        </p:txBody>
      </p:sp>
      <p:sp>
        <p:nvSpPr>
          <p:cNvPr id="33814" name="Line 17"/>
          <p:cNvSpPr>
            <a:spLocks noChangeShapeType="1"/>
          </p:cNvSpPr>
          <p:nvPr/>
        </p:nvSpPr>
        <p:spPr bwMode="auto">
          <a:xfrm>
            <a:off x="3211117" y="4235053"/>
            <a:ext cx="178236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sz="1350" dirty="0"/>
          </a:p>
        </p:txBody>
      </p:sp>
      <p:sp>
        <p:nvSpPr>
          <p:cNvPr id="33815" name="Text Box 18"/>
          <p:cNvSpPr txBox="1">
            <a:spLocks noChangeArrowheads="1"/>
          </p:cNvSpPr>
          <p:nvPr/>
        </p:nvSpPr>
        <p:spPr bwMode="auto">
          <a:xfrm>
            <a:off x="3596879" y="3957637"/>
            <a:ext cx="97155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GB" altLang="en-US" sz="1350" dirty="0"/>
              <a:t>Enrol</a:t>
            </a:r>
          </a:p>
        </p:txBody>
      </p:sp>
      <p:sp>
        <p:nvSpPr>
          <p:cNvPr id="33816" name="Text Box 19"/>
          <p:cNvSpPr txBox="1">
            <a:spLocks noChangeArrowheads="1"/>
          </p:cNvSpPr>
          <p:nvPr/>
        </p:nvSpPr>
        <p:spPr bwMode="auto">
          <a:xfrm>
            <a:off x="4561285" y="3529012"/>
            <a:ext cx="97155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GB" altLang="en-US" sz="1350" dirty="0"/>
              <a:t>Consists</a:t>
            </a:r>
          </a:p>
        </p:txBody>
      </p:sp>
      <p:sp>
        <p:nvSpPr>
          <p:cNvPr id="33817" name="Text Box 20"/>
          <p:cNvSpPr txBox="1">
            <a:spLocks noChangeArrowheads="1"/>
          </p:cNvSpPr>
          <p:nvPr/>
        </p:nvSpPr>
        <p:spPr bwMode="auto">
          <a:xfrm>
            <a:off x="5532835" y="2128837"/>
            <a:ext cx="97155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GB" altLang="en-US" sz="1350" dirty="0"/>
              <a:t>Manages</a:t>
            </a:r>
          </a:p>
        </p:txBody>
      </p:sp>
      <p:sp>
        <p:nvSpPr>
          <p:cNvPr id="31768" name="Text Box 21"/>
          <p:cNvSpPr txBox="1">
            <a:spLocks noChangeArrowheads="1"/>
          </p:cNvSpPr>
          <p:nvPr/>
        </p:nvSpPr>
        <p:spPr bwMode="auto">
          <a:xfrm>
            <a:off x="1756174" y="2938462"/>
            <a:ext cx="1508522" cy="300082"/>
          </a:xfrm>
          <a:prstGeom prst="rect">
            <a:avLst/>
          </a:prstGeom>
          <a:ln>
            <a:headEnd/>
            <a:tailEnd/>
          </a:ln>
        </p:spPr>
        <p:style>
          <a:lnRef idx="0">
            <a:schemeClr val="accent6"/>
          </a:lnRef>
          <a:fillRef idx="3">
            <a:schemeClr val="accent6"/>
          </a:fillRef>
          <a:effectRef idx="3">
            <a:schemeClr val="accent6"/>
          </a:effectRef>
          <a:fontRef idx="minor">
            <a:schemeClr val="lt1"/>
          </a:fontRef>
        </p:style>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defRPr/>
            </a:pPr>
            <a:r>
              <a:rPr lang="en-GB" sz="1350" dirty="0"/>
              <a:t>Module_Register</a:t>
            </a:r>
          </a:p>
        </p:txBody>
      </p:sp>
      <p:sp>
        <p:nvSpPr>
          <p:cNvPr id="33821" name="Line 22"/>
          <p:cNvSpPr>
            <a:spLocks noChangeShapeType="1"/>
          </p:cNvSpPr>
          <p:nvPr/>
        </p:nvSpPr>
        <p:spPr bwMode="auto">
          <a:xfrm flipV="1">
            <a:off x="2562226" y="3208735"/>
            <a:ext cx="0" cy="86320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sz="1350" dirty="0"/>
          </a:p>
        </p:txBody>
      </p:sp>
      <p:sp>
        <p:nvSpPr>
          <p:cNvPr id="33822" name="Line 23"/>
          <p:cNvSpPr>
            <a:spLocks noChangeShapeType="1"/>
          </p:cNvSpPr>
          <p:nvPr/>
        </p:nvSpPr>
        <p:spPr bwMode="auto">
          <a:xfrm flipH="1" flipV="1">
            <a:off x="2400301" y="3208734"/>
            <a:ext cx="161925" cy="1619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sz="1350" dirty="0"/>
          </a:p>
        </p:txBody>
      </p:sp>
      <p:sp>
        <p:nvSpPr>
          <p:cNvPr id="33823" name="Line 24"/>
          <p:cNvSpPr>
            <a:spLocks noChangeShapeType="1"/>
          </p:cNvSpPr>
          <p:nvPr/>
        </p:nvSpPr>
        <p:spPr bwMode="auto">
          <a:xfrm flipV="1">
            <a:off x="2562226" y="3208734"/>
            <a:ext cx="161925" cy="1619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sz="1350" dirty="0"/>
          </a:p>
        </p:txBody>
      </p:sp>
      <p:sp>
        <p:nvSpPr>
          <p:cNvPr id="33824" name="Line 25"/>
          <p:cNvSpPr>
            <a:spLocks noChangeShapeType="1"/>
          </p:cNvSpPr>
          <p:nvPr/>
        </p:nvSpPr>
        <p:spPr bwMode="auto">
          <a:xfrm flipH="1">
            <a:off x="3264694" y="3100387"/>
            <a:ext cx="17287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sz="1350" dirty="0"/>
          </a:p>
        </p:txBody>
      </p:sp>
      <p:sp>
        <p:nvSpPr>
          <p:cNvPr id="33825" name="Line 26"/>
          <p:cNvSpPr>
            <a:spLocks noChangeShapeType="1"/>
          </p:cNvSpPr>
          <p:nvPr/>
        </p:nvSpPr>
        <p:spPr bwMode="auto">
          <a:xfrm flipH="1" flipV="1">
            <a:off x="3264694" y="3007519"/>
            <a:ext cx="161925" cy="928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sz="1350" dirty="0"/>
          </a:p>
        </p:txBody>
      </p:sp>
      <p:sp>
        <p:nvSpPr>
          <p:cNvPr id="33826" name="Line 27"/>
          <p:cNvSpPr>
            <a:spLocks noChangeShapeType="1"/>
          </p:cNvSpPr>
          <p:nvPr/>
        </p:nvSpPr>
        <p:spPr bwMode="auto">
          <a:xfrm flipH="1">
            <a:off x="3264694" y="3100387"/>
            <a:ext cx="161925" cy="5357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sz="1350" dirty="0"/>
          </a:p>
        </p:txBody>
      </p:sp>
      <p:sp>
        <p:nvSpPr>
          <p:cNvPr id="33827" name="Line 28"/>
          <p:cNvSpPr>
            <a:spLocks noChangeShapeType="1"/>
          </p:cNvSpPr>
          <p:nvPr/>
        </p:nvSpPr>
        <p:spPr bwMode="auto">
          <a:xfrm flipH="1" flipV="1">
            <a:off x="3211117" y="4126706"/>
            <a:ext cx="215503" cy="10834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sz="1350" dirty="0"/>
          </a:p>
        </p:txBody>
      </p:sp>
      <p:sp>
        <p:nvSpPr>
          <p:cNvPr id="33828" name="Line 29"/>
          <p:cNvSpPr>
            <a:spLocks noChangeShapeType="1"/>
          </p:cNvSpPr>
          <p:nvPr/>
        </p:nvSpPr>
        <p:spPr bwMode="auto">
          <a:xfrm flipH="1">
            <a:off x="3211117" y="4235054"/>
            <a:ext cx="215503" cy="1071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GB" sz="1350" dirty="0"/>
          </a:p>
        </p:txBody>
      </p:sp>
      <p:sp>
        <p:nvSpPr>
          <p:cNvPr id="33829" name="Text Box 35"/>
          <p:cNvSpPr txBox="1">
            <a:spLocks noChangeArrowheads="1"/>
          </p:cNvSpPr>
          <p:nvPr/>
        </p:nvSpPr>
        <p:spPr bwMode="auto">
          <a:xfrm>
            <a:off x="1560910" y="3529012"/>
            <a:ext cx="97155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GB" altLang="en-US" sz="1350" dirty="0"/>
              <a:t>Register</a:t>
            </a:r>
          </a:p>
        </p:txBody>
      </p:sp>
      <p:sp>
        <p:nvSpPr>
          <p:cNvPr id="33830" name="Text Box 36"/>
          <p:cNvSpPr txBox="1">
            <a:spLocks noChangeArrowheads="1"/>
          </p:cNvSpPr>
          <p:nvPr/>
        </p:nvSpPr>
        <p:spPr bwMode="auto">
          <a:xfrm>
            <a:off x="3704035" y="3153965"/>
            <a:ext cx="97155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GB" altLang="en-US" sz="1350" dirty="0"/>
              <a:t>Listed</a:t>
            </a:r>
          </a:p>
        </p:txBody>
      </p:sp>
      <p:cxnSp>
        <p:nvCxnSpPr>
          <p:cNvPr id="33831" name="Straight Connector 38"/>
          <p:cNvCxnSpPr>
            <a:cxnSpLocks noChangeShapeType="1"/>
          </p:cNvCxnSpPr>
          <p:nvPr/>
        </p:nvCxnSpPr>
        <p:spPr bwMode="auto">
          <a:xfrm rot="10800000">
            <a:off x="4507707" y="2082404"/>
            <a:ext cx="964406" cy="11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3832" name="Straight Connector 40"/>
          <p:cNvCxnSpPr>
            <a:cxnSpLocks noChangeShapeType="1"/>
          </p:cNvCxnSpPr>
          <p:nvPr/>
        </p:nvCxnSpPr>
        <p:spPr bwMode="auto">
          <a:xfrm rot="5400000" flipH="1" flipV="1">
            <a:off x="4346378" y="1921074"/>
            <a:ext cx="321469" cy="11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3833" name="Straight Connector 42"/>
          <p:cNvCxnSpPr>
            <a:cxnSpLocks noChangeShapeType="1"/>
            <a:stCxn id="33802" idx="1"/>
            <a:endCxn id="33803" idx="3"/>
          </p:cNvCxnSpPr>
          <p:nvPr/>
        </p:nvCxnSpPr>
        <p:spPr bwMode="auto">
          <a:xfrm rot="10800000">
            <a:off x="5105400" y="1633537"/>
            <a:ext cx="1223963" cy="119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3834" name="Straight Connector 46"/>
          <p:cNvCxnSpPr>
            <a:cxnSpLocks noChangeShapeType="1"/>
            <a:stCxn id="33802" idx="2"/>
          </p:cNvCxnSpPr>
          <p:nvPr/>
        </p:nvCxnSpPr>
        <p:spPr bwMode="auto">
          <a:xfrm rot="16200000" flipH="1">
            <a:off x="5897762" y="2990255"/>
            <a:ext cx="2450306" cy="2024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3835" name="Straight Connector 48"/>
          <p:cNvCxnSpPr>
            <a:cxnSpLocks noChangeShapeType="1"/>
            <a:stCxn id="33809" idx="3"/>
          </p:cNvCxnSpPr>
          <p:nvPr/>
        </p:nvCxnSpPr>
        <p:spPr bwMode="auto">
          <a:xfrm>
            <a:off x="6073380" y="4213622"/>
            <a:ext cx="1059656" cy="1190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3836" name="Straight Connector 50"/>
          <p:cNvCxnSpPr>
            <a:cxnSpLocks noChangeShapeType="1"/>
          </p:cNvCxnSpPr>
          <p:nvPr/>
        </p:nvCxnSpPr>
        <p:spPr bwMode="auto">
          <a:xfrm>
            <a:off x="5097066" y="1493044"/>
            <a:ext cx="214313" cy="16073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3837" name="Straight Connector 59"/>
          <p:cNvCxnSpPr>
            <a:cxnSpLocks noChangeShapeType="1"/>
          </p:cNvCxnSpPr>
          <p:nvPr/>
        </p:nvCxnSpPr>
        <p:spPr bwMode="auto">
          <a:xfrm rot="10800000" flipV="1">
            <a:off x="5097066" y="1653779"/>
            <a:ext cx="214313" cy="1071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3838" name="Straight Connector 61"/>
          <p:cNvCxnSpPr>
            <a:cxnSpLocks noChangeShapeType="1"/>
          </p:cNvCxnSpPr>
          <p:nvPr/>
        </p:nvCxnSpPr>
        <p:spPr bwMode="auto">
          <a:xfrm>
            <a:off x="6061473" y="4064794"/>
            <a:ext cx="267890" cy="16073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3839" name="Straight Connector 63"/>
          <p:cNvCxnSpPr>
            <a:cxnSpLocks noChangeShapeType="1"/>
          </p:cNvCxnSpPr>
          <p:nvPr/>
        </p:nvCxnSpPr>
        <p:spPr bwMode="auto">
          <a:xfrm rot="10800000" flipV="1">
            <a:off x="6061473" y="4225529"/>
            <a:ext cx="267890" cy="1071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33840" name="Text Box 5"/>
          <p:cNvSpPr txBox="1">
            <a:spLocks noChangeArrowheads="1"/>
          </p:cNvSpPr>
          <p:nvPr/>
        </p:nvSpPr>
        <p:spPr bwMode="auto">
          <a:xfrm>
            <a:off x="7186613" y="2564606"/>
            <a:ext cx="776288"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GB" altLang="en-US" sz="1350" dirty="0"/>
              <a:t>Runs</a:t>
            </a:r>
          </a:p>
        </p:txBody>
      </p:sp>
      <p:sp>
        <p:nvSpPr>
          <p:cNvPr id="45" name="Title 1"/>
          <p:cNvSpPr>
            <a:spLocks noGrp="1"/>
          </p:cNvSpPr>
          <p:nvPr>
            <p:ph type="title"/>
          </p:nvPr>
        </p:nvSpPr>
        <p:spPr>
          <a:xfrm>
            <a:off x="560785" y="577193"/>
            <a:ext cx="8229600" cy="374461"/>
          </a:xfrm>
        </p:spPr>
        <p:txBody>
          <a:bodyPr>
            <a:normAutofit fontScale="90000"/>
          </a:bodyPr>
          <a:lstStyle/>
          <a:p>
            <a:r>
              <a:rPr lang="en-GB" dirty="0"/>
              <a:t>Entities Relationship Diagram </a:t>
            </a:r>
            <a:br>
              <a:rPr lang="en-GB" dirty="0"/>
            </a:br>
            <a:r>
              <a:rPr lang="en-GB" dirty="0"/>
              <a:t>- Modified</a:t>
            </a:r>
          </a:p>
        </p:txBody>
      </p:sp>
    </p:spTree>
    <p:extLst>
      <p:ext uri="{BB962C8B-B14F-4D97-AF65-F5344CB8AC3E}">
        <p14:creationId xmlns:p14="http://schemas.microsoft.com/office/powerpoint/2010/main" val="10065912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p:cNvSpPr>
            <a:spLocks noGrp="1" noChangeArrowheads="1"/>
          </p:cNvSpPr>
          <p:nvPr>
            <p:ph type="title"/>
          </p:nvPr>
        </p:nvSpPr>
        <p:spPr/>
        <p:txBody>
          <a:bodyPr/>
          <a:lstStyle/>
          <a:p>
            <a:pPr>
              <a:defRPr/>
            </a:pPr>
            <a:r>
              <a:rPr lang="en-GB" dirty="0"/>
              <a:t>Sample Attributes</a:t>
            </a:r>
          </a:p>
        </p:txBody>
      </p:sp>
      <p:graphicFrame>
        <p:nvGraphicFramePr>
          <p:cNvPr id="2" name="Diagram 1"/>
          <p:cNvGraphicFramePr/>
          <p:nvPr>
            <p:extLst>
              <p:ext uri="{D42A27DB-BD31-4B8C-83A1-F6EECF244321}">
                <p14:modId xmlns:p14="http://schemas.microsoft.com/office/powerpoint/2010/main" val="1872544012"/>
              </p:ext>
            </p:extLst>
          </p:nvPr>
        </p:nvGraphicFramePr>
        <p:xfrm>
          <a:off x="539552" y="1106955"/>
          <a:ext cx="7525345" cy="38884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016854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graphicEl>
                                              <a:dgm id="{F6764923-1CF7-44B2-B876-81B211A7637F}"/>
                                            </p:graphicEl>
                                          </p:spTgt>
                                        </p:tgtEl>
                                        <p:attrNameLst>
                                          <p:attrName>style.visibility</p:attrName>
                                        </p:attrNameLst>
                                      </p:cBhvr>
                                      <p:to>
                                        <p:strVal val="visible"/>
                                      </p:to>
                                    </p:set>
                                    <p:anim calcmode="lin" valueType="num">
                                      <p:cBhvr>
                                        <p:cTn id="7" dur="1000" fill="hold"/>
                                        <p:tgtEl>
                                          <p:spTgt spid="2">
                                            <p:graphicEl>
                                              <a:dgm id="{F6764923-1CF7-44B2-B876-81B211A7637F}"/>
                                            </p:graphicEl>
                                          </p:spTgt>
                                        </p:tgtEl>
                                        <p:attrNameLst>
                                          <p:attrName>ppt_w</p:attrName>
                                        </p:attrNameLst>
                                      </p:cBhvr>
                                      <p:tavLst>
                                        <p:tav tm="0">
                                          <p:val>
                                            <p:fltVal val="0"/>
                                          </p:val>
                                        </p:tav>
                                        <p:tav tm="100000">
                                          <p:val>
                                            <p:strVal val="#ppt_w"/>
                                          </p:val>
                                        </p:tav>
                                      </p:tavLst>
                                    </p:anim>
                                    <p:anim calcmode="lin" valueType="num">
                                      <p:cBhvr>
                                        <p:cTn id="8" dur="1000" fill="hold"/>
                                        <p:tgtEl>
                                          <p:spTgt spid="2">
                                            <p:graphicEl>
                                              <a:dgm id="{F6764923-1CF7-44B2-B876-81B211A7637F}"/>
                                            </p:graphicEl>
                                          </p:spTgt>
                                        </p:tgtEl>
                                        <p:attrNameLst>
                                          <p:attrName>ppt_h</p:attrName>
                                        </p:attrNameLst>
                                      </p:cBhvr>
                                      <p:tavLst>
                                        <p:tav tm="0">
                                          <p:val>
                                            <p:fltVal val="0"/>
                                          </p:val>
                                        </p:tav>
                                        <p:tav tm="100000">
                                          <p:val>
                                            <p:strVal val="#ppt_h"/>
                                          </p:val>
                                        </p:tav>
                                      </p:tavLst>
                                    </p:anim>
                                    <p:anim calcmode="lin" valueType="num">
                                      <p:cBhvr>
                                        <p:cTn id="9" dur="1000" fill="hold"/>
                                        <p:tgtEl>
                                          <p:spTgt spid="2">
                                            <p:graphicEl>
                                              <a:dgm id="{F6764923-1CF7-44B2-B876-81B211A7637F}"/>
                                            </p:graphicEl>
                                          </p:spTgt>
                                        </p:tgtEl>
                                        <p:attrNameLst>
                                          <p:attrName>style.rotation</p:attrName>
                                        </p:attrNameLst>
                                      </p:cBhvr>
                                      <p:tavLst>
                                        <p:tav tm="0">
                                          <p:val>
                                            <p:fltVal val="90"/>
                                          </p:val>
                                        </p:tav>
                                        <p:tav tm="100000">
                                          <p:val>
                                            <p:fltVal val="0"/>
                                          </p:val>
                                        </p:tav>
                                      </p:tavLst>
                                    </p:anim>
                                    <p:animEffect transition="in" filter="fade">
                                      <p:cBhvr>
                                        <p:cTn id="10" dur="1000"/>
                                        <p:tgtEl>
                                          <p:spTgt spid="2">
                                            <p:graphicEl>
                                              <a:dgm id="{F6764923-1CF7-44B2-B876-81B211A7637F}"/>
                                            </p:graphicEl>
                                          </p:spTgt>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2">
                                            <p:graphicEl>
                                              <a:dgm id="{72FCC960-1EFE-4925-83C9-BA1E6458678E}"/>
                                            </p:graphicEl>
                                          </p:spTgt>
                                        </p:tgtEl>
                                        <p:attrNameLst>
                                          <p:attrName>style.visibility</p:attrName>
                                        </p:attrNameLst>
                                      </p:cBhvr>
                                      <p:to>
                                        <p:strVal val="visible"/>
                                      </p:to>
                                    </p:set>
                                    <p:anim calcmode="lin" valueType="num">
                                      <p:cBhvr>
                                        <p:cTn id="13" dur="1000" fill="hold"/>
                                        <p:tgtEl>
                                          <p:spTgt spid="2">
                                            <p:graphicEl>
                                              <a:dgm id="{72FCC960-1EFE-4925-83C9-BA1E6458678E}"/>
                                            </p:graphicEl>
                                          </p:spTgt>
                                        </p:tgtEl>
                                        <p:attrNameLst>
                                          <p:attrName>ppt_w</p:attrName>
                                        </p:attrNameLst>
                                      </p:cBhvr>
                                      <p:tavLst>
                                        <p:tav tm="0">
                                          <p:val>
                                            <p:fltVal val="0"/>
                                          </p:val>
                                        </p:tav>
                                        <p:tav tm="100000">
                                          <p:val>
                                            <p:strVal val="#ppt_w"/>
                                          </p:val>
                                        </p:tav>
                                      </p:tavLst>
                                    </p:anim>
                                    <p:anim calcmode="lin" valueType="num">
                                      <p:cBhvr>
                                        <p:cTn id="14" dur="1000" fill="hold"/>
                                        <p:tgtEl>
                                          <p:spTgt spid="2">
                                            <p:graphicEl>
                                              <a:dgm id="{72FCC960-1EFE-4925-83C9-BA1E6458678E}"/>
                                            </p:graphicEl>
                                          </p:spTgt>
                                        </p:tgtEl>
                                        <p:attrNameLst>
                                          <p:attrName>ppt_h</p:attrName>
                                        </p:attrNameLst>
                                      </p:cBhvr>
                                      <p:tavLst>
                                        <p:tav tm="0">
                                          <p:val>
                                            <p:fltVal val="0"/>
                                          </p:val>
                                        </p:tav>
                                        <p:tav tm="100000">
                                          <p:val>
                                            <p:strVal val="#ppt_h"/>
                                          </p:val>
                                        </p:tav>
                                      </p:tavLst>
                                    </p:anim>
                                    <p:anim calcmode="lin" valueType="num">
                                      <p:cBhvr>
                                        <p:cTn id="15" dur="1000" fill="hold"/>
                                        <p:tgtEl>
                                          <p:spTgt spid="2">
                                            <p:graphicEl>
                                              <a:dgm id="{72FCC960-1EFE-4925-83C9-BA1E6458678E}"/>
                                            </p:graphicEl>
                                          </p:spTgt>
                                        </p:tgtEl>
                                        <p:attrNameLst>
                                          <p:attrName>style.rotation</p:attrName>
                                        </p:attrNameLst>
                                      </p:cBhvr>
                                      <p:tavLst>
                                        <p:tav tm="0">
                                          <p:val>
                                            <p:fltVal val="90"/>
                                          </p:val>
                                        </p:tav>
                                        <p:tav tm="100000">
                                          <p:val>
                                            <p:fltVal val="0"/>
                                          </p:val>
                                        </p:tav>
                                      </p:tavLst>
                                    </p:anim>
                                    <p:animEffect transition="in" filter="fade">
                                      <p:cBhvr>
                                        <p:cTn id="16" dur="1000"/>
                                        <p:tgtEl>
                                          <p:spTgt spid="2">
                                            <p:graphicEl>
                                              <a:dgm id="{72FCC960-1EFE-4925-83C9-BA1E6458678E}"/>
                                            </p:graphicEl>
                                          </p:spTgt>
                                        </p:tgtEl>
                                      </p:cBhvr>
                                    </p:animEffect>
                                  </p:childTnLst>
                                </p:cTn>
                              </p:par>
                              <p:par>
                                <p:cTn id="17" presetID="31" presetClass="entr" presetSubtype="0" fill="hold" grpId="0" nodeType="withEffect">
                                  <p:stCondLst>
                                    <p:cond delay="0"/>
                                  </p:stCondLst>
                                  <p:childTnLst>
                                    <p:set>
                                      <p:cBhvr>
                                        <p:cTn id="18" dur="1" fill="hold">
                                          <p:stCondLst>
                                            <p:cond delay="0"/>
                                          </p:stCondLst>
                                        </p:cTn>
                                        <p:tgtEl>
                                          <p:spTgt spid="2">
                                            <p:graphicEl>
                                              <a:dgm id="{302E3CD2-5C32-4234-9E32-15D495F756A6}"/>
                                            </p:graphicEl>
                                          </p:spTgt>
                                        </p:tgtEl>
                                        <p:attrNameLst>
                                          <p:attrName>style.visibility</p:attrName>
                                        </p:attrNameLst>
                                      </p:cBhvr>
                                      <p:to>
                                        <p:strVal val="visible"/>
                                      </p:to>
                                    </p:set>
                                    <p:anim calcmode="lin" valueType="num">
                                      <p:cBhvr>
                                        <p:cTn id="19" dur="1000" fill="hold"/>
                                        <p:tgtEl>
                                          <p:spTgt spid="2">
                                            <p:graphicEl>
                                              <a:dgm id="{302E3CD2-5C32-4234-9E32-15D495F756A6}"/>
                                            </p:graphicEl>
                                          </p:spTgt>
                                        </p:tgtEl>
                                        <p:attrNameLst>
                                          <p:attrName>ppt_w</p:attrName>
                                        </p:attrNameLst>
                                      </p:cBhvr>
                                      <p:tavLst>
                                        <p:tav tm="0">
                                          <p:val>
                                            <p:fltVal val="0"/>
                                          </p:val>
                                        </p:tav>
                                        <p:tav tm="100000">
                                          <p:val>
                                            <p:strVal val="#ppt_w"/>
                                          </p:val>
                                        </p:tav>
                                      </p:tavLst>
                                    </p:anim>
                                    <p:anim calcmode="lin" valueType="num">
                                      <p:cBhvr>
                                        <p:cTn id="20" dur="1000" fill="hold"/>
                                        <p:tgtEl>
                                          <p:spTgt spid="2">
                                            <p:graphicEl>
                                              <a:dgm id="{302E3CD2-5C32-4234-9E32-15D495F756A6}"/>
                                            </p:graphicEl>
                                          </p:spTgt>
                                        </p:tgtEl>
                                        <p:attrNameLst>
                                          <p:attrName>ppt_h</p:attrName>
                                        </p:attrNameLst>
                                      </p:cBhvr>
                                      <p:tavLst>
                                        <p:tav tm="0">
                                          <p:val>
                                            <p:fltVal val="0"/>
                                          </p:val>
                                        </p:tav>
                                        <p:tav tm="100000">
                                          <p:val>
                                            <p:strVal val="#ppt_h"/>
                                          </p:val>
                                        </p:tav>
                                      </p:tavLst>
                                    </p:anim>
                                    <p:anim calcmode="lin" valueType="num">
                                      <p:cBhvr>
                                        <p:cTn id="21" dur="1000" fill="hold"/>
                                        <p:tgtEl>
                                          <p:spTgt spid="2">
                                            <p:graphicEl>
                                              <a:dgm id="{302E3CD2-5C32-4234-9E32-15D495F756A6}"/>
                                            </p:graphicEl>
                                          </p:spTgt>
                                        </p:tgtEl>
                                        <p:attrNameLst>
                                          <p:attrName>style.rotation</p:attrName>
                                        </p:attrNameLst>
                                      </p:cBhvr>
                                      <p:tavLst>
                                        <p:tav tm="0">
                                          <p:val>
                                            <p:fltVal val="90"/>
                                          </p:val>
                                        </p:tav>
                                        <p:tav tm="100000">
                                          <p:val>
                                            <p:fltVal val="0"/>
                                          </p:val>
                                        </p:tav>
                                      </p:tavLst>
                                    </p:anim>
                                    <p:animEffect transition="in" filter="fade">
                                      <p:cBhvr>
                                        <p:cTn id="22" dur="1000"/>
                                        <p:tgtEl>
                                          <p:spTgt spid="2">
                                            <p:graphicEl>
                                              <a:dgm id="{302E3CD2-5C32-4234-9E32-15D495F756A6}"/>
                                            </p:graphicEl>
                                          </p:spTgt>
                                        </p:tgtEl>
                                      </p:cBhvr>
                                    </p:animEffect>
                                  </p:childTnLst>
                                </p:cTn>
                              </p:par>
                              <p:par>
                                <p:cTn id="23" presetID="31" presetClass="entr" presetSubtype="0" fill="hold" grpId="0" nodeType="withEffect">
                                  <p:stCondLst>
                                    <p:cond delay="0"/>
                                  </p:stCondLst>
                                  <p:childTnLst>
                                    <p:set>
                                      <p:cBhvr>
                                        <p:cTn id="24" dur="1" fill="hold">
                                          <p:stCondLst>
                                            <p:cond delay="0"/>
                                          </p:stCondLst>
                                        </p:cTn>
                                        <p:tgtEl>
                                          <p:spTgt spid="2">
                                            <p:graphicEl>
                                              <a:dgm id="{A22DE7E5-B28F-4DEC-9737-E9F5BDA1E7A5}"/>
                                            </p:graphicEl>
                                          </p:spTgt>
                                        </p:tgtEl>
                                        <p:attrNameLst>
                                          <p:attrName>style.visibility</p:attrName>
                                        </p:attrNameLst>
                                      </p:cBhvr>
                                      <p:to>
                                        <p:strVal val="visible"/>
                                      </p:to>
                                    </p:set>
                                    <p:anim calcmode="lin" valueType="num">
                                      <p:cBhvr>
                                        <p:cTn id="25" dur="1000" fill="hold"/>
                                        <p:tgtEl>
                                          <p:spTgt spid="2">
                                            <p:graphicEl>
                                              <a:dgm id="{A22DE7E5-B28F-4DEC-9737-E9F5BDA1E7A5}"/>
                                            </p:graphicEl>
                                          </p:spTgt>
                                        </p:tgtEl>
                                        <p:attrNameLst>
                                          <p:attrName>ppt_w</p:attrName>
                                        </p:attrNameLst>
                                      </p:cBhvr>
                                      <p:tavLst>
                                        <p:tav tm="0">
                                          <p:val>
                                            <p:fltVal val="0"/>
                                          </p:val>
                                        </p:tav>
                                        <p:tav tm="100000">
                                          <p:val>
                                            <p:strVal val="#ppt_w"/>
                                          </p:val>
                                        </p:tav>
                                      </p:tavLst>
                                    </p:anim>
                                    <p:anim calcmode="lin" valueType="num">
                                      <p:cBhvr>
                                        <p:cTn id="26" dur="1000" fill="hold"/>
                                        <p:tgtEl>
                                          <p:spTgt spid="2">
                                            <p:graphicEl>
                                              <a:dgm id="{A22DE7E5-B28F-4DEC-9737-E9F5BDA1E7A5}"/>
                                            </p:graphicEl>
                                          </p:spTgt>
                                        </p:tgtEl>
                                        <p:attrNameLst>
                                          <p:attrName>ppt_h</p:attrName>
                                        </p:attrNameLst>
                                      </p:cBhvr>
                                      <p:tavLst>
                                        <p:tav tm="0">
                                          <p:val>
                                            <p:fltVal val="0"/>
                                          </p:val>
                                        </p:tav>
                                        <p:tav tm="100000">
                                          <p:val>
                                            <p:strVal val="#ppt_h"/>
                                          </p:val>
                                        </p:tav>
                                      </p:tavLst>
                                    </p:anim>
                                    <p:anim calcmode="lin" valueType="num">
                                      <p:cBhvr>
                                        <p:cTn id="27" dur="1000" fill="hold"/>
                                        <p:tgtEl>
                                          <p:spTgt spid="2">
                                            <p:graphicEl>
                                              <a:dgm id="{A22DE7E5-B28F-4DEC-9737-E9F5BDA1E7A5}"/>
                                            </p:graphicEl>
                                          </p:spTgt>
                                        </p:tgtEl>
                                        <p:attrNameLst>
                                          <p:attrName>style.rotation</p:attrName>
                                        </p:attrNameLst>
                                      </p:cBhvr>
                                      <p:tavLst>
                                        <p:tav tm="0">
                                          <p:val>
                                            <p:fltVal val="90"/>
                                          </p:val>
                                        </p:tav>
                                        <p:tav tm="100000">
                                          <p:val>
                                            <p:fltVal val="0"/>
                                          </p:val>
                                        </p:tav>
                                      </p:tavLst>
                                    </p:anim>
                                    <p:animEffect transition="in" filter="fade">
                                      <p:cBhvr>
                                        <p:cTn id="28" dur="1000"/>
                                        <p:tgtEl>
                                          <p:spTgt spid="2">
                                            <p:graphicEl>
                                              <a:dgm id="{A22DE7E5-B28F-4DEC-9737-E9F5BDA1E7A5}"/>
                                            </p:graphicEl>
                                          </p:spTgt>
                                        </p:tgtEl>
                                      </p:cBhvr>
                                    </p:animEffect>
                                  </p:childTnLst>
                                </p:cTn>
                              </p:par>
                              <p:par>
                                <p:cTn id="29" presetID="31" presetClass="entr" presetSubtype="0" fill="hold" grpId="0" nodeType="withEffect">
                                  <p:stCondLst>
                                    <p:cond delay="0"/>
                                  </p:stCondLst>
                                  <p:childTnLst>
                                    <p:set>
                                      <p:cBhvr>
                                        <p:cTn id="30" dur="1" fill="hold">
                                          <p:stCondLst>
                                            <p:cond delay="0"/>
                                          </p:stCondLst>
                                        </p:cTn>
                                        <p:tgtEl>
                                          <p:spTgt spid="2">
                                            <p:graphicEl>
                                              <a:dgm id="{7D6F5A86-B0C1-439C-BCBA-839EB649D843}"/>
                                            </p:graphicEl>
                                          </p:spTgt>
                                        </p:tgtEl>
                                        <p:attrNameLst>
                                          <p:attrName>style.visibility</p:attrName>
                                        </p:attrNameLst>
                                      </p:cBhvr>
                                      <p:to>
                                        <p:strVal val="visible"/>
                                      </p:to>
                                    </p:set>
                                    <p:anim calcmode="lin" valueType="num">
                                      <p:cBhvr>
                                        <p:cTn id="31" dur="1000" fill="hold"/>
                                        <p:tgtEl>
                                          <p:spTgt spid="2">
                                            <p:graphicEl>
                                              <a:dgm id="{7D6F5A86-B0C1-439C-BCBA-839EB649D843}"/>
                                            </p:graphicEl>
                                          </p:spTgt>
                                        </p:tgtEl>
                                        <p:attrNameLst>
                                          <p:attrName>ppt_w</p:attrName>
                                        </p:attrNameLst>
                                      </p:cBhvr>
                                      <p:tavLst>
                                        <p:tav tm="0">
                                          <p:val>
                                            <p:fltVal val="0"/>
                                          </p:val>
                                        </p:tav>
                                        <p:tav tm="100000">
                                          <p:val>
                                            <p:strVal val="#ppt_w"/>
                                          </p:val>
                                        </p:tav>
                                      </p:tavLst>
                                    </p:anim>
                                    <p:anim calcmode="lin" valueType="num">
                                      <p:cBhvr>
                                        <p:cTn id="32" dur="1000" fill="hold"/>
                                        <p:tgtEl>
                                          <p:spTgt spid="2">
                                            <p:graphicEl>
                                              <a:dgm id="{7D6F5A86-B0C1-439C-BCBA-839EB649D843}"/>
                                            </p:graphicEl>
                                          </p:spTgt>
                                        </p:tgtEl>
                                        <p:attrNameLst>
                                          <p:attrName>ppt_h</p:attrName>
                                        </p:attrNameLst>
                                      </p:cBhvr>
                                      <p:tavLst>
                                        <p:tav tm="0">
                                          <p:val>
                                            <p:fltVal val="0"/>
                                          </p:val>
                                        </p:tav>
                                        <p:tav tm="100000">
                                          <p:val>
                                            <p:strVal val="#ppt_h"/>
                                          </p:val>
                                        </p:tav>
                                      </p:tavLst>
                                    </p:anim>
                                    <p:anim calcmode="lin" valueType="num">
                                      <p:cBhvr>
                                        <p:cTn id="33" dur="1000" fill="hold"/>
                                        <p:tgtEl>
                                          <p:spTgt spid="2">
                                            <p:graphicEl>
                                              <a:dgm id="{7D6F5A86-B0C1-439C-BCBA-839EB649D843}"/>
                                            </p:graphicEl>
                                          </p:spTgt>
                                        </p:tgtEl>
                                        <p:attrNameLst>
                                          <p:attrName>style.rotation</p:attrName>
                                        </p:attrNameLst>
                                      </p:cBhvr>
                                      <p:tavLst>
                                        <p:tav tm="0">
                                          <p:val>
                                            <p:fltVal val="90"/>
                                          </p:val>
                                        </p:tav>
                                        <p:tav tm="100000">
                                          <p:val>
                                            <p:fltVal val="0"/>
                                          </p:val>
                                        </p:tav>
                                      </p:tavLst>
                                    </p:anim>
                                    <p:animEffect transition="in" filter="fade">
                                      <p:cBhvr>
                                        <p:cTn id="34" dur="1000"/>
                                        <p:tgtEl>
                                          <p:spTgt spid="2">
                                            <p:graphicEl>
                                              <a:dgm id="{7D6F5A86-B0C1-439C-BCBA-839EB649D843}"/>
                                            </p:graphicEl>
                                          </p:spTgt>
                                        </p:tgtEl>
                                      </p:cBhvr>
                                    </p:animEffect>
                                  </p:childTnLst>
                                </p:cTn>
                              </p:par>
                              <p:par>
                                <p:cTn id="35" presetID="31" presetClass="entr" presetSubtype="0" fill="hold" grpId="0" nodeType="withEffect">
                                  <p:stCondLst>
                                    <p:cond delay="0"/>
                                  </p:stCondLst>
                                  <p:childTnLst>
                                    <p:set>
                                      <p:cBhvr>
                                        <p:cTn id="36" dur="1" fill="hold">
                                          <p:stCondLst>
                                            <p:cond delay="0"/>
                                          </p:stCondLst>
                                        </p:cTn>
                                        <p:tgtEl>
                                          <p:spTgt spid="2">
                                            <p:graphicEl>
                                              <a:dgm id="{0D559258-486A-4C0D-AF1F-231BACF1273F}"/>
                                            </p:graphicEl>
                                          </p:spTgt>
                                        </p:tgtEl>
                                        <p:attrNameLst>
                                          <p:attrName>style.visibility</p:attrName>
                                        </p:attrNameLst>
                                      </p:cBhvr>
                                      <p:to>
                                        <p:strVal val="visible"/>
                                      </p:to>
                                    </p:set>
                                    <p:anim calcmode="lin" valueType="num">
                                      <p:cBhvr>
                                        <p:cTn id="37" dur="1000" fill="hold"/>
                                        <p:tgtEl>
                                          <p:spTgt spid="2">
                                            <p:graphicEl>
                                              <a:dgm id="{0D559258-486A-4C0D-AF1F-231BACF1273F}"/>
                                            </p:graphicEl>
                                          </p:spTgt>
                                        </p:tgtEl>
                                        <p:attrNameLst>
                                          <p:attrName>ppt_w</p:attrName>
                                        </p:attrNameLst>
                                      </p:cBhvr>
                                      <p:tavLst>
                                        <p:tav tm="0">
                                          <p:val>
                                            <p:fltVal val="0"/>
                                          </p:val>
                                        </p:tav>
                                        <p:tav tm="100000">
                                          <p:val>
                                            <p:strVal val="#ppt_w"/>
                                          </p:val>
                                        </p:tav>
                                      </p:tavLst>
                                    </p:anim>
                                    <p:anim calcmode="lin" valueType="num">
                                      <p:cBhvr>
                                        <p:cTn id="38" dur="1000" fill="hold"/>
                                        <p:tgtEl>
                                          <p:spTgt spid="2">
                                            <p:graphicEl>
                                              <a:dgm id="{0D559258-486A-4C0D-AF1F-231BACF1273F}"/>
                                            </p:graphicEl>
                                          </p:spTgt>
                                        </p:tgtEl>
                                        <p:attrNameLst>
                                          <p:attrName>ppt_h</p:attrName>
                                        </p:attrNameLst>
                                      </p:cBhvr>
                                      <p:tavLst>
                                        <p:tav tm="0">
                                          <p:val>
                                            <p:fltVal val="0"/>
                                          </p:val>
                                        </p:tav>
                                        <p:tav tm="100000">
                                          <p:val>
                                            <p:strVal val="#ppt_h"/>
                                          </p:val>
                                        </p:tav>
                                      </p:tavLst>
                                    </p:anim>
                                    <p:anim calcmode="lin" valueType="num">
                                      <p:cBhvr>
                                        <p:cTn id="39" dur="1000" fill="hold"/>
                                        <p:tgtEl>
                                          <p:spTgt spid="2">
                                            <p:graphicEl>
                                              <a:dgm id="{0D559258-486A-4C0D-AF1F-231BACF1273F}"/>
                                            </p:graphicEl>
                                          </p:spTgt>
                                        </p:tgtEl>
                                        <p:attrNameLst>
                                          <p:attrName>style.rotation</p:attrName>
                                        </p:attrNameLst>
                                      </p:cBhvr>
                                      <p:tavLst>
                                        <p:tav tm="0">
                                          <p:val>
                                            <p:fltVal val="90"/>
                                          </p:val>
                                        </p:tav>
                                        <p:tav tm="100000">
                                          <p:val>
                                            <p:fltVal val="0"/>
                                          </p:val>
                                        </p:tav>
                                      </p:tavLst>
                                    </p:anim>
                                    <p:animEffect transition="in" filter="fade">
                                      <p:cBhvr>
                                        <p:cTn id="40" dur="1000"/>
                                        <p:tgtEl>
                                          <p:spTgt spid="2">
                                            <p:graphicEl>
                                              <a:dgm id="{0D559258-486A-4C0D-AF1F-231BACF1273F}"/>
                                            </p:graphicEl>
                                          </p:spTgt>
                                        </p:tgtEl>
                                      </p:cBhvr>
                                    </p:animEffect>
                                  </p:childTnLst>
                                </p:cTn>
                              </p:par>
                              <p:par>
                                <p:cTn id="41" presetID="31" presetClass="entr" presetSubtype="0" fill="hold" grpId="0" nodeType="withEffect">
                                  <p:stCondLst>
                                    <p:cond delay="0"/>
                                  </p:stCondLst>
                                  <p:childTnLst>
                                    <p:set>
                                      <p:cBhvr>
                                        <p:cTn id="42" dur="1" fill="hold">
                                          <p:stCondLst>
                                            <p:cond delay="0"/>
                                          </p:stCondLst>
                                        </p:cTn>
                                        <p:tgtEl>
                                          <p:spTgt spid="2">
                                            <p:graphicEl>
                                              <a:dgm id="{3E1AA7AC-53CC-4CA0-BADC-9EBE89CBD291}"/>
                                            </p:graphicEl>
                                          </p:spTgt>
                                        </p:tgtEl>
                                        <p:attrNameLst>
                                          <p:attrName>style.visibility</p:attrName>
                                        </p:attrNameLst>
                                      </p:cBhvr>
                                      <p:to>
                                        <p:strVal val="visible"/>
                                      </p:to>
                                    </p:set>
                                    <p:anim calcmode="lin" valueType="num">
                                      <p:cBhvr>
                                        <p:cTn id="43" dur="1000" fill="hold"/>
                                        <p:tgtEl>
                                          <p:spTgt spid="2">
                                            <p:graphicEl>
                                              <a:dgm id="{3E1AA7AC-53CC-4CA0-BADC-9EBE89CBD291}"/>
                                            </p:graphicEl>
                                          </p:spTgt>
                                        </p:tgtEl>
                                        <p:attrNameLst>
                                          <p:attrName>ppt_w</p:attrName>
                                        </p:attrNameLst>
                                      </p:cBhvr>
                                      <p:tavLst>
                                        <p:tav tm="0">
                                          <p:val>
                                            <p:fltVal val="0"/>
                                          </p:val>
                                        </p:tav>
                                        <p:tav tm="100000">
                                          <p:val>
                                            <p:strVal val="#ppt_w"/>
                                          </p:val>
                                        </p:tav>
                                      </p:tavLst>
                                    </p:anim>
                                    <p:anim calcmode="lin" valueType="num">
                                      <p:cBhvr>
                                        <p:cTn id="44" dur="1000" fill="hold"/>
                                        <p:tgtEl>
                                          <p:spTgt spid="2">
                                            <p:graphicEl>
                                              <a:dgm id="{3E1AA7AC-53CC-4CA0-BADC-9EBE89CBD291}"/>
                                            </p:graphicEl>
                                          </p:spTgt>
                                        </p:tgtEl>
                                        <p:attrNameLst>
                                          <p:attrName>ppt_h</p:attrName>
                                        </p:attrNameLst>
                                      </p:cBhvr>
                                      <p:tavLst>
                                        <p:tav tm="0">
                                          <p:val>
                                            <p:fltVal val="0"/>
                                          </p:val>
                                        </p:tav>
                                        <p:tav tm="100000">
                                          <p:val>
                                            <p:strVal val="#ppt_h"/>
                                          </p:val>
                                        </p:tav>
                                      </p:tavLst>
                                    </p:anim>
                                    <p:anim calcmode="lin" valueType="num">
                                      <p:cBhvr>
                                        <p:cTn id="45" dur="1000" fill="hold"/>
                                        <p:tgtEl>
                                          <p:spTgt spid="2">
                                            <p:graphicEl>
                                              <a:dgm id="{3E1AA7AC-53CC-4CA0-BADC-9EBE89CBD291}"/>
                                            </p:graphicEl>
                                          </p:spTgt>
                                        </p:tgtEl>
                                        <p:attrNameLst>
                                          <p:attrName>style.rotation</p:attrName>
                                        </p:attrNameLst>
                                      </p:cBhvr>
                                      <p:tavLst>
                                        <p:tav tm="0">
                                          <p:val>
                                            <p:fltVal val="90"/>
                                          </p:val>
                                        </p:tav>
                                        <p:tav tm="100000">
                                          <p:val>
                                            <p:fltVal val="0"/>
                                          </p:val>
                                        </p:tav>
                                      </p:tavLst>
                                    </p:anim>
                                    <p:animEffect transition="in" filter="fade">
                                      <p:cBhvr>
                                        <p:cTn id="46" dur="1000"/>
                                        <p:tgtEl>
                                          <p:spTgt spid="2">
                                            <p:graphicEl>
                                              <a:dgm id="{3E1AA7AC-53CC-4CA0-BADC-9EBE89CBD291}"/>
                                            </p:graphicEl>
                                          </p:spTgt>
                                        </p:tgtEl>
                                      </p:cBhvr>
                                    </p:animEffect>
                                  </p:childTnLst>
                                </p:cTn>
                              </p:par>
                            </p:childTnLst>
                          </p:cTn>
                        </p:par>
                      </p:childTnLst>
                    </p:cTn>
                  </p:par>
                  <p:par>
                    <p:cTn id="47" fill="hold">
                      <p:stCondLst>
                        <p:cond delay="indefinite"/>
                      </p:stCondLst>
                      <p:childTnLst>
                        <p:par>
                          <p:cTn id="48" fill="hold">
                            <p:stCondLst>
                              <p:cond delay="0"/>
                            </p:stCondLst>
                            <p:childTnLst>
                              <p:par>
                                <p:cTn id="49" presetID="31" presetClass="entr" presetSubtype="0" fill="hold" grpId="0" nodeType="clickEffect">
                                  <p:stCondLst>
                                    <p:cond delay="0"/>
                                  </p:stCondLst>
                                  <p:childTnLst>
                                    <p:set>
                                      <p:cBhvr>
                                        <p:cTn id="50" dur="1" fill="hold">
                                          <p:stCondLst>
                                            <p:cond delay="0"/>
                                          </p:stCondLst>
                                        </p:cTn>
                                        <p:tgtEl>
                                          <p:spTgt spid="2">
                                            <p:graphicEl>
                                              <a:dgm id="{58A24811-E35D-492A-8833-B5C985A79004}"/>
                                            </p:graphicEl>
                                          </p:spTgt>
                                        </p:tgtEl>
                                        <p:attrNameLst>
                                          <p:attrName>style.visibility</p:attrName>
                                        </p:attrNameLst>
                                      </p:cBhvr>
                                      <p:to>
                                        <p:strVal val="visible"/>
                                      </p:to>
                                    </p:set>
                                    <p:anim calcmode="lin" valueType="num">
                                      <p:cBhvr>
                                        <p:cTn id="51" dur="1000" fill="hold"/>
                                        <p:tgtEl>
                                          <p:spTgt spid="2">
                                            <p:graphicEl>
                                              <a:dgm id="{58A24811-E35D-492A-8833-B5C985A79004}"/>
                                            </p:graphicEl>
                                          </p:spTgt>
                                        </p:tgtEl>
                                        <p:attrNameLst>
                                          <p:attrName>ppt_w</p:attrName>
                                        </p:attrNameLst>
                                      </p:cBhvr>
                                      <p:tavLst>
                                        <p:tav tm="0">
                                          <p:val>
                                            <p:fltVal val="0"/>
                                          </p:val>
                                        </p:tav>
                                        <p:tav tm="100000">
                                          <p:val>
                                            <p:strVal val="#ppt_w"/>
                                          </p:val>
                                        </p:tav>
                                      </p:tavLst>
                                    </p:anim>
                                    <p:anim calcmode="lin" valueType="num">
                                      <p:cBhvr>
                                        <p:cTn id="52" dur="1000" fill="hold"/>
                                        <p:tgtEl>
                                          <p:spTgt spid="2">
                                            <p:graphicEl>
                                              <a:dgm id="{58A24811-E35D-492A-8833-B5C985A79004}"/>
                                            </p:graphicEl>
                                          </p:spTgt>
                                        </p:tgtEl>
                                        <p:attrNameLst>
                                          <p:attrName>ppt_h</p:attrName>
                                        </p:attrNameLst>
                                      </p:cBhvr>
                                      <p:tavLst>
                                        <p:tav tm="0">
                                          <p:val>
                                            <p:fltVal val="0"/>
                                          </p:val>
                                        </p:tav>
                                        <p:tav tm="100000">
                                          <p:val>
                                            <p:strVal val="#ppt_h"/>
                                          </p:val>
                                        </p:tav>
                                      </p:tavLst>
                                    </p:anim>
                                    <p:anim calcmode="lin" valueType="num">
                                      <p:cBhvr>
                                        <p:cTn id="53" dur="1000" fill="hold"/>
                                        <p:tgtEl>
                                          <p:spTgt spid="2">
                                            <p:graphicEl>
                                              <a:dgm id="{58A24811-E35D-492A-8833-B5C985A79004}"/>
                                            </p:graphicEl>
                                          </p:spTgt>
                                        </p:tgtEl>
                                        <p:attrNameLst>
                                          <p:attrName>style.rotation</p:attrName>
                                        </p:attrNameLst>
                                      </p:cBhvr>
                                      <p:tavLst>
                                        <p:tav tm="0">
                                          <p:val>
                                            <p:fltVal val="90"/>
                                          </p:val>
                                        </p:tav>
                                        <p:tav tm="100000">
                                          <p:val>
                                            <p:fltVal val="0"/>
                                          </p:val>
                                        </p:tav>
                                      </p:tavLst>
                                    </p:anim>
                                    <p:animEffect transition="in" filter="fade">
                                      <p:cBhvr>
                                        <p:cTn id="54" dur="1000"/>
                                        <p:tgtEl>
                                          <p:spTgt spid="2">
                                            <p:graphicEl>
                                              <a:dgm id="{58A24811-E35D-492A-8833-B5C985A79004}"/>
                                            </p:graphicEl>
                                          </p:spTgt>
                                        </p:tgtEl>
                                      </p:cBhvr>
                                    </p:animEffect>
                                  </p:childTnLst>
                                </p:cTn>
                              </p:par>
                              <p:par>
                                <p:cTn id="55" presetID="31" presetClass="entr" presetSubtype="0" fill="hold" grpId="0" nodeType="withEffect">
                                  <p:stCondLst>
                                    <p:cond delay="0"/>
                                  </p:stCondLst>
                                  <p:childTnLst>
                                    <p:set>
                                      <p:cBhvr>
                                        <p:cTn id="56" dur="1" fill="hold">
                                          <p:stCondLst>
                                            <p:cond delay="0"/>
                                          </p:stCondLst>
                                        </p:cTn>
                                        <p:tgtEl>
                                          <p:spTgt spid="2">
                                            <p:graphicEl>
                                              <a:dgm id="{736959FD-7AD9-4694-9672-DF215004D6D4}"/>
                                            </p:graphicEl>
                                          </p:spTgt>
                                        </p:tgtEl>
                                        <p:attrNameLst>
                                          <p:attrName>style.visibility</p:attrName>
                                        </p:attrNameLst>
                                      </p:cBhvr>
                                      <p:to>
                                        <p:strVal val="visible"/>
                                      </p:to>
                                    </p:set>
                                    <p:anim calcmode="lin" valueType="num">
                                      <p:cBhvr>
                                        <p:cTn id="57" dur="1000" fill="hold"/>
                                        <p:tgtEl>
                                          <p:spTgt spid="2">
                                            <p:graphicEl>
                                              <a:dgm id="{736959FD-7AD9-4694-9672-DF215004D6D4}"/>
                                            </p:graphicEl>
                                          </p:spTgt>
                                        </p:tgtEl>
                                        <p:attrNameLst>
                                          <p:attrName>ppt_w</p:attrName>
                                        </p:attrNameLst>
                                      </p:cBhvr>
                                      <p:tavLst>
                                        <p:tav tm="0">
                                          <p:val>
                                            <p:fltVal val="0"/>
                                          </p:val>
                                        </p:tav>
                                        <p:tav tm="100000">
                                          <p:val>
                                            <p:strVal val="#ppt_w"/>
                                          </p:val>
                                        </p:tav>
                                      </p:tavLst>
                                    </p:anim>
                                    <p:anim calcmode="lin" valueType="num">
                                      <p:cBhvr>
                                        <p:cTn id="58" dur="1000" fill="hold"/>
                                        <p:tgtEl>
                                          <p:spTgt spid="2">
                                            <p:graphicEl>
                                              <a:dgm id="{736959FD-7AD9-4694-9672-DF215004D6D4}"/>
                                            </p:graphicEl>
                                          </p:spTgt>
                                        </p:tgtEl>
                                        <p:attrNameLst>
                                          <p:attrName>ppt_h</p:attrName>
                                        </p:attrNameLst>
                                      </p:cBhvr>
                                      <p:tavLst>
                                        <p:tav tm="0">
                                          <p:val>
                                            <p:fltVal val="0"/>
                                          </p:val>
                                        </p:tav>
                                        <p:tav tm="100000">
                                          <p:val>
                                            <p:strVal val="#ppt_h"/>
                                          </p:val>
                                        </p:tav>
                                      </p:tavLst>
                                    </p:anim>
                                    <p:anim calcmode="lin" valueType="num">
                                      <p:cBhvr>
                                        <p:cTn id="59" dur="1000" fill="hold"/>
                                        <p:tgtEl>
                                          <p:spTgt spid="2">
                                            <p:graphicEl>
                                              <a:dgm id="{736959FD-7AD9-4694-9672-DF215004D6D4}"/>
                                            </p:graphicEl>
                                          </p:spTgt>
                                        </p:tgtEl>
                                        <p:attrNameLst>
                                          <p:attrName>style.rotation</p:attrName>
                                        </p:attrNameLst>
                                      </p:cBhvr>
                                      <p:tavLst>
                                        <p:tav tm="0">
                                          <p:val>
                                            <p:fltVal val="90"/>
                                          </p:val>
                                        </p:tav>
                                        <p:tav tm="100000">
                                          <p:val>
                                            <p:fltVal val="0"/>
                                          </p:val>
                                        </p:tav>
                                      </p:tavLst>
                                    </p:anim>
                                    <p:animEffect transition="in" filter="fade">
                                      <p:cBhvr>
                                        <p:cTn id="60" dur="1000"/>
                                        <p:tgtEl>
                                          <p:spTgt spid="2">
                                            <p:graphicEl>
                                              <a:dgm id="{736959FD-7AD9-4694-9672-DF215004D6D4}"/>
                                            </p:graphicEl>
                                          </p:spTgt>
                                        </p:tgtEl>
                                      </p:cBhvr>
                                    </p:animEffect>
                                  </p:childTnLst>
                                </p:cTn>
                              </p:par>
                              <p:par>
                                <p:cTn id="61" presetID="31" presetClass="entr" presetSubtype="0" fill="hold" grpId="0" nodeType="withEffect">
                                  <p:stCondLst>
                                    <p:cond delay="0"/>
                                  </p:stCondLst>
                                  <p:childTnLst>
                                    <p:set>
                                      <p:cBhvr>
                                        <p:cTn id="62" dur="1" fill="hold">
                                          <p:stCondLst>
                                            <p:cond delay="0"/>
                                          </p:stCondLst>
                                        </p:cTn>
                                        <p:tgtEl>
                                          <p:spTgt spid="2">
                                            <p:graphicEl>
                                              <a:dgm id="{57C9645C-CDDB-447C-B893-3581981D0297}"/>
                                            </p:graphicEl>
                                          </p:spTgt>
                                        </p:tgtEl>
                                        <p:attrNameLst>
                                          <p:attrName>style.visibility</p:attrName>
                                        </p:attrNameLst>
                                      </p:cBhvr>
                                      <p:to>
                                        <p:strVal val="visible"/>
                                      </p:to>
                                    </p:set>
                                    <p:anim calcmode="lin" valueType="num">
                                      <p:cBhvr>
                                        <p:cTn id="63" dur="1000" fill="hold"/>
                                        <p:tgtEl>
                                          <p:spTgt spid="2">
                                            <p:graphicEl>
                                              <a:dgm id="{57C9645C-CDDB-447C-B893-3581981D0297}"/>
                                            </p:graphicEl>
                                          </p:spTgt>
                                        </p:tgtEl>
                                        <p:attrNameLst>
                                          <p:attrName>ppt_w</p:attrName>
                                        </p:attrNameLst>
                                      </p:cBhvr>
                                      <p:tavLst>
                                        <p:tav tm="0">
                                          <p:val>
                                            <p:fltVal val="0"/>
                                          </p:val>
                                        </p:tav>
                                        <p:tav tm="100000">
                                          <p:val>
                                            <p:strVal val="#ppt_w"/>
                                          </p:val>
                                        </p:tav>
                                      </p:tavLst>
                                    </p:anim>
                                    <p:anim calcmode="lin" valueType="num">
                                      <p:cBhvr>
                                        <p:cTn id="64" dur="1000" fill="hold"/>
                                        <p:tgtEl>
                                          <p:spTgt spid="2">
                                            <p:graphicEl>
                                              <a:dgm id="{57C9645C-CDDB-447C-B893-3581981D0297}"/>
                                            </p:graphicEl>
                                          </p:spTgt>
                                        </p:tgtEl>
                                        <p:attrNameLst>
                                          <p:attrName>ppt_h</p:attrName>
                                        </p:attrNameLst>
                                      </p:cBhvr>
                                      <p:tavLst>
                                        <p:tav tm="0">
                                          <p:val>
                                            <p:fltVal val="0"/>
                                          </p:val>
                                        </p:tav>
                                        <p:tav tm="100000">
                                          <p:val>
                                            <p:strVal val="#ppt_h"/>
                                          </p:val>
                                        </p:tav>
                                      </p:tavLst>
                                    </p:anim>
                                    <p:anim calcmode="lin" valueType="num">
                                      <p:cBhvr>
                                        <p:cTn id="65" dur="1000" fill="hold"/>
                                        <p:tgtEl>
                                          <p:spTgt spid="2">
                                            <p:graphicEl>
                                              <a:dgm id="{57C9645C-CDDB-447C-B893-3581981D0297}"/>
                                            </p:graphicEl>
                                          </p:spTgt>
                                        </p:tgtEl>
                                        <p:attrNameLst>
                                          <p:attrName>style.rotation</p:attrName>
                                        </p:attrNameLst>
                                      </p:cBhvr>
                                      <p:tavLst>
                                        <p:tav tm="0">
                                          <p:val>
                                            <p:fltVal val="90"/>
                                          </p:val>
                                        </p:tav>
                                        <p:tav tm="100000">
                                          <p:val>
                                            <p:fltVal val="0"/>
                                          </p:val>
                                        </p:tav>
                                      </p:tavLst>
                                    </p:anim>
                                    <p:animEffect transition="in" filter="fade">
                                      <p:cBhvr>
                                        <p:cTn id="66" dur="1000"/>
                                        <p:tgtEl>
                                          <p:spTgt spid="2">
                                            <p:graphicEl>
                                              <a:dgm id="{57C9645C-CDDB-447C-B893-3581981D0297}"/>
                                            </p:graphicEl>
                                          </p:spTgt>
                                        </p:tgtEl>
                                      </p:cBhvr>
                                    </p:animEffect>
                                  </p:childTnLst>
                                </p:cTn>
                              </p:par>
                              <p:par>
                                <p:cTn id="67" presetID="31" presetClass="entr" presetSubtype="0" fill="hold" grpId="0" nodeType="withEffect">
                                  <p:stCondLst>
                                    <p:cond delay="0"/>
                                  </p:stCondLst>
                                  <p:childTnLst>
                                    <p:set>
                                      <p:cBhvr>
                                        <p:cTn id="68" dur="1" fill="hold">
                                          <p:stCondLst>
                                            <p:cond delay="0"/>
                                          </p:stCondLst>
                                        </p:cTn>
                                        <p:tgtEl>
                                          <p:spTgt spid="2">
                                            <p:graphicEl>
                                              <a:dgm id="{D44C25D2-C390-4CAE-A0C0-49F860C41AA2}"/>
                                            </p:graphicEl>
                                          </p:spTgt>
                                        </p:tgtEl>
                                        <p:attrNameLst>
                                          <p:attrName>style.visibility</p:attrName>
                                        </p:attrNameLst>
                                      </p:cBhvr>
                                      <p:to>
                                        <p:strVal val="visible"/>
                                      </p:to>
                                    </p:set>
                                    <p:anim calcmode="lin" valueType="num">
                                      <p:cBhvr>
                                        <p:cTn id="69" dur="1000" fill="hold"/>
                                        <p:tgtEl>
                                          <p:spTgt spid="2">
                                            <p:graphicEl>
                                              <a:dgm id="{D44C25D2-C390-4CAE-A0C0-49F860C41AA2}"/>
                                            </p:graphicEl>
                                          </p:spTgt>
                                        </p:tgtEl>
                                        <p:attrNameLst>
                                          <p:attrName>ppt_w</p:attrName>
                                        </p:attrNameLst>
                                      </p:cBhvr>
                                      <p:tavLst>
                                        <p:tav tm="0">
                                          <p:val>
                                            <p:fltVal val="0"/>
                                          </p:val>
                                        </p:tav>
                                        <p:tav tm="100000">
                                          <p:val>
                                            <p:strVal val="#ppt_w"/>
                                          </p:val>
                                        </p:tav>
                                      </p:tavLst>
                                    </p:anim>
                                    <p:anim calcmode="lin" valueType="num">
                                      <p:cBhvr>
                                        <p:cTn id="70" dur="1000" fill="hold"/>
                                        <p:tgtEl>
                                          <p:spTgt spid="2">
                                            <p:graphicEl>
                                              <a:dgm id="{D44C25D2-C390-4CAE-A0C0-49F860C41AA2}"/>
                                            </p:graphicEl>
                                          </p:spTgt>
                                        </p:tgtEl>
                                        <p:attrNameLst>
                                          <p:attrName>ppt_h</p:attrName>
                                        </p:attrNameLst>
                                      </p:cBhvr>
                                      <p:tavLst>
                                        <p:tav tm="0">
                                          <p:val>
                                            <p:fltVal val="0"/>
                                          </p:val>
                                        </p:tav>
                                        <p:tav tm="100000">
                                          <p:val>
                                            <p:strVal val="#ppt_h"/>
                                          </p:val>
                                        </p:tav>
                                      </p:tavLst>
                                    </p:anim>
                                    <p:anim calcmode="lin" valueType="num">
                                      <p:cBhvr>
                                        <p:cTn id="71" dur="1000" fill="hold"/>
                                        <p:tgtEl>
                                          <p:spTgt spid="2">
                                            <p:graphicEl>
                                              <a:dgm id="{D44C25D2-C390-4CAE-A0C0-49F860C41AA2}"/>
                                            </p:graphicEl>
                                          </p:spTgt>
                                        </p:tgtEl>
                                        <p:attrNameLst>
                                          <p:attrName>style.rotation</p:attrName>
                                        </p:attrNameLst>
                                      </p:cBhvr>
                                      <p:tavLst>
                                        <p:tav tm="0">
                                          <p:val>
                                            <p:fltVal val="90"/>
                                          </p:val>
                                        </p:tav>
                                        <p:tav tm="100000">
                                          <p:val>
                                            <p:fltVal val="0"/>
                                          </p:val>
                                        </p:tav>
                                      </p:tavLst>
                                    </p:anim>
                                    <p:animEffect transition="in" filter="fade">
                                      <p:cBhvr>
                                        <p:cTn id="72" dur="1000"/>
                                        <p:tgtEl>
                                          <p:spTgt spid="2">
                                            <p:graphicEl>
                                              <a:dgm id="{D44C25D2-C390-4CAE-A0C0-49F860C41AA2}"/>
                                            </p:graphicEl>
                                          </p:spTgt>
                                        </p:tgtEl>
                                      </p:cBhvr>
                                    </p:animEffect>
                                  </p:childTnLst>
                                </p:cTn>
                              </p:par>
                              <p:par>
                                <p:cTn id="73" presetID="31" presetClass="entr" presetSubtype="0" fill="hold" grpId="0" nodeType="withEffect">
                                  <p:stCondLst>
                                    <p:cond delay="0"/>
                                  </p:stCondLst>
                                  <p:childTnLst>
                                    <p:set>
                                      <p:cBhvr>
                                        <p:cTn id="74" dur="1" fill="hold">
                                          <p:stCondLst>
                                            <p:cond delay="0"/>
                                          </p:stCondLst>
                                        </p:cTn>
                                        <p:tgtEl>
                                          <p:spTgt spid="2">
                                            <p:graphicEl>
                                              <a:dgm id="{F44BE800-1073-44CD-832B-EBF7A47C8819}"/>
                                            </p:graphicEl>
                                          </p:spTgt>
                                        </p:tgtEl>
                                        <p:attrNameLst>
                                          <p:attrName>style.visibility</p:attrName>
                                        </p:attrNameLst>
                                      </p:cBhvr>
                                      <p:to>
                                        <p:strVal val="visible"/>
                                      </p:to>
                                    </p:set>
                                    <p:anim calcmode="lin" valueType="num">
                                      <p:cBhvr>
                                        <p:cTn id="75" dur="1000" fill="hold"/>
                                        <p:tgtEl>
                                          <p:spTgt spid="2">
                                            <p:graphicEl>
                                              <a:dgm id="{F44BE800-1073-44CD-832B-EBF7A47C8819}"/>
                                            </p:graphicEl>
                                          </p:spTgt>
                                        </p:tgtEl>
                                        <p:attrNameLst>
                                          <p:attrName>ppt_w</p:attrName>
                                        </p:attrNameLst>
                                      </p:cBhvr>
                                      <p:tavLst>
                                        <p:tav tm="0">
                                          <p:val>
                                            <p:fltVal val="0"/>
                                          </p:val>
                                        </p:tav>
                                        <p:tav tm="100000">
                                          <p:val>
                                            <p:strVal val="#ppt_w"/>
                                          </p:val>
                                        </p:tav>
                                      </p:tavLst>
                                    </p:anim>
                                    <p:anim calcmode="lin" valueType="num">
                                      <p:cBhvr>
                                        <p:cTn id="76" dur="1000" fill="hold"/>
                                        <p:tgtEl>
                                          <p:spTgt spid="2">
                                            <p:graphicEl>
                                              <a:dgm id="{F44BE800-1073-44CD-832B-EBF7A47C8819}"/>
                                            </p:graphicEl>
                                          </p:spTgt>
                                        </p:tgtEl>
                                        <p:attrNameLst>
                                          <p:attrName>ppt_h</p:attrName>
                                        </p:attrNameLst>
                                      </p:cBhvr>
                                      <p:tavLst>
                                        <p:tav tm="0">
                                          <p:val>
                                            <p:fltVal val="0"/>
                                          </p:val>
                                        </p:tav>
                                        <p:tav tm="100000">
                                          <p:val>
                                            <p:strVal val="#ppt_h"/>
                                          </p:val>
                                        </p:tav>
                                      </p:tavLst>
                                    </p:anim>
                                    <p:anim calcmode="lin" valueType="num">
                                      <p:cBhvr>
                                        <p:cTn id="77" dur="1000" fill="hold"/>
                                        <p:tgtEl>
                                          <p:spTgt spid="2">
                                            <p:graphicEl>
                                              <a:dgm id="{F44BE800-1073-44CD-832B-EBF7A47C8819}"/>
                                            </p:graphicEl>
                                          </p:spTgt>
                                        </p:tgtEl>
                                        <p:attrNameLst>
                                          <p:attrName>style.rotation</p:attrName>
                                        </p:attrNameLst>
                                      </p:cBhvr>
                                      <p:tavLst>
                                        <p:tav tm="0">
                                          <p:val>
                                            <p:fltVal val="90"/>
                                          </p:val>
                                        </p:tav>
                                        <p:tav tm="100000">
                                          <p:val>
                                            <p:fltVal val="0"/>
                                          </p:val>
                                        </p:tav>
                                      </p:tavLst>
                                    </p:anim>
                                    <p:animEffect transition="in" filter="fade">
                                      <p:cBhvr>
                                        <p:cTn id="78" dur="1000"/>
                                        <p:tgtEl>
                                          <p:spTgt spid="2">
                                            <p:graphicEl>
                                              <a:dgm id="{F44BE800-1073-44CD-832B-EBF7A47C8819}"/>
                                            </p:graphicEl>
                                          </p:spTgt>
                                        </p:tgtEl>
                                      </p:cBhvr>
                                    </p:animEffect>
                                  </p:childTnLst>
                                </p:cTn>
                              </p:par>
                              <p:par>
                                <p:cTn id="79" presetID="31" presetClass="entr" presetSubtype="0" fill="hold" grpId="0" nodeType="withEffect">
                                  <p:stCondLst>
                                    <p:cond delay="0"/>
                                  </p:stCondLst>
                                  <p:childTnLst>
                                    <p:set>
                                      <p:cBhvr>
                                        <p:cTn id="80" dur="1" fill="hold">
                                          <p:stCondLst>
                                            <p:cond delay="0"/>
                                          </p:stCondLst>
                                        </p:cTn>
                                        <p:tgtEl>
                                          <p:spTgt spid="2">
                                            <p:graphicEl>
                                              <a:dgm id="{6ADBE1DB-8D0F-474C-B205-88504D50324D}"/>
                                            </p:graphicEl>
                                          </p:spTgt>
                                        </p:tgtEl>
                                        <p:attrNameLst>
                                          <p:attrName>style.visibility</p:attrName>
                                        </p:attrNameLst>
                                      </p:cBhvr>
                                      <p:to>
                                        <p:strVal val="visible"/>
                                      </p:to>
                                    </p:set>
                                    <p:anim calcmode="lin" valueType="num">
                                      <p:cBhvr>
                                        <p:cTn id="81" dur="1000" fill="hold"/>
                                        <p:tgtEl>
                                          <p:spTgt spid="2">
                                            <p:graphicEl>
                                              <a:dgm id="{6ADBE1DB-8D0F-474C-B205-88504D50324D}"/>
                                            </p:graphicEl>
                                          </p:spTgt>
                                        </p:tgtEl>
                                        <p:attrNameLst>
                                          <p:attrName>ppt_w</p:attrName>
                                        </p:attrNameLst>
                                      </p:cBhvr>
                                      <p:tavLst>
                                        <p:tav tm="0">
                                          <p:val>
                                            <p:fltVal val="0"/>
                                          </p:val>
                                        </p:tav>
                                        <p:tav tm="100000">
                                          <p:val>
                                            <p:strVal val="#ppt_w"/>
                                          </p:val>
                                        </p:tav>
                                      </p:tavLst>
                                    </p:anim>
                                    <p:anim calcmode="lin" valueType="num">
                                      <p:cBhvr>
                                        <p:cTn id="82" dur="1000" fill="hold"/>
                                        <p:tgtEl>
                                          <p:spTgt spid="2">
                                            <p:graphicEl>
                                              <a:dgm id="{6ADBE1DB-8D0F-474C-B205-88504D50324D}"/>
                                            </p:graphicEl>
                                          </p:spTgt>
                                        </p:tgtEl>
                                        <p:attrNameLst>
                                          <p:attrName>ppt_h</p:attrName>
                                        </p:attrNameLst>
                                      </p:cBhvr>
                                      <p:tavLst>
                                        <p:tav tm="0">
                                          <p:val>
                                            <p:fltVal val="0"/>
                                          </p:val>
                                        </p:tav>
                                        <p:tav tm="100000">
                                          <p:val>
                                            <p:strVal val="#ppt_h"/>
                                          </p:val>
                                        </p:tav>
                                      </p:tavLst>
                                    </p:anim>
                                    <p:anim calcmode="lin" valueType="num">
                                      <p:cBhvr>
                                        <p:cTn id="83" dur="1000" fill="hold"/>
                                        <p:tgtEl>
                                          <p:spTgt spid="2">
                                            <p:graphicEl>
                                              <a:dgm id="{6ADBE1DB-8D0F-474C-B205-88504D50324D}"/>
                                            </p:graphicEl>
                                          </p:spTgt>
                                        </p:tgtEl>
                                        <p:attrNameLst>
                                          <p:attrName>style.rotation</p:attrName>
                                        </p:attrNameLst>
                                      </p:cBhvr>
                                      <p:tavLst>
                                        <p:tav tm="0">
                                          <p:val>
                                            <p:fltVal val="90"/>
                                          </p:val>
                                        </p:tav>
                                        <p:tav tm="100000">
                                          <p:val>
                                            <p:fltVal val="0"/>
                                          </p:val>
                                        </p:tav>
                                      </p:tavLst>
                                    </p:anim>
                                    <p:animEffect transition="in" filter="fade">
                                      <p:cBhvr>
                                        <p:cTn id="84" dur="1000"/>
                                        <p:tgtEl>
                                          <p:spTgt spid="2">
                                            <p:graphicEl>
                                              <a:dgm id="{6ADBE1DB-8D0F-474C-B205-88504D50324D}"/>
                                            </p:graphicEl>
                                          </p:spTgt>
                                        </p:tgtEl>
                                      </p:cBhvr>
                                    </p:animEffect>
                                  </p:childTnLst>
                                </p:cTn>
                              </p:par>
                              <p:par>
                                <p:cTn id="85" presetID="31" presetClass="entr" presetSubtype="0" fill="hold" grpId="0" nodeType="withEffect">
                                  <p:stCondLst>
                                    <p:cond delay="0"/>
                                  </p:stCondLst>
                                  <p:childTnLst>
                                    <p:set>
                                      <p:cBhvr>
                                        <p:cTn id="86" dur="1" fill="hold">
                                          <p:stCondLst>
                                            <p:cond delay="0"/>
                                          </p:stCondLst>
                                        </p:cTn>
                                        <p:tgtEl>
                                          <p:spTgt spid="2">
                                            <p:graphicEl>
                                              <a:dgm id="{C50A2066-5840-46CE-81D6-CFC857AA1F6F}"/>
                                            </p:graphicEl>
                                          </p:spTgt>
                                        </p:tgtEl>
                                        <p:attrNameLst>
                                          <p:attrName>style.visibility</p:attrName>
                                        </p:attrNameLst>
                                      </p:cBhvr>
                                      <p:to>
                                        <p:strVal val="visible"/>
                                      </p:to>
                                    </p:set>
                                    <p:anim calcmode="lin" valueType="num">
                                      <p:cBhvr>
                                        <p:cTn id="87" dur="1000" fill="hold"/>
                                        <p:tgtEl>
                                          <p:spTgt spid="2">
                                            <p:graphicEl>
                                              <a:dgm id="{C50A2066-5840-46CE-81D6-CFC857AA1F6F}"/>
                                            </p:graphicEl>
                                          </p:spTgt>
                                        </p:tgtEl>
                                        <p:attrNameLst>
                                          <p:attrName>ppt_w</p:attrName>
                                        </p:attrNameLst>
                                      </p:cBhvr>
                                      <p:tavLst>
                                        <p:tav tm="0">
                                          <p:val>
                                            <p:fltVal val="0"/>
                                          </p:val>
                                        </p:tav>
                                        <p:tav tm="100000">
                                          <p:val>
                                            <p:strVal val="#ppt_w"/>
                                          </p:val>
                                        </p:tav>
                                      </p:tavLst>
                                    </p:anim>
                                    <p:anim calcmode="lin" valueType="num">
                                      <p:cBhvr>
                                        <p:cTn id="88" dur="1000" fill="hold"/>
                                        <p:tgtEl>
                                          <p:spTgt spid="2">
                                            <p:graphicEl>
                                              <a:dgm id="{C50A2066-5840-46CE-81D6-CFC857AA1F6F}"/>
                                            </p:graphicEl>
                                          </p:spTgt>
                                        </p:tgtEl>
                                        <p:attrNameLst>
                                          <p:attrName>ppt_h</p:attrName>
                                        </p:attrNameLst>
                                      </p:cBhvr>
                                      <p:tavLst>
                                        <p:tav tm="0">
                                          <p:val>
                                            <p:fltVal val="0"/>
                                          </p:val>
                                        </p:tav>
                                        <p:tav tm="100000">
                                          <p:val>
                                            <p:strVal val="#ppt_h"/>
                                          </p:val>
                                        </p:tav>
                                      </p:tavLst>
                                    </p:anim>
                                    <p:anim calcmode="lin" valueType="num">
                                      <p:cBhvr>
                                        <p:cTn id="89" dur="1000" fill="hold"/>
                                        <p:tgtEl>
                                          <p:spTgt spid="2">
                                            <p:graphicEl>
                                              <a:dgm id="{C50A2066-5840-46CE-81D6-CFC857AA1F6F}"/>
                                            </p:graphicEl>
                                          </p:spTgt>
                                        </p:tgtEl>
                                        <p:attrNameLst>
                                          <p:attrName>style.rotation</p:attrName>
                                        </p:attrNameLst>
                                      </p:cBhvr>
                                      <p:tavLst>
                                        <p:tav tm="0">
                                          <p:val>
                                            <p:fltVal val="90"/>
                                          </p:val>
                                        </p:tav>
                                        <p:tav tm="100000">
                                          <p:val>
                                            <p:fltVal val="0"/>
                                          </p:val>
                                        </p:tav>
                                      </p:tavLst>
                                    </p:anim>
                                    <p:animEffect transition="in" filter="fade">
                                      <p:cBhvr>
                                        <p:cTn id="90" dur="1000"/>
                                        <p:tgtEl>
                                          <p:spTgt spid="2">
                                            <p:graphicEl>
                                              <a:dgm id="{C50A2066-5840-46CE-81D6-CFC857AA1F6F}"/>
                                            </p:graphicEl>
                                          </p:spTgt>
                                        </p:tgtEl>
                                      </p:cBhvr>
                                    </p:animEffect>
                                  </p:childTnLst>
                                </p:cTn>
                              </p:par>
                              <p:par>
                                <p:cTn id="91" presetID="31" presetClass="entr" presetSubtype="0" fill="hold" grpId="0" nodeType="withEffect">
                                  <p:stCondLst>
                                    <p:cond delay="0"/>
                                  </p:stCondLst>
                                  <p:childTnLst>
                                    <p:set>
                                      <p:cBhvr>
                                        <p:cTn id="92" dur="1" fill="hold">
                                          <p:stCondLst>
                                            <p:cond delay="0"/>
                                          </p:stCondLst>
                                        </p:cTn>
                                        <p:tgtEl>
                                          <p:spTgt spid="2">
                                            <p:graphicEl>
                                              <a:dgm id="{B2521A82-C879-4C87-97B4-D6760A77F36E}"/>
                                            </p:graphicEl>
                                          </p:spTgt>
                                        </p:tgtEl>
                                        <p:attrNameLst>
                                          <p:attrName>style.visibility</p:attrName>
                                        </p:attrNameLst>
                                      </p:cBhvr>
                                      <p:to>
                                        <p:strVal val="visible"/>
                                      </p:to>
                                    </p:set>
                                    <p:anim calcmode="lin" valueType="num">
                                      <p:cBhvr>
                                        <p:cTn id="93" dur="1000" fill="hold"/>
                                        <p:tgtEl>
                                          <p:spTgt spid="2">
                                            <p:graphicEl>
                                              <a:dgm id="{B2521A82-C879-4C87-97B4-D6760A77F36E}"/>
                                            </p:graphicEl>
                                          </p:spTgt>
                                        </p:tgtEl>
                                        <p:attrNameLst>
                                          <p:attrName>ppt_w</p:attrName>
                                        </p:attrNameLst>
                                      </p:cBhvr>
                                      <p:tavLst>
                                        <p:tav tm="0">
                                          <p:val>
                                            <p:fltVal val="0"/>
                                          </p:val>
                                        </p:tav>
                                        <p:tav tm="100000">
                                          <p:val>
                                            <p:strVal val="#ppt_w"/>
                                          </p:val>
                                        </p:tav>
                                      </p:tavLst>
                                    </p:anim>
                                    <p:anim calcmode="lin" valueType="num">
                                      <p:cBhvr>
                                        <p:cTn id="94" dur="1000" fill="hold"/>
                                        <p:tgtEl>
                                          <p:spTgt spid="2">
                                            <p:graphicEl>
                                              <a:dgm id="{B2521A82-C879-4C87-97B4-D6760A77F36E}"/>
                                            </p:graphicEl>
                                          </p:spTgt>
                                        </p:tgtEl>
                                        <p:attrNameLst>
                                          <p:attrName>ppt_h</p:attrName>
                                        </p:attrNameLst>
                                      </p:cBhvr>
                                      <p:tavLst>
                                        <p:tav tm="0">
                                          <p:val>
                                            <p:fltVal val="0"/>
                                          </p:val>
                                        </p:tav>
                                        <p:tav tm="100000">
                                          <p:val>
                                            <p:strVal val="#ppt_h"/>
                                          </p:val>
                                        </p:tav>
                                      </p:tavLst>
                                    </p:anim>
                                    <p:anim calcmode="lin" valueType="num">
                                      <p:cBhvr>
                                        <p:cTn id="95" dur="1000" fill="hold"/>
                                        <p:tgtEl>
                                          <p:spTgt spid="2">
                                            <p:graphicEl>
                                              <a:dgm id="{B2521A82-C879-4C87-97B4-D6760A77F36E}"/>
                                            </p:graphicEl>
                                          </p:spTgt>
                                        </p:tgtEl>
                                        <p:attrNameLst>
                                          <p:attrName>style.rotation</p:attrName>
                                        </p:attrNameLst>
                                      </p:cBhvr>
                                      <p:tavLst>
                                        <p:tav tm="0">
                                          <p:val>
                                            <p:fltVal val="90"/>
                                          </p:val>
                                        </p:tav>
                                        <p:tav tm="100000">
                                          <p:val>
                                            <p:fltVal val="0"/>
                                          </p:val>
                                        </p:tav>
                                      </p:tavLst>
                                    </p:anim>
                                    <p:animEffect transition="in" filter="fade">
                                      <p:cBhvr>
                                        <p:cTn id="96" dur="1000"/>
                                        <p:tgtEl>
                                          <p:spTgt spid="2">
                                            <p:graphicEl>
                                              <a:dgm id="{B2521A82-C879-4C87-97B4-D6760A77F36E}"/>
                                            </p:graphicEl>
                                          </p:spTgt>
                                        </p:tgtEl>
                                      </p:cBhvr>
                                    </p:animEffect>
                                  </p:childTnLst>
                                </p:cTn>
                              </p:par>
                              <p:par>
                                <p:cTn id="97" presetID="31" presetClass="entr" presetSubtype="0" fill="hold" grpId="0" nodeType="withEffect">
                                  <p:stCondLst>
                                    <p:cond delay="0"/>
                                  </p:stCondLst>
                                  <p:childTnLst>
                                    <p:set>
                                      <p:cBhvr>
                                        <p:cTn id="98" dur="1" fill="hold">
                                          <p:stCondLst>
                                            <p:cond delay="0"/>
                                          </p:stCondLst>
                                        </p:cTn>
                                        <p:tgtEl>
                                          <p:spTgt spid="2">
                                            <p:graphicEl>
                                              <a:dgm id="{25A80087-9606-4D06-88E2-75419B6CD54C}"/>
                                            </p:graphicEl>
                                          </p:spTgt>
                                        </p:tgtEl>
                                        <p:attrNameLst>
                                          <p:attrName>style.visibility</p:attrName>
                                        </p:attrNameLst>
                                      </p:cBhvr>
                                      <p:to>
                                        <p:strVal val="visible"/>
                                      </p:to>
                                    </p:set>
                                    <p:anim calcmode="lin" valueType="num">
                                      <p:cBhvr>
                                        <p:cTn id="99" dur="1000" fill="hold"/>
                                        <p:tgtEl>
                                          <p:spTgt spid="2">
                                            <p:graphicEl>
                                              <a:dgm id="{25A80087-9606-4D06-88E2-75419B6CD54C}"/>
                                            </p:graphicEl>
                                          </p:spTgt>
                                        </p:tgtEl>
                                        <p:attrNameLst>
                                          <p:attrName>ppt_w</p:attrName>
                                        </p:attrNameLst>
                                      </p:cBhvr>
                                      <p:tavLst>
                                        <p:tav tm="0">
                                          <p:val>
                                            <p:fltVal val="0"/>
                                          </p:val>
                                        </p:tav>
                                        <p:tav tm="100000">
                                          <p:val>
                                            <p:strVal val="#ppt_w"/>
                                          </p:val>
                                        </p:tav>
                                      </p:tavLst>
                                    </p:anim>
                                    <p:anim calcmode="lin" valueType="num">
                                      <p:cBhvr>
                                        <p:cTn id="100" dur="1000" fill="hold"/>
                                        <p:tgtEl>
                                          <p:spTgt spid="2">
                                            <p:graphicEl>
                                              <a:dgm id="{25A80087-9606-4D06-88E2-75419B6CD54C}"/>
                                            </p:graphicEl>
                                          </p:spTgt>
                                        </p:tgtEl>
                                        <p:attrNameLst>
                                          <p:attrName>ppt_h</p:attrName>
                                        </p:attrNameLst>
                                      </p:cBhvr>
                                      <p:tavLst>
                                        <p:tav tm="0">
                                          <p:val>
                                            <p:fltVal val="0"/>
                                          </p:val>
                                        </p:tav>
                                        <p:tav tm="100000">
                                          <p:val>
                                            <p:strVal val="#ppt_h"/>
                                          </p:val>
                                        </p:tav>
                                      </p:tavLst>
                                    </p:anim>
                                    <p:anim calcmode="lin" valueType="num">
                                      <p:cBhvr>
                                        <p:cTn id="101" dur="1000" fill="hold"/>
                                        <p:tgtEl>
                                          <p:spTgt spid="2">
                                            <p:graphicEl>
                                              <a:dgm id="{25A80087-9606-4D06-88E2-75419B6CD54C}"/>
                                            </p:graphicEl>
                                          </p:spTgt>
                                        </p:tgtEl>
                                        <p:attrNameLst>
                                          <p:attrName>style.rotation</p:attrName>
                                        </p:attrNameLst>
                                      </p:cBhvr>
                                      <p:tavLst>
                                        <p:tav tm="0">
                                          <p:val>
                                            <p:fltVal val="90"/>
                                          </p:val>
                                        </p:tav>
                                        <p:tav tm="100000">
                                          <p:val>
                                            <p:fltVal val="0"/>
                                          </p:val>
                                        </p:tav>
                                      </p:tavLst>
                                    </p:anim>
                                    <p:animEffect transition="in" filter="fade">
                                      <p:cBhvr>
                                        <p:cTn id="102" dur="1000"/>
                                        <p:tgtEl>
                                          <p:spTgt spid="2">
                                            <p:graphicEl>
                                              <a:dgm id="{25A80087-9606-4D06-88E2-75419B6CD54C}"/>
                                            </p:graphicEl>
                                          </p:spTgt>
                                        </p:tgtEl>
                                      </p:cBhvr>
                                    </p:animEffect>
                                  </p:childTnLst>
                                </p:cTn>
                              </p:par>
                              <p:par>
                                <p:cTn id="103" presetID="31" presetClass="entr" presetSubtype="0" fill="hold" grpId="0" nodeType="withEffect">
                                  <p:stCondLst>
                                    <p:cond delay="0"/>
                                  </p:stCondLst>
                                  <p:childTnLst>
                                    <p:set>
                                      <p:cBhvr>
                                        <p:cTn id="104" dur="1" fill="hold">
                                          <p:stCondLst>
                                            <p:cond delay="0"/>
                                          </p:stCondLst>
                                        </p:cTn>
                                        <p:tgtEl>
                                          <p:spTgt spid="2">
                                            <p:graphicEl>
                                              <a:dgm id="{8C42FA8D-033A-45BF-ABA9-A3E62AFEE575}"/>
                                            </p:graphicEl>
                                          </p:spTgt>
                                        </p:tgtEl>
                                        <p:attrNameLst>
                                          <p:attrName>style.visibility</p:attrName>
                                        </p:attrNameLst>
                                      </p:cBhvr>
                                      <p:to>
                                        <p:strVal val="visible"/>
                                      </p:to>
                                    </p:set>
                                    <p:anim calcmode="lin" valueType="num">
                                      <p:cBhvr>
                                        <p:cTn id="105" dur="1000" fill="hold"/>
                                        <p:tgtEl>
                                          <p:spTgt spid="2">
                                            <p:graphicEl>
                                              <a:dgm id="{8C42FA8D-033A-45BF-ABA9-A3E62AFEE575}"/>
                                            </p:graphicEl>
                                          </p:spTgt>
                                        </p:tgtEl>
                                        <p:attrNameLst>
                                          <p:attrName>ppt_w</p:attrName>
                                        </p:attrNameLst>
                                      </p:cBhvr>
                                      <p:tavLst>
                                        <p:tav tm="0">
                                          <p:val>
                                            <p:fltVal val="0"/>
                                          </p:val>
                                        </p:tav>
                                        <p:tav tm="100000">
                                          <p:val>
                                            <p:strVal val="#ppt_w"/>
                                          </p:val>
                                        </p:tav>
                                      </p:tavLst>
                                    </p:anim>
                                    <p:anim calcmode="lin" valueType="num">
                                      <p:cBhvr>
                                        <p:cTn id="106" dur="1000" fill="hold"/>
                                        <p:tgtEl>
                                          <p:spTgt spid="2">
                                            <p:graphicEl>
                                              <a:dgm id="{8C42FA8D-033A-45BF-ABA9-A3E62AFEE575}"/>
                                            </p:graphicEl>
                                          </p:spTgt>
                                        </p:tgtEl>
                                        <p:attrNameLst>
                                          <p:attrName>ppt_h</p:attrName>
                                        </p:attrNameLst>
                                      </p:cBhvr>
                                      <p:tavLst>
                                        <p:tav tm="0">
                                          <p:val>
                                            <p:fltVal val="0"/>
                                          </p:val>
                                        </p:tav>
                                        <p:tav tm="100000">
                                          <p:val>
                                            <p:strVal val="#ppt_h"/>
                                          </p:val>
                                        </p:tav>
                                      </p:tavLst>
                                    </p:anim>
                                    <p:anim calcmode="lin" valueType="num">
                                      <p:cBhvr>
                                        <p:cTn id="107" dur="1000" fill="hold"/>
                                        <p:tgtEl>
                                          <p:spTgt spid="2">
                                            <p:graphicEl>
                                              <a:dgm id="{8C42FA8D-033A-45BF-ABA9-A3E62AFEE575}"/>
                                            </p:graphicEl>
                                          </p:spTgt>
                                        </p:tgtEl>
                                        <p:attrNameLst>
                                          <p:attrName>style.rotation</p:attrName>
                                        </p:attrNameLst>
                                      </p:cBhvr>
                                      <p:tavLst>
                                        <p:tav tm="0">
                                          <p:val>
                                            <p:fltVal val="90"/>
                                          </p:val>
                                        </p:tav>
                                        <p:tav tm="100000">
                                          <p:val>
                                            <p:fltVal val="0"/>
                                          </p:val>
                                        </p:tav>
                                      </p:tavLst>
                                    </p:anim>
                                    <p:animEffect transition="in" filter="fade">
                                      <p:cBhvr>
                                        <p:cTn id="108" dur="1000"/>
                                        <p:tgtEl>
                                          <p:spTgt spid="2">
                                            <p:graphicEl>
                                              <a:dgm id="{8C42FA8D-033A-45BF-ABA9-A3E62AFEE575}"/>
                                            </p:graphicEl>
                                          </p:spTgt>
                                        </p:tgtEl>
                                      </p:cBhvr>
                                    </p:animEffect>
                                  </p:childTnLst>
                                </p:cTn>
                              </p:par>
                              <p:par>
                                <p:cTn id="109" presetID="31" presetClass="entr" presetSubtype="0" fill="hold" grpId="0" nodeType="withEffect">
                                  <p:stCondLst>
                                    <p:cond delay="0"/>
                                  </p:stCondLst>
                                  <p:childTnLst>
                                    <p:set>
                                      <p:cBhvr>
                                        <p:cTn id="110" dur="1" fill="hold">
                                          <p:stCondLst>
                                            <p:cond delay="0"/>
                                          </p:stCondLst>
                                        </p:cTn>
                                        <p:tgtEl>
                                          <p:spTgt spid="2">
                                            <p:graphicEl>
                                              <a:dgm id="{E29E716C-3F5A-414E-B660-642B73C47D42}"/>
                                            </p:graphicEl>
                                          </p:spTgt>
                                        </p:tgtEl>
                                        <p:attrNameLst>
                                          <p:attrName>style.visibility</p:attrName>
                                        </p:attrNameLst>
                                      </p:cBhvr>
                                      <p:to>
                                        <p:strVal val="visible"/>
                                      </p:to>
                                    </p:set>
                                    <p:anim calcmode="lin" valueType="num">
                                      <p:cBhvr>
                                        <p:cTn id="111" dur="1000" fill="hold"/>
                                        <p:tgtEl>
                                          <p:spTgt spid="2">
                                            <p:graphicEl>
                                              <a:dgm id="{E29E716C-3F5A-414E-B660-642B73C47D42}"/>
                                            </p:graphicEl>
                                          </p:spTgt>
                                        </p:tgtEl>
                                        <p:attrNameLst>
                                          <p:attrName>ppt_w</p:attrName>
                                        </p:attrNameLst>
                                      </p:cBhvr>
                                      <p:tavLst>
                                        <p:tav tm="0">
                                          <p:val>
                                            <p:fltVal val="0"/>
                                          </p:val>
                                        </p:tav>
                                        <p:tav tm="100000">
                                          <p:val>
                                            <p:strVal val="#ppt_w"/>
                                          </p:val>
                                        </p:tav>
                                      </p:tavLst>
                                    </p:anim>
                                    <p:anim calcmode="lin" valueType="num">
                                      <p:cBhvr>
                                        <p:cTn id="112" dur="1000" fill="hold"/>
                                        <p:tgtEl>
                                          <p:spTgt spid="2">
                                            <p:graphicEl>
                                              <a:dgm id="{E29E716C-3F5A-414E-B660-642B73C47D42}"/>
                                            </p:graphicEl>
                                          </p:spTgt>
                                        </p:tgtEl>
                                        <p:attrNameLst>
                                          <p:attrName>ppt_h</p:attrName>
                                        </p:attrNameLst>
                                      </p:cBhvr>
                                      <p:tavLst>
                                        <p:tav tm="0">
                                          <p:val>
                                            <p:fltVal val="0"/>
                                          </p:val>
                                        </p:tav>
                                        <p:tav tm="100000">
                                          <p:val>
                                            <p:strVal val="#ppt_h"/>
                                          </p:val>
                                        </p:tav>
                                      </p:tavLst>
                                    </p:anim>
                                    <p:anim calcmode="lin" valueType="num">
                                      <p:cBhvr>
                                        <p:cTn id="113" dur="1000" fill="hold"/>
                                        <p:tgtEl>
                                          <p:spTgt spid="2">
                                            <p:graphicEl>
                                              <a:dgm id="{E29E716C-3F5A-414E-B660-642B73C47D42}"/>
                                            </p:graphicEl>
                                          </p:spTgt>
                                        </p:tgtEl>
                                        <p:attrNameLst>
                                          <p:attrName>style.rotation</p:attrName>
                                        </p:attrNameLst>
                                      </p:cBhvr>
                                      <p:tavLst>
                                        <p:tav tm="0">
                                          <p:val>
                                            <p:fltVal val="90"/>
                                          </p:val>
                                        </p:tav>
                                        <p:tav tm="100000">
                                          <p:val>
                                            <p:fltVal val="0"/>
                                          </p:val>
                                        </p:tav>
                                      </p:tavLst>
                                    </p:anim>
                                    <p:animEffect transition="in" filter="fade">
                                      <p:cBhvr>
                                        <p:cTn id="114" dur="1000"/>
                                        <p:tgtEl>
                                          <p:spTgt spid="2">
                                            <p:graphicEl>
                                              <a:dgm id="{E29E716C-3F5A-414E-B660-642B73C47D42}"/>
                                            </p:graphicEl>
                                          </p:spTgt>
                                        </p:tgtEl>
                                      </p:cBhvr>
                                    </p:animEffect>
                                  </p:childTnLst>
                                </p:cTn>
                              </p:par>
                              <p:par>
                                <p:cTn id="115" presetID="31" presetClass="entr" presetSubtype="0" fill="hold" grpId="0" nodeType="withEffect">
                                  <p:stCondLst>
                                    <p:cond delay="0"/>
                                  </p:stCondLst>
                                  <p:childTnLst>
                                    <p:set>
                                      <p:cBhvr>
                                        <p:cTn id="116" dur="1" fill="hold">
                                          <p:stCondLst>
                                            <p:cond delay="0"/>
                                          </p:stCondLst>
                                        </p:cTn>
                                        <p:tgtEl>
                                          <p:spTgt spid="2">
                                            <p:graphicEl>
                                              <a:dgm id="{9CE69F50-BFAA-42E8-87D8-5B96A81D55B7}"/>
                                            </p:graphicEl>
                                          </p:spTgt>
                                        </p:tgtEl>
                                        <p:attrNameLst>
                                          <p:attrName>style.visibility</p:attrName>
                                        </p:attrNameLst>
                                      </p:cBhvr>
                                      <p:to>
                                        <p:strVal val="visible"/>
                                      </p:to>
                                    </p:set>
                                    <p:anim calcmode="lin" valueType="num">
                                      <p:cBhvr>
                                        <p:cTn id="117" dur="1000" fill="hold"/>
                                        <p:tgtEl>
                                          <p:spTgt spid="2">
                                            <p:graphicEl>
                                              <a:dgm id="{9CE69F50-BFAA-42E8-87D8-5B96A81D55B7}"/>
                                            </p:graphicEl>
                                          </p:spTgt>
                                        </p:tgtEl>
                                        <p:attrNameLst>
                                          <p:attrName>ppt_w</p:attrName>
                                        </p:attrNameLst>
                                      </p:cBhvr>
                                      <p:tavLst>
                                        <p:tav tm="0">
                                          <p:val>
                                            <p:fltVal val="0"/>
                                          </p:val>
                                        </p:tav>
                                        <p:tav tm="100000">
                                          <p:val>
                                            <p:strVal val="#ppt_w"/>
                                          </p:val>
                                        </p:tav>
                                      </p:tavLst>
                                    </p:anim>
                                    <p:anim calcmode="lin" valueType="num">
                                      <p:cBhvr>
                                        <p:cTn id="118" dur="1000" fill="hold"/>
                                        <p:tgtEl>
                                          <p:spTgt spid="2">
                                            <p:graphicEl>
                                              <a:dgm id="{9CE69F50-BFAA-42E8-87D8-5B96A81D55B7}"/>
                                            </p:graphicEl>
                                          </p:spTgt>
                                        </p:tgtEl>
                                        <p:attrNameLst>
                                          <p:attrName>ppt_h</p:attrName>
                                        </p:attrNameLst>
                                      </p:cBhvr>
                                      <p:tavLst>
                                        <p:tav tm="0">
                                          <p:val>
                                            <p:fltVal val="0"/>
                                          </p:val>
                                        </p:tav>
                                        <p:tav tm="100000">
                                          <p:val>
                                            <p:strVal val="#ppt_h"/>
                                          </p:val>
                                        </p:tav>
                                      </p:tavLst>
                                    </p:anim>
                                    <p:anim calcmode="lin" valueType="num">
                                      <p:cBhvr>
                                        <p:cTn id="119" dur="1000" fill="hold"/>
                                        <p:tgtEl>
                                          <p:spTgt spid="2">
                                            <p:graphicEl>
                                              <a:dgm id="{9CE69F50-BFAA-42E8-87D8-5B96A81D55B7}"/>
                                            </p:graphicEl>
                                          </p:spTgt>
                                        </p:tgtEl>
                                        <p:attrNameLst>
                                          <p:attrName>style.rotation</p:attrName>
                                        </p:attrNameLst>
                                      </p:cBhvr>
                                      <p:tavLst>
                                        <p:tav tm="0">
                                          <p:val>
                                            <p:fltVal val="90"/>
                                          </p:val>
                                        </p:tav>
                                        <p:tav tm="100000">
                                          <p:val>
                                            <p:fltVal val="0"/>
                                          </p:val>
                                        </p:tav>
                                      </p:tavLst>
                                    </p:anim>
                                    <p:animEffect transition="in" filter="fade">
                                      <p:cBhvr>
                                        <p:cTn id="120" dur="1000"/>
                                        <p:tgtEl>
                                          <p:spTgt spid="2">
                                            <p:graphicEl>
                                              <a:dgm id="{9CE69F50-BFAA-42E8-87D8-5B96A81D55B7}"/>
                                            </p:graphicEl>
                                          </p:spTgt>
                                        </p:tgtEl>
                                      </p:cBhvr>
                                    </p:animEffect>
                                  </p:childTnLst>
                                </p:cTn>
                              </p:par>
                              <p:par>
                                <p:cTn id="121" presetID="31" presetClass="entr" presetSubtype="0" fill="hold" grpId="0" nodeType="withEffect">
                                  <p:stCondLst>
                                    <p:cond delay="0"/>
                                  </p:stCondLst>
                                  <p:childTnLst>
                                    <p:set>
                                      <p:cBhvr>
                                        <p:cTn id="122" dur="1" fill="hold">
                                          <p:stCondLst>
                                            <p:cond delay="0"/>
                                          </p:stCondLst>
                                        </p:cTn>
                                        <p:tgtEl>
                                          <p:spTgt spid="2">
                                            <p:graphicEl>
                                              <a:dgm id="{756BD41D-E353-4969-9753-68D68F490E40}"/>
                                            </p:graphicEl>
                                          </p:spTgt>
                                        </p:tgtEl>
                                        <p:attrNameLst>
                                          <p:attrName>style.visibility</p:attrName>
                                        </p:attrNameLst>
                                      </p:cBhvr>
                                      <p:to>
                                        <p:strVal val="visible"/>
                                      </p:to>
                                    </p:set>
                                    <p:anim calcmode="lin" valueType="num">
                                      <p:cBhvr>
                                        <p:cTn id="123" dur="1000" fill="hold"/>
                                        <p:tgtEl>
                                          <p:spTgt spid="2">
                                            <p:graphicEl>
                                              <a:dgm id="{756BD41D-E353-4969-9753-68D68F490E40}"/>
                                            </p:graphicEl>
                                          </p:spTgt>
                                        </p:tgtEl>
                                        <p:attrNameLst>
                                          <p:attrName>ppt_w</p:attrName>
                                        </p:attrNameLst>
                                      </p:cBhvr>
                                      <p:tavLst>
                                        <p:tav tm="0">
                                          <p:val>
                                            <p:fltVal val="0"/>
                                          </p:val>
                                        </p:tav>
                                        <p:tav tm="100000">
                                          <p:val>
                                            <p:strVal val="#ppt_w"/>
                                          </p:val>
                                        </p:tav>
                                      </p:tavLst>
                                    </p:anim>
                                    <p:anim calcmode="lin" valueType="num">
                                      <p:cBhvr>
                                        <p:cTn id="124" dur="1000" fill="hold"/>
                                        <p:tgtEl>
                                          <p:spTgt spid="2">
                                            <p:graphicEl>
                                              <a:dgm id="{756BD41D-E353-4969-9753-68D68F490E40}"/>
                                            </p:graphicEl>
                                          </p:spTgt>
                                        </p:tgtEl>
                                        <p:attrNameLst>
                                          <p:attrName>ppt_h</p:attrName>
                                        </p:attrNameLst>
                                      </p:cBhvr>
                                      <p:tavLst>
                                        <p:tav tm="0">
                                          <p:val>
                                            <p:fltVal val="0"/>
                                          </p:val>
                                        </p:tav>
                                        <p:tav tm="100000">
                                          <p:val>
                                            <p:strVal val="#ppt_h"/>
                                          </p:val>
                                        </p:tav>
                                      </p:tavLst>
                                    </p:anim>
                                    <p:anim calcmode="lin" valueType="num">
                                      <p:cBhvr>
                                        <p:cTn id="125" dur="1000" fill="hold"/>
                                        <p:tgtEl>
                                          <p:spTgt spid="2">
                                            <p:graphicEl>
                                              <a:dgm id="{756BD41D-E353-4969-9753-68D68F490E40}"/>
                                            </p:graphicEl>
                                          </p:spTgt>
                                        </p:tgtEl>
                                        <p:attrNameLst>
                                          <p:attrName>style.rotation</p:attrName>
                                        </p:attrNameLst>
                                      </p:cBhvr>
                                      <p:tavLst>
                                        <p:tav tm="0">
                                          <p:val>
                                            <p:fltVal val="90"/>
                                          </p:val>
                                        </p:tav>
                                        <p:tav tm="100000">
                                          <p:val>
                                            <p:fltVal val="0"/>
                                          </p:val>
                                        </p:tav>
                                      </p:tavLst>
                                    </p:anim>
                                    <p:animEffect transition="in" filter="fade">
                                      <p:cBhvr>
                                        <p:cTn id="126" dur="1000"/>
                                        <p:tgtEl>
                                          <p:spTgt spid="2">
                                            <p:graphicEl>
                                              <a:dgm id="{756BD41D-E353-4969-9753-68D68F490E40}"/>
                                            </p:graphicEl>
                                          </p:spTgt>
                                        </p:tgtEl>
                                      </p:cBhvr>
                                    </p:animEffect>
                                  </p:childTnLst>
                                </p:cTn>
                              </p:par>
                              <p:par>
                                <p:cTn id="127" presetID="31" presetClass="entr" presetSubtype="0" fill="hold" grpId="0" nodeType="withEffect">
                                  <p:stCondLst>
                                    <p:cond delay="0"/>
                                  </p:stCondLst>
                                  <p:childTnLst>
                                    <p:set>
                                      <p:cBhvr>
                                        <p:cTn id="128" dur="1" fill="hold">
                                          <p:stCondLst>
                                            <p:cond delay="0"/>
                                          </p:stCondLst>
                                        </p:cTn>
                                        <p:tgtEl>
                                          <p:spTgt spid="2">
                                            <p:graphicEl>
                                              <a:dgm id="{52BB7AA2-B9AC-4A91-A728-B4B82F2D9086}"/>
                                            </p:graphicEl>
                                          </p:spTgt>
                                        </p:tgtEl>
                                        <p:attrNameLst>
                                          <p:attrName>style.visibility</p:attrName>
                                        </p:attrNameLst>
                                      </p:cBhvr>
                                      <p:to>
                                        <p:strVal val="visible"/>
                                      </p:to>
                                    </p:set>
                                    <p:anim calcmode="lin" valueType="num">
                                      <p:cBhvr>
                                        <p:cTn id="129" dur="1000" fill="hold"/>
                                        <p:tgtEl>
                                          <p:spTgt spid="2">
                                            <p:graphicEl>
                                              <a:dgm id="{52BB7AA2-B9AC-4A91-A728-B4B82F2D9086}"/>
                                            </p:graphicEl>
                                          </p:spTgt>
                                        </p:tgtEl>
                                        <p:attrNameLst>
                                          <p:attrName>ppt_w</p:attrName>
                                        </p:attrNameLst>
                                      </p:cBhvr>
                                      <p:tavLst>
                                        <p:tav tm="0">
                                          <p:val>
                                            <p:fltVal val="0"/>
                                          </p:val>
                                        </p:tav>
                                        <p:tav tm="100000">
                                          <p:val>
                                            <p:strVal val="#ppt_w"/>
                                          </p:val>
                                        </p:tav>
                                      </p:tavLst>
                                    </p:anim>
                                    <p:anim calcmode="lin" valueType="num">
                                      <p:cBhvr>
                                        <p:cTn id="130" dur="1000" fill="hold"/>
                                        <p:tgtEl>
                                          <p:spTgt spid="2">
                                            <p:graphicEl>
                                              <a:dgm id="{52BB7AA2-B9AC-4A91-A728-B4B82F2D9086}"/>
                                            </p:graphicEl>
                                          </p:spTgt>
                                        </p:tgtEl>
                                        <p:attrNameLst>
                                          <p:attrName>ppt_h</p:attrName>
                                        </p:attrNameLst>
                                      </p:cBhvr>
                                      <p:tavLst>
                                        <p:tav tm="0">
                                          <p:val>
                                            <p:fltVal val="0"/>
                                          </p:val>
                                        </p:tav>
                                        <p:tav tm="100000">
                                          <p:val>
                                            <p:strVal val="#ppt_h"/>
                                          </p:val>
                                        </p:tav>
                                      </p:tavLst>
                                    </p:anim>
                                    <p:anim calcmode="lin" valueType="num">
                                      <p:cBhvr>
                                        <p:cTn id="131" dur="1000" fill="hold"/>
                                        <p:tgtEl>
                                          <p:spTgt spid="2">
                                            <p:graphicEl>
                                              <a:dgm id="{52BB7AA2-B9AC-4A91-A728-B4B82F2D9086}"/>
                                            </p:graphicEl>
                                          </p:spTgt>
                                        </p:tgtEl>
                                        <p:attrNameLst>
                                          <p:attrName>style.rotation</p:attrName>
                                        </p:attrNameLst>
                                      </p:cBhvr>
                                      <p:tavLst>
                                        <p:tav tm="0">
                                          <p:val>
                                            <p:fltVal val="90"/>
                                          </p:val>
                                        </p:tav>
                                        <p:tav tm="100000">
                                          <p:val>
                                            <p:fltVal val="0"/>
                                          </p:val>
                                        </p:tav>
                                      </p:tavLst>
                                    </p:anim>
                                    <p:animEffect transition="in" filter="fade">
                                      <p:cBhvr>
                                        <p:cTn id="132" dur="1000"/>
                                        <p:tgtEl>
                                          <p:spTgt spid="2">
                                            <p:graphicEl>
                                              <a:dgm id="{52BB7AA2-B9AC-4A91-A728-B4B82F2D9086}"/>
                                            </p:graphicEl>
                                          </p:spTgt>
                                        </p:tgtEl>
                                      </p:cBhvr>
                                    </p:animEffect>
                                  </p:childTnLst>
                                </p:cTn>
                              </p:par>
                              <p:par>
                                <p:cTn id="133" presetID="31" presetClass="entr" presetSubtype="0" fill="hold" grpId="0" nodeType="withEffect">
                                  <p:stCondLst>
                                    <p:cond delay="0"/>
                                  </p:stCondLst>
                                  <p:childTnLst>
                                    <p:set>
                                      <p:cBhvr>
                                        <p:cTn id="134" dur="1" fill="hold">
                                          <p:stCondLst>
                                            <p:cond delay="0"/>
                                          </p:stCondLst>
                                        </p:cTn>
                                        <p:tgtEl>
                                          <p:spTgt spid="2">
                                            <p:graphicEl>
                                              <a:dgm id="{2A634368-E1B2-4CC0-9B86-98E111C66D92}"/>
                                            </p:graphicEl>
                                          </p:spTgt>
                                        </p:tgtEl>
                                        <p:attrNameLst>
                                          <p:attrName>style.visibility</p:attrName>
                                        </p:attrNameLst>
                                      </p:cBhvr>
                                      <p:to>
                                        <p:strVal val="visible"/>
                                      </p:to>
                                    </p:set>
                                    <p:anim calcmode="lin" valueType="num">
                                      <p:cBhvr>
                                        <p:cTn id="135" dur="1000" fill="hold"/>
                                        <p:tgtEl>
                                          <p:spTgt spid="2">
                                            <p:graphicEl>
                                              <a:dgm id="{2A634368-E1B2-4CC0-9B86-98E111C66D92}"/>
                                            </p:graphicEl>
                                          </p:spTgt>
                                        </p:tgtEl>
                                        <p:attrNameLst>
                                          <p:attrName>ppt_w</p:attrName>
                                        </p:attrNameLst>
                                      </p:cBhvr>
                                      <p:tavLst>
                                        <p:tav tm="0">
                                          <p:val>
                                            <p:fltVal val="0"/>
                                          </p:val>
                                        </p:tav>
                                        <p:tav tm="100000">
                                          <p:val>
                                            <p:strVal val="#ppt_w"/>
                                          </p:val>
                                        </p:tav>
                                      </p:tavLst>
                                    </p:anim>
                                    <p:anim calcmode="lin" valueType="num">
                                      <p:cBhvr>
                                        <p:cTn id="136" dur="1000" fill="hold"/>
                                        <p:tgtEl>
                                          <p:spTgt spid="2">
                                            <p:graphicEl>
                                              <a:dgm id="{2A634368-E1B2-4CC0-9B86-98E111C66D92}"/>
                                            </p:graphicEl>
                                          </p:spTgt>
                                        </p:tgtEl>
                                        <p:attrNameLst>
                                          <p:attrName>ppt_h</p:attrName>
                                        </p:attrNameLst>
                                      </p:cBhvr>
                                      <p:tavLst>
                                        <p:tav tm="0">
                                          <p:val>
                                            <p:fltVal val="0"/>
                                          </p:val>
                                        </p:tav>
                                        <p:tav tm="100000">
                                          <p:val>
                                            <p:strVal val="#ppt_h"/>
                                          </p:val>
                                        </p:tav>
                                      </p:tavLst>
                                    </p:anim>
                                    <p:anim calcmode="lin" valueType="num">
                                      <p:cBhvr>
                                        <p:cTn id="137" dur="1000" fill="hold"/>
                                        <p:tgtEl>
                                          <p:spTgt spid="2">
                                            <p:graphicEl>
                                              <a:dgm id="{2A634368-E1B2-4CC0-9B86-98E111C66D92}"/>
                                            </p:graphicEl>
                                          </p:spTgt>
                                        </p:tgtEl>
                                        <p:attrNameLst>
                                          <p:attrName>style.rotation</p:attrName>
                                        </p:attrNameLst>
                                      </p:cBhvr>
                                      <p:tavLst>
                                        <p:tav tm="0">
                                          <p:val>
                                            <p:fltVal val="90"/>
                                          </p:val>
                                        </p:tav>
                                        <p:tav tm="100000">
                                          <p:val>
                                            <p:fltVal val="0"/>
                                          </p:val>
                                        </p:tav>
                                      </p:tavLst>
                                    </p:anim>
                                    <p:animEffect transition="in" filter="fade">
                                      <p:cBhvr>
                                        <p:cTn id="138" dur="1000"/>
                                        <p:tgtEl>
                                          <p:spTgt spid="2">
                                            <p:graphicEl>
                                              <a:dgm id="{2A634368-E1B2-4CC0-9B86-98E111C66D92}"/>
                                            </p:graphicEl>
                                          </p:spTgt>
                                        </p:tgtEl>
                                      </p:cBhvr>
                                    </p:animEffect>
                                  </p:childTnLst>
                                </p:cTn>
                              </p:par>
                              <p:par>
                                <p:cTn id="139" presetID="31" presetClass="entr" presetSubtype="0" fill="hold" grpId="0" nodeType="withEffect">
                                  <p:stCondLst>
                                    <p:cond delay="0"/>
                                  </p:stCondLst>
                                  <p:childTnLst>
                                    <p:set>
                                      <p:cBhvr>
                                        <p:cTn id="140" dur="1" fill="hold">
                                          <p:stCondLst>
                                            <p:cond delay="0"/>
                                          </p:stCondLst>
                                        </p:cTn>
                                        <p:tgtEl>
                                          <p:spTgt spid="2">
                                            <p:graphicEl>
                                              <a:dgm id="{E80EFA5C-C897-48C2-8B79-9028D84886AF}"/>
                                            </p:graphicEl>
                                          </p:spTgt>
                                        </p:tgtEl>
                                        <p:attrNameLst>
                                          <p:attrName>style.visibility</p:attrName>
                                        </p:attrNameLst>
                                      </p:cBhvr>
                                      <p:to>
                                        <p:strVal val="visible"/>
                                      </p:to>
                                    </p:set>
                                    <p:anim calcmode="lin" valueType="num">
                                      <p:cBhvr>
                                        <p:cTn id="141" dur="1000" fill="hold"/>
                                        <p:tgtEl>
                                          <p:spTgt spid="2">
                                            <p:graphicEl>
                                              <a:dgm id="{E80EFA5C-C897-48C2-8B79-9028D84886AF}"/>
                                            </p:graphicEl>
                                          </p:spTgt>
                                        </p:tgtEl>
                                        <p:attrNameLst>
                                          <p:attrName>ppt_w</p:attrName>
                                        </p:attrNameLst>
                                      </p:cBhvr>
                                      <p:tavLst>
                                        <p:tav tm="0">
                                          <p:val>
                                            <p:fltVal val="0"/>
                                          </p:val>
                                        </p:tav>
                                        <p:tav tm="100000">
                                          <p:val>
                                            <p:strVal val="#ppt_w"/>
                                          </p:val>
                                        </p:tav>
                                      </p:tavLst>
                                    </p:anim>
                                    <p:anim calcmode="lin" valueType="num">
                                      <p:cBhvr>
                                        <p:cTn id="142" dur="1000" fill="hold"/>
                                        <p:tgtEl>
                                          <p:spTgt spid="2">
                                            <p:graphicEl>
                                              <a:dgm id="{E80EFA5C-C897-48C2-8B79-9028D84886AF}"/>
                                            </p:graphicEl>
                                          </p:spTgt>
                                        </p:tgtEl>
                                        <p:attrNameLst>
                                          <p:attrName>ppt_h</p:attrName>
                                        </p:attrNameLst>
                                      </p:cBhvr>
                                      <p:tavLst>
                                        <p:tav tm="0">
                                          <p:val>
                                            <p:fltVal val="0"/>
                                          </p:val>
                                        </p:tav>
                                        <p:tav tm="100000">
                                          <p:val>
                                            <p:strVal val="#ppt_h"/>
                                          </p:val>
                                        </p:tav>
                                      </p:tavLst>
                                    </p:anim>
                                    <p:anim calcmode="lin" valueType="num">
                                      <p:cBhvr>
                                        <p:cTn id="143" dur="1000" fill="hold"/>
                                        <p:tgtEl>
                                          <p:spTgt spid="2">
                                            <p:graphicEl>
                                              <a:dgm id="{E80EFA5C-C897-48C2-8B79-9028D84886AF}"/>
                                            </p:graphicEl>
                                          </p:spTgt>
                                        </p:tgtEl>
                                        <p:attrNameLst>
                                          <p:attrName>style.rotation</p:attrName>
                                        </p:attrNameLst>
                                      </p:cBhvr>
                                      <p:tavLst>
                                        <p:tav tm="0">
                                          <p:val>
                                            <p:fltVal val="90"/>
                                          </p:val>
                                        </p:tav>
                                        <p:tav tm="100000">
                                          <p:val>
                                            <p:fltVal val="0"/>
                                          </p:val>
                                        </p:tav>
                                      </p:tavLst>
                                    </p:anim>
                                    <p:animEffect transition="in" filter="fade">
                                      <p:cBhvr>
                                        <p:cTn id="144" dur="1000"/>
                                        <p:tgtEl>
                                          <p:spTgt spid="2">
                                            <p:graphicEl>
                                              <a:dgm id="{E80EFA5C-C897-48C2-8B79-9028D84886AF}"/>
                                            </p:graphicEl>
                                          </p:spTgt>
                                        </p:tgtEl>
                                      </p:cBhvr>
                                    </p:animEffect>
                                  </p:childTnLst>
                                </p:cTn>
                              </p:par>
                              <p:par>
                                <p:cTn id="145" presetID="31" presetClass="entr" presetSubtype="0" fill="hold" grpId="0" nodeType="withEffect">
                                  <p:stCondLst>
                                    <p:cond delay="0"/>
                                  </p:stCondLst>
                                  <p:childTnLst>
                                    <p:set>
                                      <p:cBhvr>
                                        <p:cTn id="146" dur="1" fill="hold">
                                          <p:stCondLst>
                                            <p:cond delay="0"/>
                                          </p:stCondLst>
                                        </p:cTn>
                                        <p:tgtEl>
                                          <p:spTgt spid="2">
                                            <p:graphicEl>
                                              <a:dgm id="{250BCA98-F516-4BB6-B706-7B07A5B8D1E7}"/>
                                            </p:graphicEl>
                                          </p:spTgt>
                                        </p:tgtEl>
                                        <p:attrNameLst>
                                          <p:attrName>style.visibility</p:attrName>
                                        </p:attrNameLst>
                                      </p:cBhvr>
                                      <p:to>
                                        <p:strVal val="visible"/>
                                      </p:to>
                                    </p:set>
                                    <p:anim calcmode="lin" valueType="num">
                                      <p:cBhvr>
                                        <p:cTn id="147" dur="1000" fill="hold"/>
                                        <p:tgtEl>
                                          <p:spTgt spid="2">
                                            <p:graphicEl>
                                              <a:dgm id="{250BCA98-F516-4BB6-B706-7B07A5B8D1E7}"/>
                                            </p:graphicEl>
                                          </p:spTgt>
                                        </p:tgtEl>
                                        <p:attrNameLst>
                                          <p:attrName>ppt_w</p:attrName>
                                        </p:attrNameLst>
                                      </p:cBhvr>
                                      <p:tavLst>
                                        <p:tav tm="0">
                                          <p:val>
                                            <p:fltVal val="0"/>
                                          </p:val>
                                        </p:tav>
                                        <p:tav tm="100000">
                                          <p:val>
                                            <p:strVal val="#ppt_w"/>
                                          </p:val>
                                        </p:tav>
                                      </p:tavLst>
                                    </p:anim>
                                    <p:anim calcmode="lin" valueType="num">
                                      <p:cBhvr>
                                        <p:cTn id="148" dur="1000" fill="hold"/>
                                        <p:tgtEl>
                                          <p:spTgt spid="2">
                                            <p:graphicEl>
                                              <a:dgm id="{250BCA98-F516-4BB6-B706-7B07A5B8D1E7}"/>
                                            </p:graphicEl>
                                          </p:spTgt>
                                        </p:tgtEl>
                                        <p:attrNameLst>
                                          <p:attrName>ppt_h</p:attrName>
                                        </p:attrNameLst>
                                      </p:cBhvr>
                                      <p:tavLst>
                                        <p:tav tm="0">
                                          <p:val>
                                            <p:fltVal val="0"/>
                                          </p:val>
                                        </p:tav>
                                        <p:tav tm="100000">
                                          <p:val>
                                            <p:strVal val="#ppt_h"/>
                                          </p:val>
                                        </p:tav>
                                      </p:tavLst>
                                    </p:anim>
                                    <p:anim calcmode="lin" valueType="num">
                                      <p:cBhvr>
                                        <p:cTn id="149" dur="1000" fill="hold"/>
                                        <p:tgtEl>
                                          <p:spTgt spid="2">
                                            <p:graphicEl>
                                              <a:dgm id="{250BCA98-F516-4BB6-B706-7B07A5B8D1E7}"/>
                                            </p:graphicEl>
                                          </p:spTgt>
                                        </p:tgtEl>
                                        <p:attrNameLst>
                                          <p:attrName>style.rotation</p:attrName>
                                        </p:attrNameLst>
                                      </p:cBhvr>
                                      <p:tavLst>
                                        <p:tav tm="0">
                                          <p:val>
                                            <p:fltVal val="90"/>
                                          </p:val>
                                        </p:tav>
                                        <p:tav tm="100000">
                                          <p:val>
                                            <p:fltVal val="0"/>
                                          </p:val>
                                        </p:tav>
                                      </p:tavLst>
                                    </p:anim>
                                    <p:animEffect transition="in" filter="fade">
                                      <p:cBhvr>
                                        <p:cTn id="150" dur="1000"/>
                                        <p:tgtEl>
                                          <p:spTgt spid="2">
                                            <p:graphicEl>
                                              <a:dgm id="{250BCA98-F516-4BB6-B706-7B07A5B8D1E7}"/>
                                            </p:graphicEl>
                                          </p:spTgt>
                                        </p:tgtEl>
                                      </p:cBhvr>
                                    </p:animEffect>
                                  </p:childTnLst>
                                </p:cTn>
                              </p:par>
                              <p:par>
                                <p:cTn id="151" presetID="31" presetClass="entr" presetSubtype="0" fill="hold" grpId="0" nodeType="withEffect">
                                  <p:stCondLst>
                                    <p:cond delay="0"/>
                                  </p:stCondLst>
                                  <p:childTnLst>
                                    <p:set>
                                      <p:cBhvr>
                                        <p:cTn id="152" dur="1" fill="hold">
                                          <p:stCondLst>
                                            <p:cond delay="0"/>
                                          </p:stCondLst>
                                        </p:cTn>
                                        <p:tgtEl>
                                          <p:spTgt spid="2">
                                            <p:graphicEl>
                                              <a:dgm id="{75FC0ED6-C358-442A-962F-E3D9E5DD5CA9}"/>
                                            </p:graphicEl>
                                          </p:spTgt>
                                        </p:tgtEl>
                                        <p:attrNameLst>
                                          <p:attrName>style.visibility</p:attrName>
                                        </p:attrNameLst>
                                      </p:cBhvr>
                                      <p:to>
                                        <p:strVal val="visible"/>
                                      </p:to>
                                    </p:set>
                                    <p:anim calcmode="lin" valueType="num">
                                      <p:cBhvr>
                                        <p:cTn id="153" dur="1000" fill="hold"/>
                                        <p:tgtEl>
                                          <p:spTgt spid="2">
                                            <p:graphicEl>
                                              <a:dgm id="{75FC0ED6-C358-442A-962F-E3D9E5DD5CA9}"/>
                                            </p:graphicEl>
                                          </p:spTgt>
                                        </p:tgtEl>
                                        <p:attrNameLst>
                                          <p:attrName>ppt_w</p:attrName>
                                        </p:attrNameLst>
                                      </p:cBhvr>
                                      <p:tavLst>
                                        <p:tav tm="0">
                                          <p:val>
                                            <p:fltVal val="0"/>
                                          </p:val>
                                        </p:tav>
                                        <p:tav tm="100000">
                                          <p:val>
                                            <p:strVal val="#ppt_w"/>
                                          </p:val>
                                        </p:tav>
                                      </p:tavLst>
                                    </p:anim>
                                    <p:anim calcmode="lin" valueType="num">
                                      <p:cBhvr>
                                        <p:cTn id="154" dur="1000" fill="hold"/>
                                        <p:tgtEl>
                                          <p:spTgt spid="2">
                                            <p:graphicEl>
                                              <a:dgm id="{75FC0ED6-C358-442A-962F-E3D9E5DD5CA9}"/>
                                            </p:graphicEl>
                                          </p:spTgt>
                                        </p:tgtEl>
                                        <p:attrNameLst>
                                          <p:attrName>ppt_h</p:attrName>
                                        </p:attrNameLst>
                                      </p:cBhvr>
                                      <p:tavLst>
                                        <p:tav tm="0">
                                          <p:val>
                                            <p:fltVal val="0"/>
                                          </p:val>
                                        </p:tav>
                                        <p:tav tm="100000">
                                          <p:val>
                                            <p:strVal val="#ppt_h"/>
                                          </p:val>
                                        </p:tav>
                                      </p:tavLst>
                                    </p:anim>
                                    <p:anim calcmode="lin" valueType="num">
                                      <p:cBhvr>
                                        <p:cTn id="155" dur="1000" fill="hold"/>
                                        <p:tgtEl>
                                          <p:spTgt spid="2">
                                            <p:graphicEl>
                                              <a:dgm id="{75FC0ED6-C358-442A-962F-E3D9E5DD5CA9}"/>
                                            </p:graphicEl>
                                          </p:spTgt>
                                        </p:tgtEl>
                                        <p:attrNameLst>
                                          <p:attrName>style.rotation</p:attrName>
                                        </p:attrNameLst>
                                      </p:cBhvr>
                                      <p:tavLst>
                                        <p:tav tm="0">
                                          <p:val>
                                            <p:fltVal val="90"/>
                                          </p:val>
                                        </p:tav>
                                        <p:tav tm="100000">
                                          <p:val>
                                            <p:fltVal val="0"/>
                                          </p:val>
                                        </p:tav>
                                      </p:tavLst>
                                    </p:anim>
                                    <p:animEffect transition="in" filter="fade">
                                      <p:cBhvr>
                                        <p:cTn id="156" dur="1000"/>
                                        <p:tgtEl>
                                          <p:spTgt spid="2">
                                            <p:graphicEl>
                                              <a:dgm id="{75FC0ED6-C358-442A-962F-E3D9E5DD5CA9}"/>
                                            </p:graphicEl>
                                          </p:spTgt>
                                        </p:tgtEl>
                                      </p:cBhvr>
                                    </p:animEffect>
                                  </p:childTnLst>
                                </p:cTn>
                              </p:par>
                              <p:par>
                                <p:cTn id="157" presetID="31" presetClass="entr" presetSubtype="0" fill="hold" grpId="0" nodeType="withEffect">
                                  <p:stCondLst>
                                    <p:cond delay="0"/>
                                  </p:stCondLst>
                                  <p:childTnLst>
                                    <p:set>
                                      <p:cBhvr>
                                        <p:cTn id="158" dur="1" fill="hold">
                                          <p:stCondLst>
                                            <p:cond delay="0"/>
                                          </p:stCondLst>
                                        </p:cTn>
                                        <p:tgtEl>
                                          <p:spTgt spid="2">
                                            <p:graphicEl>
                                              <a:dgm id="{3F2E71DA-4425-4FDA-92A9-39DE04AEE5FB}"/>
                                            </p:graphicEl>
                                          </p:spTgt>
                                        </p:tgtEl>
                                        <p:attrNameLst>
                                          <p:attrName>style.visibility</p:attrName>
                                        </p:attrNameLst>
                                      </p:cBhvr>
                                      <p:to>
                                        <p:strVal val="visible"/>
                                      </p:to>
                                    </p:set>
                                    <p:anim calcmode="lin" valueType="num">
                                      <p:cBhvr>
                                        <p:cTn id="159" dur="1000" fill="hold"/>
                                        <p:tgtEl>
                                          <p:spTgt spid="2">
                                            <p:graphicEl>
                                              <a:dgm id="{3F2E71DA-4425-4FDA-92A9-39DE04AEE5FB}"/>
                                            </p:graphicEl>
                                          </p:spTgt>
                                        </p:tgtEl>
                                        <p:attrNameLst>
                                          <p:attrName>ppt_w</p:attrName>
                                        </p:attrNameLst>
                                      </p:cBhvr>
                                      <p:tavLst>
                                        <p:tav tm="0">
                                          <p:val>
                                            <p:fltVal val="0"/>
                                          </p:val>
                                        </p:tav>
                                        <p:tav tm="100000">
                                          <p:val>
                                            <p:strVal val="#ppt_w"/>
                                          </p:val>
                                        </p:tav>
                                      </p:tavLst>
                                    </p:anim>
                                    <p:anim calcmode="lin" valueType="num">
                                      <p:cBhvr>
                                        <p:cTn id="160" dur="1000" fill="hold"/>
                                        <p:tgtEl>
                                          <p:spTgt spid="2">
                                            <p:graphicEl>
                                              <a:dgm id="{3F2E71DA-4425-4FDA-92A9-39DE04AEE5FB}"/>
                                            </p:graphicEl>
                                          </p:spTgt>
                                        </p:tgtEl>
                                        <p:attrNameLst>
                                          <p:attrName>ppt_h</p:attrName>
                                        </p:attrNameLst>
                                      </p:cBhvr>
                                      <p:tavLst>
                                        <p:tav tm="0">
                                          <p:val>
                                            <p:fltVal val="0"/>
                                          </p:val>
                                        </p:tav>
                                        <p:tav tm="100000">
                                          <p:val>
                                            <p:strVal val="#ppt_h"/>
                                          </p:val>
                                        </p:tav>
                                      </p:tavLst>
                                    </p:anim>
                                    <p:anim calcmode="lin" valueType="num">
                                      <p:cBhvr>
                                        <p:cTn id="161" dur="1000" fill="hold"/>
                                        <p:tgtEl>
                                          <p:spTgt spid="2">
                                            <p:graphicEl>
                                              <a:dgm id="{3F2E71DA-4425-4FDA-92A9-39DE04AEE5FB}"/>
                                            </p:graphicEl>
                                          </p:spTgt>
                                        </p:tgtEl>
                                        <p:attrNameLst>
                                          <p:attrName>style.rotation</p:attrName>
                                        </p:attrNameLst>
                                      </p:cBhvr>
                                      <p:tavLst>
                                        <p:tav tm="0">
                                          <p:val>
                                            <p:fltVal val="90"/>
                                          </p:val>
                                        </p:tav>
                                        <p:tav tm="100000">
                                          <p:val>
                                            <p:fltVal val="0"/>
                                          </p:val>
                                        </p:tav>
                                      </p:tavLst>
                                    </p:anim>
                                    <p:animEffect transition="in" filter="fade">
                                      <p:cBhvr>
                                        <p:cTn id="162" dur="1000"/>
                                        <p:tgtEl>
                                          <p:spTgt spid="2">
                                            <p:graphicEl>
                                              <a:dgm id="{3F2E71DA-4425-4FDA-92A9-39DE04AEE5FB}"/>
                                            </p:graphicEl>
                                          </p:spTgt>
                                        </p:tgtEl>
                                      </p:cBhvr>
                                    </p:animEffect>
                                  </p:childTnLst>
                                </p:cTn>
                              </p:par>
                              <p:par>
                                <p:cTn id="163" presetID="31" presetClass="entr" presetSubtype="0" fill="hold" grpId="0" nodeType="withEffect">
                                  <p:stCondLst>
                                    <p:cond delay="0"/>
                                  </p:stCondLst>
                                  <p:childTnLst>
                                    <p:set>
                                      <p:cBhvr>
                                        <p:cTn id="164" dur="1" fill="hold">
                                          <p:stCondLst>
                                            <p:cond delay="0"/>
                                          </p:stCondLst>
                                        </p:cTn>
                                        <p:tgtEl>
                                          <p:spTgt spid="2">
                                            <p:graphicEl>
                                              <a:dgm id="{DD02EE16-5AEE-48C6-B36C-81AC5FB5A8D7}"/>
                                            </p:graphicEl>
                                          </p:spTgt>
                                        </p:tgtEl>
                                        <p:attrNameLst>
                                          <p:attrName>style.visibility</p:attrName>
                                        </p:attrNameLst>
                                      </p:cBhvr>
                                      <p:to>
                                        <p:strVal val="visible"/>
                                      </p:to>
                                    </p:set>
                                    <p:anim calcmode="lin" valueType="num">
                                      <p:cBhvr>
                                        <p:cTn id="165" dur="1000" fill="hold"/>
                                        <p:tgtEl>
                                          <p:spTgt spid="2">
                                            <p:graphicEl>
                                              <a:dgm id="{DD02EE16-5AEE-48C6-B36C-81AC5FB5A8D7}"/>
                                            </p:graphicEl>
                                          </p:spTgt>
                                        </p:tgtEl>
                                        <p:attrNameLst>
                                          <p:attrName>ppt_w</p:attrName>
                                        </p:attrNameLst>
                                      </p:cBhvr>
                                      <p:tavLst>
                                        <p:tav tm="0">
                                          <p:val>
                                            <p:fltVal val="0"/>
                                          </p:val>
                                        </p:tav>
                                        <p:tav tm="100000">
                                          <p:val>
                                            <p:strVal val="#ppt_w"/>
                                          </p:val>
                                        </p:tav>
                                      </p:tavLst>
                                    </p:anim>
                                    <p:anim calcmode="lin" valueType="num">
                                      <p:cBhvr>
                                        <p:cTn id="166" dur="1000" fill="hold"/>
                                        <p:tgtEl>
                                          <p:spTgt spid="2">
                                            <p:graphicEl>
                                              <a:dgm id="{DD02EE16-5AEE-48C6-B36C-81AC5FB5A8D7}"/>
                                            </p:graphicEl>
                                          </p:spTgt>
                                        </p:tgtEl>
                                        <p:attrNameLst>
                                          <p:attrName>ppt_h</p:attrName>
                                        </p:attrNameLst>
                                      </p:cBhvr>
                                      <p:tavLst>
                                        <p:tav tm="0">
                                          <p:val>
                                            <p:fltVal val="0"/>
                                          </p:val>
                                        </p:tav>
                                        <p:tav tm="100000">
                                          <p:val>
                                            <p:strVal val="#ppt_h"/>
                                          </p:val>
                                        </p:tav>
                                      </p:tavLst>
                                    </p:anim>
                                    <p:anim calcmode="lin" valueType="num">
                                      <p:cBhvr>
                                        <p:cTn id="167" dur="1000" fill="hold"/>
                                        <p:tgtEl>
                                          <p:spTgt spid="2">
                                            <p:graphicEl>
                                              <a:dgm id="{DD02EE16-5AEE-48C6-B36C-81AC5FB5A8D7}"/>
                                            </p:graphicEl>
                                          </p:spTgt>
                                        </p:tgtEl>
                                        <p:attrNameLst>
                                          <p:attrName>style.rotation</p:attrName>
                                        </p:attrNameLst>
                                      </p:cBhvr>
                                      <p:tavLst>
                                        <p:tav tm="0">
                                          <p:val>
                                            <p:fltVal val="90"/>
                                          </p:val>
                                        </p:tav>
                                        <p:tav tm="100000">
                                          <p:val>
                                            <p:fltVal val="0"/>
                                          </p:val>
                                        </p:tav>
                                      </p:tavLst>
                                    </p:anim>
                                    <p:animEffect transition="in" filter="fade">
                                      <p:cBhvr>
                                        <p:cTn id="168" dur="1000"/>
                                        <p:tgtEl>
                                          <p:spTgt spid="2">
                                            <p:graphicEl>
                                              <a:dgm id="{DD02EE16-5AEE-48C6-B36C-81AC5FB5A8D7}"/>
                                            </p:graphicEl>
                                          </p:spTgt>
                                        </p:tgtEl>
                                      </p:cBhvr>
                                    </p:animEffect>
                                  </p:childTnLst>
                                </p:cTn>
                              </p:par>
                              <p:par>
                                <p:cTn id="169" presetID="31" presetClass="entr" presetSubtype="0" fill="hold" grpId="0" nodeType="withEffect">
                                  <p:stCondLst>
                                    <p:cond delay="0"/>
                                  </p:stCondLst>
                                  <p:childTnLst>
                                    <p:set>
                                      <p:cBhvr>
                                        <p:cTn id="170" dur="1" fill="hold">
                                          <p:stCondLst>
                                            <p:cond delay="0"/>
                                          </p:stCondLst>
                                        </p:cTn>
                                        <p:tgtEl>
                                          <p:spTgt spid="2">
                                            <p:graphicEl>
                                              <a:dgm id="{A6D4B060-2965-4ACA-BE30-72AD3BAF6D62}"/>
                                            </p:graphicEl>
                                          </p:spTgt>
                                        </p:tgtEl>
                                        <p:attrNameLst>
                                          <p:attrName>style.visibility</p:attrName>
                                        </p:attrNameLst>
                                      </p:cBhvr>
                                      <p:to>
                                        <p:strVal val="visible"/>
                                      </p:to>
                                    </p:set>
                                    <p:anim calcmode="lin" valueType="num">
                                      <p:cBhvr>
                                        <p:cTn id="171" dur="1000" fill="hold"/>
                                        <p:tgtEl>
                                          <p:spTgt spid="2">
                                            <p:graphicEl>
                                              <a:dgm id="{A6D4B060-2965-4ACA-BE30-72AD3BAF6D62}"/>
                                            </p:graphicEl>
                                          </p:spTgt>
                                        </p:tgtEl>
                                        <p:attrNameLst>
                                          <p:attrName>ppt_w</p:attrName>
                                        </p:attrNameLst>
                                      </p:cBhvr>
                                      <p:tavLst>
                                        <p:tav tm="0">
                                          <p:val>
                                            <p:fltVal val="0"/>
                                          </p:val>
                                        </p:tav>
                                        <p:tav tm="100000">
                                          <p:val>
                                            <p:strVal val="#ppt_w"/>
                                          </p:val>
                                        </p:tav>
                                      </p:tavLst>
                                    </p:anim>
                                    <p:anim calcmode="lin" valueType="num">
                                      <p:cBhvr>
                                        <p:cTn id="172" dur="1000" fill="hold"/>
                                        <p:tgtEl>
                                          <p:spTgt spid="2">
                                            <p:graphicEl>
                                              <a:dgm id="{A6D4B060-2965-4ACA-BE30-72AD3BAF6D62}"/>
                                            </p:graphicEl>
                                          </p:spTgt>
                                        </p:tgtEl>
                                        <p:attrNameLst>
                                          <p:attrName>ppt_h</p:attrName>
                                        </p:attrNameLst>
                                      </p:cBhvr>
                                      <p:tavLst>
                                        <p:tav tm="0">
                                          <p:val>
                                            <p:fltVal val="0"/>
                                          </p:val>
                                        </p:tav>
                                        <p:tav tm="100000">
                                          <p:val>
                                            <p:strVal val="#ppt_h"/>
                                          </p:val>
                                        </p:tav>
                                      </p:tavLst>
                                    </p:anim>
                                    <p:anim calcmode="lin" valueType="num">
                                      <p:cBhvr>
                                        <p:cTn id="173" dur="1000" fill="hold"/>
                                        <p:tgtEl>
                                          <p:spTgt spid="2">
                                            <p:graphicEl>
                                              <a:dgm id="{A6D4B060-2965-4ACA-BE30-72AD3BAF6D62}"/>
                                            </p:graphicEl>
                                          </p:spTgt>
                                        </p:tgtEl>
                                        <p:attrNameLst>
                                          <p:attrName>style.rotation</p:attrName>
                                        </p:attrNameLst>
                                      </p:cBhvr>
                                      <p:tavLst>
                                        <p:tav tm="0">
                                          <p:val>
                                            <p:fltVal val="90"/>
                                          </p:val>
                                        </p:tav>
                                        <p:tav tm="100000">
                                          <p:val>
                                            <p:fltVal val="0"/>
                                          </p:val>
                                        </p:tav>
                                      </p:tavLst>
                                    </p:anim>
                                    <p:animEffect transition="in" filter="fade">
                                      <p:cBhvr>
                                        <p:cTn id="174" dur="1000"/>
                                        <p:tgtEl>
                                          <p:spTgt spid="2">
                                            <p:graphicEl>
                                              <a:dgm id="{A6D4B060-2965-4ACA-BE30-72AD3BAF6D62}"/>
                                            </p:graphicEl>
                                          </p:spTgt>
                                        </p:tgtEl>
                                      </p:cBhvr>
                                    </p:animEffect>
                                  </p:childTnLst>
                                </p:cTn>
                              </p:par>
                              <p:par>
                                <p:cTn id="175" presetID="31" presetClass="entr" presetSubtype="0" fill="hold" grpId="0" nodeType="withEffect">
                                  <p:stCondLst>
                                    <p:cond delay="0"/>
                                  </p:stCondLst>
                                  <p:childTnLst>
                                    <p:set>
                                      <p:cBhvr>
                                        <p:cTn id="176" dur="1" fill="hold">
                                          <p:stCondLst>
                                            <p:cond delay="0"/>
                                          </p:stCondLst>
                                        </p:cTn>
                                        <p:tgtEl>
                                          <p:spTgt spid="2">
                                            <p:graphicEl>
                                              <a:dgm id="{D67161E9-15C5-4373-9188-CBC899EF2B21}"/>
                                            </p:graphicEl>
                                          </p:spTgt>
                                        </p:tgtEl>
                                        <p:attrNameLst>
                                          <p:attrName>style.visibility</p:attrName>
                                        </p:attrNameLst>
                                      </p:cBhvr>
                                      <p:to>
                                        <p:strVal val="visible"/>
                                      </p:to>
                                    </p:set>
                                    <p:anim calcmode="lin" valueType="num">
                                      <p:cBhvr>
                                        <p:cTn id="177" dur="1000" fill="hold"/>
                                        <p:tgtEl>
                                          <p:spTgt spid="2">
                                            <p:graphicEl>
                                              <a:dgm id="{D67161E9-15C5-4373-9188-CBC899EF2B21}"/>
                                            </p:graphicEl>
                                          </p:spTgt>
                                        </p:tgtEl>
                                        <p:attrNameLst>
                                          <p:attrName>ppt_w</p:attrName>
                                        </p:attrNameLst>
                                      </p:cBhvr>
                                      <p:tavLst>
                                        <p:tav tm="0">
                                          <p:val>
                                            <p:fltVal val="0"/>
                                          </p:val>
                                        </p:tav>
                                        <p:tav tm="100000">
                                          <p:val>
                                            <p:strVal val="#ppt_w"/>
                                          </p:val>
                                        </p:tav>
                                      </p:tavLst>
                                    </p:anim>
                                    <p:anim calcmode="lin" valueType="num">
                                      <p:cBhvr>
                                        <p:cTn id="178" dur="1000" fill="hold"/>
                                        <p:tgtEl>
                                          <p:spTgt spid="2">
                                            <p:graphicEl>
                                              <a:dgm id="{D67161E9-15C5-4373-9188-CBC899EF2B21}"/>
                                            </p:graphicEl>
                                          </p:spTgt>
                                        </p:tgtEl>
                                        <p:attrNameLst>
                                          <p:attrName>ppt_h</p:attrName>
                                        </p:attrNameLst>
                                      </p:cBhvr>
                                      <p:tavLst>
                                        <p:tav tm="0">
                                          <p:val>
                                            <p:fltVal val="0"/>
                                          </p:val>
                                        </p:tav>
                                        <p:tav tm="100000">
                                          <p:val>
                                            <p:strVal val="#ppt_h"/>
                                          </p:val>
                                        </p:tav>
                                      </p:tavLst>
                                    </p:anim>
                                    <p:anim calcmode="lin" valueType="num">
                                      <p:cBhvr>
                                        <p:cTn id="179" dur="1000" fill="hold"/>
                                        <p:tgtEl>
                                          <p:spTgt spid="2">
                                            <p:graphicEl>
                                              <a:dgm id="{D67161E9-15C5-4373-9188-CBC899EF2B21}"/>
                                            </p:graphicEl>
                                          </p:spTgt>
                                        </p:tgtEl>
                                        <p:attrNameLst>
                                          <p:attrName>style.rotation</p:attrName>
                                        </p:attrNameLst>
                                      </p:cBhvr>
                                      <p:tavLst>
                                        <p:tav tm="0">
                                          <p:val>
                                            <p:fltVal val="90"/>
                                          </p:val>
                                        </p:tav>
                                        <p:tav tm="100000">
                                          <p:val>
                                            <p:fltVal val="0"/>
                                          </p:val>
                                        </p:tav>
                                      </p:tavLst>
                                    </p:anim>
                                    <p:animEffect transition="in" filter="fade">
                                      <p:cBhvr>
                                        <p:cTn id="180" dur="1000"/>
                                        <p:tgtEl>
                                          <p:spTgt spid="2">
                                            <p:graphicEl>
                                              <a:dgm id="{D67161E9-15C5-4373-9188-CBC899EF2B21}"/>
                                            </p:graphicEl>
                                          </p:spTgt>
                                        </p:tgtEl>
                                      </p:cBhvr>
                                    </p:animEffect>
                                  </p:childTnLst>
                                </p:cTn>
                              </p:par>
                              <p:par>
                                <p:cTn id="181" presetID="31" presetClass="entr" presetSubtype="0" fill="hold" grpId="0" nodeType="withEffect">
                                  <p:stCondLst>
                                    <p:cond delay="0"/>
                                  </p:stCondLst>
                                  <p:childTnLst>
                                    <p:set>
                                      <p:cBhvr>
                                        <p:cTn id="182" dur="1" fill="hold">
                                          <p:stCondLst>
                                            <p:cond delay="0"/>
                                          </p:stCondLst>
                                        </p:cTn>
                                        <p:tgtEl>
                                          <p:spTgt spid="2">
                                            <p:graphicEl>
                                              <a:dgm id="{5126009F-C14A-408F-98F6-43C5F12F6F8D}"/>
                                            </p:graphicEl>
                                          </p:spTgt>
                                        </p:tgtEl>
                                        <p:attrNameLst>
                                          <p:attrName>style.visibility</p:attrName>
                                        </p:attrNameLst>
                                      </p:cBhvr>
                                      <p:to>
                                        <p:strVal val="visible"/>
                                      </p:to>
                                    </p:set>
                                    <p:anim calcmode="lin" valueType="num">
                                      <p:cBhvr>
                                        <p:cTn id="183" dur="1000" fill="hold"/>
                                        <p:tgtEl>
                                          <p:spTgt spid="2">
                                            <p:graphicEl>
                                              <a:dgm id="{5126009F-C14A-408F-98F6-43C5F12F6F8D}"/>
                                            </p:graphicEl>
                                          </p:spTgt>
                                        </p:tgtEl>
                                        <p:attrNameLst>
                                          <p:attrName>ppt_w</p:attrName>
                                        </p:attrNameLst>
                                      </p:cBhvr>
                                      <p:tavLst>
                                        <p:tav tm="0">
                                          <p:val>
                                            <p:fltVal val="0"/>
                                          </p:val>
                                        </p:tav>
                                        <p:tav tm="100000">
                                          <p:val>
                                            <p:strVal val="#ppt_w"/>
                                          </p:val>
                                        </p:tav>
                                      </p:tavLst>
                                    </p:anim>
                                    <p:anim calcmode="lin" valueType="num">
                                      <p:cBhvr>
                                        <p:cTn id="184" dur="1000" fill="hold"/>
                                        <p:tgtEl>
                                          <p:spTgt spid="2">
                                            <p:graphicEl>
                                              <a:dgm id="{5126009F-C14A-408F-98F6-43C5F12F6F8D}"/>
                                            </p:graphicEl>
                                          </p:spTgt>
                                        </p:tgtEl>
                                        <p:attrNameLst>
                                          <p:attrName>ppt_h</p:attrName>
                                        </p:attrNameLst>
                                      </p:cBhvr>
                                      <p:tavLst>
                                        <p:tav tm="0">
                                          <p:val>
                                            <p:fltVal val="0"/>
                                          </p:val>
                                        </p:tav>
                                        <p:tav tm="100000">
                                          <p:val>
                                            <p:strVal val="#ppt_h"/>
                                          </p:val>
                                        </p:tav>
                                      </p:tavLst>
                                    </p:anim>
                                    <p:anim calcmode="lin" valueType="num">
                                      <p:cBhvr>
                                        <p:cTn id="185" dur="1000" fill="hold"/>
                                        <p:tgtEl>
                                          <p:spTgt spid="2">
                                            <p:graphicEl>
                                              <a:dgm id="{5126009F-C14A-408F-98F6-43C5F12F6F8D}"/>
                                            </p:graphicEl>
                                          </p:spTgt>
                                        </p:tgtEl>
                                        <p:attrNameLst>
                                          <p:attrName>style.rotation</p:attrName>
                                        </p:attrNameLst>
                                      </p:cBhvr>
                                      <p:tavLst>
                                        <p:tav tm="0">
                                          <p:val>
                                            <p:fltVal val="90"/>
                                          </p:val>
                                        </p:tav>
                                        <p:tav tm="100000">
                                          <p:val>
                                            <p:fltVal val="0"/>
                                          </p:val>
                                        </p:tav>
                                      </p:tavLst>
                                    </p:anim>
                                    <p:animEffect transition="in" filter="fade">
                                      <p:cBhvr>
                                        <p:cTn id="186" dur="1000"/>
                                        <p:tgtEl>
                                          <p:spTgt spid="2">
                                            <p:graphicEl>
                                              <a:dgm id="{5126009F-C14A-408F-98F6-43C5F12F6F8D}"/>
                                            </p:graphicEl>
                                          </p:spTgt>
                                        </p:tgtEl>
                                      </p:cBhvr>
                                    </p:animEffect>
                                  </p:childTnLst>
                                </p:cTn>
                              </p:par>
                              <p:par>
                                <p:cTn id="187" presetID="31" presetClass="entr" presetSubtype="0" fill="hold" grpId="0" nodeType="withEffect">
                                  <p:stCondLst>
                                    <p:cond delay="0"/>
                                  </p:stCondLst>
                                  <p:childTnLst>
                                    <p:set>
                                      <p:cBhvr>
                                        <p:cTn id="188" dur="1" fill="hold">
                                          <p:stCondLst>
                                            <p:cond delay="0"/>
                                          </p:stCondLst>
                                        </p:cTn>
                                        <p:tgtEl>
                                          <p:spTgt spid="2">
                                            <p:graphicEl>
                                              <a:dgm id="{7187D71C-18ED-459E-B8BC-B63AD8BEFE94}"/>
                                            </p:graphicEl>
                                          </p:spTgt>
                                        </p:tgtEl>
                                        <p:attrNameLst>
                                          <p:attrName>style.visibility</p:attrName>
                                        </p:attrNameLst>
                                      </p:cBhvr>
                                      <p:to>
                                        <p:strVal val="visible"/>
                                      </p:to>
                                    </p:set>
                                    <p:anim calcmode="lin" valueType="num">
                                      <p:cBhvr>
                                        <p:cTn id="189" dur="1000" fill="hold"/>
                                        <p:tgtEl>
                                          <p:spTgt spid="2">
                                            <p:graphicEl>
                                              <a:dgm id="{7187D71C-18ED-459E-B8BC-B63AD8BEFE94}"/>
                                            </p:graphicEl>
                                          </p:spTgt>
                                        </p:tgtEl>
                                        <p:attrNameLst>
                                          <p:attrName>ppt_w</p:attrName>
                                        </p:attrNameLst>
                                      </p:cBhvr>
                                      <p:tavLst>
                                        <p:tav tm="0">
                                          <p:val>
                                            <p:fltVal val="0"/>
                                          </p:val>
                                        </p:tav>
                                        <p:tav tm="100000">
                                          <p:val>
                                            <p:strVal val="#ppt_w"/>
                                          </p:val>
                                        </p:tav>
                                      </p:tavLst>
                                    </p:anim>
                                    <p:anim calcmode="lin" valueType="num">
                                      <p:cBhvr>
                                        <p:cTn id="190" dur="1000" fill="hold"/>
                                        <p:tgtEl>
                                          <p:spTgt spid="2">
                                            <p:graphicEl>
                                              <a:dgm id="{7187D71C-18ED-459E-B8BC-B63AD8BEFE94}"/>
                                            </p:graphicEl>
                                          </p:spTgt>
                                        </p:tgtEl>
                                        <p:attrNameLst>
                                          <p:attrName>ppt_h</p:attrName>
                                        </p:attrNameLst>
                                      </p:cBhvr>
                                      <p:tavLst>
                                        <p:tav tm="0">
                                          <p:val>
                                            <p:fltVal val="0"/>
                                          </p:val>
                                        </p:tav>
                                        <p:tav tm="100000">
                                          <p:val>
                                            <p:strVal val="#ppt_h"/>
                                          </p:val>
                                        </p:tav>
                                      </p:tavLst>
                                    </p:anim>
                                    <p:anim calcmode="lin" valueType="num">
                                      <p:cBhvr>
                                        <p:cTn id="191" dur="1000" fill="hold"/>
                                        <p:tgtEl>
                                          <p:spTgt spid="2">
                                            <p:graphicEl>
                                              <a:dgm id="{7187D71C-18ED-459E-B8BC-B63AD8BEFE94}"/>
                                            </p:graphicEl>
                                          </p:spTgt>
                                        </p:tgtEl>
                                        <p:attrNameLst>
                                          <p:attrName>style.rotation</p:attrName>
                                        </p:attrNameLst>
                                      </p:cBhvr>
                                      <p:tavLst>
                                        <p:tav tm="0">
                                          <p:val>
                                            <p:fltVal val="90"/>
                                          </p:val>
                                        </p:tav>
                                        <p:tav tm="100000">
                                          <p:val>
                                            <p:fltVal val="0"/>
                                          </p:val>
                                        </p:tav>
                                      </p:tavLst>
                                    </p:anim>
                                    <p:animEffect transition="in" filter="fade">
                                      <p:cBhvr>
                                        <p:cTn id="192" dur="1000"/>
                                        <p:tgtEl>
                                          <p:spTgt spid="2">
                                            <p:graphicEl>
                                              <a:dgm id="{7187D71C-18ED-459E-B8BC-B63AD8BEFE94}"/>
                                            </p:graphicEl>
                                          </p:spTgt>
                                        </p:tgtEl>
                                      </p:cBhvr>
                                    </p:animEffect>
                                  </p:childTnLst>
                                </p:cTn>
                              </p:par>
                              <p:par>
                                <p:cTn id="193" presetID="31" presetClass="entr" presetSubtype="0" fill="hold" grpId="0" nodeType="withEffect">
                                  <p:stCondLst>
                                    <p:cond delay="0"/>
                                  </p:stCondLst>
                                  <p:childTnLst>
                                    <p:set>
                                      <p:cBhvr>
                                        <p:cTn id="194" dur="1" fill="hold">
                                          <p:stCondLst>
                                            <p:cond delay="0"/>
                                          </p:stCondLst>
                                        </p:cTn>
                                        <p:tgtEl>
                                          <p:spTgt spid="2">
                                            <p:graphicEl>
                                              <a:dgm id="{73DD907A-C025-493B-9B50-6EBA74A6D12C}"/>
                                            </p:graphicEl>
                                          </p:spTgt>
                                        </p:tgtEl>
                                        <p:attrNameLst>
                                          <p:attrName>style.visibility</p:attrName>
                                        </p:attrNameLst>
                                      </p:cBhvr>
                                      <p:to>
                                        <p:strVal val="visible"/>
                                      </p:to>
                                    </p:set>
                                    <p:anim calcmode="lin" valueType="num">
                                      <p:cBhvr>
                                        <p:cTn id="195" dur="1000" fill="hold"/>
                                        <p:tgtEl>
                                          <p:spTgt spid="2">
                                            <p:graphicEl>
                                              <a:dgm id="{73DD907A-C025-493B-9B50-6EBA74A6D12C}"/>
                                            </p:graphicEl>
                                          </p:spTgt>
                                        </p:tgtEl>
                                        <p:attrNameLst>
                                          <p:attrName>ppt_w</p:attrName>
                                        </p:attrNameLst>
                                      </p:cBhvr>
                                      <p:tavLst>
                                        <p:tav tm="0">
                                          <p:val>
                                            <p:fltVal val="0"/>
                                          </p:val>
                                        </p:tav>
                                        <p:tav tm="100000">
                                          <p:val>
                                            <p:strVal val="#ppt_w"/>
                                          </p:val>
                                        </p:tav>
                                      </p:tavLst>
                                    </p:anim>
                                    <p:anim calcmode="lin" valueType="num">
                                      <p:cBhvr>
                                        <p:cTn id="196" dur="1000" fill="hold"/>
                                        <p:tgtEl>
                                          <p:spTgt spid="2">
                                            <p:graphicEl>
                                              <a:dgm id="{73DD907A-C025-493B-9B50-6EBA74A6D12C}"/>
                                            </p:graphicEl>
                                          </p:spTgt>
                                        </p:tgtEl>
                                        <p:attrNameLst>
                                          <p:attrName>ppt_h</p:attrName>
                                        </p:attrNameLst>
                                      </p:cBhvr>
                                      <p:tavLst>
                                        <p:tav tm="0">
                                          <p:val>
                                            <p:fltVal val="0"/>
                                          </p:val>
                                        </p:tav>
                                        <p:tav tm="100000">
                                          <p:val>
                                            <p:strVal val="#ppt_h"/>
                                          </p:val>
                                        </p:tav>
                                      </p:tavLst>
                                    </p:anim>
                                    <p:anim calcmode="lin" valueType="num">
                                      <p:cBhvr>
                                        <p:cTn id="197" dur="1000" fill="hold"/>
                                        <p:tgtEl>
                                          <p:spTgt spid="2">
                                            <p:graphicEl>
                                              <a:dgm id="{73DD907A-C025-493B-9B50-6EBA74A6D12C}"/>
                                            </p:graphicEl>
                                          </p:spTgt>
                                        </p:tgtEl>
                                        <p:attrNameLst>
                                          <p:attrName>style.rotation</p:attrName>
                                        </p:attrNameLst>
                                      </p:cBhvr>
                                      <p:tavLst>
                                        <p:tav tm="0">
                                          <p:val>
                                            <p:fltVal val="90"/>
                                          </p:val>
                                        </p:tav>
                                        <p:tav tm="100000">
                                          <p:val>
                                            <p:fltVal val="0"/>
                                          </p:val>
                                        </p:tav>
                                      </p:tavLst>
                                    </p:anim>
                                    <p:animEffect transition="in" filter="fade">
                                      <p:cBhvr>
                                        <p:cTn id="198" dur="1000"/>
                                        <p:tgtEl>
                                          <p:spTgt spid="2">
                                            <p:graphicEl>
                                              <a:dgm id="{73DD907A-C025-493B-9B50-6EBA74A6D12C}"/>
                                            </p:graphicEl>
                                          </p:spTgt>
                                        </p:tgtEl>
                                      </p:cBhvr>
                                    </p:animEffect>
                                  </p:childTnLst>
                                </p:cTn>
                              </p:par>
                              <p:par>
                                <p:cTn id="199" presetID="31" presetClass="entr" presetSubtype="0" fill="hold" grpId="0" nodeType="withEffect">
                                  <p:stCondLst>
                                    <p:cond delay="0"/>
                                  </p:stCondLst>
                                  <p:childTnLst>
                                    <p:set>
                                      <p:cBhvr>
                                        <p:cTn id="200" dur="1" fill="hold">
                                          <p:stCondLst>
                                            <p:cond delay="0"/>
                                          </p:stCondLst>
                                        </p:cTn>
                                        <p:tgtEl>
                                          <p:spTgt spid="2">
                                            <p:graphicEl>
                                              <a:dgm id="{FC8D9FE0-68B4-407C-BB8E-22F24631D236}"/>
                                            </p:graphicEl>
                                          </p:spTgt>
                                        </p:tgtEl>
                                        <p:attrNameLst>
                                          <p:attrName>style.visibility</p:attrName>
                                        </p:attrNameLst>
                                      </p:cBhvr>
                                      <p:to>
                                        <p:strVal val="visible"/>
                                      </p:to>
                                    </p:set>
                                    <p:anim calcmode="lin" valueType="num">
                                      <p:cBhvr>
                                        <p:cTn id="201" dur="1000" fill="hold"/>
                                        <p:tgtEl>
                                          <p:spTgt spid="2">
                                            <p:graphicEl>
                                              <a:dgm id="{FC8D9FE0-68B4-407C-BB8E-22F24631D236}"/>
                                            </p:graphicEl>
                                          </p:spTgt>
                                        </p:tgtEl>
                                        <p:attrNameLst>
                                          <p:attrName>ppt_w</p:attrName>
                                        </p:attrNameLst>
                                      </p:cBhvr>
                                      <p:tavLst>
                                        <p:tav tm="0">
                                          <p:val>
                                            <p:fltVal val="0"/>
                                          </p:val>
                                        </p:tav>
                                        <p:tav tm="100000">
                                          <p:val>
                                            <p:strVal val="#ppt_w"/>
                                          </p:val>
                                        </p:tav>
                                      </p:tavLst>
                                    </p:anim>
                                    <p:anim calcmode="lin" valueType="num">
                                      <p:cBhvr>
                                        <p:cTn id="202" dur="1000" fill="hold"/>
                                        <p:tgtEl>
                                          <p:spTgt spid="2">
                                            <p:graphicEl>
                                              <a:dgm id="{FC8D9FE0-68B4-407C-BB8E-22F24631D236}"/>
                                            </p:graphicEl>
                                          </p:spTgt>
                                        </p:tgtEl>
                                        <p:attrNameLst>
                                          <p:attrName>ppt_h</p:attrName>
                                        </p:attrNameLst>
                                      </p:cBhvr>
                                      <p:tavLst>
                                        <p:tav tm="0">
                                          <p:val>
                                            <p:fltVal val="0"/>
                                          </p:val>
                                        </p:tav>
                                        <p:tav tm="100000">
                                          <p:val>
                                            <p:strVal val="#ppt_h"/>
                                          </p:val>
                                        </p:tav>
                                      </p:tavLst>
                                    </p:anim>
                                    <p:anim calcmode="lin" valueType="num">
                                      <p:cBhvr>
                                        <p:cTn id="203" dur="1000" fill="hold"/>
                                        <p:tgtEl>
                                          <p:spTgt spid="2">
                                            <p:graphicEl>
                                              <a:dgm id="{FC8D9FE0-68B4-407C-BB8E-22F24631D236}"/>
                                            </p:graphicEl>
                                          </p:spTgt>
                                        </p:tgtEl>
                                        <p:attrNameLst>
                                          <p:attrName>style.rotation</p:attrName>
                                        </p:attrNameLst>
                                      </p:cBhvr>
                                      <p:tavLst>
                                        <p:tav tm="0">
                                          <p:val>
                                            <p:fltVal val="90"/>
                                          </p:val>
                                        </p:tav>
                                        <p:tav tm="100000">
                                          <p:val>
                                            <p:fltVal val="0"/>
                                          </p:val>
                                        </p:tav>
                                      </p:tavLst>
                                    </p:anim>
                                    <p:animEffect transition="in" filter="fade">
                                      <p:cBhvr>
                                        <p:cTn id="204" dur="1000"/>
                                        <p:tgtEl>
                                          <p:spTgt spid="2">
                                            <p:graphicEl>
                                              <a:dgm id="{FC8D9FE0-68B4-407C-BB8E-22F24631D236}"/>
                                            </p:graphicEl>
                                          </p:spTgt>
                                        </p:tgtEl>
                                      </p:cBhvr>
                                    </p:animEffect>
                                  </p:childTnLst>
                                </p:cTn>
                              </p:par>
                              <p:par>
                                <p:cTn id="205" presetID="31" presetClass="entr" presetSubtype="0" fill="hold" grpId="0" nodeType="withEffect">
                                  <p:stCondLst>
                                    <p:cond delay="0"/>
                                  </p:stCondLst>
                                  <p:childTnLst>
                                    <p:set>
                                      <p:cBhvr>
                                        <p:cTn id="206" dur="1" fill="hold">
                                          <p:stCondLst>
                                            <p:cond delay="0"/>
                                          </p:stCondLst>
                                        </p:cTn>
                                        <p:tgtEl>
                                          <p:spTgt spid="2">
                                            <p:graphicEl>
                                              <a:dgm id="{04C5FFFF-C2E1-4553-894F-994984F905F7}"/>
                                            </p:graphicEl>
                                          </p:spTgt>
                                        </p:tgtEl>
                                        <p:attrNameLst>
                                          <p:attrName>style.visibility</p:attrName>
                                        </p:attrNameLst>
                                      </p:cBhvr>
                                      <p:to>
                                        <p:strVal val="visible"/>
                                      </p:to>
                                    </p:set>
                                    <p:anim calcmode="lin" valueType="num">
                                      <p:cBhvr>
                                        <p:cTn id="207" dur="1000" fill="hold"/>
                                        <p:tgtEl>
                                          <p:spTgt spid="2">
                                            <p:graphicEl>
                                              <a:dgm id="{04C5FFFF-C2E1-4553-894F-994984F905F7}"/>
                                            </p:graphicEl>
                                          </p:spTgt>
                                        </p:tgtEl>
                                        <p:attrNameLst>
                                          <p:attrName>ppt_w</p:attrName>
                                        </p:attrNameLst>
                                      </p:cBhvr>
                                      <p:tavLst>
                                        <p:tav tm="0">
                                          <p:val>
                                            <p:fltVal val="0"/>
                                          </p:val>
                                        </p:tav>
                                        <p:tav tm="100000">
                                          <p:val>
                                            <p:strVal val="#ppt_w"/>
                                          </p:val>
                                        </p:tav>
                                      </p:tavLst>
                                    </p:anim>
                                    <p:anim calcmode="lin" valueType="num">
                                      <p:cBhvr>
                                        <p:cTn id="208" dur="1000" fill="hold"/>
                                        <p:tgtEl>
                                          <p:spTgt spid="2">
                                            <p:graphicEl>
                                              <a:dgm id="{04C5FFFF-C2E1-4553-894F-994984F905F7}"/>
                                            </p:graphicEl>
                                          </p:spTgt>
                                        </p:tgtEl>
                                        <p:attrNameLst>
                                          <p:attrName>ppt_h</p:attrName>
                                        </p:attrNameLst>
                                      </p:cBhvr>
                                      <p:tavLst>
                                        <p:tav tm="0">
                                          <p:val>
                                            <p:fltVal val="0"/>
                                          </p:val>
                                        </p:tav>
                                        <p:tav tm="100000">
                                          <p:val>
                                            <p:strVal val="#ppt_h"/>
                                          </p:val>
                                        </p:tav>
                                      </p:tavLst>
                                    </p:anim>
                                    <p:anim calcmode="lin" valueType="num">
                                      <p:cBhvr>
                                        <p:cTn id="209" dur="1000" fill="hold"/>
                                        <p:tgtEl>
                                          <p:spTgt spid="2">
                                            <p:graphicEl>
                                              <a:dgm id="{04C5FFFF-C2E1-4553-894F-994984F905F7}"/>
                                            </p:graphicEl>
                                          </p:spTgt>
                                        </p:tgtEl>
                                        <p:attrNameLst>
                                          <p:attrName>style.rotation</p:attrName>
                                        </p:attrNameLst>
                                      </p:cBhvr>
                                      <p:tavLst>
                                        <p:tav tm="0">
                                          <p:val>
                                            <p:fltVal val="90"/>
                                          </p:val>
                                        </p:tav>
                                        <p:tav tm="100000">
                                          <p:val>
                                            <p:fltVal val="0"/>
                                          </p:val>
                                        </p:tav>
                                      </p:tavLst>
                                    </p:anim>
                                    <p:animEffect transition="in" filter="fade">
                                      <p:cBhvr>
                                        <p:cTn id="210" dur="1000"/>
                                        <p:tgtEl>
                                          <p:spTgt spid="2">
                                            <p:graphicEl>
                                              <a:dgm id="{04C5FFFF-C2E1-4553-894F-994984F905F7}"/>
                                            </p:graphicEl>
                                          </p:spTgt>
                                        </p:tgtEl>
                                      </p:cBhvr>
                                    </p:animEffect>
                                  </p:childTnLst>
                                </p:cTn>
                              </p:par>
                              <p:par>
                                <p:cTn id="211" presetID="31" presetClass="entr" presetSubtype="0" fill="hold" grpId="0" nodeType="withEffect">
                                  <p:stCondLst>
                                    <p:cond delay="0"/>
                                  </p:stCondLst>
                                  <p:childTnLst>
                                    <p:set>
                                      <p:cBhvr>
                                        <p:cTn id="212" dur="1" fill="hold">
                                          <p:stCondLst>
                                            <p:cond delay="0"/>
                                          </p:stCondLst>
                                        </p:cTn>
                                        <p:tgtEl>
                                          <p:spTgt spid="2">
                                            <p:graphicEl>
                                              <a:dgm id="{8AC8069E-1A0C-465A-838A-6143D67D562A}"/>
                                            </p:graphicEl>
                                          </p:spTgt>
                                        </p:tgtEl>
                                        <p:attrNameLst>
                                          <p:attrName>style.visibility</p:attrName>
                                        </p:attrNameLst>
                                      </p:cBhvr>
                                      <p:to>
                                        <p:strVal val="visible"/>
                                      </p:to>
                                    </p:set>
                                    <p:anim calcmode="lin" valueType="num">
                                      <p:cBhvr>
                                        <p:cTn id="213" dur="1000" fill="hold"/>
                                        <p:tgtEl>
                                          <p:spTgt spid="2">
                                            <p:graphicEl>
                                              <a:dgm id="{8AC8069E-1A0C-465A-838A-6143D67D562A}"/>
                                            </p:graphicEl>
                                          </p:spTgt>
                                        </p:tgtEl>
                                        <p:attrNameLst>
                                          <p:attrName>ppt_w</p:attrName>
                                        </p:attrNameLst>
                                      </p:cBhvr>
                                      <p:tavLst>
                                        <p:tav tm="0">
                                          <p:val>
                                            <p:fltVal val="0"/>
                                          </p:val>
                                        </p:tav>
                                        <p:tav tm="100000">
                                          <p:val>
                                            <p:strVal val="#ppt_w"/>
                                          </p:val>
                                        </p:tav>
                                      </p:tavLst>
                                    </p:anim>
                                    <p:anim calcmode="lin" valueType="num">
                                      <p:cBhvr>
                                        <p:cTn id="214" dur="1000" fill="hold"/>
                                        <p:tgtEl>
                                          <p:spTgt spid="2">
                                            <p:graphicEl>
                                              <a:dgm id="{8AC8069E-1A0C-465A-838A-6143D67D562A}"/>
                                            </p:graphicEl>
                                          </p:spTgt>
                                        </p:tgtEl>
                                        <p:attrNameLst>
                                          <p:attrName>ppt_h</p:attrName>
                                        </p:attrNameLst>
                                      </p:cBhvr>
                                      <p:tavLst>
                                        <p:tav tm="0">
                                          <p:val>
                                            <p:fltVal val="0"/>
                                          </p:val>
                                        </p:tav>
                                        <p:tav tm="100000">
                                          <p:val>
                                            <p:strVal val="#ppt_h"/>
                                          </p:val>
                                        </p:tav>
                                      </p:tavLst>
                                    </p:anim>
                                    <p:anim calcmode="lin" valueType="num">
                                      <p:cBhvr>
                                        <p:cTn id="215" dur="1000" fill="hold"/>
                                        <p:tgtEl>
                                          <p:spTgt spid="2">
                                            <p:graphicEl>
                                              <a:dgm id="{8AC8069E-1A0C-465A-838A-6143D67D562A}"/>
                                            </p:graphicEl>
                                          </p:spTgt>
                                        </p:tgtEl>
                                        <p:attrNameLst>
                                          <p:attrName>style.rotation</p:attrName>
                                        </p:attrNameLst>
                                      </p:cBhvr>
                                      <p:tavLst>
                                        <p:tav tm="0">
                                          <p:val>
                                            <p:fltVal val="90"/>
                                          </p:val>
                                        </p:tav>
                                        <p:tav tm="100000">
                                          <p:val>
                                            <p:fltVal val="0"/>
                                          </p:val>
                                        </p:tav>
                                      </p:tavLst>
                                    </p:anim>
                                    <p:animEffect transition="in" filter="fade">
                                      <p:cBhvr>
                                        <p:cTn id="216" dur="1000"/>
                                        <p:tgtEl>
                                          <p:spTgt spid="2">
                                            <p:graphicEl>
                                              <a:dgm id="{8AC8069E-1A0C-465A-838A-6143D67D562A}"/>
                                            </p:graphicEl>
                                          </p:spTgt>
                                        </p:tgtEl>
                                      </p:cBhvr>
                                    </p:animEffect>
                                  </p:childTnLst>
                                </p:cTn>
                              </p:par>
                              <p:par>
                                <p:cTn id="217" presetID="31" presetClass="entr" presetSubtype="0" fill="hold" grpId="0" nodeType="withEffect">
                                  <p:stCondLst>
                                    <p:cond delay="0"/>
                                  </p:stCondLst>
                                  <p:childTnLst>
                                    <p:set>
                                      <p:cBhvr>
                                        <p:cTn id="218" dur="1" fill="hold">
                                          <p:stCondLst>
                                            <p:cond delay="0"/>
                                          </p:stCondLst>
                                        </p:cTn>
                                        <p:tgtEl>
                                          <p:spTgt spid="2">
                                            <p:graphicEl>
                                              <a:dgm id="{731CCB33-12FC-4F03-A21A-21A6725AE3B9}"/>
                                            </p:graphicEl>
                                          </p:spTgt>
                                        </p:tgtEl>
                                        <p:attrNameLst>
                                          <p:attrName>style.visibility</p:attrName>
                                        </p:attrNameLst>
                                      </p:cBhvr>
                                      <p:to>
                                        <p:strVal val="visible"/>
                                      </p:to>
                                    </p:set>
                                    <p:anim calcmode="lin" valueType="num">
                                      <p:cBhvr>
                                        <p:cTn id="219" dur="1000" fill="hold"/>
                                        <p:tgtEl>
                                          <p:spTgt spid="2">
                                            <p:graphicEl>
                                              <a:dgm id="{731CCB33-12FC-4F03-A21A-21A6725AE3B9}"/>
                                            </p:graphicEl>
                                          </p:spTgt>
                                        </p:tgtEl>
                                        <p:attrNameLst>
                                          <p:attrName>ppt_w</p:attrName>
                                        </p:attrNameLst>
                                      </p:cBhvr>
                                      <p:tavLst>
                                        <p:tav tm="0">
                                          <p:val>
                                            <p:fltVal val="0"/>
                                          </p:val>
                                        </p:tav>
                                        <p:tav tm="100000">
                                          <p:val>
                                            <p:strVal val="#ppt_w"/>
                                          </p:val>
                                        </p:tav>
                                      </p:tavLst>
                                    </p:anim>
                                    <p:anim calcmode="lin" valueType="num">
                                      <p:cBhvr>
                                        <p:cTn id="220" dur="1000" fill="hold"/>
                                        <p:tgtEl>
                                          <p:spTgt spid="2">
                                            <p:graphicEl>
                                              <a:dgm id="{731CCB33-12FC-4F03-A21A-21A6725AE3B9}"/>
                                            </p:graphicEl>
                                          </p:spTgt>
                                        </p:tgtEl>
                                        <p:attrNameLst>
                                          <p:attrName>ppt_h</p:attrName>
                                        </p:attrNameLst>
                                      </p:cBhvr>
                                      <p:tavLst>
                                        <p:tav tm="0">
                                          <p:val>
                                            <p:fltVal val="0"/>
                                          </p:val>
                                        </p:tav>
                                        <p:tav tm="100000">
                                          <p:val>
                                            <p:strVal val="#ppt_h"/>
                                          </p:val>
                                        </p:tav>
                                      </p:tavLst>
                                    </p:anim>
                                    <p:anim calcmode="lin" valueType="num">
                                      <p:cBhvr>
                                        <p:cTn id="221" dur="1000" fill="hold"/>
                                        <p:tgtEl>
                                          <p:spTgt spid="2">
                                            <p:graphicEl>
                                              <a:dgm id="{731CCB33-12FC-4F03-A21A-21A6725AE3B9}"/>
                                            </p:graphicEl>
                                          </p:spTgt>
                                        </p:tgtEl>
                                        <p:attrNameLst>
                                          <p:attrName>style.rotation</p:attrName>
                                        </p:attrNameLst>
                                      </p:cBhvr>
                                      <p:tavLst>
                                        <p:tav tm="0">
                                          <p:val>
                                            <p:fltVal val="90"/>
                                          </p:val>
                                        </p:tav>
                                        <p:tav tm="100000">
                                          <p:val>
                                            <p:fltVal val="0"/>
                                          </p:val>
                                        </p:tav>
                                      </p:tavLst>
                                    </p:anim>
                                    <p:animEffect transition="in" filter="fade">
                                      <p:cBhvr>
                                        <p:cTn id="222" dur="1000"/>
                                        <p:tgtEl>
                                          <p:spTgt spid="2">
                                            <p:graphicEl>
                                              <a:dgm id="{731CCB33-12FC-4F03-A21A-21A6725AE3B9}"/>
                                            </p:graphicEl>
                                          </p:spTgt>
                                        </p:tgtEl>
                                      </p:cBhvr>
                                    </p:animEffect>
                                  </p:childTnLst>
                                </p:cTn>
                              </p:par>
                              <p:par>
                                <p:cTn id="223" presetID="31" presetClass="entr" presetSubtype="0" fill="hold" grpId="0" nodeType="withEffect">
                                  <p:stCondLst>
                                    <p:cond delay="0"/>
                                  </p:stCondLst>
                                  <p:childTnLst>
                                    <p:set>
                                      <p:cBhvr>
                                        <p:cTn id="224" dur="1" fill="hold">
                                          <p:stCondLst>
                                            <p:cond delay="0"/>
                                          </p:stCondLst>
                                        </p:cTn>
                                        <p:tgtEl>
                                          <p:spTgt spid="2">
                                            <p:graphicEl>
                                              <a:dgm id="{42D66EBD-B561-4330-BB82-4BC55074D165}"/>
                                            </p:graphicEl>
                                          </p:spTgt>
                                        </p:tgtEl>
                                        <p:attrNameLst>
                                          <p:attrName>style.visibility</p:attrName>
                                        </p:attrNameLst>
                                      </p:cBhvr>
                                      <p:to>
                                        <p:strVal val="visible"/>
                                      </p:to>
                                    </p:set>
                                    <p:anim calcmode="lin" valueType="num">
                                      <p:cBhvr>
                                        <p:cTn id="225" dur="1000" fill="hold"/>
                                        <p:tgtEl>
                                          <p:spTgt spid="2">
                                            <p:graphicEl>
                                              <a:dgm id="{42D66EBD-B561-4330-BB82-4BC55074D165}"/>
                                            </p:graphicEl>
                                          </p:spTgt>
                                        </p:tgtEl>
                                        <p:attrNameLst>
                                          <p:attrName>ppt_w</p:attrName>
                                        </p:attrNameLst>
                                      </p:cBhvr>
                                      <p:tavLst>
                                        <p:tav tm="0">
                                          <p:val>
                                            <p:fltVal val="0"/>
                                          </p:val>
                                        </p:tav>
                                        <p:tav tm="100000">
                                          <p:val>
                                            <p:strVal val="#ppt_w"/>
                                          </p:val>
                                        </p:tav>
                                      </p:tavLst>
                                    </p:anim>
                                    <p:anim calcmode="lin" valueType="num">
                                      <p:cBhvr>
                                        <p:cTn id="226" dur="1000" fill="hold"/>
                                        <p:tgtEl>
                                          <p:spTgt spid="2">
                                            <p:graphicEl>
                                              <a:dgm id="{42D66EBD-B561-4330-BB82-4BC55074D165}"/>
                                            </p:graphicEl>
                                          </p:spTgt>
                                        </p:tgtEl>
                                        <p:attrNameLst>
                                          <p:attrName>ppt_h</p:attrName>
                                        </p:attrNameLst>
                                      </p:cBhvr>
                                      <p:tavLst>
                                        <p:tav tm="0">
                                          <p:val>
                                            <p:fltVal val="0"/>
                                          </p:val>
                                        </p:tav>
                                        <p:tav tm="100000">
                                          <p:val>
                                            <p:strVal val="#ppt_h"/>
                                          </p:val>
                                        </p:tav>
                                      </p:tavLst>
                                    </p:anim>
                                    <p:anim calcmode="lin" valueType="num">
                                      <p:cBhvr>
                                        <p:cTn id="227" dur="1000" fill="hold"/>
                                        <p:tgtEl>
                                          <p:spTgt spid="2">
                                            <p:graphicEl>
                                              <a:dgm id="{42D66EBD-B561-4330-BB82-4BC55074D165}"/>
                                            </p:graphicEl>
                                          </p:spTgt>
                                        </p:tgtEl>
                                        <p:attrNameLst>
                                          <p:attrName>style.rotation</p:attrName>
                                        </p:attrNameLst>
                                      </p:cBhvr>
                                      <p:tavLst>
                                        <p:tav tm="0">
                                          <p:val>
                                            <p:fltVal val="90"/>
                                          </p:val>
                                        </p:tav>
                                        <p:tav tm="100000">
                                          <p:val>
                                            <p:fltVal val="0"/>
                                          </p:val>
                                        </p:tav>
                                      </p:tavLst>
                                    </p:anim>
                                    <p:animEffect transition="in" filter="fade">
                                      <p:cBhvr>
                                        <p:cTn id="228" dur="1000"/>
                                        <p:tgtEl>
                                          <p:spTgt spid="2">
                                            <p:graphicEl>
                                              <a:dgm id="{42D66EBD-B561-4330-BB82-4BC55074D165}"/>
                                            </p:graphicEl>
                                          </p:spTgt>
                                        </p:tgtEl>
                                      </p:cBhvr>
                                    </p:animEffect>
                                  </p:childTnLst>
                                </p:cTn>
                              </p:par>
                              <p:par>
                                <p:cTn id="229" presetID="31" presetClass="entr" presetSubtype="0" fill="hold" grpId="0" nodeType="withEffect">
                                  <p:stCondLst>
                                    <p:cond delay="0"/>
                                  </p:stCondLst>
                                  <p:childTnLst>
                                    <p:set>
                                      <p:cBhvr>
                                        <p:cTn id="230" dur="1" fill="hold">
                                          <p:stCondLst>
                                            <p:cond delay="0"/>
                                          </p:stCondLst>
                                        </p:cTn>
                                        <p:tgtEl>
                                          <p:spTgt spid="2">
                                            <p:graphicEl>
                                              <a:dgm id="{8A4B2C3C-896F-491C-9696-6BAD02522E48}"/>
                                            </p:graphicEl>
                                          </p:spTgt>
                                        </p:tgtEl>
                                        <p:attrNameLst>
                                          <p:attrName>style.visibility</p:attrName>
                                        </p:attrNameLst>
                                      </p:cBhvr>
                                      <p:to>
                                        <p:strVal val="visible"/>
                                      </p:to>
                                    </p:set>
                                    <p:anim calcmode="lin" valueType="num">
                                      <p:cBhvr>
                                        <p:cTn id="231" dur="1000" fill="hold"/>
                                        <p:tgtEl>
                                          <p:spTgt spid="2">
                                            <p:graphicEl>
                                              <a:dgm id="{8A4B2C3C-896F-491C-9696-6BAD02522E48}"/>
                                            </p:graphicEl>
                                          </p:spTgt>
                                        </p:tgtEl>
                                        <p:attrNameLst>
                                          <p:attrName>ppt_w</p:attrName>
                                        </p:attrNameLst>
                                      </p:cBhvr>
                                      <p:tavLst>
                                        <p:tav tm="0">
                                          <p:val>
                                            <p:fltVal val="0"/>
                                          </p:val>
                                        </p:tav>
                                        <p:tav tm="100000">
                                          <p:val>
                                            <p:strVal val="#ppt_w"/>
                                          </p:val>
                                        </p:tav>
                                      </p:tavLst>
                                    </p:anim>
                                    <p:anim calcmode="lin" valueType="num">
                                      <p:cBhvr>
                                        <p:cTn id="232" dur="1000" fill="hold"/>
                                        <p:tgtEl>
                                          <p:spTgt spid="2">
                                            <p:graphicEl>
                                              <a:dgm id="{8A4B2C3C-896F-491C-9696-6BAD02522E48}"/>
                                            </p:graphicEl>
                                          </p:spTgt>
                                        </p:tgtEl>
                                        <p:attrNameLst>
                                          <p:attrName>ppt_h</p:attrName>
                                        </p:attrNameLst>
                                      </p:cBhvr>
                                      <p:tavLst>
                                        <p:tav tm="0">
                                          <p:val>
                                            <p:fltVal val="0"/>
                                          </p:val>
                                        </p:tav>
                                        <p:tav tm="100000">
                                          <p:val>
                                            <p:strVal val="#ppt_h"/>
                                          </p:val>
                                        </p:tav>
                                      </p:tavLst>
                                    </p:anim>
                                    <p:anim calcmode="lin" valueType="num">
                                      <p:cBhvr>
                                        <p:cTn id="233" dur="1000" fill="hold"/>
                                        <p:tgtEl>
                                          <p:spTgt spid="2">
                                            <p:graphicEl>
                                              <a:dgm id="{8A4B2C3C-896F-491C-9696-6BAD02522E48}"/>
                                            </p:graphicEl>
                                          </p:spTgt>
                                        </p:tgtEl>
                                        <p:attrNameLst>
                                          <p:attrName>style.rotation</p:attrName>
                                        </p:attrNameLst>
                                      </p:cBhvr>
                                      <p:tavLst>
                                        <p:tav tm="0">
                                          <p:val>
                                            <p:fltVal val="90"/>
                                          </p:val>
                                        </p:tav>
                                        <p:tav tm="100000">
                                          <p:val>
                                            <p:fltVal val="0"/>
                                          </p:val>
                                        </p:tav>
                                      </p:tavLst>
                                    </p:anim>
                                    <p:animEffect transition="in" filter="fade">
                                      <p:cBhvr>
                                        <p:cTn id="234" dur="1000"/>
                                        <p:tgtEl>
                                          <p:spTgt spid="2">
                                            <p:graphicEl>
                                              <a:dgm id="{8A4B2C3C-896F-491C-9696-6BAD02522E48}"/>
                                            </p:graphicEl>
                                          </p:spTgt>
                                        </p:tgtEl>
                                      </p:cBhvr>
                                    </p:animEffect>
                                  </p:childTnLst>
                                </p:cTn>
                              </p:par>
                              <p:par>
                                <p:cTn id="235" presetID="31" presetClass="entr" presetSubtype="0" fill="hold" grpId="0" nodeType="withEffect">
                                  <p:stCondLst>
                                    <p:cond delay="0"/>
                                  </p:stCondLst>
                                  <p:childTnLst>
                                    <p:set>
                                      <p:cBhvr>
                                        <p:cTn id="236" dur="1" fill="hold">
                                          <p:stCondLst>
                                            <p:cond delay="0"/>
                                          </p:stCondLst>
                                        </p:cTn>
                                        <p:tgtEl>
                                          <p:spTgt spid="2">
                                            <p:graphicEl>
                                              <a:dgm id="{019DE825-8A91-413D-A4D7-AD89A3FD600A}"/>
                                            </p:graphicEl>
                                          </p:spTgt>
                                        </p:tgtEl>
                                        <p:attrNameLst>
                                          <p:attrName>style.visibility</p:attrName>
                                        </p:attrNameLst>
                                      </p:cBhvr>
                                      <p:to>
                                        <p:strVal val="visible"/>
                                      </p:to>
                                    </p:set>
                                    <p:anim calcmode="lin" valueType="num">
                                      <p:cBhvr>
                                        <p:cTn id="237" dur="1000" fill="hold"/>
                                        <p:tgtEl>
                                          <p:spTgt spid="2">
                                            <p:graphicEl>
                                              <a:dgm id="{019DE825-8A91-413D-A4D7-AD89A3FD600A}"/>
                                            </p:graphicEl>
                                          </p:spTgt>
                                        </p:tgtEl>
                                        <p:attrNameLst>
                                          <p:attrName>ppt_w</p:attrName>
                                        </p:attrNameLst>
                                      </p:cBhvr>
                                      <p:tavLst>
                                        <p:tav tm="0">
                                          <p:val>
                                            <p:fltVal val="0"/>
                                          </p:val>
                                        </p:tav>
                                        <p:tav tm="100000">
                                          <p:val>
                                            <p:strVal val="#ppt_w"/>
                                          </p:val>
                                        </p:tav>
                                      </p:tavLst>
                                    </p:anim>
                                    <p:anim calcmode="lin" valueType="num">
                                      <p:cBhvr>
                                        <p:cTn id="238" dur="1000" fill="hold"/>
                                        <p:tgtEl>
                                          <p:spTgt spid="2">
                                            <p:graphicEl>
                                              <a:dgm id="{019DE825-8A91-413D-A4D7-AD89A3FD600A}"/>
                                            </p:graphicEl>
                                          </p:spTgt>
                                        </p:tgtEl>
                                        <p:attrNameLst>
                                          <p:attrName>ppt_h</p:attrName>
                                        </p:attrNameLst>
                                      </p:cBhvr>
                                      <p:tavLst>
                                        <p:tav tm="0">
                                          <p:val>
                                            <p:fltVal val="0"/>
                                          </p:val>
                                        </p:tav>
                                        <p:tav tm="100000">
                                          <p:val>
                                            <p:strVal val="#ppt_h"/>
                                          </p:val>
                                        </p:tav>
                                      </p:tavLst>
                                    </p:anim>
                                    <p:anim calcmode="lin" valueType="num">
                                      <p:cBhvr>
                                        <p:cTn id="239" dur="1000" fill="hold"/>
                                        <p:tgtEl>
                                          <p:spTgt spid="2">
                                            <p:graphicEl>
                                              <a:dgm id="{019DE825-8A91-413D-A4D7-AD89A3FD600A}"/>
                                            </p:graphicEl>
                                          </p:spTgt>
                                        </p:tgtEl>
                                        <p:attrNameLst>
                                          <p:attrName>style.rotation</p:attrName>
                                        </p:attrNameLst>
                                      </p:cBhvr>
                                      <p:tavLst>
                                        <p:tav tm="0">
                                          <p:val>
                                            <p:fltVal val="90"/>
                                          </p:val>
                                        </p:tav>
                                        <p:tav tm="100000">
                                          <p:val>
                                            <p:fltVal val="0"/>
                                          </p:val>
                                        </p:tav>
                                      </p:tavLst>
                                    </p:anim>
                                    <p:animEffect transition="in" filter="fade">
                                      <p:cBhvr>
                                        <p:cTn id="240" dur="1000"/>
                                        <p:tgtEl>
                                          <p:spTgt spid="2">
                                            <p:graphicEl>
                                              <a:dgm id="{019DE825-8A91-413D-A4D7-AD89A3FD600A}"/>
                                            </p:graphicEl>
                                          </p:spTgt>
                                        </p:tgtEl>
                                      </p:cBhvr>
                                    </p:animEffect>
                                  </p:childTnLst>
                                </p:cTn>
                              </p:par>
                              <p:par>
                                <p:cTn id="241" presetID="31" presetClass="entr" presetSubtype="0" fill="hold" grpId="0" nodeType="withEffect">
                                  <p:stCondLst>
                                    <p:cond delay="0"/>
                                  </p:stCondLst>
                                  <p:childTnLst>
                                    <p:set>
                                      <p:cBhvr>
                                        <p:cTn id="242" dur="1" fill="hold">
                                          <p:stCondLst>
                                            <p:cond delay="0"/>
                                          </p:stCondLst>
                                        </p:cTn>
                                        <p:tgtEl>
                                          <p:spTgt spid="2">
                                            <p:graphicEl>
                                              <a:dgm id="{6DB27982-1261-4714-B891-10BD144DD761}"/>
                                            </p:graphicEl>
                                          </p:spTgt>
                                        </p:tgtEl>
                                        <p:attrNameLst>
                                          <p:attrName>style.visibility</p:attrName>
                                        </p:attrNameLst>
                                      </p:cBhvr>
                                      <p:to>
                                        <p:strVal val="visible"/>
                                      </p:to>
                                    </p:set>
                                    <p:anim calcmode="lin" valueType="num">
                                      <p:cBhvr>
                                        <p:cTn id="243" dur="1000" fill="hold"/>
                                        <p:tgtEl>
                                          <p:spTgt spid="2">
                                            <p:graphicEl>
                                              <a:dgm id="{6DB27982-1261-4714-B891-10BD144DD761}"/>
                                            </p:graphicEl>
                                          </p:spTgt>
                                        </p:tgtEl>
                                        <p:attrNameLst>
                                          <p:attrName>ppt_w</p:attrName>
                                        </p:attrNameLst>
                                      </p:cBhvr>
                                      <p:tavLst>
                                        <p:tav tm="0">
                                          <p:val>
                                            <p:fltVal val="0"/>
                                          </p:val>
                                        </p:tav>
                                        <p:tav tm="100000">
                                          <p:val>
                                            <p:strVal val="#ppt_w"/>
                                          </p:val>
                                        </p:tav>
                                      </p:tavLst>
                                    </p:anim>
                                    <p:anim calcmode="lin" valueType="num">
                                      <p:cBhvr>
                                        <p:cTn id="244" dur="1000" fill="hold"/>
                                        <p:tgtEl>
                                          <p:spTgt spid="2">
                                            <p:graphicEl>
                                              <a:dgm id="{6DB27982-1261-4714-B891-10BD144DD761}"/>
                                            </p:graphicEl>
                                          </p:spTgt>
                                        </p:tgtEl>
                                        <p:attrNameLst>
                                          <p:attrName>ppt_h</p:attrName>
                                        </p:attrNameLst>
                                      </p:cBhvr>
                                      <p:tavLst>
                                        <p:tav tm="0">
                                          <p:val>
                                            <p:fltVal val="0"/>
                                          </p:val>
                                        </p:tav>
                                        <p:tav tm="100000">
                                          <p:val>
                                            <p:strVal val="#ppt_h"/>
                                          </p:val>
                                        </p:tav>
                                      </p:tavLst>
                                    </p:anim>
                                    <p:anim calcmode="lin" valueType="num">
                                      <p:cBhvr>
                                        <p:cTn id="245" dur="1000" fill="hold"/>
                                        <p:tgtEl>
                                          <p:spTgt spid="2">
                                            <p:graphicEl>
                                              <a:dgm id="{6DB27982-1261-4714-B891-10BD144DD761}"/>
                                            </p:graphicEl>
                                          </p:spTgt>
                                        </p:tgtEl>
                                        <p:attrNameLst>
                                          <p:attrName>style.rotation</p:attrName>
                                        </p:attrNameLst>
                                      </p:cBhvr>
                                      <p:tavLst>
                                        <p:tav tm="0">
                                          <p:val>
                                            <p:fltVal val="90"/>
                                          </p:val>
                                        </p:tav>
                                        <p:tav tm="100000">
                                          <p:val>
                                            <p:fltVal val="0"/>
                                          </p:val>
                                        </p:tav>
                                      </p:tavLst>
                                    </p:anim>
                                    <p:animEffect transition="in" filter="fade">
                                      <p:cBhvr>
                                        <p:cTn id="246" dur="1000"/>
                                        <p:tgtEl>
                                          <p:spTgt spid="2">
                                            <p:graphicEl>
                                              <a:dgm id="{6DB27982-1261-4714-B891-10BD144DD761}"/>
                                            </p:graphicEl>
                                          </p:spTgt>
                                        </p:tgtEl>
                                      </p:cBhvr>
                                    </p:animEffect>
                                  </p:childTnLst>
                                </p:cTn>
                              </p:par>
                              <p:par>
                                <p:cTn id="247" presetID="31" presetClass="entr" presetSubtype="0" fill="hold" grpId="0" nodeType="withEffect">
                                  <p:stCondLst>
                                    <p:cond delay="0"/>
                                  </p:stCondLst>
                                  <p:childTnLst>
                                    <p:set>
                                      <p:cBhvr>
                                        <p:cTn id="248" dur="1" fill="hold">
                                          <p:stCondLst>
                                            <p:cond delay="0"/>
                                          </p:stCondLst>
                                        </p:cTn>
                                        <p:tgtEl>
                                          <p:spTgt spid="2">
                                            <p:graphicEl>
                                              <a:dgm id="{70038861-CA6B-49E1-BBA4-91A50582CFC0}"/>
                                            </p:graphicEl>
                                          </p:spTgt>
                                        </p:tgtEl>
                                        <p:attrNameLst>
                                          <p:attrName>style.visibility</p:attrName>
                                        </p:attrNameLst>
                                      </p:cBhvr>
                                      <p:to>
                                        <p:strVal val="visible"/>
                                      </p:to>
                                    </p:set>
                                    <p:anim calcmode="lin" valueType="num">
                                      <p:cBhvr>
                                        <p:cTn id="249" dur="1000" fill="hold"/>
                                        <p:tgtEl>
                                          <p:spTgt spid="2">
                                            <p:graphicEl>
                                              <a:dgm id="{70038861-CA6B-49E1-BBA4-91A50582CFC0}"/>
                                            </p:graphicEl>
                                          </p:spTgt>
                                        </p:tgtEl>
                                        <p:attrNameLst>
                                          <p:attrName>ppt_w</p:attrName>
                                        </p:attrNameLst>
                                      </p:cBhvr>
                                      <p:tavLst>
                                        <p:tav tm="0">
                                          <p:val>
                                            <p:fltVal val="0"/>
                                          </p:val>
                                        </p:tav>
                                        <p:tav tm="100000">
                                          <p:val>
                                            <p:strVal val="#ppt_w"/>
                                          </p:val>
                                        </p:tav>
                                      </p:tavLst>
                                    </p:anim>
                                    <p:anim calcmode="lin" valueType="num">
                                      <p:cBhvr>
                                        <p:cTn id="250" dur="1000" fill="hold"/>
                                        <p:tgtEl>
                                          <p:spTgt spid="2">
                                            <p:graphicEl>
                                              <a:dgm id="{70038861-CA6B-49E1-BBA4-91A50582CFC0}"/>
                                            </p:graphicEl>
                                          </p:spTgt>
                                        </p:tgtEl>
                                        <p:attrNameLst>
                                          <p:attrName>ppt_h</p:attrName>
                                        </p:attrNameLst>
                                      </p:cBhvr>
                                      <p:tavLst>
                                        <p:tav tm="0">
                                          <p:val>
                                            <p:fltVal val="0"/>
                                          </p:val>
                                        </p:tav>
                                        <p:tav tm="100000">
                                          <p:val>
                                            <p:strVal val="#ppt_h"/>
                                          </p:val>
                                        </p:tav>
                                      </p:tavLst>
                                    </p:anim>
                                    <p:anim calcmode="lin" valueType="num">
                                      <p:cBhvr>
                                        <p:cTn id="251" dur="1000" fill="hold"/>
                                        <p:tgtEl>
                                          <p:spTgt spid="2">
                                            <p:graphicEl>
                                              <a:dgm id="{70038861-CA6B-49E1-BBA4-91A50582CFC0}"/>
                                            </p:graphicEl>
                                          </p:spTgt>
                                        </p:tgtEl>
                                        <p:attrNameLst>
                                          <p:attrName>style.rotation</p:attrName>
                                        </p:attrNameLst>
                                      </p:cBhvr>
                                      <p:tavLst>
                                        <p:tav tm="0">
                                          <p:val>
                                            <p:fltVal val="90"/>
                                          </p:val>
                                        </p:tav>
                                        <p:tav tm="100000">
                                          <p:val>
                                            <p:fltVal val="0"/>
                                          </p:val>
                                        </p:tav>
                                      </p:tavLst>
                                    </p:anim>
                                    <p:animEffect transition="in" filter="fade">
                                      <p:cBhvr>
                                        <p:cTn id="252" dur="1000"/>
                                        <p:tgtEl>
                                          <p:spTgt spid="2">
                                            <p:graphicEl>
                                              <a:dgm id="{70038861-CA6B-49E1-BBA4-91A50582CFC0}"/>
                                            </p:graphicEl>
                                          </p:spTgt>
                                        </p:tgtEl>
                                      </p:cBhvr>
                                    </p:animEffect>
                                  </p:childTnLst>
                                </p:cTn>
                              </p:par>
                              <p:par>
                                <p:cTn id="253" presetID="31" presetClass="entr" presetSubtype="0" fill="hold" grpId="0" nodeType="withEffect">
                                  <p:stCondLst>
                                    <p:cond delay="0"/>
                                  </p:stCondLst>
                                  <p:childTnLst>
                                    <p:set>
                                      <p:cBhvr>
                                        <p:cTn id="254" dur="1" fill="hold">
                                          <p:stCondLst>
                                            <p:cond delay="0"/>
                                          </p:stCondLst>
                                        </p:cTn>
                                        <p:tgtEl>
                                          <p:spTgt spid="2">
                                            <p:graphicEl>
                                              <a:dgm id="{46DE43FF-656F-40E1-B0DA-07D842C7D403}"/>
                                            </p:graphicEl>
                                          </p:spTgt>
                                        </p:tgtEl>
                                        <p:attrNameLst>
                                          <p:attrName>style.visibility</p:attrName>
                                        </p:attrNameLst>
                                      </p:cBhvr>
                                      <p:to>
                                        <p:strVal val="visible"/>
                                      </p:to>
                                    </p:set>
                                    <p:anim calcmode="lin" valueType="num">
                                      <p:cBhvr>
                                        <p:cTn id="255" dur="1000" fill="hold"/>
                                        <p:tgtEl>
                                          <p:spTgt spid="2">
                                            <p:graphicEl>
                                              <a:dgm id="{46DE43FF-656F-40E1-B0DA-07D842C7D403}"/>
                                            </p:graphicEl>
                                          </p:spTgt>
                                        </p:tgtEl>
                                        <p:attrNameLst>
                                          <p:attrName>ppt_w</p:attrName>
                                        </p:attrNameLst>
                                      </p:cBhvr>
                                      <p:tavLst>
                                        <p:tav tm="0">
                                          <p:val>
                                            <p:fltVal val="0"/>
                                          </p:val>
                                        </p:tav>
                                        <p:tav tm="100000">
                                          <p:val>
                                            <p:strVal val="#ppt_w"/>
                                          </p:val>
                                        </p:tav>
                                      </p:tavLst>
                                    </p:anim>
                                    <p:anim calcmode="lin" valueType="num">
                                      <p:cBhvr>
                                        <p:cTn id="256" dur="1000" fill="hold"/>
                                        <p:tgtEl>
                                          <p:spTgt spid="2">
                                            <p:graphicEl>
                                              <a:dgm id="{46DE43FF-656F-40E1-B0DA-07D842C7D403}"/>
                                            </p:graphicEl>
                                          </p:spTgt>
                                        </p:tgtEl>
                                        <p:attrNameLst>
                                          <p:attrName>ppt_h</p:attrName>
                                        </p:attrNameLst>
                                      </p:cBhvr>
                                      <p:tavLst>
                                        <p:tav tm="0">
                                          <p:val>
                                            <p:fltVal val="0"/>
                                          </p:val>
                                        </p:tav>
                                        <p:tav tm="100000">
                                          <p:val>
                                            <p:strVal val="#ppt_h"/>
                                          </p:val>
                                        </p:tav>
                                      </p:tavLst>
                                    </p:anim>
                                    <p:anim calcmode="lin" valueType="num">
                                      <p:cBhvr>
                                        <p:cTn id="257" dur="1000" fill="hold"/>
                                        <p:tgtEl>
                                          <p:spTgt spid="2">
                                            <p:graphicEl>
                                              <a:dgm id="{46DE43FF-656F-40E1-B0DA-07D842C7D403}"/>
                                            </p:graphicEl>
                                          </p:spTgt>
                                        </p:tgtEl>
                                        <p:attrNameLst>
                                          <p:attrName>style.rotation</p:attrName>
                                        </p:attrNameLst>
                                      </p:cBhvr>
                                      <p:tavLst>
                                        <p:tav tm="0">
                                          <p:val>
                                            <p:fltVal val="90"/>
                                          </p:val>
                                        </p:tav>
                                        <p:tav tm="100000">
                                          <p:val>
                                            <p:fltVal val="0"/>
                                          </p:val>
                                        </p:tav>
                                      </p:tavLst>
                                    </p:anim>
                                    <p:animEffect transition="in" filter="fade">
                                      <p:cBhvr>
                                        <p:cTn id="258" dur="1000"/>
                                        <p:tgtEl>
                                          <p:spTgt spid="2">
                                            <p:graphicEl>
                                              <a:dgm id="{46DE43FF-656F-40E1-B0DA-07D842C7D403}"/>
                                            </p:graphicEl>
                                          </p:spTgt>
                                        </p:tgtEl>
                                      </p:cBhvr>
                                    </p:animEffect>
                                  </p:childTnLst>
                                </p:cTn>
                              </p:par>
                              <p:par>
                                <p:cTn id="259" presetID="31" presetClass="entr" presetSubtype="0" fill="hold" grpId="0" nodeType="withEffect">
                                  <p:stCondLst>
                                    <p:cond delay="0"/>
                                  </p:stCondLst>
                                  <p:childTnLst>
                                    <p:set>
                                      <p:cBhvr>
                                        <p:cTn id="260" dur="1" fill="hold">
                                          <p:stCondLst>
                                            <p:cond delay="0"/>
                                          </p:stCondLst>
                                        </p:cTn>
                                        <p:tgtEl>
                                          <p:spTgt spid="2">
                                            <p:graphicEl>
                                              <a:dgm id="{987A4121-4C14-44DC-8D7F-6D6997A4D2F9}"/>
                                            </p:graphicEl>
                                          </p:spTgt>
                                        </p:tgtEl>
                                        <p:attrNameLst>
                                          <p:attrName>style.visibility</p:attrName>
                                        </p:attrNameLst>
                                      </p:cBhvr>
                                      <p:to>
                                        <p:strVal val="visible"/>
                                      </p:to>
                                    </p:set>
                                    <p:anim calcmode="lin" valueType="num">
                                      <p:cBhvr>
                                        <p:cTn id="261" dur="1000" fill="hold"/>
                                        <p:tgtEl>
                                          <p:spTgt spid="2">
                                            <p:graphicEl>
                                              <a:dgm id="{987A4121-4C14-44DC-8D7F-6D6997A4D2F9}"/>
                                            </p:graphicEl>
                                          </p:spTgt>
                                        </p:tgtEl>
                                        <p:attrNameLst>
                                          <p:attrName>ppt_w</p:attrName>
                                        </p:attrNameLst>
                                      </p:cBhvr>
                                      <p:tavLst>
                                        <p:tav tm="0">
                                          <p:val>
                                            <p:fltVal val="0"/>
                                          </p:val>
                                        </p:tav>
                                        <p:tav tm="100000">
                                          <p:val>
                                            <p:strVal val="#ppt_w"/>
                                          </p:val>
                                        </p:tav>
                                      </p:tavLst>
                                    </p:anim>
                                    <p:anim calcmode="lin" valueType="num">
                                      <p:cBhvr>
                                        <p:cTn id="262" dur="1000" fill="hold"/>
                                        <p:tgtEl>
                                          <p:spTgt spid="2">
                                            <p:graphicEl>
                                              <a:dgm id="{987A4121-4C14-44DC-8D7F-6D6997A4D2F9}"/>
                                            </p:graphicEl>
                                          </p:spTgt>
                                        </p:tgtEl>
                                        <p:attrNameLst>
                                          <p:attrName>ppt_h</p:attrName>
                                        </p:attrNameLst>
                                      </p:cBhvr>
                                      <p:tavLst>
                                        <p:tav tm="0">
                                          <p:val>
                                            <p:fltVal val="0"/>
                                          </p:val>
                                        </p:tav>
                                        <p:tav tm="100000">
                                          <p:val>
                                            <p:strVal val="#ppt_h"/>
                                          </p:val>
                                        </p:tav>
                                      </p:tavLst>
                                    </p:anim>
                                    <p:anim calcmode="lin" valueType="num">
                                      <p:cBhvr>
                                        <p:cTn id="263" dur="1000" fill="hold"/>
                                        <p:tgtEl>
                                          <p:spTgt spid="2">
                                            <p:graphicEl>
                                              <a:dgm id="{987A4121-4C14-44DC-8D7F-6D6997A4D2F9}"/>
                                            </p:graphicEl>
                                          </p:spTgt>
                                        </p:tgtEl>
                                        <p:attrNameLst>
                                          <p:attrName>style.rotation</p:attrName>
                                        </p:attrNameLst>
                                      </p:cBhvr>
                                      <p:tavLst>
                                        <p:tav tm="0">
                                          <p:val>
                                            <p:fltVal val="90"/>
                                          </p:val>
                                        </p:tav>
                                        <p:tav tm="100000">
                                          <p:val>
                                            <p:fltVal val="0"/>
                                          </p:val>
                                        </p:tav>
                                      </p:tavLst>
                                    </p:anim>
                                    <p:animEffect transition="in" filter="fade">
                                      <p:cBhvr>
                                        <p:cTn id="264" dur="1000"/>
                                        <p:tgtEl>
                                          <p:spTgt spid="2">
                                            <p:graphicEl>
                                              <a:dgm id="{987A4121-4C14-44DC-8D7F-6D6997A4D2F9}"/>
                                            </p:graphicEl>
                                          </p:spTgt>
                                        </p:tgtEl>
                                      </p:cBhvr>
                                    </p:animEffect>
                                  </p:childTnLst>
                                </p:cTn>
                              </p:par>
                              <p:par>
                                <p:cTn id="265" presetID="31" presetClass="entr" presetSubtype="0" fill="hold" grpId="0" nodeType="withEffect">
                                  <p:stCondLst>
                                    <p:cond delay="0"/>
                                  </p:stCondLst>
                                  <p:childTnLst>
                                    <p:set>
                                      <p:cBhvr>
                                        <p:cTn id="266" dur="1" fill="hold">
                                          <p:stCondLst>
                                            <p:cond delay="0"/>
                                          </p:stCondLst>
                                        </p:cTn>
                                        <p:tgtEl>
                                          <p:spTgt spid="2">
                                            <p:graphicEl>
                                              <a:dgm id="{68B25FC4-7FF7-4027-91C6-D7661543725C}"/>
                                            </p:graphicEl>
                                          </p:spTgt>
                                        </p:tgtEl>
                                        <p:attrNameLst>
                                          <p:attrName>style.visibility</p:attrName>
                                        </p:attrNameLst>
                                      </p:cBhvr>
                                      <p:to>
                                        <p:strVal val="visible"/>
                                      </p:to>
                                    </p:set>
                                    <p:anim calcmode="lin" valueType="num">
                                      <p:cBhvr>
                                        <p:cTn id="267" dur="1000" fill="hold"/>
                                        <p:tgtEl>
                                          <p:spTgt spid="2">
                                            <p:graphicEl>
                                              <a:dgm id="{68B25FC4-7FF7-4027-91C6-D7661543725C}"/>
                                            </p:graphicEl>
                                          </p:spTgt>
                                        </p:tgtEl>
                                        <p:attrNameLst>
                                          <p:attrName>ppt_w</p:attrName>
                                        </p:attrNameLst>
                                      </p:cBhvr>
                                      <p:tavLst>
                                        <p:tav tm="0">
                                          <p:val>
                                            <p:fltVal val="0"/>
                                          </p:val>
                                        </p:tav>
                                        <p:tav tm="100000">
                                          <p:val>
                                            <p:strVal val="#ppt_w"/>
                                          </p:val>
                                        </p:tav>
                                      </p:tavLst>
                                    </p:anim>
                                    <p:anim calcmode="lin" valueType="num">
                                      <p:cBhvr>
                                        <p:cTn id="268" dur="1000" fill="hold"/>
                                        <p:tgtEl>
                                          <p:spTgt spid="2">
                                            <p:graphicEl>
                                              <a:dgm id="{68B25FC4-7FF7-4027-91C6-D7661543725C}"/>
                                            </p:graphicEl>
                                          </p:spTgt>
                                        </p:tgtEl>
                                        <p:attrNameLst>
                                          <p:attrName>ppt_h</p:attrName>
                                        </p:attrNameLst>
                                      </p:cBhvr>
                                      <p:tavLst>
                                        <p:tav tm="0">
                                          <p:val>
                                            <p:fltVal val="0"/>
                                          </p:val>
                                        </p:tav>
                                        <p:tav tm="100000">
                                          <p:val>
                                            <p:strVal val="#ppt_h"/>
                                          </p:val>
                                        </p:tav>
                                      </p:tavLst>
                                    </p:anim>
                                    <p:anim calcmode="lin" valueType="num">
                                      <p:cBhvr>
                                        <p:cTn id="269" dur="1000" fill="hold"/>
                                        <p:tgtEl>
                                          <p:spTgt spid="2">
                                            <p:graphicEl>
                                              <a:dgm id="{68B25FC4-7FF7-4027-91C6-D7661543725C}"/>
                                            </p:graphicEl>
                                          </p:spTgt>
                                        </p:tgtEl>
                                        <p:attrNameLst>
                                          <p:attrName>style.rotation</p:attrName>
                                        </p:attrNameLst>
                                      </p:cBhvr>
                                      <p:tavLst>
                                        <p:tav tm="0">
                                          <p:val>
                                            <p:fltVal val="90"/>
                                          </p:val>
                                        </p:tav>
                                        <p:tav tm="100000">
                                          <p:val>
                                            <p:fltVal val="0"/>
                                          </p:val>
                                        </p:tav>
                                      </p:tavLst>
                                    </p:anim>
                                    <p:animEffect transition="in" filter="fade">
                                      <p:cBhvr>
                                        <p:cTn id="270" dur="1000"/>
                                        <p:tgtEl>
                                          <p:spTgt spid="2">
                                            <p:graphicEl>
                                              <a:dgm id="{68B25FC4-7FF7-4027-91C6-D7661543725C}"/>
                                            </p:graphicEl>
                                          </p:spTgt>
                                        </p:tgtEl>
                                      </p:cBhvr>
                                    </p:animEffect>
                                  </p:childTnLst>
                                </p:cTn>
                              </p:par>
                              <p:par>
                                <p:cTn id="271" presetID="31" presetClass="entr" presetSubtype="0" fill="hold" grpId="0" nodeType="withEffect">
                                  <p:stCondLst>
                                    <p:cond delay="0"/>
                                  </p:stCondLst>
                                  <p:childTnLst>
                                    <p:set>
                                      <p:cBhvr>
                                        <p:cTn id="272" dur="1" fill="hold">
                                          <p:stCondLst>
                                            <p:cond delay="0"/>
                                          </p:stCondLst>
                                        </p:cTn>
                                        <p:tgtEl>
                                          <p:spTgt spid="2">
                                            <p:graphicEl>
                                              <a:dgm id="{DE7C085A-7883-4306-9601-29C7BDA12514}"/>
                                            </p:graphicEl>
                                          </p:spTgt>
                                        </p:tgtEl>
                                        <p:attrNameLst>
                                          <p:attrName>style.visibility</p:attrName>
                                        </p:attrNameLst>
                                      </p:cBhvr>
                                      <p:to>
                                        <p:strVal val="visible"/>
                                      </p:to>
                                    </p:set>
                                    <p:anim calcmode="lin" valueType="num">
                                      <p:cBhvr>
                                        <p:cTn id="273" dur="1000" fill="hold"/>
                                        <p:tgtEl>
                                          <p:spTgt spid="2">
                                            <p:graphicEl>
                                              <a:dgm id="{DE7C085A-7883-4306-9601-29C7BDA12514}"/>
                                            </p:graphicEl>
                                          </p:spTgt>
                                        </p:tgtEl>
                                        <p:attrNameLst>
                                          <p:attrName>ppt_w</p:attrName>
                                        </p:attrNameLst>
                                      </p:cBhvr>
                                      <p:tavLst>
                                        <p:tav tm="0">
                                          <p:val>
                                            <p:fltVal val="0"/>
                                          </p:val>
                                        </p:tav>
                                        <p:tav tm="100000">
                                          <p:val>
                                            <p:strVal val="#ppt_w"/>
                                          </p:val>
                                        </p:tav>
                                      </p:tavLst>
                                    </p:anim>
                                    <p:anim calcmode="lin" valueType="num">
                                      <p:cBhvr>
                                        <p:cTn id="274" dur="1000" fill="hold"/>
                                        <p:tgtEl>
                                          <p:spTgt spid="2">
                                            <p:graphicEl>
                                              <a:dgm id="{DE7C085A-7883-4306-9601-29C7BDA12514}"/>
                                            </p:graphicEl>
                                          </p:spTgt>
                                        </p:tgtEl>
                                        <p:attrNameLst>
                                          <p:attrName>ppt_h</p:attrName>
                                        </p:attrNameLst>
                                      </p:cBhvr>
                                      <p:tavLst>
                                        <p:tav tm="0">
                                          <p:val>
                                            <p:fltVal val="0"/>
                                          </p:val>
                                        </p:tav>
                                        <p:tav tm="100000">
                                          <p:val>
                                            <p:strVal val="#ppt_h"/>
                                          </p:val>
                                        </p:tav>
                                      </p:tavLst>
                                    </p:anim>
                                    <p:anim calcmode="lin" valueType="num">
                                      <p:cBhvr>
                                        <p:cTn id="275" dur="1000" fill="hold"/>
                                        <p:tgtEl>
                                          <p:spTgt spid="2">
                                            <p:graphicEl>
                                              <a:dgm id="{DE7C085A-7883-4306-9601-29C7BDA12514}"/>
                                            </p:graphicEl>
                                          </p:spTgt>
                                        </p:tgtEl>
                                        <p:attrNameLst>
                                          <p:attrName>style.rotation</p:attrName>
                                        </p:attrNameLst>
                                      </p:cBhvr>
                                      <p:tavLst>
                                        <p:tav tm="0">
                                          <p:val>
                                            <p:fltVal val="90"/>
                                          </p:val>
                                        </p:tav>
                                        <p:tav tm="100000">
                                          <p:val>
                                            <p:fltVal val="0"/>
                                          </p:val>
                                        </p:tav>
                                      </p:tavLst>
                                    </p:anim>
                                    <p:animEffect transition="in" filter="fade">
                                      <p:cBhvr>
                                        <p:cTn id="276" dur="1000"/>
                                        <p:tgtEl>
                                          <p:spTgt spid="2">
                                            <p:graphicEl>
                                              <a:dgm id="{DE7C085A-7883-4306-9601-29C7BDA12514}"/>
                                            </p:graphicEl>
                                          </p:spTgt>
                                        </p:tgtEl>
                                      </p:cBhvr>
                                    </p:animEffect>
                                  </p:childTnLst>
                                </p:cTn>
                              </p:par>
                              <p:par>
                                <p:cTn id="277" presetID="31" presetClass="entr" presetSubtype="0" fill="hold" grpId="0" nodeType="withEffect">
                                  <p:stCondLst>
                                    <p:cond delay="0"/>
                                  </p:stCondLst>
                                  <p:childTnLst>
                                    <p:set>
                                      <p:cBhvr>
                                        <p:cTn id="278" dur="1" fill="hold">
                                          <p:stCondLst>
                                            <p:cond delay="0"/>
                                          </p:stCondLst>
                                        </p:cTn>
                                        <p:tgtEl>
                                          <p:spTgt spid="2">
                                            <p:graphicEl>
                                              <a:dgm id="{EBDA2AB3-9C32-4A08-9D24-87A33478E0C7}"/>
                                            </p:graphicEl>
                                          </p:spTgt>
                                        </p:tgtEl>
                                        <p:attrNameLst>
                                          <p:attrName>style.visibility</p:attrName>
                                        </p:attrNameLst>
                                      </p:cBhvr>
                                      <p:to>
                                        <p:strVal val="visible"/>
                                      </p:to>
                                    </p:set>
                                    <p:anim calcmode="lin" valueType="num">
                                      <p:cBhvr>
                                        <p:cTn id="279" dur="1000" fill="hold"/>
                                        <p:tgtEl>
                                          <p:spTgt spid="2">
                                            <p:graphicEl>
                                              <a:dgm id="{EBDA2AB3-9C32-4A08-9D24-87A33478E0C7}"/>
                                            </p:graphicEl>
                                          </p:spTgt>
                                        </p:tgtEl>
                                        <p:attrNameLst>
                                          <p:attrName>ppt_w</p:attrName>
                                        </p:attrNameLst>
                                      </p:cBhvr>
                                      <p:tavLst>
                                        <p:tav tm="0">
                                          <p:val>
                                            <p:fltVal val="0"/>
                                          </p:val>
                                        </p:tav>
                                        <p:tav tm="100000">
                                          <p:val>
                                            <p:strVal val="#ppt_w"/>
                                          </p:val>
                                        </p:tav>
                                      </p:tavLst>
                                    </p:anim>
                                    <p:anim calcmode="lin" valueType="num">
                                      <p:cBhvr>
                                        <p:cTn id="280" dur="1000" fill="hold"/>
                                        <p:tgtEl>
                                          <p:spTgt spid="2">
                                            <p:graphicEl>
                                              <a:dgm id="{EBDA2AB3-9C32-4A08-9D24-87A33478E0C7}"/>
                                            </p:graphicEl>
                                          </p:spTgt>
                                        </p:tgtEl>
                                        <p:attrNameLst>
                                          <p:attrName>ppt_h</p:attrName>
                                        </p:attrNameLst>
                                      </p:cBhvr>
                                      <p:tavLst>
                                        <p:tav tm="0">
                                          <p:val>
                                            <p:fltVal val="0"/>
                                          </p:val>
                                        </p:tav>
                                        <p:tav tm="100000">
                                          <p:val>
                                            <p:strVal val="#ppt_h"/>
                                          </p:val>
                                        </p:tav>
                                      </p:tavLst>
                                    </p:anim>
                                    <p:anim calcmode="lin" valueType="num">
                                      <p:cBhvr>
                                        <p:cTn id="281" dur="1000" fill="hold"/>
                                        <p:tgtEl>
                                          <p:spTgt spid="2">
                                            <p:graphicEl>
                                              <a:dgm id="{EBDA2AB3-9C32-4A08-9D24-87A33478E0C7}"/>
                                            </p:graphicEl>
                                          </p:spTgt>
                                        </p:tgtEl>
                                        <p:attrNameLst>
                                          <p:attrName>style.rotation</p:attrName>
                                        </p:attrNameLst>
                                      </p:cBhvr>
                                      <p:tavLst>
                                        <p:tav tm="0">
                                          <p:val>
                                            <p:fltVal val="90"/>
                                          </p:val>
                                        </p:tav>
                                        <p:tav tm="100000">
                                          <p:val>
                                            <p:fltVal val="0"/>
                                          </p:val>
                                        </p:tav>
                                      </p:tavLst>
                                    </p:anim>
                                    <p:animEffect transition="in" filter="fade">
                                      <p:cBhvr>
                                        <p:cTn id="282" dur="1000"/>
                                        <p:tgtEl>
                                          <p:spTgt spid="2">
                                            <p:graphicEl>
                                              <a:dgm id="{EBDA2AB3-9C32-4A08-9D24-87A33478E0C7}"/>
                                            </p:graphicEl>
                                          </p:spTgt>
                                        </p:tgtEl>
                                      </p:cBhvr>
                                    </p:animEffect>
                                  </p:childTnLst>
                                </p:cTn>
                              </p:par>
                              <p:par>
                                <p:cTn id="283" presetID="31" presetClass="entr" presetSubtype="0" fill="hold" grpId="0" nodeType="withEffect">
                                  <p:stCondLst>
                                    <p:cond delay="0"/>
                                  </p:stCondLst>
                                  <p:childTnLst>
                                    <p:set>
                                      <p:cBhvr>
                                        <p:cTn id="284" dur="1" fill="hold">
                                          <p:stCondLst>
                                            <p:cond delay="0"/>
                                          </p:stCondLst>
                                        </p:cTn>
                                        <p:tgtEl>
                                          <p:spTgt spid="2">
                                            <p:graphicEl>
                                              <a:dgm id="{9128DB40-5FA3-4290-B644-D388EB156593}"/>
                                            </p:graphicEl>
                                          </p:spTgt>
                                        </p:tgtEl>
                                        <p:attrNameLst>
                                          <p:attrName>style.visibility</p:attrName>
                                        </p:attrNameLst>
                                      </p:cBhvr>
                                      <p:to>
                                        <p:strVal val="visible"/>
                                      </p:to>
                                    </p:set>
                                    <p:anim calcmode="lin" valueType="num">
                                      <p:cBhvr>
                                        <p:cTn id="285" dur="1000" fill="hold"/>
                                        <p:tgtEl>
                                          <p:spTgt spid="2">
                                            <p:graphicEl>
                                              <a:dgm id="{9128DB40-5FA3-4290-B644-D388EB156593}"/>
                                            </p:graphicEl>
                                          </p:spTgt>
                                        </p:tgtEl>
                                        <p:attrNameLst>
                                          <p:attrName>ppt_w</p:attrName>
                                        </p:attrNameLst>
                                      </p:cBhvr>
                                      <p:tavLst>
                                        <p:tav tm="0">
                                          <p:val>
                                            <p:fltVal val="0"/>
                                          </p:val>
                                        </p:tav>
                                        <p:tav tm="100000">
                                          <p:val>
                                            <p:strVal val="#ppt_w"/>
                                          </p:val>
                                        </p:tav>
                                      </p:tavLst>
                                    </p:anim>
                                    <p:anim calcmode="lin" valueType="num">
                                      <p:cBhvr>
                                        <p:cTn id="286" dur="1000" fill="hold"/>
                                        <p:tgtEl>
                                          <p:spTgt spid="2">
                                            <p:graphicEl>
                                              <a:dgm id="{9128DB40-5FA3-4290-B644-D388EB156593}"/>
                                            </p:graphicEl>
                                          </p:spTgt>
                                        </p:tgtEl>
                                        <p:attrNameLst>
                                          <p:attrName>ppt_h</p:attrName>
                                        </p:attrNameLst>
                                      </p:cBhvr>
                                      <p:tavLst>
                                        <p:tav tm="0">
                                          <p:val>
                                            <p:fltVal val="0"/>
                                          </p:val>
                                        </p:tav>
                                        <p:tav tm="100000">
                                          <p:val>
                                            <p:strVal val="#ppt_h"/>
                                          </p:val>
                                        </p:tav>
                                      </p:tavLst>
                                    </p:anim>
                                    <p:anim calcmode="lin" valueType="num">
                                      <p:cBhvr>
                                        <p:cTn id="287" dur="1000" fill="hold"/>
                                        <p:tgtEl>
                                          <p:spTgt spid="2">
                                            <p:graphicEl>
                                              <a:dgm id="{9128DB40-5FA3-4290-B644-D388EB156593}"/>
                                            </p:graphicEl>
                                          </p:spTgt>
                                        </p:tgtEl>
                                        <p:attrNameLst>
                                          <p:attrName>style.rotation</p:attrName>
                                        </p:attrNameLst>
                                      </p:cBhvr>
                                      <p:tavLst>
                                        <p:tav tm="0">
                                          <p:val>
                                            <p:fltVal val="90"/>
                                          </p:val>
                                        </p:tav>
                                        <p:tav tm="100000">
                                          <p:val>
                                            <p:fltVal val="0"/>
                                          </p:val>
                                        </p:tav>
                                      </p:tavLst>
                                    </p:anim>
                                    <p:animEffect transition="in" filter="fade">
                                      <p:cBhvr>
                                        <p:cTn id="288" dur="1000"/>
                                        <p:tgtEl>
                                          <p:spTgt spid="2">
                                            <p:graphicEl>
                                              <a:dgm id="{9128DB40-5FA3-4290-B644-D388EB156593}"/>
                                            </p:graphicEl>
                                          </p:spTgt>
                                        </p:tgtEl>
                                      </p:cBhvr>
                                    </p:animEffect>
                                  </p:childTnLst>
                                </p:cTn>
                              </p:par>
                              <p:par>
                                <p:cTn id="289" presetID="31" presetClass="entr" presetSubtype="0" fill="hold" grpId="0" nodeType="withEffect">
                                  <p:stCondLst>
                                    <p:cond delay="0"/>
                                  </p:stCondLst>
                                  <p:childTnLst>
                                    <p:set>
                                      <p:cBhvr>
                                        <p:cTn id="290" dur="1" fill="hold">
                                          <p:stCondLst>
                                            <p:cond delay="0"/>
                                          </p:stCondLst>
                                        </p:cTn>
                                        <p:tgtEl>
                                          <p:spTgt spid="2">
                                            <p:graphicEl>
                                              <a:dgm id="{18923CDA-F1A0-4E6F-92C5-C57F40093BCC}"/>
                                            </p:graphicEl>
                                          </p:spTgt>
                                        </p:tgtEl>
                                        <p:attrNameLst>
                                          <p:attrName>style.visibility</p:attrName>
                                        </p:attrNameLst>
                                      </p:cBhvr>
                                      <p:to>
                                        <p:strVal val="visible"/>
                                      </p:to>
                                    </p:set>
                                    <p:anim calcmode="lin" valueType="num">
                                      <p:cBhvr>
                                        <p:cTn id="291" dur="1000" fill="hold"/>
                                        <p:tgtEl>
                                          <p:spTgt spid="2">
                                            <p:graphicEl>
                                              <a:dgm id="{18923CDA-F1A0-4E6F-92C5-C57F40093BCC}"/>
                                            </p:graphicEl>
                                          </p:spTgt>
                                        </p:tgtEl>
                                        <p:attrNameLst>
                                          <p:attrName>ppt_w</p:attrName>
                                        </p:attrNameLst>
                                      </p:cBhvr>
                                      <p:tavLst>
                                        <p:tav tm="0">
                                          <p:val>
                                            <p:fltVal val="0"/>
                                          </p:val>
                                        </p:tav>
                                        <p:tav tm="100000">
                                          <p:val>
                                            <p:strVal val="#ppt_w"/>
                                          </p:val>
                                        </p:tav>
                                      </p:tavLst>
                                    </p:anim>
                                    <p:anim calcmode="lin" valueType="num">
                                      <p:cBhvr>
                                        <p:cTn id="292" dur="1000" fill="hold"/>
                                        <p:tgtEl>
                                          <p:spTgt spid="2">
                                            <p:graphicEl>
                                              <a:dgm id="{18923CDA-F1A0-4E6F-92C5-C57F40093BCC}"/>
                                            </p:graphicEl>
                                          </p:spTgt>
                                        </p:tgtEl>
                                        <p:attrNameLst>
                                          <p:attrName>ppt_h</p:attrName>
                                        </p:attrNameLst>
                                      </p:cBhvr>
                                      <p:tavLst>
                                        <p:tav tm="0">
                                          <p:val>
                                            <p:fltVal val="0"/>
                                          </p:val>
                                        </p:tav>
                                        <p:tav tm="100000">
                                          <p:val>
                                            <p:strVal val="#ppt_h"/>
                                          </p:val>
                                        </p:tav>
                                      </p:tavLst>
                                    </p:anim>
                                    <p:anim calcmode="lin" valueType="num">
                                      <p:cBhvr>
                                        <p:cTn id="293" dur="1000" fill="hold"/>
                                        <p:tgtEl>
                                          <p:spTgt spid="2">
                                            <p:graphicEl>
                                              <a:dgm id="{18923CDA-F1A0-4E6F-92C5-C57F40093BCC}"/>
                                            </p:graphicEl>
                                          </p:spTgt>
                                        </p:tgtEl>
                                        <p:attrNameLst>
                                          <p:attrName>style.rotation</p:attrName>
                                        </p:attrNameLst>
                                      </p:cBhvr>
                                      <p:tavLst>
                                        <p:tav tm="0">
                                          <p:val>
                                            <p:fltVal val="90"/>
                                          </p:val>
                                        </p:tav>
                                        <p:tav tm="100000">
                                          <p:val>
                                            <p:fltVal val="0"/>
                                          </p:val>
                                        </p:tav>
                                      </p:tavLst>
                                    </p:anim>
                                    <p:animEffect transition="in" filter="fade">
                                      <p:cBhvr>
                                        <p:cTn id="294" dur="1000"/>
                                        <p:tgtEl>
                                          <p:spTgt spid="2">
                                            <p:graphicEl>
                                              <a:dgm id="{18923CDA-F1A0-4E6F-92C5-C57F40093BCC}"/>
                                            </p:graphicEl>
                                          </p:spTgt>
                                        </p:tgtEl>
                                      </p:cBhvr>
                                    </p:animEffect>
                                  </p:childTnLst>
                                </p:cTn>
                              </p:par>
                              <p:par>
                                <p:cTn id="295" presetID="31" presetClass="entr" presetSubtype="0" fill="hold" grpId="0" nodeType="withEffect">
                                  <p:stCondLst>
                                    <p:cond delay="0"/>
                                  </p:stCondLst>
                                  <p:childTnLst>
                                    <p:set>
                                      <p:cBhvr>
                                        <p:cTn id="296" dur="1" fill="hold">
                                          <p:stCondLst>
                                            <p:cond delay="0"/>
                                          </p:stCondLst>
                                        </p:cTn>
                                        <p:tgtEl>
                                          <p:spTgt spid="2">
                                            <p:graphicEl>
                                              <a:dgm id="{6753CDEB-016F-4CD8-BECB-1B782191A1DC}"/>
                                            </p:graphicEl>
                                          </p:spTgt>
                                        </p:tgtEl>
                                        <p:attrNameLst>
                                          <p:attrName>style.visibility</p:attrName>
                                        </p:attrNameLst>
                                      </p:cBhvr>
                                      <p:to>
                                        <p:strVal val="visible"/>
                                      </p:to>
                                    </p:set>
                                    <p:anim calcmode="lin" valueType="num">
                                      <p:cBhvr>
                                        <p:cTn id="297" dur="1000" fill="hold"/>
                                        <p:tgtEl>
                                          <p:spTgt spid="2">
                                            <p:graphicEl>
                                              <a:dgm id="{6753CDEB-016F-4CD8-BECB-1B782191A1DC}"/>
                                            </p:graphicEl>
                                          </p:spTgt>
                                        </p:tgtEl>
                                        <p:attrNameLst>
                                          <p:attrName>ppt_w</p:attrName>
                                        </p:attrNameLst>
                                      </p:cBhvr>
                                      <p:tavLst>
                                        <p:tav tm="0">
                                          <p:val>
                                            <p:fltVal val="0"/>
                                          </p:val>
                                        </p:tav>
                                        <p:tav tm="100000">
                                          <p:val>
                                            <p:strVal val="#ppt_w"/>
                                          </p:val>
                                        </p:tav>
                                      </p:tavLst>
                                    </p:anim>
                                    <p:anim calcmode="lin" valueType="num">
                                      <p:cBhvr>
                                        <p:cTn id="298" dur="1000" fill="hold"/>
                                        <p:tgtEl>
                                          <p:spTgt spid="2">
                                            <p:graphicEl>
                                              <a:dgm id="{6753CDEB-016F-4CD8-BECB-1B782191A1DC}"/>
                                            </p:graphicEl>
                                          </p:spTgt>
                                        </p:tgtEl>
                                        <p:attrNameLst>
                                          <p:attrName>ppt_h</p:attrName>
                                        </p:attrNameLst>
                                      </p:cBhvr>
                                      <p:tavLst>
                                        <p:tav tm="0">
                                          <p:val>
                                            <p:fltVal val="0"/>
                                          </p:val>
                                        </p:tav>
                                        <p:tav tm="100000">
                                          <p:val>
                                            <p:strVal val="#ppt_h"/>
                                          </p:val>
                                        </p:tav>
                                      </p:tavLst>
                                    </p:anim>
                                    <p:anim calcmode="lin" valueType="num">
                                      <p:cBhvr>
                                        <p:cTn id="299" dur="1000" fill="hold"/>
                                        <p:tgtEl>
                                          <p:spTgt spid="2">
                                            <p:graphicEl>
                                              <a:dgm id="{6753CDEB-016F-4CD8-BECB-1B782191A1DC}"/>
                                            </p:graphicEl>
                                          </p:spTgt>
                                        </p:tgtEl>
                                        <p:attrNameLst>
                                          <p:attrName>style.rotation</p:attrName>
                                        </p:attrNameLst>
                                      </p:cBhvr>
                                      <p:tavLst>
                                        <p:tav tm="0">
                                          <p:val>
                                            <p:fltVal val="90"/>
                                          </p:val>
                                        </p:tav>
                                        <p:tav tm="100000">
                                          <p:val>
                                            <p:fltVal val="0"/>
                                          </p:val>
                                        </p:tav>
                                      </p:tavLst>
                                    </p:anim>
                                    <p:animEffect transition="in" filter="fade">
                                      <p:cBhvr>
                                        <p:cTn id="300" dur="1000"/>
                                        <p:tgtEl>
                                          <p:spTgt spid="2">
                                            <p:graphicEl>
                                              <a:dgm id="{6753CDEB-016F-4CD8-BECB-1B782191A1DC}"/>
                                            </p:graphicEl>
                                          </p:spTgt>
                                        </p:tgtEl>
                                      </p:cBhvr>
                                    </p:animEffect>
                                  </p:childTnLst>
                                </p:cTn>
                              </p:par>
                              <p:par>
                                <p:cTn id="301" presetID="31" presetClass="entr" presetSubtype="0" fill="hold" grpId="0" nodeType="withEffect">
                                  <p:stCondLst>
                                    <p:cond delay="0"/>
                                  </p:stCondLst>
                                  <p:childTnLst>
                                    <p:set>
                                      <p:cBhvr>
                                        <p:cTn id="302" dur="1" fill="hold">
                                          <p:stCondLst>
                                            <p:cond delay="0"/>
                                          </p:stCondLst>
                                        </p:cTn>
                                        <p:tgtEl>
                                          <p:spTgt spid="2">
                                            <p:graphicEl>
                                              <a:dgm id="{1933B891-A2A8-4DE2-9CF9-339D5EC12894}"/>
                                            </p:graphicEl>
                                          </p:spTgt>
                                        </p:tgtEl>
                                        <p:attrNameLst>
                                          <p:attrName>style.visibility</p:attrName>
                                        </p:attrNameLst>
                                      </p:cBhvr>
                                      <p:to>
                                        <p:strVal val="visible"/>
                                      </p:to>
                                    </p:set>
                                    <p:anim calcmode="lin" valueType="num">
                                      <p:cBhvr>
                                        <p:cTn id="303" dur="1000" fill="hold"/>
                                        <p:tgtEl>
                                          <p:spTgt spid="2">
                                            <p:graphicEl>
                                              <a:dgm id="{1933B891-A2A8-4DE2-9CF9-339D5EC12894}"/>
                                            </p:graphicEl>
                                          </p:spTgt>
                                        </p:tgtEl>
                                        <p:attrNameLst>
                                          <p:attrName>ppt_w</p:attrName>
                                        </p:attrNameLst>
                                      </p:cBhvr>
                                      <p:tavLst>
                                        <p:tav tm="0">
                                          <p:val>
                                            <p:fltVal val="0"/>
                                          </p:val>
                                        </p:tav>
                                        <p:tav tm="100000">
                                          <p:val>
                                            <p:strVal val="#ppt_w"/>
                                          </p:val>
                                        </p:tav>
                                      </p:tavLst>
                                    </p:anim>
                                    <p:anim calcmode="lin" valueType="num">
                                      <p:cBhvr>
                                        <p:cTn id="304" dur="1000" fill="hold"/>
                                        <p:tgtEl>
                                          <p:spTgt spid="2">
                                            <p:graphicEl>
                                              <a:dgm id="{1933B891-A2A8-4DE2-9CF9-339D5EC12894}"/>
                                            </p:graphicEl>
                                          </p:spTgt>
                                        </p:tgtEl>
                                        <p:attrNameLst>
                                          <p:attrName>ppt_h</p:attrName>
                                        </p:attrNameLst>
                                      </p:cBhvr>
                                      <p:tavLst>
                                        <p:tav tm="0">
                                          <p:val>
                                            <p:fltVal val="0"/>
                                          </p:val>
                                        </p:tav>
                                        <p:tav tm="100000">
                                          <p:val>
                                            <p:strVal val="#ppt_h"/>
                                          </p:val>
                                        </p:tav>
                                      </p:tavLst>
                                    </p:anim>
                                    <p:anim calcmode="lin" valueType="num">
                                      <p:cBhvr>
                                        <p:cTn id="305" dur="1000" fill="hold"/>
                                        <p:tgtEl>
                                          <p:spTgt spid="2">
                                            <p:graphicEl>
                                              <a:dgm id="{1933B891-A2A8-4DE2-9CF9-339D5EC12894}"/>
                                            </p:graphicEl>
                                          </p:spTgt>
                                        </p:tgtEl>
                                        <p:attrNameLst>
                                          <p:attrName>style.rotation</p:attrName>
                                        </p:attrNameLst>
                                      </p:cBhvr>
                                      <p:tavLst>
                                        <p:tav tm="0">
                                          <p:val>
                                            <p:fltVal val="90"/>
                                          </p:val>
                                        </p:tav>
                                        <p:tav tm="100000">
                                          <p:val>
                                            <p:fltVal val="0"/>
                                          </p:val>
                                        </p:tav>
                                      </p:tavLst>
                                    </p:anim>
                                    <p:animEffect transition="in" filter="fade">
                                      <p:cBhvr>
                                        <p:cTn id="306" dur="1000"/>
                                        <p:tgtEl>
                                          <p:spTgt spid="2">
                                            <p:graphicEl>
                                              <a:dgm id="{1933B891-A2A8-4DE2-9CF9-339D5EC12894}"/>
                                            </p:graphicEl>
                                          </p:spTgt>
                                        </p:tgtEl>
                                      </p:cBhvr>
                                    </p:animEffect>
                                  </p:childTnLst>
                                </p:cTn>
                              </p:par>
                              <p:par>
                                <p:cTn id="307" presetID="31" presetClass="entr" presetSubtype="0" fill="hold" grpId="0" nodeType="withEffect">
                                  <p:stCondLst>
                                    <p:cond delay="0"/>
                                  </p:stCondLst>
                                  <p:childTnLst>
                                    <p:set>
                                      <p:cBhvr>
                                        <p:cTn id="308" dur="1" fill="hold">
                                          <p:stCondLst>
                                            <p:cond delay="0"/>
                                          </p:stCondLst>
                                        </p:cTn>
                                        <p:tgtEl>
                                          <p:spTgt spid="2">
                                            <p:graphicEl>
                                              <a:dgm id="{99E5A27D-A30C-4EB6-B8A2-3992867DB2A3}"/>
                                            </p:graphicEl>
                                          </p:spTgt>
                                        </p:tgtEl>
                                        <p:attrNameLst>
                                          <p:attrName>style.visibility</p:attrName>
                                        </p:attrNameLst>
                                      </p:cBhvr>
                                      <p:to>
                                        <p:strVal val="visible"/>
                                      </p:to>
                                    </p:set>
                                    <p:anim calcmode="lin" valueType="num">
                                      <p:cBhvr>
                                        <p:cTn id="309" dur="1000" fill="hold"/>
                                        <p:tgtEl>
                                          <p:spTgt spid="2">
                                            <p:graphicEl>
                                              <a:dgm id="{99E5A27D-A30C-4EB6-B8A2-3992867DB2A3}"/>
                                            </p:graphicEl>
                                          </p:spTgt>
                                        </p:tgtEl>
                                        <p:attrNameLst>
                                          <p:attrName>ppt_w</p:attrName>
                                        </p:attrNameLst>
                                      </p:cBhvr>
                                      <p:tavLst>
                                        <p:tav tm="0">
                                          <p:val>
                                            <p:fltVal val="0"/>
                                          </p:val>
                                        </p:tav>
                                        <p:tav tm="100000">
                                          <p:val>
                                            <p:strVal val="#ppt_w"/>
                                          </p:val>
                                        </p:tav>
                                      </p:tavLst>
                                    </p:anim>
                                    <p:anim calcmode="lin" valueType="num">
                                      <p:cBhvr>
                                        <p:cTn id="310" dur="1000" fill="hold"/>
                                        <p:tgtEl>
                                          <p:spTgt spid="2">
                                            <p:graphicEl>
                                              <a:dgm id="{99E5A27D-A30C-4EB6-B8A2-3992867DB2A3}"/>
                                            </p:graphicEl>
                                          </p:spTgt>
                                        </p:tgtEl>
                                        <p:attrNameLst>
                                          <p:attrName>ppt_h</p:attrName>
                                        </p:attrNameLst>
                                      </p:cBhvr>
                                      <p:tavLst>
                                        <p:tav tm="0">
                                          <p:val>
                                            <p:fltVal val="0"/>
                                          </p:val>
                                        </p:tav>
                                        <p:tav tm="100000">
                                          <p:val>
                                            <p:strVal val="#ppt_h"/>
                                          </p:val>
                                        </p:tav>
                                      </p:tavLst>
                                    </p:anim>
                                    <p:anim calcmode="lin" valueType="num">
                                      <p:cBhvr>
                                        <p:cTn id="311" dur="1000" fill="hold"/>
                                        <p:tgtEl>
                                          <p:spTgt spid="2">
                                            <p:graphicEl>
                                              <a:dgm id="{99E5A27D-A30C-4EB6-B8A2-3992867DB2A3}"/>
                                            </p:graphicEl>
                                          </p:spTgt>
                                        </p:tgtEl>
                                        <p:attrNameLst>
                                          <p:attrName>style.rotation</p:attrName>
                                        </p:attrNameLst>
                                      </p:cBhvr>
                                      <p:tavLst>
                                        <p:tav tm="0">
                                          <p:val>
                                            <p:fltVal val="90"/>
                                          </p:val>
                                        </p:tav>
                                        <p:tav tm="100000">
                                          <p:val>
                                            <p:fltVal val="0"/>
                                          </p:val>
                                        </p:tav>
                                      </p:tavLst>
                                    </p:anim>
                                    <p:animEffect transition="in" filter="fade">
                                      <p:cBhvr>
                                        <p:cTn id="312" dur="1000"/>
                                        <p:tgtEl>
                                          <p:spTgt spid="2">
                                            <p:graphicEl>
                                              <a:dgm id="{99E5A27D-A30C-4EB6-B8A2-3992867DB2A3}"/>
                                            </p:graphicEl>
                                          </p:spTgt>
                                        </p:tgtEl>
                                      </p:cBhvr>
                                    </p:animEffect>
                                  </p:childTnLst>
                                </p:cTn>
                              </p:par>
                              <p:par>
                                <p:cTn id="313" presetID="31" presetClass="entr" presetSubtype="0" fill="hold" grpId="0" nodeType="withEffect">
                                  <p:stCondLst>
                                    <p:cond delay="0"/>
                                  </p:stCondLst>
                                  <p:childTnLst>
                                    <p:set>
                                      <p:cBhvr>
                                        <p:cTn id="314" dur="1" fill="hold">
                                          <p:stCondLst>
                                            <p:cond delay="0"/>
                                          </p:stCondLst>
                                        </p:cTn>
                                        <p:tgtEl>
                                          <p:spTgt spid="2">
                                            <p:graphicEl>
                                              <a:dgm id="{8DF58408-D2FD-437B-B38A-5B71EA363251}"/>
                                            </p:graphicEl>
                                          </p:spTgt>
                                        </p:tgtEl>
                                        <p:attrNameLst>
                                          <p:attrName>style.visibility</p:attrName>
                                        </p:attrNameLst>
                                      </p:cBhvr>
                                      <p:to>
                                        <p:strVal val="visible"/>
                                      </p:to>
                                    </p:set>
                                    <p:anim calcmode="lin" valueType="num">
                                      <p:cBhvr>
                                        <p:cTn id="315" dur="1000" fill="hold"/>
                                        <p:tgtEl>
                                          <p:spTgt spid="2">
                                            <p:graphicEl>
                                              <a:dgm id="{8DF58408-D2FD-437B-B38A-5B71EA363251}"/>
                                            </p:graphicEl>
                                          </p:spTgt>
                                        </p:tgtEl>
                                        <p:attrNameLst>
                                          <p:attrName>ppt_w</p:attrName>
                                        </p:attrNameLst>
                                      </p:cBhvr>
                                      <p:tavLst>
                                        <p:tav tm="0">
                                          <p:val>
                                            <p:fltVal val="0"/>
                                          </p:val>
                                        </p:tav>
                                        <p:tav tm="100000">
                                          <p:val>
                                            <p:strVal val="#ppt_w"/>
                                          </p:val>
                                        </p:tav>
                                      </p:tavLst>
                                    </p:anim>
                                    <p:anim calcmode="lin" valueType="num">
                                      <p:cBhvr>
                                        <p:cTn id="316" dur="1000" fill="hold"/>
                                        <p:tgtEl>
                                          <p:spTgt spid="2">
                                            <p:graphicEl>
                                              <a:dgm id="{8DF58408-D2FD-437B-B38A-5B71EA363251}"/>
                                            </p:graphicEl>
                                          </p:spTgt>
                                        </p:tgtEl>
                                        <p:attrNameLst>
                                          <p:attrName>ppt_h</p:attrName>
                                        </p:attrNameLst>
                                      </p:cBhvr>
                                      <p:tavLst>
                                        <p:tav tm="0">
                                          <p:val>
                                            <p:fltVal val="0"/>
                                          </p:val>
                                        </p:tav>
                                        <p:tav tm="100000">
                                          <p:val>
                                            <p:strVal val="#ppt_h"/>
                                          </p:val>
                                        </p:tav>
                                      </p:tavLst>
                                    </p:anim>
                                    <p:anim calcmode="lin" valueType="num">
                                      <p:cBhvr>
                                        <p:cTn id="317" dur="1000" fill="hold"/>
                                        <p:tgtEl>
                                          <p:spTgt spid="2">
                                            <p:graphicEl>
                                              <a:dgm id="{8DF58408-D2FD-437B-B38A-5B71EA363251}"/>
                                            </p:graphicEl>
                                          </p:spTgt>
                                        </p:tgtEl>
                                        <p:attrNameLst>
                                          <p:attrName>style.rotation</p:attrName>
                                        </p:attrNameLst>
                                      </p:cBhvr>
                                      <p:tavLst>
                                        <p:tav tm="0">
                                          <p:val>
                                            <p:fltVal val="90"/>
                                          </p:val>
                                        </p:tav>
                                        <p:tav tm="100000">
                                          <p:val>
                                            <p:fltVal val="0"/>
                                          </p:val>
                                        </p:tav>
                                      </p:tavLst>
                                    </p:anim>
                                    <p:animEffect transition="in" filter="fade">
                                      <p:cBhvr>
                                        <p:cTn id="318" dur="1000"/>
                                        <p:tgtEl>
                                          <p:spTgt spid="2">
                                            <p:graphicEl>
                                              <a:dgm id="{8DF58408-D2FD-437B-B38A-5B71EA363251}"/>
                                            </p:graphicEl>
                                          </p:spTgt>
                                        </p:tgtEl>
                                      </p:cBhvr>
                                    </p:animEffect>
                                  </p:childTnLst>
                                </p:cTn>
                              </p:par>
                              <p:par>
                                <p:cTn id="319" presetID="31" presetClass="entr" presetSubtype="0" fill="hold" grpId="0" nodeType="withEffect">
                                  <p:stCondLst>
                                    <p:cond delay="0"/>
                                  </p:stCondLst>
                                  <p:childTnLst>
                                    <p:set>
                                      <p:cBhvr>
                                        <p:cTn id="320" dur="1" fill="hold">
                                          <p:stCondLst>
                                            <p:cond delay="0"/>
                                          </p:stCondLst>
                                        </p:cTn>
                                        <p:tgtEl>
                                          <p:spTgt spid="2">
                                            <p:graphicEl>
                                              <a:dgm id="{5EE3B9A0-7298-4D42-81DE-6DF8BBD8C001}"/>
                                            </p:graphicEl>
                                          </p:spTgt>
                                        </p:tgtEl>
                                        <p:attrNameLst>
                                          <p:attrName>style.visibility</p:attrName>
                                        </p:attrNameLst>
                                      </p:cBhvr>
                                      <p:to>
                                        <p:strVal val="visible"/>
                                      </p:to>
                                    </p:set>
                                    <p:anim calcmode="lin" valueType="num">
                                      <p:cBhvr>
                                        <p:cTn id="321" dur="1000" fill="hold"/>
                                        <p:tgtEl>
                                          <p:spTgt spid="2">
                                            <p:graphicEl>
                                              <a:dgm id="{5EE3B9A0-7298-4D42-81DE-6DF8BBD8C001}"/>
                                            </p:graphicEl>
                                          </p:spTgt>
                                        </p:tgtEl>
                                        <p:attrNameLst>
                                          <p:attrName>ppt_w</p:attrName>
                                        </p:attrNameLst>
                                      </p:cBhvr>
                                      <p:tavLst>
                                        <p:tav tm="0">
                                          <p:val>
                                            <p:fltVal val="0"/>
                                          </p:val>
                                        </p:tav>
                                        <p:tav tm="100000">
                                          <p:val>
                                            <p:strVal val="#ppt_w"/>
                                          </p:val>
                                        </p:tav>
                                      </p:tavLst>
                                    </p:anim>
                                    <p:anim calcmode="lin" valueType="num">
                                      <p:cBhvr>
                                        <p:cTn id="322" dur="1000" fill="hold"/>
                                        <p:tgtEl>
                                          <p:spTgt spid="2">
                                            <p:graphicEl>
                                              <a:dgm id="{5EE3B9A0-7298-4D42-81DE-6DF8BBD8C001}"/>
                                            </p:graphicEl>
                                          </p:spTgt>
                                        </p:tgtEl>
                                        <p:attrNameLst>
                                          <p:attrName>ppt_h</p:attrName>
                                        </p:attrNameLst>
                                      </p:cBhvr>
                                      <p:tavLst>
                                        <p:tav tm="0">
                                          <p:val>
                                            <p:fltVal val="0"/>
                                          </p:val>
                                        </p:tav>
                                        <p:tav tm="100000">
                                          <p:val>
                                            <p:strVal val="#ppt_h"/>
                                          </p:val>
                                        </p:tav>
                                      </p:tavLst>
                                    </p:anim>
                                    <p:anim calcmode="lin" valueType="num">
                                      <p:cBhvr>
                                        <p:cTn id="323" dur="1000" fill="hold"/>
                                        <p:tgtEl>
                                          <p:spTgt spid="2">
                                            <p:graphicEl>
                                              <a:dgm id="{5EE3B9A0-7298-4D42-81DE-6DF8BBD8C001}"/>
                                            </p:graphicEl>
                                          </p:spTgt>
                                        </p:tgtEl>
                                        <p:attrNameLst>
                                          <p:attrName>style.rotation</p:attrName>
                                        </p:attrNameLst>
                                      </p:cBhvr>
                                      <p:tavLst>
                                        <p:tav tm="0">
                                          <p:val>
                                            <p:fltVal val="90"/>
                                          </p:val>
                                        </p:tav>
                                        <p:tav tm="100000">
                                          <p:val>
                                            <p:fltVal val="0"/>
                                          </p:val>
                                        </p:tav>
                                      </p:tavLst>
                                    </p:anim>
                                    <p:animEffect transition="in" filter="fade">
                                      <p:cBhvr>
                                        <p:cTn id="324" dur="1000"/>
                                        <p:tgtEl>
                                          <p:spTgt spid="2">
                                            <p:graphicEl>
                                              <a:dgm id="{5EE3B9A0-7298-4D42-81DE-6DF8BBD8C001}"/>
                                            </p:graphicEl>
                                          </p:spTgt>
                                        </p:tgtEl>
                                      </p:cBhvr>
                                    </p:animEffect>
                                  </p:childTnLst>
                                </p:cTn>
                              </p:par>
                              <p:par>
                                <p:cTn id="325" presetID="31" presetClass="entr" presetSubtype="0" fill="hold" grpId="0" nodeType="withEffect">
                                  <p:stCondLst>
                                    <p:cond delay="0"/>
                                  </p:stCondLst>
                                  <p:childTnLst>
                                    <p:set>
                                      <p:cBhvr>
                                        <p:cTn id="326" dur="1" fill="hold">
                                          <p:stCondLst>
                                            <p:cond delay="0"/>
                                          </p:stCondLst>
                                        </p:cTn>
                                        <p:tgtEl>
                                          <p:spTgt spid="2">
                                            <p:graphicEl>
                                              <a:dgm id="{31D48898-E482-4231-955B-916DA7034289}"/>
                                            </p:graphicEl>
                                          </p:spTgt>
                                        </p:tgtEl>
                                        <p:attrNameLst>
                                          <p:attrName>style.visibility</p:attrName>
                                        </p:attrNameLst>
                                      </p:cBhvr>
                                      <p:to>
                                        <p:strVal val="visible"/>
                                      </p:to>
                                    </p:set>
                                    <p:anim calcmode="lin" valueType="num">
                                      <p:cBhvr>
                                        <p:cTn id="327" dur="1000" fill="hold"/>
                                        <p:tgtEl>
                                          <p:spTgt spid="2">
                                            <p:graphicEl>
                                              <a:dgm id="{31D48898-E482-4231-955B-916DA7034289}"/>
                                            </p:graphicEl>
                                          </p:spTgt>
                                        </p:tgtEl>
                                        <p:attrNameLst>
                                          <p:attrName>ppt_w</p:attrName>
                                        </p:attrNameLst>
                                      </p:cBhvr>
                                      <p:tavLst>
                                        <p:tav tm="0">
                                          <p:val>
                                            <p:fltVal val="0"/>
                                          </p:val>
                                        </p:tav>
                                        <p:tav tm="100000">
                                          <p:val>
                                            <p:strVal val="#ppt_w"/>
                                          </p:val>
                                        </p:tav>
                                      </p:tavLst>
                                    </p:anim>
                                    <p:anim calcmode="lin" valueType="num">
                                      <p:cBhvr>
                                        <p:cTn id="328" dur="1000" fill="hold"/>
                                        <p:tgtEl>
                                          <p:spTgt spid="2">
                                            <p:graphicEl>
                                              <a:dgm id="{31D48898-E482-4231-955B-916DA7034289}"/>
                                            </p:graphicEl>
                                          </p:spTgt>
                                        </p:tgtEl>
                                        <p:attrNameLst>
                                          <p:attrName>ppt_h</p:attrName>
                                        </p:attrNameLst>
                                      </p:cBhvr>
                                      <p:tavLst>
                                        <p:tav tm="0">
                                          <p:val>
                                            <p:fltVal val="0"/>
                                          </p:val>
                                        </p:tav>
                                        <p:tav tm="100000">
                                          <p:val>
                                            <p:strVal val="#ppt_h"/>
                                          </p:val>
                                        </p:tav>
                                      </p:tavLst>
                                    </p:anim>
                                    <p:anim calcmode="lin" valueType="num">
                                      <p:cBhvr>
                                        <p:cTn id="329" dur="1000" fill="hold"/>
                                        <p:tgtEl>
                                          <p:spTgt spid="2">
                                            <p:graphicEl>
                                              <a:dgm id="{31D48898-E482-4231-955B-916DA7034289}"/>
                                            </p:graphicEl>
                                          </p:spTgt>
                                        </p:tgtEl>
                                        <p:attrNameLst>
                                          <p:attrName>style.rotation</p:attrName>
                                        </p:attrNameLst>
                                      </p:cBhvr>
                                      <p:tavLst>
                                        <p:tav tm="0">
                                          <p:val>
                                            <p:fltVal val="90"/>
                                          </p:val>
                                        </p:tav>
                                        <p:tav tm="100000">
                                          <p:val>
                                            <p:fltVal val="0"/>
                                          </p:val>
                                        </p:tav>
                                      </p:tavLst>
                                    </p:anim>
                                    <p:animEffect transition="in" filter="fade">
                                      <p:cBhvr>
                                        <p:cTn id="330" dur="1000"/>
                                        <p:tgtEl>
                                          <p:spTgt spid="2">
                                            <p:graphicEl>
                                              <a:dgm id="{31D48898-E482-4231-955B-916DA7034289}"/>
                                            </p:graphicEl>
                                          </p:spTgt>
                                        </p:tgtEl>
                                      </p:cBhvr>
                                    </p:animEffect>
                                  </p:childTnLst>
                                </p:cTn>
                              </p:par>
                              <p:par>
                                <p:cTn id="331" presetID="31" presetClass="entr" presetSubtype="0" fill="hold" grpId="0" nodeType="withEffect">
                                  <p:stCondLst>
                                    <p:cond delay="0"/>
                                  </p:stCondLst>
                                  <p:childTnLst>
                                    <p:set>
                                      <p:cBhvr>
                                        <p:cTn id="332" dur="1" fill="hold">
                                          <p:stCondLst>
                                            <p:cond delay="0"/>
                                          </p:stCondLst>
                                        </p:cTn>
                                        <p:tgtEl>
                                          <p:spTgt spid="2">
                                            <p:graphicEl>
                                              <a:dgm id="{6523C330-BA24-4928-9292-C4664D7A656C}"/>
                                            </p:graphicEl>
                                          </p:spTgt>
                                        </p:tgtEl>
                                        <p:attrNameLst>
                                          <p:attrName>style.visibility</p:attrName>
                                        </p:attrNameLst>
                                      </p:cBhvr>
                                      <p:to>
                                        <p:strVal val="visible"/>
                                      </p:to>
                                    </p:set>
                                    <p:anim calcmode="lin" valueType="num">
                                      <p:cBhvr>
                                        <p:cTn id="333" dur="1000" fill="hold"/>
                                        <p:tgtEl>
                                          <p:spTgt spid="2">
                                            <p:graphicEl>
                                              <a:dgm id="{6523C330-BA24-4928-9292-C4664D7A656C}"/>
                                            </p:graphicEl>
                                          </p:spTgt>
                                        </p:tgtEl>
                                        <p:attrNameLst>
                                          <p:attrName>ppt_w</p:attrName>
                                        </p:attrNameLst>
                                      </p:cBhvr>
                                      <p:tavLst>
                                        <p:tav tm="0">
                                          <p:val>
                                            <p:fltVal val="0"/>
                                          </p:val>
                                        </p:tav>
                                        <p:tav tm="100000">
                                          <p:val>
                                            <p:strVal val="#ppt_w"/>
                                          </p:val>
                                        </p:tav>
                                      </p:tavLst>
                                    </p:anim>
                                    <p:anim calcmode="lin" valueType="num">
                                      <p:cBhvr>
                                        <p:cTn id="334" dur="1000" fill="hold"/>
                                        <p:tgtEl>
                                          <p:spTgt spid="2">
                                            <p:graphicEl>
                                              <a:dgm id="{6523C330-BA24-4928-9292-C4664D7A656C}"/>
                                            </p:graphicEl>
                                          </p:spTgt>
                                        </p:tgtEl>
                                        <p:attrNameLst>
                                          <p:attrName>ppt_h</p:attrName>
                                        </p:attrNameLst>
                                      </p:cBhvr>
                                      <p:tavLst>
                                        <p:tav tm="0">
                                          <p:val>
                                            <p:fltVal val="0"/>
                                          </p:val>
                                        </p:tav>
                                        <p:tav tm="100000">
                                          <p:val>
                                            <p:strVal val="#ppt_h"/>
                                          </p:val>
                                        </p:tav>
                                      </p:tavLst>
                                    </p:anim>
                                    <p:anim calcmode="lin" valueType="num">
                                      <p:cBhvr>
                                        <p:cTn id="335" dur="1000" fill="hold"/>
                                        <p:tgtEl>
                                          <p:spTgt spid="2">
                                            <p:graphicEl>
                                              <a:dgm id="{6523C330-BA24-4928-9292-C4664D7A656C}"/>
                                            </p:graphicEl>
                                          </p:spTgt>
                                        </p:tgtEl>
                                        <p:attrNameLst>
                                          <p:attrName>style.rotation</p:attrName>
                                        </p:attrNameLst>
                                      </p:cBhvr>
                                      <p:tavLst>
                                        <p:tav tm="0">
                                          <p:val>
                                            <p:fltVal val="90"/>
                                          </p:val>
                                        </p:tav>
                                        <p:tav tm="100000">
                                          <p:val>
                                            <p:fltVal val="0"/>
                                          </p:val>
                                        </p:tav>
                                      </p:tavLst>
                                    </p:anim>
                                    <p:animEffect transition="in" filter="fade">
                                      <p:cBhvr>
                                        <p:cTn id="336" dur="1000"/>
                                        <p:tgtEl>
                                          <p:spTgt spid="2">
                                            <p:graphicEl>
                                              <a:dgm id="{6523C330-BA24-4928-9292-C4664D7A656C}"/>
                                            </p:graphicEl>
                                          </p:spTgt>
                                        </p:tgtEl>
                                      </p:cBhvr>
                                    </p:animEffect>
                                  </p:childTnLst>
                                </p:cTn>
                              </p:par>
                              <p:par>
                                <p:cTn id="337" presetID="31" presetClass="entr" presetSubtype="0" fill="hold" grpId="0" nodeType="withEffect">
                                  <p:stCondLst>
                                    <p:cond delay="0"/>
                                  </p:stCondLst>
                                  <p:childTnLst>
                                    <p:set>
                                      <p:cBhvr>
                                        <p:cTn id="338" dur="1" fill="hold">
                                          <p:stCondLst>
                                            <p:cond delay="0"/>
                                          </p:stCondLst>
                                        </p:cTn>
                                        <p:tgtEl>
                                          <p:spTgt spid="2">
                                            <p:graphicEl>
                                              <a:dgm id="{39563C55-D79C-4E78-81D2-1EAA527968D2}"/>
                                            </p:graphicEl>
                                          </p:spTgt>
                                        </p:tgtEl>
                                        <p:attrNameLst>
                                          <p:attrName>style.visibility</p:attrName>
                                        </p:attrNameLst>
                                      </p:cBhvr>
                                      <p:to>
                                        <p:strVal val="visible"/>
                                      </p:to>
                                    </p:set>
                                    <p:anim calcmode="lin" valueType="num">
                                      <p:cBhvr>
                                        <p:cTn id="339" dur="1000" fill="hold"/>
                                        <p:tgtEl>
                                          <p:spTgt spid="2">
                                            <p:graphicEl>
                                              <a:dgm id="{39563C55-D79C-4E78-81D2-1EAA527968D2}"/>
                                            </p:graphicEl>
                                          </p:spTgt>
                                        </p:tgtEl>
                                        <p:attrNameLst>
                                          <p:attrName>ppt_w</p:attrName>
                                        </p:attrNameLst>
                                      </p:cBhvr>
                                      <p:tavLst>
                                        <p:tav tm="0">
                                          <p:val>
                                            <p:fltVal val="0"/>
                                          </p:val>
                                        </p:tav>
                                        <p:tav tm="100000">
                                          <p:val>
                                            <p:strVal val="#ppt_w"/>
                                          </p:val>
                                        </p:tav>
                                      </p:tavLst>
                                    </p:anim>
                                    <p:anim calcmode="lin" valueType="num">
                                      <p:cBhvr>
                                        <p:cTn id="340" dur="1000" fill="hold"/>
                                        <p:tgtEl>
                                          <p:spTgt spid="2">
                                            <p:graphicEl>
                                              <a:dgm id="{39563C55-D79C-4E78-81D2-1EAA527968D2}"/>
                                            </p:graphicEl>
                                          </p:spTgt>
                                        </p:tgtEl>
                                        <p:attrNameLst>
                                          <p:attrName>ppt_h</p:attrName>
                                        </p:attrNameLst>
                                      </p:cBhvr>
                                      <p:tavLst>
                                        <p:tav tm="0">
                                          <p:val>
                                            <p:fltVal val="0"/>
                                          </p:val>
                                        </p:tav>
                                        <p:tav tm="100000">
                                          <p:val>
                                            <p:strVal val="#ppt_h"/>
                                          </p:val>
                                        </p:tav>
                                      </p:tavLst>
                                    </p:anim>
                                    <p:anim calcmode="lin" valueType="num">
                                      <p:cBhvr>
                                        <p:cTn id="341" dur="1000" fill="hold"/>
                                        <p:tgtEl>
                                          <p:spTgt spid="2">
                                            <p:graphicEl>
                                              <a:dgm id="{39563C55-D79C-4E78-81D2-1EAA527968D2}"/>
                                            </p:graphicEl>
                                          </p:spTgt>
                                        </p:tgtEl>
                                        <p:attrNameLst>
                                          <p:attrName>style.rotation</p:attrName>
                                        </p:attrNameLst>
                                      </p:cBhvr>
                                      <p:tavLst>
                                        <p:tav tm="0">
                                          <p:val>
                                            <p:fltVal val="90"/>
                                          </p:val>
                                        </p:tav>
                                        <p:tav tm="100000">
                                          <p:val>
                                            <p:fltVal val="0"/>
                                          </p:val>
                                        </p:tav>
                                      </p:tavLst>
                                    </p:anim>
                                    <p:animEffect transition="in" filter="fade">
                                      <p:cBhvr>
                                        <p:cTn id="342" dur="1000"/>
                                        <p:tgtEl>
                                          <p:spTgt spid="2">
                                            <p:graphicEl>
                                              <a:dgm id="{39563C55-D79C-4E78-81D2-1EAA527968D2}"/>
                                            </p:graphicEl>
                                          </p:spTgt>
                                        </p:tgtEl>
                                      </p:cBhvr>
                                    </p:animEffect>
                                  </p:childTnLst>
                                </p:cTn>
                              </p:par>
                              <p:par>
                                <p:cTn id="343" presetID="31" presetClass="entr" presetSubtype="0" fill="hold" grpId="0" nodeType="withEffect">
                                  <p:stCondLst>
                                    <p:cond delay="0"/>
                                  </p:stCondLst>
                                  <p:childTnLst>
                                    <p:set>
                                      <p:cBhvr>
                                        <p:cTn id="344" dur="1" fill="hold">
                                          <p:stCondLst>
                                            <p:cond delay="0"/>
                                          </p:stCondLst>
                                        </p:cTn>
                                        <p:tgtEl>
                                          <p:spTgt spid="2">
                                            <p:graphicEl>
                                              <a:dgm id="{BD1D0212-E619-4A56-8C5E-514E295B915D}"/>
                                            </p:graphicEl>
                                          </p:spTgt>
                                        </p:tgtEl>
                                        <p:attrNameLst>
                                          <p:attrName>style.visibility</p:attrName>
                                        </p:attrNameLst>
                                      </p:cBhvr>
                                      <p:to>
                                        <p:strVal val="visible"/>
                                      </p:to>
                                    </p:set>
                                    <p:anim calcmode="lin" valueType="num">
                                      <p:cBhvr>
                                        <p:cTn id="345" dur="1000" fill="hold"/>
                                        <p:tgtEl>
                                          <p:spTgt spid="2">
                                            <p:graphicEl>
                                              <a:dgm id="{BD1D0212-E619-4A56-8C5E-514E295B915D}"/>
                                            </p:graphicEl>
                                          </p:spTgt>
                                        </p:tgtEl>
                                        <p:attrNameLst>
                                          <p:attrName>ppt_w</p:attrName>
                                        </p:attrNameLst>
                                      </p:cBhvr>
                                      <p:tavLst>
                                        <p:tav tm="0">
                                          <p:val>
                                            <p:fltVal val="0"/>
                                          </p:val>
                                        </p:tav>
                                        <p:tav tm="100000">
                                          <p:val>
                                            <p:strVal val="#ppt_w"/>
                                          </p:val>
                                        </p:tav>
                                      </p:tavLst>
                                    </p:anim>
                                    <p:anim calcmode="lin" valueType="num">
                                      <p:cBhvr>
                                        <p:cTn id="346" dur="1000" fill="hold"/>
                                        <p:tgtEl>
                                          <p:spTgt spid="2">
                                            <p:graphicEl>
                                              <a:dgm id="{BD1D0212-E619-4A56-8C5E-514E295B915D}"/>
                                            </p:graphicEl>
                                          </p:spTgt>
                                        </p:tgtEl>
                                        <p:attrNameLst>
                                          <p:attrName>ppt_h</p:attrName>
                                        </p:attrNameLst>
                                      </p:cBhvr>
                                      <p:tavLst>
                                        <p:tav tm="0">
                                          <p:val>
                                            <p:fltVal val="0"/>
                                          </p:val>
                                        </p:tav>
                                        <p:tav tm="100000">
                                          <p:val>
                                            <p:strVal val="#ppt_h"/>
                                          </p:val>
                                        </p:tav>
                                      </p:tavLst>
                                    </p:anim>
                                    <p:anim calcmode="lin" valueType="num">
                                      <p:cBhvr>
                                        <p:cTn id="347" dur="1000" fill="hold"/>
                                        <p:tgtEl>
                                          <p:spTgt spid="2">
                                            <p:graphicEl>
                                              <a:dgm id="{BD1D0212-E619-4A56-8C5E-514E295B915D}"/>
                                            </p:graphicEl>
                                          </p:spTgt>
                                        </p:tgtEl>
                                        <p:attrNameLst>
                                          <p:attrName>style.rotation</p:attrName>
                                        </p:attrNameLst>
                                      </p:cBhvr>
                                      <p:tavLst>
                                        <p:tav tm="0">
                                          <p:val>
                                            <p:fltVal val="90"/>
                                          </p:val>
                                        </p:tav>
                                        <p:tav tm="100000">
                                          <p:val>
                                            <p:fltVal val="0"/>
                                          </p:val>
                                        </p:tav>
                                      </p:tavLst>
                                    </p:anim>
                                    <p:animEffect transition="in" filter="fade">
                                      <p:cBhvr>
                                        <p:cTn id="348" dur="1000"/>
                                        <p:tgtEl>
                                          <p:spTgt spid="2">
                                            <p:graphicEl>
                                              <a:dgm id="{BD1D0212-E619-4A56-8C5E-514E295B915D}"/>
                                            </p:graphicEl>
                                          </p:spTgt>
                                        </p:tgtEl>
                                      </p:cBhvr>
                                    </p:animEffect>
                                  </p:childTnLst>
                                </p:cTn>
                              </p:par>
                              <p:par>
                                <p:cTn id="349" presetID="31" presetClass="entr" presetSubtype="0" fill="hold" grpId="0" nodeType="withEffect">
                                  <p:stCondLst>
                                    <p:cond delay="0"/>
                                  </p:stCondLst>
                                  <p:childTnLst>
                                    <p:set>
                                      <p:cBhvr>
                                        <p:cTn id="350" dur="1" fill="hold">
                                          <p:stCondLst>
                                            <p:cond delay="0"/>
                                          </p:stCondLst>
                                        </p:cTn>
                                        <p:tgtEl>
                                          <p:spTgt spid="2">
                                            <p:graphicEl>
                                              <a:dgm id="{65625BC7-539D-4805-ADA5-E1CECED57EA5}"/>
                                            </p:graphicEl>
                                          </p:spTgt>
                                        </p:tgtEl>
                                        <p:attrNameLst>
                                          <p:attrName>style.visibility</p:attrName>
                                        </p:attrNameLst>
                                      </p:cBhvr>
                                      <p:to>
                                        <p:strVal val="visible"/>
                                      </p:to>
                                    </p:set>
                                    <p:anim calcmode="lin" valueType="num">
                                      <p:cBhvr>
                                        <p:cTn id="351" dur="1000" fill="hold"/>
                                        <p:tgtEl>
                                          <p:spTgt spid="2">
                                            <p:graphicEl>
                                              <a:dgm id="{65625BC7-539D-4805-ADA5-E1CECED57EA5}"/>
                                            </p:graphicEl>
                                          </p:spTgt>
                                        </p:tgtEl>
                                        <p:attrNameLst>
                                          <p:attrName>ppt_w</p:attrName>
                                        </p:attrNameLst>
                                      </p:cBhvr>
                                      <p:tavLst>
                                        <p:tav tm="0">
                                          <p:val>
                                            <p:fltVal val="0"/>
                                          </p:val>
                                        </p:tav>
                                        <p:tav tm="100000">
                                          <p:val>
                                            <p:strVal val="#ppt_w"/>
                                          </p:val>
                                        </p:tav>
                                      </p:tavLst>
                                    </p:anim>
                                    <p:anim calcmode="lin" valueType="num">
                                      <p:cBhvr>
                                        <p:cTn id="352" dur="1000" fill="hold"/>
                                        <p:tgtEl>
                                          <p:spTgt spid="2">
                                            <p:graphicEl>
                                              <a:dgm id="{65625BC7-539D-4805-ADA5-E1CECED57EA5}"/>
                                            </p:graphicEl>
                                          </p:spTgt>
                                        </p:tgtEl>
                                        <p:attrNameLst>
                                          <p:attrName>ppt_h</p:attrName>
                                        </p:attrNameLst>
                                      </p:cBhvr>
                                      <p:tavLst>
                                        <p:tav tm="0">
                                          <p:val>
                                            <p:fltVal val="0"/>
                                          </p:val>
                                        </p:tav>
                                        <p:tav tm="100000">
                                          <p:val>
                                            <p:strVal val="#ppt_h"/>
                                          </p:val>
                                        </p:tav>
                                      </p:tavLst>
                                    </p:anim>
                                    <p:anim calcmode="lin" valueType="num">
                                      <p:cBhvr>
                                        <p:cTn id="353" dur="1000" fill="hold"/>
                                        <p:tgtEl>
                                          <p:spTgt spid="2">
                                            <p:graphicEl>
                                              <a:dgm id="{65625BC7-539D-4805-ADA5-E1CECED57EA5}"/>
                                            </p:graphicEl>
                                          </p:spTgt>
                                        </p:tgtEl>
                                        <p:attrNameLst>
                                          <p:attrName>style.rotation</p:attrName>
                                        </p:attrNameLst>
                                      </p:cBhvr>
                                      <p:tavLst>
                                        <p:tav tm="0">
                                          <p:val>
                                            <p:fltVal val="90"/>
                                          </p:val>
                                        </p:tav>
                                        <p:tav tm="100000">
                                          <p:val>
                                            <p:fltVal val="0"/>
                                          </p:val>
                                        </p:tav>
                                      </p:tavLst>
                                    </p:anim>
                                    <p:animEffect transition="in" filter="fade">
                                      <p:cBhvr>
                                        <p:cTn id="354" dur="1000"/>
                                        <p:tgtEl>
                                          <p:spTgt spid="2">
                                            <p:graphicEl>
                                              <a:dgm id="{65625BC7-539D-4805-ADA5-E1CECED57EA5}"/>
                                            </p:graphicEl>
                                          </p:spTgt>
                                        </p:tgtEl>
                                      </p:cBhvr>
                                    </p:animEffect>
                                  </p:childTnLst>
                                </p:cTn>
                              </p:par>
                              <p:par>
                                <p:cTn id="355" presetID="31" presetClass="entr" presetSubtype="0" fill="hold" grpId="0" nodeType="withEffect">
                                  <p:stCondLst>
                                    <p:cond delay="0"/>
                                  </p:stCondLst>
                                  <p:childTnLst>
                                    <p:set>
                                      <p:cBhvr>
                                        <p:cTn id="356" dur="1" fill="hold">
                                          <p:stCondLst>
                                            <p:cond delay="0"/>
                                          </p:stCondLst>
                                        </p:cTn>
                                        <p:tgtEl>
                                          <p:spTgt spid="2">
                                            <p:graphicEl>
                                              <a:dgm id="{223912A0-6C23-45E3-B8F8-B29F0A63AA9B}"/>
                                            </p:graphicEl>
                                          </p:spTgt>
                                        </p:tgtEl>
                                        <p:attrNameLst>
                                          <p:attrName>style.visibility</p:attrName>
                                        </p:attrNameLst>
                                      </p:cBhvr>
                                      <p:to>
                                        <p:strVal val="visible"/>
                                      </p:to>
                                    </p:set>
                                    <p:anim calcmode="lin" valueType="num">
                                      <p:cBhvr>
                                        <p:cTn id="357" dur="1000" fill="hold"/>
                                        <p:tgtEl>
                                          <p:spTgt spid="2">
                                            <p:graphicEl>
                                              <a:dgm id="{223912A0-6C23-45E3-B8F8-B29F0A63AA9B}"/>
                                            </p:graphicEl>
                                          </p:spTgt>
                                        </p:tgtEl>
                                        <p:attrNameLst>
                                          <p:attrName>ppt_w</p:attrName>
                                        </p:attrNameLst>
                                      </p:cBhvr>
                                      <p:tavLst>
                                        <p:tav tm="0">
                                          <p:val>
                                            <p:fltVal val="0"/>
                                          </p:val>
                                        </p:tav>
                                        <p:tav tm="100000">
                                          <p:val>
                                            <p:strVal val="#ppt_w"/>
                                          </p:val>
                                        </p:tav>
                                      </p:tavLst>
                                    </p:anim>
                                    <p:anim calcmode="lin" valueType="num">
                                      <p:cBhvr>
                                        <p:cTn id="358" dur="1000" fill="hold"/>
                                        <p:tgtEl>
                                          <p:spTgt spid="2">
                                            <p:graphicEl>
                                              <a:dgm id="{223912A0-6C23-45E3-B8F8-B29F0A63AA9B}"/>
                                            </p:graphicEl>
                                          </p:spTgt>
                                        </p:tgtEl>
                                        <p:attrNameLst>
                                          <p:attrName>ppt_h</p:attrName>
                                        </p:attrNameLst>
                                      </p:cBhvr>
                                      <p:tavLst>
                                        <p:tav tm="0">
                                          <p:val>
                                            <p:fltVal val="0"/>
                                          </p:val>
                                        </p:tav>
                                        <p:tav tm="100000">
                                          <p:val>
                                            <p:strVal val="#ppt_h"/>
                                          </p:val>
                                        </p:tav>
                                      </p:tavLst>
                                    </p:anim>
                                    <p:anim calcmode="lin" valueType="num">
                                      <p:cBhvr>
                                        <p:cTn id="359" dur="1000" fill="hold"/>
                                        <p:tgtEl>
                                          <p:spTgt spid="2">
                                            <p:graphicEl>
                                              <a:dgm id="{223912A0-6C23-45E3-B8F8-B29F0A63AA9B}"/>
                                            </p:graphicEl>
                                          </p:spTgt>
                                        </p:tgtEl>
                                        <p:attrNameLst>
                                          <p:attrName>style.rotation</p:attrName>
                                        </p:attrNameLst>
                                      </p:cBhvr>
                                      <p:tavLst>
                                        <p:tav tm="0">
                                          <p:val>
                                            <p:fltVal val="90"/>
                                          </p:val>
                                        </p:tav>
                                        <p:tav tm="100000">
                                          <p:val>
                                            <p:fltVal val="0"/>
                                          </p:val>
                                        </p:tav>
                                      </p:tavLst>
                                    </p:anim>
                                    <p:animEffect transition="in" filter="fade">
                                      <p:cBhvr>
                                        <p:cTn id="360" dur="1000"/>
                                        <p:tgtEl>
                                          <p:spTgt spid="2">
                                            <p:graphicEl>
                                              <a:dgm id="{223912A0-6C23-45E3-B8F8-B29F0A63AA9B}"/>
                                            </p:graphicEl>
                                          </p:spTgt>
                                        </p:tgtEl>
                                      </p:cBhvr>
                                    </p:animEffect>
                                  </p:childTnLst>
                                </p:cTn>
                              </p:par>
                              <p:par>
                                <p:cTn id="361" presetID="31" presetClass="entr" presetSubtype="0" fill="hold" grpId="0" nodeType="withEffect">
                                  <p:stCondLst>
                                    <p:cond delay="0"/>
                                  </p:stCondLst>
                                  <p:childTnLst>
                                    <p:set>
                                      <p:cBhvr>
                                        <p:cTn id="362" dur="1" fill="hold">
                                          <p:stCondLst>
                                            <p:cond delay="0"/>
                                          </p:stCondLst>
                                        </p:cTn>
                                        <p:tgtEl>
                                          <p:spTgt spid="2">
                                            <p:graphicEl>
                                              <a:dgm id="{75062ECD-3E73-4B37-A151-CFE62B62E058}"/>
                                            </p:graphicEl>
                                          </p:spTgt>
                                        </p:tgtEl>
                                        <p:attrNameLst>
                                          <p:attrName>style.visibility</p:attrName>
                                        </p:attrNameLst>
                                      </p:cBhvr>
                                      <p:to>
                                        <p:strVal val="visible"/>
                                      </p:to>
                                    </p:set>
                                    <p:anim calcmode="lin" valueType="num">
                                      <p:cBhvr>
                                        <p:cTn id="363" dur="1000" fill="hold"/>
                                        <p:tgtEl>
                                          <p:spTgt spid="2">
                                            <p:graphicEl>
                                              <a:dgm id="{75062ECD-3E73-4B37-A151-CFE62B62E058}"/>
                                            </p:graphicEl>
                                          </p:spTgt>
                                        </p:tgtEl>
                                        <p:attrNameLst>
                                          <p:attrName>ppt_w</p:attrName>
                                        </p:attrNameLst>
                                      </p:cBhvr>
                                      <p:tavLst>
                                        <p:tav tm="0">
                                          <p:val>
                                            <p:fltVal val="0"/>
                                          </p:val>
                                        </p:tav>
                                        <p:tav tm="100000">
                                          <p:val>
                                            <p:strVal val="#ppt_w"/>
                                          </p:val>
                                        </p:tav>
                                      </p:tavLst>
                                    </p:anim>
                                    <p:anim calcmode="lin" valueType="num">
                                      <p:cBhvr>
                                        <p:cTn id="364" dur="1000" fill="hold"/>
                                        <p:tgtEl>
                                          <p:spTgt spid="2">
                                            <p:graphicEl>
                                              <a:dgm id="{75062ECD-3E73-4B37-A151-CFE62B62E058}"/>
                                            </p:graphicEl>
                                          </p:spTgt>
                                        </p:tgtEl>
                                        <p:attrNameLst>
                                          <p:attrName>ppt_h</p:attrName>
                                        </p:attrNameLst>
                                      </p:cBhvr>
                                      <p:tavLst>
                                        <p:tav tm="0">
                                          <p:val>
                                            <p:fltVal val="0"/>
                                          </p:val>
                                        </p:tav>
                                        <p:tav tm="100000">
                                          <p:val>
                                            <p:strVal val="#ppt_h"/>
                                          </p:val>
                                        </p:tav>
                                      </p:tavLst>
                                    </p:anim>
                                    <p:anim calcmode="lin" valueType="num">
                                      <p:cBhvr>
                                        <p:cTn id="365" dur="1000" fill="hold"/>
                                        <p:tgtEl>
                                          <p:spTgt spid="2">
                                            <p:graphicEl>
                                              <a:dgm id="{75062ECD-3E73-4B37-A151-CFE62B62E058}"/>
                                            </p:graphicEl>
                                          </p:spTgt>
                                        </p:tgtEl>
                                        <p:attrNameLst>
                                          <p:attrName>style.rotation</p:attrName>
                                        </p:attrNameLst>
                                      </p:cBhvr>
                                      <p:tavLst>
                                        <p:tav tm="0">
                                          <p:val>
                                            <p:fltVal val="90"/>
                                          </p:val>
                                        </p:tav>
                                        <p:tav tm="100000">
                                          <p:val>
                                            <p:fltVal val="0"/>
                                          </p:val>
                                        </p:tav>
                                      </p:tavLst>
                                    </p:anim>
                                    <p:animEffect transition="in" filter="fade">
                                      <p:cBhvr>
                                        <p:cTn id="366" dur="1000"/>
                                        <p:tgtEl>
                                          <p:spTgt spid="2">
                                            <p:graphicEl>
                                              <a:dgm id="{75062ECD-3E73-4B37-A151-CFE62B62E058}"/>
                                            </p:graphicEl>
                                          </p:spTgt>
                                        </p:tgtEl>
                                      </p:cBhvr>
                                    </p:animEffect>
                                  </p:childTnLst>
                                </p:cTn>
                              </p:par>
                              <p:par>
                                <p:cTn id="367" presetID="31" presetClass="entr" presetSubtype="0" fill="hold" grpId="0" nodeType="withEffect">
                                  <p:stCondLst>
                                    <p:cond delay="0"/>
                                  </p:stCondLst>
                                  <p:childTnLst>
                                    <p:set>
                                      <p:cBhvr>
                                        <p:cTn id="368" dur="1" fill="hold">
                                          <p:stCondLst>
                                            <p:cond delay="0"/>
                                          </p:stCondLst>
                                        </p:cTn>
                                        <p:tgtEl>
                                          <p:spTgt spid="2">
                                            <p:graphicEl>
                                              <a:dgm id="{7A92F3FF-D070-42E6-A98C-4EA07E69A5E0}"/>
                                            </p:graphicEl>
                                          </p:spTgt>
                                        </p:tgtEl>
                                        <p:attrNameLst>
                                          <p:attrName>style.visibility</p:attrName>
                                        </p:attrNameLst>
                                      </p:cBhvr>
                                      <p:to>
                                        <p:strVal val="visible"/>
                                      </p:to>
                                    </p:set>
                                    <p:anim calcmode="lin" valueType="num">
                                      <p:cBhvr>
                                        <p:cTn id="369" dur="1000" fill="hold"/>
                                        <p:tgtEl>
                                          <p:spTgt spid="2">
                                            <p:graphicEl>
                                              <a:dgm id="{7A92F3FF-D070-42E6-A98C-4EA07E69A5E0}"/>
                                            </p:graphicEl>
                                          </p:spTgt>
                                        </p:tgtEl>
                                        <p:attrNameLst>
                                          <p:attrName>ppt_w</p:attrName>
                                        </p:attrNameLst>
                                      </p:cBhvr>
                                      <p:tavLst>
                                        <p:tav tm="0">
                                          <p:val>
                                            <p:fltVal val="0"/>
                                          </p:val>
                                        </p:tav>
                                        <p:tav tm="100000">
                                          <p:val>
                                            <p:strVal val="#ppt_w"/>
                                          </p:val>
                                        </p:tav>
                                      </p:tavLst>
                                    </p:anim>
                                    <p:anim calcmode="lin" valueType="num">
                                      <p:cBhvr>
                                        <p:cTn id="370" dur="1000" fill="hold"/>
                                        <p:tgtEl>
                                          <p:spTgt spid="2">
                                            <p:graphicEl>
                                              <a:dgm id="{7A92F3FF-D070-42E6-A98C-4EA07E69A5E0}"/>
                                            </p:graphicEl>
                                          </p:spTgt>
                                        </p:tgtEl>
                                        <p:attrNameLst>
                                          <p:attrName>ppt_h</p:attrName>
                                        </p:attrNameLst>
                                      </p:cBhvr>
                                      <p:tavLst>
                                        <p:tav tm="0">
                                          <p:val>
                                            <p:fltVal val="0"/>
                                          </p:val>
                                        </p:tav>
                                        <p:tav tm="100000">
                                          <p:val>
                                            <p:strVal val="#ppt_h"/>
                                          </p:val>
                                        </p:tav>
                                      </p:tavLst>
                                    </p:anim>
                                    <p:anim calcmode="lin" valueType="num">
                                      <p:cBhvr>
                                        <p:cTn id="371" dur="1000" fill="hold"/>
                                        <p:tgtEl>
                                          <p:spTgt spid="2">
                                            <p:graphicEl>
                                              <a:dgm id="{7A92F3FF-D070-42E6-A98C-4EA07E69A5E0}"/>
                                            </p:graphicEl>
                                          </p:spTgt>
                                        </p:tgtEl>
                                        <p:attrNameLst>
                                          <p:attrName>style.rotation</p:attrName>
                                        </p:attrNameLst>
                                      </p:cBhvr>
                                      <p:tavLst>
                                        <p:tav tm="0">
                                          <p:val>
                                            <p:fltVal val="90"/>
                                          </p:val>
                                        </p:tav>
                                        <p:tav tm="100000">
                                          <p:val>
                                            <p:fltVal val="0"/>
                                          </p:val>
                                        </p:tav>
                                      </p:tavLst>
                                    </p:anim>
                                    <p:animEffect transition="in" filter="fade">
                                      <p:cBhvr>
                                        <p:cTn id="372" dur="1000"/>
                                        <p:tgtEl>
                                          <p:spTgt spid="2">
                                            <p:graphicEl>
                                              <a:dgm id="{7A92F3FF-D070-42E6-A98C-4EA07E69A5E0}"/>
                                            </p:graphicEl>
                                          </p:spTgt>
                                        </p:tgtEl>
                                      </p:cBhvr>
                                    </p:animEffect>
                                  </p:childTnLst>
                                </p:cTn>
                              </p:par>
                              <p:par>
                                <p:cTn id="373" presetID="31" presetClass="entr" presetSubtype="0" fill="hold" grpId="0" nodeType="withEffect">
                                  <p:stCondLst>
                                    <p:cond delay="0"/>
                                  </p:stCondLst>
                                  <p:childTnLst>
                                    <p:set>
                                      <p:cBhvr>
                                        <p:cTn id="374" dur="1" fill="hold">
                                          <p:stCondLst>
                                            <p:cond delay="0"/>
                                          </p:stCondLst>
                                        </p:cTn>
                                        <p:tgtEl>
                                          <p:spTgt spid="2">
                                            <p:graphicEl>
                                              <a:dgm id="{4C52752D-BA7F-48D4-BC8C-73123A95B59A}"/>
                                            </p:graphicEl>
                                          </p:spTgt>
                                        </p:tgtEl>
                                        <p:attrNameLst>
                                          <p:attrName>style.visibility</p:attrName>
                                        </p:attrNameLst>
                                      </p:cBhvr>
                                      <p:to>
                                        <p:strVal val="visible"/>
                                      </p:to>
                                    </p:set>
                                    <p:anim calcmode="lin" valueType="num">
                                      <p:cBhvr>
                                        <p:cTn id="375" dur="1000" fill="hold"/>
                                        <p:tgtEl>
                                          <p:spTgt spid="2">
                                            <p:graphicEl>
                                              <a:dgm id="{4C52752D-BA7F-48D4-BC8C-73123A95B59A}"/>
                                            </p:graphicEl>
                                          </p:spTgt>
                                        </p:tgtEl>
                                        <p:attrNameLst>
                                          <p:attrName>ppt_w</p:attrName>
                                        </p:attrNameLst>
                                      </p:cBhvr>
                                      <p:tavLst>
                                        <p:tav tm="0">
                                          <p:val>
                                            <p:fltVal val="0"/>
                                          </p:val>
                                        </p:tav>
                                        <p:tav tm="100000">
                                          <p:val>
                                            <p:strVal val="#ppt_w"/>
                                          </p:val>
                                        </p:tav>
                                      </p:tavLst>
                                    </p:anim>
                                    <p:anim calcmode="lin" valueType="num">
                                      <p:cBhvr>
                                        <p:cTn id="376" dur="1000" fill="hold"/>
                                        <p:tgtEl>
                                          <p:spTgt spid="2">
                                            <p:graphicEl>
                                              <a:dgm id="{4C52752D-BA7F-48D4-BC8C-73123A95B59A}"/>
                                            </p:graphicEl>
                                          </p:spTgt>
                                        </p:tgtEl>
                                        <p:attrNameLst>
                                          <p:attrName>ppt_h</p:attrName>
                                        </p:attrNameLst>
                                      </p:cBhvr>
                                      <p:tavLst>
                                        <p:tav tm="0">
                                          <p:val>
                                            <p:fltVal val="0"/>
                                          </p:val>
                                        </p:tav>
                                        <p:tav tm="100000">
                                          <p:val>
                                            <p:strVal val="#ppt_h"/>
                                          </p:val>
                                        </p:tav>
                                      </p:tavLst>
                                    </p:anim>
                                    <p:anim calcmode="lin" valueType="num">
                                      <p:cBhvr>
                                        <p:cTn id="377" dur="1000" fill="hold"/>
                                        <p:tgtEl>
                                          <p:spTgt spid="2">
                                            <p:graphicEl>
                                              <a:dgm id="{4C52752D-BA7F-48D4-BC8C-73123A95B59A}"/>
                                            </p:graphicEl>
                                          </p:spTgt>
                                        </p:tgtEl>
                                        <p:attrNameLst>
                                          <p:attrName>style.rotation</p:attrName>
                                        </p:attrNameLst>
                                      </p:cBhvr>
                                      <p:tavLst>
                                        <p:tav tm="0">
                                          <p:val>
                                            <p:fltVal val="90"/>
                                          </p:val>
                                        </p:tav>
                                        <p:tav tm="100000">
                                          <p:val>
                                            <p:fltVal val="0"/>
                                          </p:val>
                                        </p:tav>
                                      </p:tavLst>
                                    </p:anim>
                                    <p:animEffect transition="in" filter="fade">
                                      <p:cBhvr>
                                        <p:cTn id="378" dur="1000"/>
                                        <p:tgtEl>
                                          <p:spTgt spid="2">
                                            <p:graphicEl>
                                              <a:dgm id="{4C52752D-BA7F-48D4-BC8C-73123A95B59A}"/>
                                            </p:graphicEl>
                                          </p:spTgt>
                                        </p:tgtEl>
                                      </p:cBhvr>
                                    </p:animEffect>
                                  </p:childTnLst>
                                </p:cTn>
                              </p:par>
                              <p:par>
                                <p:cTn id="379" presetID="31" presetClass="entr" presetSubtype="0" fill="hold" grpId="0" nodeType="withEffect">
                                  <p:stCondLst>
                                    <p:cond delay="0"/>
                                  </p:stCondLst>
                                  <p:childTnLst>
                                    <p:set>
                                      <p:cBhvr>
                                        <p:cTn id="380" dur="1" fill="hold">
                                          <p:stCondLst>
                                            <p:cond delay="0"/>
                                          </p:stCondLst>
                                        </p:cTn>
                                        <p:tgtEl>
                                          <p:spTgt spid="2">
                                            <p:graphicEl>
                                              <a:dgm id="{E61F36D1-4AC8-4211-A94D-629BA48F563F}"/>
                                            </p:graphicEl>
                                          </p:spTgt>
                                        </p:tgtEl>
                                        <p:attrNameLst>
                                          <p:attrName>style.visibility</p:attrName>
                                        </p:attrNameLst>
                                      </p:cBhvr>
                                      <p:to>
                                        <p:strVal val="visible"/>
                                      </p:to>
                                    </p:set>
                                    <p:anim calcmode="lin" valueType="num">
                                      <p:cBhvr>
                                        <p:cTn id="381" dur="1000" fill="hold"/>
                                        <p:tgtEl>
                                          <p:spTgt spid="2">
                                            <p:graphicEl>
                                              <a:dgm id="{E61F36D1-4AC8-4211-A94D-629BA48F563F}"/>
                                            </p:graphicEl>
                                          </p:spTgt>
                                        </p:tgtEl>
                                        <p:attrNameLst>
                                          <p:attrName>ppt_w</p:attrName>
                                        </p:attrNameLst>
                                      </p:cBhvr>
                                      <p:tavLst>
                                        <p:tav tm="0">
                                          <p:val>
                                            <p:fltVal val="0"/>
                                          </p:val>
                                        </p:tav>
                                        <p:tav tm="100000">
                                          <p:val>
                                            <p:strVal val="#ppt_w"/>
                                          </p:val>
                                        </p:tav>
                                      </p:tavLst>
                                    </p:anim>
                                    <p:anim calcmode="lin" valueType="num">
                                      <p:cBhvr>
                                        <p:cTn id="382" dur="1000" fill="hold"/>
                                        <p:tgtEl>
                                          <p:spTgt spid="2">
                                            <p:graphicEl>
                                              <a:dgm id="{E61F36D1-4AC8-4211-A94D-629BA48F563F}"/>
                                            </p:graphicEl>
                                          </p:spTgt>
                                        </p:tgtEl>
                                        <p:attrNameLst>
                                          <p:attrName>ppt_h</p:attrName>
                                        </p:attrNameLst>
                                      </p:cBhvr>
                                      <p:tavLst>
                                        <p:tav tm="0">
                                          <p:val>
                                            <p:fltVal val="0"/>
                                          </p:val>
                                        </p:tav>
                                        <p:tav tm="100000">
                                          <p:val>
                                            <p:strVal val="#ppt_h"/>
                                          </p:val>
                                        </p:tav>
                                      </p:tavLst>
                                    </p:anim>
                                    <p:anim calcmode="lin" valueType="num">
                                      <p:cBhvr>
                                        <p:cTn id="383" dur="1000" fill="hold"/>
                                        <p:tgtEl>
                                          <p:spTgt spid="2">
                                            <p:graphicEl>
                                              <a:dgm id="{E61F36D1-4AC8-4211-A94D-629BA48F563F}"/>
                                            </p:graphicEl>
                                          </p:spTgt>
                                        </p:tgtEl>
                                        <p:attrNameLst>
                                          <p:attrName>style.rotation</p:attrName>
                                        </p:attrNameLst>
                                      </p:cBhvr>
                                      <p:tavLst>
                                        <p:tav tm="0">
                                          <p:val>
                                            <p:fltVal val="90"/>
                                          </p:val>
                                        </p:tav>
                                        <p:tav tm="100000">
                                          <p:val>
                                            <p:fltVal val="0"/>
                                          </p:val>
                                        </p:tav>
                                      </p:tavLst>
                                    </p:anim>
                                    <p:animEffect transition="in" filter="fade">
                                      <p:cBhvr>
                                        <p:cTn id="384" dur="1000"/>
                                        <p:tgtEl>
                                          <p:spTgt spid="2">
                                            <p:graphicEl>
                                              <a:dgm id="{E61F36D1-4AC8-4211-A94D-629BA48F563F}"/>
                                            </p:graphicEl>
                                          </p:spTgt>
                                        </p:tgtEl>
                                      </p:cBhvr>
                                    </p:animEffect>
                                  </p:childTnLst>
                                </p:cTn>
                              </p:par>
                              <p:par>
                                <p:cTn id="385" presetID="31" presetClass="entr" presetSubtype="0" fill="hold" grpId="0" nodeType="withEffect">
                                  <p:stCondLst>
                                    <p:cond delay="0"/>
                                  </p:stCondLst>
                                  <p:childTnLst>
                                    <p:set>
                                      <p:cBhvr>
                                        <p:cTn id="386" dur="1" fill="hold">
                                          <p:stCondLst>
                                            <p:cond delay="0"/>
                                          </p:stCondLst>
                                        </p:cTn>
                                        <p:tgtEl>
                                          <p:spTgt spid="2">
                                            <p:graphicEl>
                                              <a:dgm id="{FE3E39C7-1E1F-4E93-AB4E-B6B8F28F1C54}"/>
                                            </p:graphicEl>
                                          </p:spTgt>
                                        </p:tgtEl>
                                        <p:attrNameLst>
                                          <p:attrName>style.visibility</p:attrName>
                                        </p:attrNameLst>
                                      </p:cBhvr>
                                      <p:to>
                                        <p:strVal val="visible"/>
                                      </p:to>
                                    </p:set>
                                    <p:anim calcmode="lin" valueType="num">
                                      <p:cBhvr>
                                        <p:cTn id="387" dur="1000" fill="hold"/>
                                        <p:tgtEl>
                                          <p:spTgt spid="2">
                                            <p:graphicEl>
                                              <a:dgm id="{FE3E39C7-1E1F-4E93-AB4E-B6B8F28F1C54}"/>
                                            </p:graphicEl>
                                          </p:spTgt>
                                        </p:tgtEl>
                                        <p:attrNameLst>
                                          <p:attrName>ppt_w</p:attrName>
                                        </p:attrNameLst>
                                      </p:cBhvr>
                                      <p:tavLst>
                                        <p:tav tm="0">
                                          <p:val>
                                            <p:fltVal val="0"/>
                                          </p:val>
                                        </p:tav>
                                        <p:tav tm="100000">
                                          <p:val>
                                            <p:strVal val="#ppt_w"/>
                                          </p:val>
                                        </p:tav>
                                      </p:tavLst>
                                    </p:anim>
                                    <p:anim calcmode="lin" valueType="num">
                                      <p:cBhvr>
                                        <p:cTn id="388" dur="1000" fill="hold"/>
                                        <p:tgtEl>
                                          <p:spTgt spid="2">
                                            <p:graphicEl>
                                              <a:dgm id="{FE3E39C7-1E1F-4E93-AB4E-B6B8F28F1C54}"/>
                                            </p:graphicEl>
                                          </p:spTgt>
                                        </p:tgtEl>
                                        <p:attrNameLst>
                                          <p:attrName>ppt_h</p:attrName>
                                        </p:attrNameLst>
                                      </p:cBhvr>
                                      <p:tavLst>
                                        <p:tav tm="0">
                                          <p:val>
                                            <p:fltVal val="0"/>
                                          </p:val>
                                        </p:tav>
                                        <p:tav tm="100000">
                                          <p:val>
                                            <p:strVal val="#ppt_h"/>
                                          </p:val>
                                        </p:tav>
                                      </p:tavLst>
                                    </p:anim>
                                    <p:anim calcmode="lin" valueType="num">
                                      <p:cBhvr>
                                        <p:cTn id="389" dur="1000" fill="hold"/>
                                        <p:tgtEl>
                                          <p:spTgt spid="2">
                                            <p:graphicEl>
                                              <a:dgm id="{FE3E39C7-1E1F-4E93-AB4E-B6B8F28F1C54}"/>
                                            </p:graphicEl>
                                          </p:spTgt>
                                        </p:tgtEl>
                                        <p:attrNameLst>
                                          <p:attrName>style.rotation</p:attrName>
                                        </p:attrNameLst>
                                      </p:cBhvr>
                                      <p:tavLst>
                                        <p:tav tm="0">
                                          <p:val>
                                            <p:fltVal val="90"/>
                                          </p:val>
                                        </p:tav>
                                        <p:tav tm="100000">
                                          <p:val>
                                            <p:fltVal val="0"/>
                                          </p:val>
                                        </p:tav>
                                      </p:tavLst>
                                    </p:anim>
                                    <p:animEffect transition="in" filter="fade">
                                      <p:cBhvr>
                                        <p:cTn id="390" dur="1000"/>
                                        <p:tgtEl>
                                          <p:spTgt spid="2">
                                            <p:graphicEl>
                                              <a:dgm id="{FE3E39C7-1E1F-4E93-AB4E-B6B8F28F1C54}"/>
                                            </p:graphicEl>
                                          </p:spTgt>
                                        </p:tgtEl>
                                      </p:cBhvr>
                                    </p:animEffect>
                                  </p:childTnLst>
                                </p:cTn>
                              </p:par>
                              <p:par>
                                <p:cTn id="391" presetID="31" presetClass="entr" presetSubtype="0" fill="hold" grpId="0" nodeType="withEffect">
                                  <p:stCondLst>
                                    <p:cond delay="0"/>
                                  </p:stCondLst>
                                  <p:childTnLst>
                                    <p:set>
                                      <p:cBhvr>
                                        <p:cTn id="392" dur="1" fill="hold">
                                          <p:stCondLst>
                                            <p:cond delay="0"/>
                                          </p:stCondLst>
                                        </p:cTn>
                                        <p:tgtEl>
                                          <p:spTgt spid="2">
                                            <p:graphicEl>
                                              <a:dgm id="{B2836AF2-A947-468E-916E-3BD015F95588}"/>
                                            </p:graphicEl>
                                          </p:spTgt>
                                        </p:tgtEl>
                                        <p:attrNameLst>
                                          <p:attrName>style.visibility</p:attrName>
                                        </p:attrNameLst>
                                      </p:cBhvr>
                                      <p:to>
                                        <p:strVal val="visible"/>
                                      </p:to>
                                    </p:set>
                                    <p:anim calcmode="lin" valueType="num">
                                      <p:cBhvr>
                                        <p:cTn id="393" dur="1000" fill="hold"/>
                                        <p:tgtEl>
                                          <p:spTgt spid="2">
                                            <p:graphicEl>
                                              <a:dgm id="{B2836AF2-A947-468E-916E-3BD015F95588}"/>
                                            </p:graphicEl>
                                          </p:spTgt>
                                        </p:tgtEl>
                                        <p:attrNameLst>
                                          <p:attrName>ppt_w</p:attrName>
                                        </p:attrNameLst>
                                      </p:cBhvr>
                                      <p:tavLst>
                                        <p:tav tm="0">
                                          <p:val>
                                            <p:fltVal val="0"/>
                                          </p:val>
                                        </p:tav>
                                        <p:tav tm="100000">
                                          <p:val>
                                            <p:strVal val="#ppt_w"/>
                                          </p:val>
                                        </p:tav>
                                      </p:tavLst>
                                    </p:anim>
                                    <p:anim calcmode="lin" valueType="num">
                                      <p:cBhvr>
                                        <p:cTn id="394" dur="1000" fill="hold"/>
                                        <p:tgtEl>
                                          <p:spTgt spid="2">
                                            <p:graphicEl>
                                              <a:dgm id="{B2836AF2-A947-468E-916E-3BD015F95588}"/>
                                            </p:graphicEl>
                                          </p:spTgt>
                                        </p:tgtEl>
                                        <p:attrNameLst>
                                          <p:attrName>ppt_h</p:attrName>
                                        </p:attrNameLst>
                                      </p:cBhvr>
                                      <p:tavLst>
                                        <p:tav tm="0">
                                          <p:val>
                                            <p:fltVal val="0"/>
                                          </p:val>
                                        </p:tav>
                                        <p:tav tm="100000">
                                          <p:val>
                                            <p:strVal val="#ppt_h"/>
                                          </p:val>
                                        </p:tav>
                                      </p:tavLst>
                                    </p:anim>
                                    <p:anim calcmode="lin" valueType="num">
                                      <p:cBhvr>
                                        <p:cTn id="395" dur="1000" fill="hold"/>
                                        <p:tgtEl>
                                          <p:spTgt spid="2">
                                            <p:graphicEl>
                                              <a:dgm id="{B2836AF2-A947-468E-916E-3BD015F95588}"/>
                                            </p:graphicEl>
                                          </p:spTgt>
                                        </p:tgtEl>
                                        <p:attrNameLst>
                                          <p:attrName>style.rotation</p:attrName>
                                        </p:attrNameLst>
                                      </p:cBhvr>
                                      <p:tavLst>
                                        <p:tav tm="0">
                                          <p:val>
                                            <p:fltVal val="90"/>
                                          </p:val>
                                        </p:tav>
                                        <p:tav tm="100000">
                                          <p:val>
                                            <p:fltVal val="0"/>
                                          </p:val>
                                        </p:tav>
                                      </p:tavLst>
                                    </p:anim>
                                    <p:animEffect transition="in" filter="fade">
                                      <p:cBhvr>
                                        <p:cTn id="396" dur="1000"/>
                                        <p:tgtEl>
                                          <p:spTgt spid="2">
                                            <p:graphicEl>
                                              <a:dgm id="{B2836AF2-A947-468E-916E-3BD015F95588}"/>
                                            </p:graphicEl>
                                          </p:spTgt>
                                        </p:tgtEl>
                                      </p:cBhvr>
                                    </p:animEffect>
                                  </p:childTnLst>
                                </p:cTn>
                              </p:par>
                              <p:par>
                                <p:cTn id="397" presetID="31" presetClass="entr" presetSubtype="0" fill="hold" grpId="0" nodeType="withEffect">
                                  <p:stCondLst>
                                    <p:cond delay="0"/>
                                  </p:stCondLst>
                                  <p:childTnLst>
                                    <p:set>
                                      <p:cBhvr>
                                        <p:cTn id="398" dur="1" fill="hold">
                                          <p:stCondLst>
                                            <p:cond delay="0"/>
                                          </p:stCondLst>
                                        </p:cTn>
                                        <p:tgtEl>
                                          <p:spTgt spid="2">
                                            <p:graphicEl>
                                              <a:dgm id="{CF98EE0A-3D98-4807-81BA-A081DF8E45E1}"/>
                                            </p:graphicEl>
                                          </p:spTgt>
                                        </p:tgtEl>
                                        <p:attrNameLst>
                                          <p:attrName>style.visibility</p:attrName>
                                        </p:attrNameLst>
                                      </p:cBhvr>
                                      <p:to>
                                        <p:strVal val="visible"/>
                                      </p:to>
                                    </p:set>
                                    <p:anim calcmode="lin" valueType="num">
                                      <p:cBhvr>
                                        <p:cTn id="399" dur="1000" fill="hold"/>
                                        <p:tgtEl>
                                          <p:spTgt spid="2">
                                            <p:graphicEl>
                                              <a:dgm id="{CF98EE0A-3D98-4807-81BA-A081DF8E45E1}"/>
                                            </p:graphicEl>
                                          </p:spTgt>
                                        </p:tgtEl>
                                        <p:attrNameLst>
                                          <p:attrName>ppt_w</p:attrName>
                                        </p:attrNameLst>
                                      </p:cBhvr>
                                      <p:tavLst>
                                        <p:tav tm="0">
                                          <p:val>
                                            <p:fltVal val="0"/>
                                          </p:val>
                                        </p:tav>
                                        <p:tav tm="100000">
                                          <p:val>
                                            <p:strVal val="#ppt_w"/>
                                          </p:val>
                                        </p:tav>
                                      </p:tavLst>
                                    </p:anim>
                                    <p:anim calcmode="lin" valueType="num">
                                      <p:cBhvr>
                                        <p:cTn id="400" dur="1000" fill="hold"/>
                                        <p:tgtEl>
                                          <p:spTgt spid="2">
                                            <p:graphicEl>
                                              <a:dgm id="{CF98EE0A-3D98-4807-81BA-A081DF8E45E1}"/>
                                            </p:graphicEl>
                                          </p:spTgt>
                                        </p:tgtEl>
                                        <p:attrNameLst>
                                          <p:attrName>ppt_h</p:attrName>
                                        </p:attrNameLst>
                                      </p:cBhvr>
                                      <p:tavLst>
                                        <p:tav tm="0">
                                          <p:val>
                                            <p:fltVal val="0"/>
                                          </p:val>
                                        </p:tav>
                                        <p:tav tm="100000">
                                          <p:val>
                                            <p:strVal val="#ppt_h"/>
                                          </p:val>
                                        </p:tav>
                                      </p:tavLst>
                                    </p:anim>
                                    <p:anim calcmode="lin" valueType="num">
                                      <p:cBhvr>
                                        <p:cTn id="401" dur="1000" fill="hold"/>
                                        <p:tgtEl>
                                          <p:spTgt spid="2">
                                            <p:graphicEl>
                                              <a:dgm id="{CF98EE0A-3D98-4807-81BA-A081DF8E45E1}"/>
                                            </p:graphicEl>
                                          </p:spTgt>
                                        </p:tgtEl>
                                        <p:attrNameLst>
                                          <p:attrName>style.rotation</p:attrName>
                                        </p:attrNameLst>
                                      </p:cBhvr>
                                      <p:tavLst>
                                        <p:tav tm="0">
                                          <p:val>
                                            <p:fltVal val="90"/>
                                          </p:val>
                                        </p:tav>
                                        <p:tav tm="100000">
                                          <p:val>
                                            <p:fltVal val="0"/>
                                          </p:val>
                                        </p:tav>
                                      </p:tavLst>
                                    </p:anim>
                                    <p:animEffect transition="in" filter="fade">
                                      <p:cBhvr>
                                        <p:cTn id="402" dur="1000"/>
                                        <p:tgtEl>
                                          <p:spTgt spid="2">
                                            <p:graphicEl>
                                              <a:dgm id="{CF98EE0A-3D98-4807-81BA-A081DF8E45E1}"/>
                                            </p:graphicEl>
                                          </p:spTgt>
                                        </p:tgtEl>
                                      </p:cBhvr>
                                    </p:animEffect>
                                  </p:childTnLst>
                                </p:cTn>
                              </p:par>
                              <p:par>
                                <p:cTn id="403" presetID="31" presetClass="entr" presetSubtype="0" fill="hold" grpId="0" nodeType="withEffect">
                                  <p:stCondLst>
                                    <p:cond delay="0"/>
                                  </p:stCondLst>
                                  <p:childTnLst>
                                    <p:set>
                                      <p:cBhvr>
                                        <p:cTn id="404" dur="1" fill="hold">
                                          <p:stCondLst>
                                            <p:cond delay="0"/>
                                          </p:stCondLst>
                                        </p:cTn>
                                        <p:tgtEl>
                                          <p:spTgt spid="2">
                                            <p:graphicEl>
                                              <a:dgm id="{27B643BF-3BBA-4771-B4B6-CEDE383E3838}"/>
                                            </p:graphicEl>
                                          </p:spTgt>
                                        </p:tgtEl>
                                        <p:attrNameLst>
                                          <p:attrName>style.visibility</p:attrName>
                                        </p:attrNameLst>
                                      </p:cBhvr>
                                      <p:to>
                                        <p:strVal val="visible"/>
                                      </p:to>
                                    </p:set>
                                    <p:anim calcmode="lin" valueType="num">
                                      <p:cBhvr>
                                        <p:cTn id="405" dur="1000" fill="hold"/>
                                        <p:tgtEl>
                                          <p:spTgt spid="2">
                                            <p:graphicEl>
                                              <a:dgm id="{27B643BF-3BBA-4771-B4B6-CEDE383E3838}"/>
                                            </p:graphicEl>
                                          </p:spTgt>
                                        </p:tgtEl>
                                        <p:attrNameLst>
                                          <p:attrName>ppt_w</p:attrName>
                                        </p:attrNameLst>
                                      </p:cBhvr>
                                      <p:tavLst>
                                        <p:tav tm="0">
                                          <p:val>
                                            <p:fltVal val="0"/>
                                          </p:val>
                                        </p:tav>
                                        <p:tav tm="100000">
                                          <p:val>
                                            <p:strVal val="#ppt_w"/>
                                          </p:val>
                                        </p:tav>
                                      </p:tavLst>
                                    </p:anim>
                                    <p:anim calcmode="lin" valueType="num">
                                      <p:cBhvr>
                                        <p:cTn id="406" dur="1000" fill="hold"/>
                                        <p:tgtEl>
                                          <p:spTgt spid="2">
                                            <p:graphicEl>
                                              <a:dgm id="{27B643BF-3BBA-4771-B4B6-CEDE383E3838}"/>
                                            </p:graphicEl>
                                          </p:spTgt>
                                        </p:tgtEl>
                                        <p:attrNameLst>
                                          <p:attrName>ppt_h</p:attrName>
                                        </p:attrNameLst>
                                      </p:cBhvr>
                                      <p:tavLst>
                                        <p:tav tm="0">
                                          <p:val>
                                            <p:fltVal val="0"/>
                                          </p:val>
                                        </p:tav>
                                        <p:tav tm="100000">
                                          <p:val>
                                            <p:strVal val="#ppt_h"/>
                                          </p:val>
                                        </p:tav>
                                      </p:tavLst>
                                    </p:anim>
                                    <p:anim calcmode="lin" valueType="num">
                                      <p:cBhvr>
                                        <p:cTn id="407" dur="1000" fill="hold"/>
                                        <p:tgtEl>
                                          <p:spTgt spid="2">
                                            <p:graphicEl>
                                              <a:dgm id="{27B643BF-3BBA-4771-B4B6-CEDE383E3838}"/>
                                            </p:graphicEl>
                                          </p:spTgt>
                                        </p:tgtEl>
                                        <p:attrNameLst>
                                          <p:attrName>style.rotation</p:attrName>
                                        </p:attrNameLst>
                                      </p:cBhvr>
                                      <p:tavLst>
                                        <p:tav tm="0">
                                          <p:val>
                                            <p:fltVal val="90"/>
                                          </p:val>
                                        </p:tav>
                                        <p:tav tm="100000">
                                          <p:val>
                                            <p:fltVal val="0"/>
                                          </p:val>
                                        </p:tav>
                                      </p:tavLst>
                                    </p:anim>
                                    <p:animEffect transition="in" filter="fade">
                                      <p:cBhvr>
                                        <p:cTn id="408" dur="1000"/>
                                        <p:tgtEl>
                                          <p:spTgt spid="2">
                                            <p:graphicEl>
                                              <a:dgm id="{27B643BF-3BBA-4771-B4B6-CEDE383E3838}"/>
                                            </p:graphicEl>
                                          </p:spTgt>
                                        </p:tgtEl>
                                      </p:cBhvr>
                                    </p:animEffect>
                                  </p:childTnLst>
                                </p:cTn>
                              </p:par>
                              <p:par>
                                <p:cTn id="409" presetID="31" presetClass="entr" presetSubtype="0" fill="hold" grpId="0" nodeType="withEffect">
                                  <p:stCondLst>
                                    <p:cond delay="0"/>
                                  </p:stCondLst>
                                  <p:childTnLst>
                                    <p:set>
                                      <p:cBhvr>
                                        <p:cTn id="410" dur="1" fill="hold">
                                          <p:stCondLst>
                                            <p:cond delay="0"/>
                                          </p:stCondLst>
                                        </p:cTn>
                                        <p:tgtEl>
                                          <p:spTgt spid="2">
                                            <p:graphicEl>
                                              <a:dgm id="{1BD5EEBC-85ED-4F0E-BBE3-710070AA107D}"/>
                                            </p:graphicEl>
                                          </p:spTgt>
                                        </p:tgtEl>
                                        <p:attrNameLst>
                                          <p:attrName>style.visibility</p:attrName>
                                        </p:attrNameLst>
                                      </p:cBhvr>
                                      <p:to>
                                        <p:strVal val="visible"/>
                                      </p:to>
                                    </p:set>
                                    <p:anim calcmode="lin" valueType="num">
                                      <p:cBhvr>
                                        <p:cTn id="411" dur="1000" fill="hold"/>
                                        <p:tgtEl>
                                          <p:spTgt spid="2">
                                            <p:graphicEl>
                                              <a:dgm id="{1BD5EEBC-85ED-4F0E-BBE3-710070AA107D}"/>
                                            </p:graphicEl>
                                          </p:spTgt>
                                        </p:tgtEl>
                                        <p:attrNameLst>
                                          <p:attrName>ppt_w</p:attrName>
                                        </p:attrNameLst>
                                      </p:cBhvr>
                                      <p:tavLst>
                                        <p:tav tm="0">
                                          <p:val>
                                            <p:fltVal val="0"/>
                                          </p:val>
                                        </p:tav>
                                        <p:tav tm="100000">
                                          <p:val>
                                            <p:strVal val="#ppt_w"/>
                                          </p:val>
                                        </p:tav>
                                      </p:tavLst>
                                    </p:anim>
                                    <p:anim calcmode="lin" valueType="num">
                                      <p:cBhvr>
                                        <p:cTn id="412" dur="1000" fill="hold"/>
                                        <p:tgtEl>
                                          <p:spTgt spid="2">
                                            <p:graphicEl>
                                              <a:dgm id="{1BD5EEBC-85ED-4F0E-BBE3-710070AA107D}"/>
                                            </p:graphicEl>
                                          </p:spTgt>
                                        </p:tgtEl>
                                        <p:attrNameLst>
                                          <p:attrName>ppt_h</p:attrName>
                                        </p:attrNameLst>
                                      </p:cBhvr>
                                      <p:tavLst>
                                        <p:tav tm="0">
                                          <p:val>
                                            <p:fltVal val="0"/>
                                          </p:val>
                                        </p:tav>
                                        <p:tav tm="100000">
                                          <p:val>
                                            <p:strVal val="#ppt_h"/>
                                          </p:val>
                                        </p:tav>
                                      </p:tavLst>
                                    </p:anim>
                                    <p:anim calcmode="lin" valueType="num">
                                      <p:cBhvr>
                                        <p:cTn id="413" dur="1000" fill="hold"/>
                                        <p:tgtEl>
                                          <p:spTgt spid="2">
                                            <p:graphicEl>
                                              <a:dgm id="{1BD5EEBC-85ED-4F0E-BBE3-710070AA107D}"/>
                                            </p:graphicEl>
                                          </p:spTgt>
                                        </p:tgtEl>
                                        <p:attrNameLst>
                                          <p:attrName>style.rotation</p:attrName>
                                        </p:attrNameLst>
                                      </p:cBhvr>
                                      <p:tavLst>
                                        <p:tav tm="0">
                                          <p:val>
                                            <p:fltVal val="90"/>
                                          </p:val>
                                        </p:tav>
                                        <p:tav tm="100000">
                                          <p:val>
                                            <p:fltVal val="0"/>
                                          </p:val>
                                        </p:tav>
                                      </p:tavLst>
                                    </p:anim>
                                    <p:animEffect transition="in" filter="fade">
                                      <p:cBhvr>
                                        <p:cTn id="414" dur="1000"/>
                                        <p:tgtEl>
                                          <p:spTgt spid="2">
                                            <p:graphicEl>
                                              <a:dgm id="{1BD5EEBC-85ED-4F0E-BBE3-710070AA107D}"/>
                                            </p:graphicEl>
                                          </p:spTgt>
                                        </p:tgtEl>
                                      </p:cBhvr>
                                    </p:animEffect>
                                  </p:childTnLst>
                                </p:cTn>
                              </p:par>
                              <p:par>
                                <p:cTn id="415" presetID="31" presetClass="entr" presetSubtype="0" fill="hold" grpId="0" nodeType="withEffect">
                                  <p:stCondLst>
                                    <p:cond delay="0"/>
                                  </p:stCondLst>
                                  <p:childTnLst>
                                    <p:set>
                                      <p:cBhvr>
                                        <p:cTn id="416" dur="1" fill="hold">
                                          <p:stCondLst>
                                            <p:cond delay="0"/>
                                          </p:stCondLst>
                                        </p:cTn>
                                        <p:tgtEl>
                                          <p:spTgt spid="2">
                                            <p:graphicEl>
                                              <a:dgm id="{8273E476-6193-476D-BEA1-87A4E7269FAF}"/>
                                            </p:graphicEl>
                                          </p:spTgt>
                                        </p:tgtEl>
                                        <p:attrNameLst>
                                          <p:attrName>style.visibility</p:attrName>
                                        </p:attrNameLst>
                                      </p:cBhvr>
                                      <p:to>
                                        <p:strVal val="visible"/>
                                      </p:to>
                                    </p:set>
                                    <p:anim calcmode="lin" valueType="num">
                                      <p:cBhvr>
                                        <p:cTn id="417" dur="1000" fill="hold"/>
                                        <p:tgtEl>
                                          <p:spTgt spid="2">
                                            <p:graphicEl>
                                              <a:dgm id="{8273E476-6193-476D-BEA1-87A4E7269FAF}"/>
                                            </p:graphicEl>
                                          </p:spTgt>
                                        </p:tgtEl>
                                        <p:attrNameLst>
                                          <p:attrName>ppt_w</p:attrName>
                                        </p:attrNameLst>
                                      </p:cBhvr>
                                      <p:tavLst>
                                        <p:tav tm="0">
                                          <p:val>
                                            <p:fltVal val="0"/>
                                          </p:val>
                                        </p:tav>
                                        <p:tav tm="100000">
                                          <p:val>
                                            <p:strVal val="#ppt_w"/>
                                          </p:val>
                                        </p:tav>
                                      </p:tavLst>
                                    </p:anim>
                                    <p:anim calcmode="lin" valueType="num">
                                      <p:cBhvr>
                                        <p:cTn id="418" dur="1000" fill="hold"/>
                                        <p:tgtEl>
                                          <p:spTgt spid="2">
                                            <p:graphicEl>
                                              <a:dgm id="{8273E476-6193-476D-BEA1-87A4E7269FAF}"/>
                                            </p:graphicEl>
                                          </p:spTgt>
                                        </p:tgtEl>
                                        <p:attrNameLst>
                                          <p:attrName>ppt_h</p:attrName>
                                        </p:attrNameLst>
                                      </p:cBhvr>
                                      <p:tavLst>
                                        <p:tav tm="0">
                                          <p:val>
                                            <p:fltVal val="0"/>
                                          </p:val>
                                        </p:tav>
                                        <p:tav tm="100000">
                                          <p:val>
                                            <p:strVal val="#ppt_h"/>
                                          </p:val>
                                        </p:tav>
                                      </p:tavLst>
                                    </p:anim>
                                    <p:anim calcmode="lin" valueType="num">
                                      <p:cBhvr>
                                        <p:cTn id="419" dur="1000" fill="hold"/>
                                        <p:tgtEl>
                                          <p:spTgt spid="2">
                                            <p:graphicEl>
                                              <a:dgm id="{8273E476-6193-476D-BEA1-87A4E7269FAF}"/>
                                            </p:graphicEl>
                                          </p:spTgt>
                                        </p:tgtEl>
                                        <p:attrNameLst>
                                          <p:attrName>style.rotation</p:attrName>
                                        </p:attrNameLst>
                                      </p:cBhvr>
                                      <p:tavLst>
                                        <p:tav tm="0">
                                          <p:val>
                                            <p:fltVal val="90"/>
                                          </p:val>
                                        </p:tav>
                                        <p:tav tm="100000">
                                          <p:val>
                                            <p:fltVal val="0"/>
                                          </p:val>
                                        </p:tav>
                                      </p:tavLst>
                                    </p:anim>
                                    <p:animEffect transition="in" filter="fade">
                                      <p:cBhvr>
                                        <p:cTn id="420" dur="1000"/>
                                        <p:tgtEl>
                                          <p:spTgt spid="2">
                                            <p:graphicEl>
                                              <a:dgm id="{8273E476-6193-476D-BEA1-87A4E7269FAF}"/>
                                            </p:graphicEl>
                                          </p:spTgt>
                                        </p:tgtEl>
                                      </p:cBhvr>
                                    </p:animEffect>
                                  </p:childTnLst>
                                </p:cTn>
                              </p:par>
                              <p:par>
                                <p:cTn id="421" presetID="31" presetClass="entr" presetSubtype="0" fill="hold" grpId="0" nodeType="withEffect">
                                  <p:stCondLst>
                                    <p:cond delay="0"/>
                                  </p:stCondLst>
                                  <p:childTnLst>
                                    <p:set>
                                      <p:cBhvr>
                                        <p:cTn id="422" dur="1" fill="hold">
                                          <p:stCondLst>
                                            <p:cond delay="0"/>
                                          </p:stCondLst>
                                        </p:cTn>
                                        <p:tgtEl>
                                          <p:spTgt spid="2">
                                            <p:graphicEl>
                                              <a:dgm id="{908AF027-F27E-4EF0-9481-A72BB76686D5}"/>
                                            </p:graphicEl>
                                          </p:spTgt>
                                        </p:tgtEl>
                                        <p:attrNameLst>
                                          <p:attrName>style.visibility</p:attrName>
                                        </p:attrNameLst>
                                      </p:cBhvr>
                                      <p:to>
                                        <p:strVal val="visible"/>
                                      </p:to>
                                    </p:set>
                                    <p:anim calcmode="lin" valueType="num">
                                      <p:cBhvr>
                                        <p:cTn id="423" dur="1000" fill="hold"/>
                                        <p:tgtEl>
                                          <p:spTgt spid="2">
                                            <p:graphicEl>
                                              <a:dgm id="{908AF027-F27E-4EF0-9481-A72BB76686D5}"/>
                                            </p:graphicEl>
                                          </p:spTgt>
                                        </p:tgtEl>
                                        <p:attrNameLst>
                                          <p:attrName>ppt_w</p:attrName>
                                        </p:attrNameLst>
                                      </p:cBhvr>
                                      <p:tavLst>
                                        <p:tav tm="0">
                                          <p:val>
                                            <p:fltVal val="0"/>
                                          </p:val>
                                        </p:tav>
                                        <p:tav tm="100000">
                                          <p:val>
                                            <p:strVal val="#ppt_w"/>
                                          </p:val>
                                        </p:tav>
                                      </p:tavLst>
                                    </p:anim>
                                    <p:anim calcmode="lin" valueType="num">
                                      <p:cBhvr>
                                        <p:cTn id="424" dur="1000" fill="hold"/>
                                        <p:tgtEl>
                                          <p:spTgt spid="2">
                                            <p:graphicEl>
                                              <a:dgm id="{908AF027-F27E-4EF0-9481-A72BB76686D5}"/>
                                            </p:graphicEl>
                                          </p:spTgt>
                                        </p:tgtEl>
                                        <p:attrNameLst>
                                          <p:attrName>ppt_h</p:attrName>
                                        </p:attrNameLst>
                                      </p:cBhvr>
                                      <p:tavLst>
                                        <p:tav tm="0">
                                          <p:val>
                                            <p:fltVal val="0"/>
                                          </p:val>
                                        </p:tav>
                                        <p:tav tm="100000">
                                          <p:val>
                                            <p:strVal val="#ppt_h"/>
                                          </p:val>
                                        </p:tav>
                                      </p:tavLst>
                                    </p:anim>
                                    <p:anim calcmode="lin" valueType="num">
                                      <p:cBhvr>
                                        <p:cTn id="425" dur="1000" fill="hold"/>
                                        <p:tgtEl>
                                          <p:spTgt spid="2">
                                            <p:graphicEl>
                                              <a:dgm id="{908AF027-F27E-4EF0-9481-A72BB76686D5}"/>
                                            </p:graphicEl>
                                          </p:spTgt>
                                        </p:tgtEl>
                                        <p:attrNameLst>
                                          <p:attrName>style.rotation</p:attrName>
                                        </p:attrNameLst>
                                      </p:cBhvr>
                                      <p:tavLst>
                                        <p:tav tm="0">
                                          <p:val>
                                            <p:fltVal val="90"/>
                                          </p:val>
                                        </p:tav>
                                        <p:tav tm="100000">
                                          <p:val>
                                            <p:fltVal val="0"/>
                                          </p:val>
                                        </p:tav>
                                      </p:tavLst>
                                    </p:anim>
                                    <p:animEffect transition="in" filter="fade">
                                      <p:cBhvr>
                                        <p:cTn id="426" dur="1000"/>
                                        <p:tgtEl>
                                          <p:spTgt spid="2">
                                            <p:graphicEl>
                                              <a:dgm id="{908AF027-F27E-4EF0-9481-A72BB76686D5}"/>
                                            </p:graphicEl>
                                          </p:spTgt>
                                        </p:tgtEl>
                                      </p:cBhvr>
                                    </p:animEffect>
                                  </p:childTnLst>
                                </p:cTn>
                              </p:par>
                              <p:par>
                                <p:cTn id="427" presetID="31" presetClass="entr" presetSubtype="0" fill="hold" grpId="0" nodeType="withEffect">
                                  <p:stCondLst>
                                    <p:cond delay="0"/>
                                  </p:stCondLst>
                                  <p:childTnLst>
                                    <p:set>
                                      <p:cBhvr>
                                        <p:cTn id="428" dur="1" fill="hold">
                                          <p:stCondLst>
                                            <p:cond delay="0"/>
                                          </p:stCondLst>
                                        </p:cTn>
                                        <p:tgtEl>
                                          <p:spTgt spid="2">
                                            <p:graphicEl>
                                              <a:dgm id="{062BC5ED-D427-49E9-AD88-0B6DEB723F49}"/>
                                            </p:graphicEl>
                                          </p:spTgt>
                                        </p:tgtEl>
                                        <p:attrNameLst>
                                          <p:attrName>style.visibility</p:attrName>
                                        </p:attrNameLst>
                                      </p:cBhvr>
                                      <p:to>
                                        <p:strVal val="visible"/>
                                      </p:to>
                                    </p:set>
                                    <p:anim calcmode="lin" valueType="num">
                                      <p:cBhvr>
                                        <p:cTn id="429" dur="1000" fill="hold"/>
                                        <p:tgtEl>
                                          <p:spTgt spid="2">
                                            <p:graphicEl>
                                              <a:dgm id="{062BC5ED-D427-49E9-AD88-0B6DEB723F49}"/>
                                            </p:graphicEl>
                                          </p:spTgt>
                                        </p:tgtEl>
                                        <p:attrNameLst>
                                          <p:attrName>ppt_w</p:attrName>
                                        </p:attrNameLst>
                                      </p:cBhvr>
                                      <p:tavLst>
                                        <p:tav tm="0">
                                          <p:val>
                                            <p:fltVal val="0"/>
                                          </p:val>
                                        </p:tav>
                                        <p:tav tm="100000">
                                          <p:val>
                                            <p:strVal val="#ppt_w"/>
                                          </p:val>
                                        </p:tav>
                                      </p:tavLst>
                                    </p:anim>
                                    <p:anim calcmode="lin" valueType="num">
                                      <p:cBhvr>
                                        <p:cTn id="430" dur="1000" fill="hold"/>
                                        <p:tgtEl>
                                          <p:spTgt spid="2">
                                            <p:graphicEl>
                                              <a:dgm id="{062BC5ED-D427-49E9-AD88-0B6DEB723F49}"/>
                                            </p:graphicEl>
                                          </p:spTgt>
                                        </p:tgtEl>
                                        <p:attrNameLst>
                                          <p:attrName>ppt_h</p:attrName>
                                        </p:attrNameLst>
                                      </p:cBhvr>
                                      <p:tavLst>
                                        <p:tav tm="0">
                                          <p:val>
                                            <p:fltVal val="0"/>
                                          </p:val>
                                        </p:tav>
                                        <p:tav tm="100000">
                                          <p:val>
                                            <p:strVal val="#ppt_h"/>
                                          </p:val>
                                        </p:tav>
                                      </p:tavLst>
                                    </p:anim>
                                    <p:anim calcmode="lin" valueType="num">
                                      <p:cBhvr>
                                        <p:cTn id="431" dur="1000" fill="hold"/>
                                        <p:tgtEl>
                                          <p:spTgt spid="2">
                                            <p:graphicEl>
                                              <a:dgm id="{062BC5ED-D427-49E9-AD88-0B6DEB723F49}"/>
                                            </p:graphicEl>
                                          </p:spTgt>
                                        </p:tgtEl>
                                        <p:attrNameLst>
                                          <p:attrName>style.rotation</p:attrName>
                                        </p:attrNameLst>
                                      </p:cBhvr>
                                      <p:tavLst>
                                        <p:tav tm="0">
                                          <p:val>
                                            <p:fltVal val="90"/>
                                          </p:val>
                                        </p:tav>
                                        <p:tav tm="100000">
                                          <p:val>
                                            <p:fltVal val="0"/>
                                          </p:val>
                                        </p:tav>
                                      </p:tavLst>
                                    </p:anim>
                                    <p:animEffect transition="in" filter="fade">
                                      <p:cBhvr>
                                        <p:cTn id="432" dur="1000"/>
                                        <p:tgtEl>
                                          <p:spTgt spid="2">
                                            <p:graphicEl>
                                              <a:dgm id="{062BC5ED-D427-49E9-AD88-0B6DEB723F49}"/>
                                            </p:graphicEl>
                                          </p:spTgt>
                                        </p:tgtEl>
                                      </p:cBhvr>
                                    </p:animEffect>
                                  </p:childTnLst>
                                </p:cTn>
                              </p:par>
                              <p:par>
                                <p:cTn id="433" presetID="31" presetClass="entr" presetSubtype="0" fill="hold" grpId="0" nodeType="withEffect">
                                  <p:stCondLst>
                                    <p:cond delay="0"/>
                                  </p:stCondLst>
                                  <p:childTnLst>
                                    <p:set>
                                      <p:cBhvr>
                                        <p:cTn id="434" dur="1" fill="hold">
                                          <p:stCondLst>
                                            <p:cond delay="0"/>
                                          </p:stCondLst>
                                        </p:cTn>
                                        <p:tgtEl>
                                          <p:spTgt spid="2">
                                            <p:graphicEl>
                                              <a:dgm id="{0A8A50AA-11BB-4580-A8DE-6BBC925D9AFD}"/>
                                            </p:graphicEl>
                                          </p:spTgt>
                                        </p:tgtEl>
                                        <p:attrNameLst>
                                          <p:attrName>style.visibility</p:attrName>
                                        </p:attrNameLst>
                                      </p:cBhvr>
                                      <p:to>
                                        <p:strVal val="visible"/>
                                      </p:to>
                                    </p:set>
                                    <p:anim calcmode="lin" valueType="num">
                                      <p:cBhvr>
                                        <p:cTn id="435" dur="1000" fill="hold"/>
                                        <p:tgtEl>
                                          <p:spTgt spid="2">
                                            <p:graphicEl>
                                              <a:dgm id="{0A8A50AA-11BB-4580-A8DE-6BBC925D9AFD}"/>
                                            </p:graphicEl>
                                          </p:spTgt>
                                        </p:tgtEl>
                                        <p:attrNameLst>
                                          <p:attrName>ppt_w</p:attrName>
                                        </p:attrNameLst>
                                      </p:cBhvr>
                                      <p:tavLst>
                                        <p:tav tm="0">
                                          <p:val>
                                            <p:fltVal val="0"/>
                                          </p:val>
                                        </p:tav>
                                        <p:tav tm="100000">
                                          <p:val>
                                            <p:strVal val="#ppt_w"/>
                                          </p:val>
                                        </p:tav>
                                      </p:tavLst>
                                    </p:anim>
                                    <p:anim calcmode="lin" valueType="num">
                                      <p:cBhvr>
                                        <p:cTn id="436" dur="1000" fill="hold"/>
                                        <p:tgtEl>
                                          <p:spTgt spid="2">
                                            <p:graphicEl>
                                              <a:dgm id="{0A8A50AA-11BB-4580-A8DE-6BBC925D9AFD}"/>
                                            </p:graphicEl>
                                          </p:spTgt>
                                        </p:tgtEl>
                                        <p:attrNameLst>
                                          <p:attrName>ppt_h</p:attrName>
                                        </p:attrNameLst>
                                      </p:cBhvr>
                                      <p:tavLst>
                                        <p:tav tm="0">
                                          <p:val>
                                            <p:fltVal val="0"/>
                                          </p:val>
                                        </p:tav>
                                        <p:tav tm="100000">
                                          <p:val>
                                            <p:strVal val="#ppt_h"/>
                                          </p:val>
                                        </p:tav>
                                      </p:tavLst>
                                    </p:anim>
                                    <p:anim calcmode="lin" valueType="num">
                                      <p:cBhvr>
                                        <p:cTn id="437" dur="1000" fill="hold"/>
                                        <p:tgtEl>
                                          <p:spTgt spid="2">
                                            <p:graphicEl>
                                              <a:dgm id="{0A8A50AA-11BB-4580-A8DE-6BBC925D9AFD}"/>
                                            </p:graphicEl>
                                          </p:spTgt>
                                        </p:tgtEl>
                                        <p:attrNameLst>
                                          <p:attrName>style.rotation</p:attrName>
                                        </p:attrNameLst>
                                      </p:cBhvr>
                                      <p:tavLst>
                                        <p:tav tm="0">
                                          <p:val>
                                            <p:fltVal val="90"/>
                                          </p:val>
                                        </p:tav>
                                        <p:tav tm="100000">
                                          <p:val>
                                            <p:fltVal val="0"/>
                                          </p:val>
                                        </p:tav>
                                      </p:tavLst>
                                    </p:anim>
                                    <p:animEffect transition="in" filter="fade">
                                      <p:cBhvr>
                                        <p:cTn id="438" dur="1000"/>
                                        <p:tgtEl>
                                          <p:spTgt spid="2">
                                            <p:graphicEl>
                                              <a:dgm id="{0A8A50AA-11BB-4580-A8DE-6BBC925D9AFD}"/>
                                            </p:graphicEl>
                                          </p:spTgt>
                                        </p:tgtEl>
                                      </p:cBhvr>
                                    </p:animEffect>
                                  </p:childTnLst>
                                </p:cTn>
                              </p:par>
                              <p:par>
                                <p:cTn id="439" presetID="31" presetClass="entr" presetSubtype="0" fill="hold" grpId="0" nodeType="withEffect">
                                  <p:stCondLst>
                                    <p:cond delay="0"/>
                                  </p:stCondLst>
                                  <p:childTnLst>
                                    <p:set>
                                      <p:cBhvr>
                                        <p:cTn id="440" dur="1" fill="hold">
                                          <p:stCondLst>
                                            <p:cond delay="0"/>
                                          </p:stCondLst>
                                        </p:cTn>
                                        <p:tgtEl>
                                          <p:spTgt spid="2">
                                            <p:graphicEl>
                                              <a:dgm id="{EB7237B6-B313-4E39-84F2-5FD68B670DF3}"/>
                                            </p:graphicEl>
                                          </p:spTgt>
                                        </p:tgtEl>
                                        <p:attrNameLst>
                                          <p:attrName>style.visibility</p:attrName>
                                        </p:attrNameLst>
                                      </p:cBhvr>
                                      <p:to>
                                        <p:strVal val="visible"/>
                                      </p:to>
                                    </p:set>
                                    <p:anim calcmode="lin" valueType="num">
                                      <p:cBhvr>
                                        <p:cTn id="441" dur="1000" fill="hold"/>
                                        <p:tgtEl>
                                          <p:spTgt spid="2">
                                            <p:graphicEl>
                                              <a:dgm id="{EB7237B6-B313-4E39-84F2-5FD68B670DF3}"/>
                                            </p:graphicEl>
                                          </p:spTgt>
                                        </p:tgtEl>
                                        <p:attrNameLst>
                                          <p:attrName>ppt_w</p:attrName>
                                        </p:attrNameLst>
                                      </p:cBhvr>
                                      <p:tavLst>
                                        <p:tav tm="0">
                                          <p:val>
                                            <p:fltVal val="0"/>
                                          </p:val>
                                        </p:tav>
                                        <p:tav tm="100000">
                                          <p:val>
                                            <p:strVal val="#ppt_w"/>
                                          </p:val>
                                        </p:tav>
                                      </p:tavLst>
                                    </p:anim>
                                    <p:anim calcmode="lin" valueType="num">
                                      <p:cBhvr>
                                        <p:cTn id="442" dur="1000" fill="hold"/>
                                        <p:tgtEl>
                                          <p:spTgt spid="2">
                                            <p:graphicEl>
                                              <a:dgm id="{EB7237B6-B313-4E39-84F2-5FD68B670DF3}"/>
                                            </p:graphicEl>
                                          </p:spTgt>
                                        </p:tgtEl>
                                        <p:attrNameLst>
                                          <p:attrName>ppt_h</p:attrName>
                                        </p:attrNameLst>
                                      </p:cBhvr>
                                      <p:tavLst>
                                        <p:tav tm="0">
                                          <p:val>
                                            <p:fltVal val="0"/>
                                          </p:val>
                                        </p:tav>
                                        <p:tav tm="100000">
                                          <p:val>
                                            <p:strVal val="#ppt_h"/>
                                          </p:val>
                                        </p:tav>
                                      </p:tavLst>
                                    </p:anim>
                                    <p:anim calcmode="lin" valueType="num">
                                      <p:cBhvr>
                                        <p:cTn id="443" dur="1000" fill="hold"/>
                                        <p:tgtEl>
                                          <p:spTgt spid="2">
                                            <p:graphicEl>
                                              <a:dgm id="{EB7237B6-B313-4E39-84F2-5FD68B670DF3}"/>
                                            </p:graphicEl>
                                          </p:spTgt>
                                        </p:tgtEl>
                                        <p:attrNameLst>
                                          <p:attrName>style.rotation</p:attrName>
                                        </p:attrNameLst>
                                      </p:cBhvr>
                                      <p:tavLst>
                                        <p:tav tm="0">
                                          <p:val>
                                            <p:fltVal val="90"/>
                                          </p:val>
                                        </p:tav>
                                        <p:tav tm="100000">
                                          <p:val>
                                            <p:fltVal val="0"/>
                                          </p:val>
                                        </p:tav>
                                      </p:tavLst>
                                    </p:anim>
                                    <p:animEffect transition="in" filter="fade">
                                      <p:cBhvr>
                                        <p:cTn id="444" dur="1000"/>
                                        <p:tgtEl>
                                          <p:spTgt spid="2">
                                            <p:graphicEl>
                                              <a:dgm id="{EB7237B6-B313-4E39-84F2-5FD68B670DF3}"/>
                                            </p:graphicEl>
                                          </p:spTgt>
                                        </p:tgtEl>
                                      </p:cBhvr>
                                    </p:animEffect>
                                  </p:childTnLst>
                                </p:cTn>
                              </p:par>
                              <p:par>
                                <p:cTn id="445" presetID="31" presetClass="entr" presetSubtype="0" fill="hold" grpId="0" nodeType="withEffect">
                                  <p:stCondLst>
                                    <p:cond delay="0"/>
                                  </p:stCondLst>
                                  <p:childTnLst>
                                    <p:set>
                                      <p:cBhvr>
                                        <p:cTn id="446" dur="1" fill="hold">
                                          <p:stCondLst>
                                            <p:cond delay="0"/>
                                          </p:stCondLst>
                                        </p:cTn>
                                        <p:tgtEl>
                                          <p:spTgt spid="2">
                                            <p:graphicEl>
                                              <a:dgm id="{BC4C93E6-9CB5-4DEA-B31A-E12F09135331}"/>
                                            </p:graphicEl>
                                          </p:spTgt>
                                        </p:tgtEl>
                                        <p:attrNameLst>
                                          <p:attrName>style.visibility</p:attrName>
                                        </p:attrNameLst>
                                      </p:cBhvr>
                                      <p:to>
                                        <p:strVal val="visible"/>
                                      </p:to>
                                    </p:set>
                                    <p:anim calcmode="lin" valueType="num">
                                      <p:cBhvr>
                                        <p:cTn id="447" dur="1000" fill="hold"/>
                                        <p:tgtEl>
                                          <p:spTgt spid="2">
                                            <p:graphicEl>
                                              <a:dgm id="{BC4C93E6-9CB5-4DEA-B31A-E12F09135331}"/>
                                            </p:graphicEl>
                                          </p:spTgt>
                                        </p:tgtEl>
                                        <p:attrNameLst>
                                          <p:attrName>ppt_w</p:attrName>
                                        </p:attrNameLst>
                                      </p:cBhvr>
                                      <p:tavLst>
                                        <p:tav tm="0">
                                          <p:val>
                                            <p:fltVal val="0"/>
                                          </p:val>
                                        </p:tav>
                                        <p:tav tm="100000">
                                          <p:val>
                                            <p:strVal val="#ppt_w"/>
                                          </p:val>
                                        </p:tav>
                                      </p:tavLst>
                                    </p:anim>
                                    <p:anim calcmode="lin" valueType="num">
                                      <p:cBhvr>
                                        <p:cTn id="448" dur="1000" fill="hold"/>
                                        <p:tgtEl>
                                          <p:spTgt spid="2">
                                            <p:graphicEl>
                                              <a:dgm id="{BC4C93E6-9CB5-4DEA-B31A-E12F09135331}"/>
                                            </p:graphicEl>
                                          </p:spTgt>
                                        </p:tgtEl>
                                        <p:attrNameLst>
                                          <p:attrName>ppt_h</p:attrName>
                                        </p:attrNameLst>
                                      </p:cBhvr>
                                      <p:tavLst>
                                        <p:tav tm="0">
                                          <p:val>
                                            <p:fltVal val="0"/>
                                          </p:val>
                                        </p:tav>
                                        <p:tav tm="100000">
                                          <p:val>
                                            <p:strVal val="#ppt_h"/>
                                          </p:val>
                                        </p:tav>
                                      </p:tavLst>
                                    </p:anim>
                                    <p:anim calcmode="lin" valueType="num">
                                      <p:cBhvr>
                                        <p:cTn id="449" dur="1000" fill="hold"/>
                                        <p:tgtEl>
                                          <p:spTgt spid="2">
                                            <p:graphicEl>
                                              <a:dgm id="{BC4C93E6-9CB5-4DEA-B31A-E12F09135331}"/>
                                            </p:graphicEl>
                                          </p:spTgt>
                                        </p:tgtEl>
                                        <p:attrNameLst>
                                          <p:attrName>style.rotation</p:attrName>
                                        </p:attrNameLst>
                                      </p:cBhvr>
                                      <p:tavLst>
                                        <p:tav tm="0">
                                          <p:val>
                                            <p:fltVal val="90"/>
                                          </p:val>
                                        </p:tav>
                                        <p:tav tm="100000">
                                          <p:val>
                                            <p:fltVal val="0"/>
                                          </p:val>
                                        </p:tav>
                                      </p:tavLst>
                                    </p:anim>
                                    <p:animEffect transition="in" filter="fade">
                                      <p:cBhvr>
                                        <p:cTn id="450" dur="1000"/>
                                        <p:tgtEl>
                                          <p:spTgt spid="2">
                                            <p:graphicEl>
                                              <a:dgm id="{BC4C93E6-9CB5-4DEA-B31A-E12F09135331}"/>
                                            </p:graphicEl>
                                          </p:spTgt>
                                        </p:tgtEl>
                                      </p:cBhvr>
                                    </p:animEffect>
                                  </p:childTnLst>
                                </p:cTn>
                              </p:par>
                              <p:par>
                                <p:cTn id="451" presetID="31" presetClass="entr" presetSubtype="0" fill="hold" grpId="0" nodeType="withEffect">
                                  <p:stCondLst>
                                    <p:cond delay="0"/>
                                  </p:stCondLst>
                                  <p:childTnLst>
                                    <p:set>
                                      <p:cBhvr>
                                        <p:cTn id="452" dur="1" fill="hold">
                                          <p:stCondLst>
                                            <p:cond delay="0"/>
                                          </p:stCondLst>
                                        </p:cTn>
                                        <p:tgtEl>
                                          <p:spTgt spid="2">
                                            <p:graphicEl>
                                              <a:dgm id="{8E2B1E31-98B2-4DAF-A0A1-D1EEE4FFBA50}"/>
                                            </p:graphicEl>
                                          </p:spTgt>
                                        </p:tgtEl>
                                        <p:attrNameLst>
                                          <p:attrName>style.visibility</p:attrName>
                                        </p:attrNameLst>
                                      </p:cBhvr>
                                      <p:to>
                                        <p:strVal val="visible"/>
                                      </p:to>
                                    </p:set>
                                    <p:anim calcmode="lin" valueType="num">
                                      <p:cBhvr>
                                        <p:cTn id="453" dur="1000" fill="hold"/>
                                        <p:tgtEl>
                                          <p:spTgt spid="2">
                                            <p:graphicEl>
                                              <a:dgm id="{8E2B1E31-98B2-4DAF-A0A1-D1EEE4FFBA50}"/>
                                            </p:graphicEl>
                                          </p:spTgt>
                                        </p:tgtEl>
                                        <p:attrNameLst>
                                          <p:attrName>ppt_w</p:attrName>
                                        </p:attrNameLst>
                                      </p:cBhvr>
                                      <p:tavLst>
                                        <p:tav tm="0">
                                          <p:val>
                                            <p:fltVal val="0"/>
                                          </p:val>
                                        </p:tav>
                                        <p:tav tm="100000">
                                          <p:val>
                                            <p:strVal val="#ppt_w"/>
                                          </p:val>
                                        </p:tav>
                                      </p:tavLst>
                                    </p:anim>
                                    <p:anim calcmode="lin" valueType="num">
                                      <p:cBhvr>
                                        <p:cTn id="454" dur="1000" fill="hold"/>
                                        <p:tgtEl>
                                          <p:spTgt spid="2">
                                            <p:graphicEl>
                                              <a:dgm id="{8E2B1E31-98B2-4DAF-A0A1-D1EEE4FFBA50}"/>
                                            </p:graphicEl>
                                          </p:spTgt>
                                        </p:tgtEl>
                                        <p:attrNameLst>
                                          <p:attrName>ppt_h</p:attrName>
                                        </p:attrNameLst>
                                      </p:cBhvr>
                                      <p:tavLst>
                                        <p:tav tm="0">
                                          <p:val>
                                            <p:fltVal val="0"/>
                                          </p:val>
                                        </p:tav>
                                        <p:tav tm="100000">
                                          <p:val>
                                            <p:strVal val="#ppt_h"/>
                                          </p:val>
                                        </p:tav>
                                      </p:tavLst>
                                    </p:anim>
                                    <p:anim calcmode="lin" valueType="num">
                                      <p:cBhvr>
                                        <p:cTn id="455" dur="1000" fill="hold"/>
                                        <p:tgtEl>
                                          <p:spTgt spid="2">
                                            <p:graphicEl>
                                              <a:dgm id="{8E2B1E31-98B2-4DAF-A0A1-D1EEE4FFBA50}"/>
                                            </p:graphicEl>
                                          </p:spTgt>
                                        </p:tgtEl>
                                        <p:attrNameLst>
                                          <p:attrName>style.rotation</p:attrName>
                                        </p:attrNameLst>
                                      </p:cBhvr>
                                      <p:tavLst>
                                        <p:tav tm="0">
                                          <p:val>
                                            <p:fltVal val="90"/>
                                          </p:val>
                                        </p:tav>
                                        <p:tav tm="100000">
                                          <p:val>
                                            <p:fltVal val="0"/>
                                          </p:val>
                                        </p:tav>
                                      </p:tavLst>
                                    </p:anim>
                                    <p:animEffect transition="in" filter="fade">
                                      <p:cBhvr>
                                        <p:cTn id="456" dur="1000"/>
                                        <p:tgtEl>
                                          <p:spTgt spid="2">
                                            <p:graphicEl>
                                              <a:dgm id="{8E2B1E31-98B2-4DAF-A0A1-D1EEE4FFBA50}"/>
                                            </p:graphicEl>
                                          </p:spTgt>
                                        </p:tgtEl>
                                      </p:cBhvr>
                                    </p:animEffect>
                                  </p:childTnLst>
                                </p:cTn>
                              </p:par>
                              <p:par>
                                <p:cTn id="457" presetID="31" presetClass="entr" presetSubtype="0" fill="hold" grpId="0" nodeType="withEffect">
                                  <p:stCondLst>
                                    <p:cond delay="0"/>
                                  </p:stCondLst>
                                  <p:childTnLst>
                                    <p:set>
                                      <p:cBhvr>
                                        <p:cTn id="458" dur="1" fill="hold">
                                          <p:stCondLst>
                                            <p:cond delay="0"/>
                                          </p:stCondLst>
                                        </p:cTn>
                                        <p:tgtEl>
                                          <p:spTgt spid="2">
                                            <p:graphicEl>
                                              <a:dgm id="{12091E0A-AD6F-4AAD-8285-C6B917163FDF}"/>
                                            </p:graphicEl>
                                          </p:spTgt>
                                        </p:tgtEl>
                                        <p:attrNameLst>
                                          <p:attrName>style.visibility</p:attrName>
                                        </p:attrNameLst>
                                      </p:cBhvr>
                                      <p:to>
                                        <p:strVal val="visible"/>
                                      </p:to>
                                    </p:set>
                                    <p:anim calcmode="lin" valueType="num">
                                      <p:cBhvr>
                                        <p:cTn id="459" dur="1000" fill="hold"/>
                                        <p:tgtEl>
                                          <p:spTgt spid="2">
                                            <p:graphicEl>
                                              <a:dgm id="{12091E0A-AD6F-4AAD-8285-C6B917163FDF}"/>
                                            </p:graphicEl>
                                          </p:spTgt>
                                        </p:tgtEl>
                                        <p:attrNameLst>
                                          <p:attrName>ppt_w</p:attrName>
                                        </p:attrNameLst>
                                      </p:cBhvr>
                                      <p:tavLst>
                                        <p:tav tm="0">
                                          <p:val>
                                            <p:fltVal val="0"/>
                                          </p:val>
                                        </p:tav>
                                        <p:tav tm="100000">
                                          <p:val>
                                            <p:strVal val="#ppt_w"/>
                                          </p:val>
                                        </p:tav>
                                      </p:tavLst>
                                    </p:anim>
                                    <p:anim calcmode="lin" valueType="num">
                                      <p:cBhvr>
                                        <p:cTn id="460" dur="1000" fill="hold"/>
                                        <p:tgtEl>
                                          <p:spTgt spid="2">
                                            <p:graphicEl>
                                              <a:dgm id="{12091E0A-AD6F-4AAD-8285-C6B917163FDF}"/>
                                            </p:graphicEl>
                                          </p:spTgt>
                                        </p:tgtEl>
                                        <p:attrNameLst>
                                          <p:attrName>ppt_h</p:attrName>
                                        </p:attrNameLst>
                                      </p:cBhvr>
                                      <p:tavLst>
                                        <p:tav tm="0">
                                          <p:val>
                                            <p:fltVal val="0"/>
                                          </p:val>
                                        </p:tav>
                                        <p:tav tm="100000">
                                          <p:val>
                                            <p:strVal val="#ppt_h"/>
                                          </p:val>
                                        </p:tav>
                                      </p:tavLst>
                                    </p:anim>
                                    <p:anim calcmode="lin" valueType="num">
                                      <p:cBhvr>
                                        <p:cTn id="461" dur="1000" fill="hold"/>
                                        <p:tgtEl>
                                          <p:spTgt spid="2">
                                            <p:graphicEl>
                                              <a:dgm id="{12091E0A-AD6F-4AAD-8285-C6B917163FDF}"/>
                                            </p:graphicEl>
                                          </p:spTgt>
                                        </p:tgtEl>
                                        <p:attrNameLst>
                                          <p:attrName>style.rotation</p:attrName>
                                        </p:attrNameLst>
                                      </p:cBhvr>
                                      <p:tavLst>
                                        <p:tav tm="0">
                                          <p:val>
                                            <p:fltVal val="90"/>
                                          </p:val>
                                        </p:tav>
                                        <p:tav tm="100000">
                                          <p:val>
                                            <p:fltVal val="0"/>
                                          </p:val>
                                        </p:tav>
                                      </p:tavLst>
                                    </p:anim>
                                    <p:animEffect transition="in" filter="fade">
                                      <p:cBhvr>
                                        <p:cTn id="462" dur="1000"/>
                                        <p:tgtEl>
                                          <p:spTgt spid="2">
                                            <p:graphicEl>
                                              <a:dgm id="{12091E0A-AD6F-4AAD-8285-C6B917163FDF}"/>
                                            </p:graphicEl>
                                          </p:spTgt>
                                        </p:tgtEl>
                                      </p:cBhvr>
                                    </p:animEffect>
                                  </p:childTnLst>
                                </p:cTn>
                              </p:par>
                              <p:par>
                                <p:cTn id="463" presetID="31" presetClass="entr" presetSubtype="0" fill="hold" grpId="0" nodeType="withEffect">
                                  <p:stCondLst>
                                    <p:cond delay="0"/>
                                  </p:stCondLst>
                                  <p:childTnLst>
                                    <p:set>
                                      <p:cBhvr>
                                        <p:cTn id="464" dur="1" fill="hold">
                                          <p:stCondLst>
                                            <p:cond delay="0"/>
                                          </p:stCondLst>
                                        </p:cTn>
                                        <p:tgtEl>
                                          <p:spTgt spid="2">
                                            <p:graphicEl>
                                              <a:dgm id="{A1098C2F-8941-4570-BC4C-027F4C0E1C59}"/>
                                            </p:graphicEl>
                                          </p:spTgt>
                                        </p:tgtEl>
                                        <p:attrNameLst>
                                          <p:attrName>style.visibility</p:attrName>
                                        </p:attrNameLst>
                                      </p:cBhvr>
                                      <p:to>
                                        <p:strVal val="visible"/>
                                      </p:to>
                                    </p:set>
                                    <p:anim calcmode="lin" valueType="num">
                                      <p:cBhvr>
                                        <p:cTn id="465" dur="1000" fill="hold"/>
                                        <p:tgtEl>
                                          <p:spTgt spid="2">
                                            <p:graphicEl>
                                              <a:dgm id="{A1098C2F-8941-4570-BC4C-027F4C0E1C59}"/>
                                            </p:graphicEl>
                                          </p:spTgt>
                                        </p:tgtEl>
                                        <p:attrNameLst>
                                          <p:attrName>ppt_w</p:attrName>
                                        </p:attrNameLst>
                                      </p:cBhvr>
                                      <p:tavLst>
                                        <p:tav tm="0">
                                          <p:val>
                                            <p:fltVal val="0"/>
                                          </p:val>
                                        </p:tav>
                                        <p:tav tm="100000">
                                          <p:val>
                                            <p:strVal val="#ppt_w"/>
                                          </p:val>
                                        </p:tav>
                                      </p:tavLst>
                                    </p:anim>
                                    <p:anim calcmode="lin" valueType="num">
                                      <p:cBhvr>
                                        <p:cTn id="466" dur="1000" fill="hold"/>
                                        <p:tgtEl>
                                          <p:spTgt spid="2">
                                            <p:graphicEl>
                                              <a:dgm id="{A1098C2F-8941-4570-BC4C-027F4C0E1C59}"/>
                                            </p:graphicEl>
                                          </p:spTgt>
                                        </p:tgtEl>
                                        <p:attrNameLst>
                                          <p:attrName>ppt_h</p:attrName>
                                        </p:attrNameLst>
                                      </p:cBhvr>
                                      <p:tavLst>
                                        <p:tav tm="0">
                                          <p:val>
                                            <p:fltVal val="0"/>
                                          </p:val>
                                        </p:tav>
                                        <p:tav tm="100000">
                                          <p:val>
                                            <p:strVal val="#ppt_h"/>
                                          </p:val>
                                        </p:tav>
                                      </p:tavLst>
                                    </p:anim>
                                    <p:anim calcmode="lin" valueType="num">
                                      <p:cBhvr>
                                        <p:cTn id="467" dur="1000" fill="hold"/>
                                        <p:tgtEl>
                                          <p:spTgt spid="2">
                                            <p:graphicEl>
                                              <a:dgm id="{A1098C2F-8941-4570-BC4C-027F4C0E1C59}"/>
                                            </p:graphicEl>
                                          </p:spTgt>
                                        </p:tgtEl>
                                        <p:attrNameLst>
                                          <p:attrName>style.rotation</p:attrName>
                                        </p:attrNameLst>
                                      </p:cBhvr>
                                      <p:tavLst>
                                        <p:tav tm="0">
                                          <p:val>
                                            <p:fltVal val="90"/>
                                          </p:val>
                                        </p:tav>
                                        <p:tav tm="100000">
                                          <p:val>
                                            <p:fltVal val="0"/>
                                          </p:val>
                                        </p:tav>
                                      </p:tavLst>
                                    </p:anim>
                                    <p:animEffect transition="in" filter="fade">
                                      <p:cBhvr>
                                        <p:cTn id="468" dur="1000"/>
                                        <p:tgtEl>
                                          <p:spTgt spid="2">
                                            <p:graphicEl>
                                              <a:dgm id="{A1098C2F-8941-4570-BC4C-027F4C0E1C59}"/>
                                            </p:graphicEl>
                                          </p:spTgt>
                                        </p:tgtEl>
                                      </p:cBhvr>
                                    </p:animEffect>
                                  </p:childTnLst>
                                </p:cTn>
                              </p:par>
                              <p:par>
                                <p:cTn id="469" presetID="31" presetClass="entr" presetSubtype="0" fill="hold" grpId="0" nodeType="withEffect">
                                  <p:stCondLst>
                                    <p:cond delay="0"/>
                                  </p:stCondLst>
                                  <p:childTnLst>
                                    <p:set>
                                      <p:cBhvr>
                                        <p:cTn id="470" dur="1" fill="hold">
                                          <p:stCondLst>
                                            <p:cond delay="0"/>
                                          </p:stCondLst>
                                        </p:cTn>
                                        <p:tgtEl>
                                          <p:spTgt spid="2">
                                            <p:graphicEl>
                                              <a:dgm id="{73D058A9-5D27-4AB8-A2D8-9E7FBBCB5E73}"/>
                                            </p:graphicEl>
                                          </p:spTgt>
                                        </p:tgtEl>
                                        <p:attrNameLst>
                                          <p:attrName>style.visibility</p:attrName>
                                        </p:attrNameLst>
                                      </p:cBhvr>
                                      <p:to>
                                        <p:strVal val="visible"/>
                                      </p:to>
                                    </p:set>
                                    <p:anim calcmode="lin" valueType="num">
                                      <p:cBhvr>
                                        <p:cTn id="471" dur="1000" fill="hold"/>
                                        <p:tgtEl>
                                          <p:spTgt spid="2">
                                            <p:graphicEl>
                                              <a:dgm id="{73D058A9-5D27-4AB8-A2D8-9E7FBBCB5E73}"/>
                                            </p:graphicEl>
                                          </p:spTgt>
                                        </p:tgtEl>
                                        <p:attrNameLst>
                                          <p:attrName>ppt_w</p:attrName>
                                        </p:attrNameLst>
                                      </p:cBhvr>
                                      <p:tavLst>
                                        <p:tav tm="0">
                                          <p:val>
                                            <p:fltVal val="0"/>
                                          </p:val>
                                        </p:tav>
                                        <p:tav tm="100000">
                                          <p:val>
                                            <p:strVal val="#ppt_w"/>
                                          </p:val>
                                        </p:tav>
                                      </p:tavLst>
                                    </p:anim>
                                    <p:anim calcmode="lin" valueType="num">
                                      <p:cBhvr>
                                        <p:cTn id="472" dur="1000" fill="hold"/>
                                        <p:tgtEl>
                                          <p:spTgt spid="2">
                                            <p:graphicEl>
                                              <a:dgm id="{73D058A9-5D27-4AB8-A2D8-9E7FBBCB5E73}"/>
                                            </p:graphicEl>
                                          </p:spTgt>
                                        </p:tgtEl>
                                        <p:attrNameLst>
                                          <p:attrName>ppt_h</p:attrName>
                                        </p:attrNameLst>
                                      </p:cBhvr>
                                      <p:tavLst>
                                        <p:tav tm="0">
                                          <p:val>
                                            <p:fltVal val="0"/>
                                          </p:val>
                                        </p:tav>
                                        <p:tav tm="100000">
                                          <p:val>
                                            <p:strVal val="#ppt_h"/>
                                          </p:val>
                                        </p:tav>
                                      </p:tavLst>
                                    </p:anim>
                                    <p:anim calcmode="lin" valueType="num">
                                      <p:cBhvr>
                                        <p:cTn id="473" dur="1000" fill="hold"/>
                                        <p:tgtEl>
                                          <p:spTgt spid="2">
                                            <p:graphicEl>
                                              <a:dgm id="{73D058A9-5D27-4AB8-A2D8-9E7FBBCB5E73}"/>
                                            </p:graphicEl>
                                          </p:spTgt>
                                        </p:tgtEl>
                                        <p:attrNameLst>
                                          <p:attrName>style.rotation</p:attrName>
                                        </p:attrNameLst>
                                      </p:cBhvr>
                                      <p:tavLst>
                                        <p:tav tm="0">
                                          <p:val>
                                            <p:fltVal val="90"/>
                                          </p:val>
                                        </p:tav>
                                        <p:tav tm="100000">
                                          <p:val>
                                            <p:fltVal val="0"/>
                                          </p:val>
                                        </p:tav>
                                      </p:tavLst>
                                    </p:anim>
                                    <p:animEffect transition="in" filter="fade">
                                      <p:cBhvr>
                                        <p:cTn id="474" dur="1000"/>
                                        <p:tgtEl>
                                          <p:spTgt spid="2">
                                            <p:graphicEl>
                                              <a:dgm id="{73D058A9-5D27-4AB8-A2D8-9E7FBBCB5E73}"/>
                                            </p:graphicEl>
                                          </p:spTgt>
                                        </p:tgtEl>
                                      </p:cBhvr>
                                    </p:animEffect>
                                  </p:childTnLst>
                                </p:cTn>
                              </p:par>
                              <p:par>
                                <p:cTn id="475" presetID="31" presetClass="entr" presetSubtype="0" fill="hold" grpId="0" nodeType="withEffect">
                                  <p:stCondLst>
                                    <p:cond delay="0"/>
                                  </p:stCondLst>
                                  <p:childTnLst>
                                    <p:set>
                                      <p:cBhvr>
                                        <p:cTn id="476" dur="1" fill="hold">
                                          <p:stCondLst>
                                            <p:cond delay="0"/>
                                          </p:stCondLst>
                                        </p:cTn>
                                        <p:tgtEl>
                                          <p:spTgt spid="2">
                                            <p:graphicEl>
                                              <a:dgm id="{BBEB65FE-48F6-43F4-BDCD-D996EBBC8EC5}"/>
                                            </p:graphicEl>
                                          </p:spTgt>
                                        </p:tgtEl>
                                        <p:attrNameLst>
                                          <p:attrName>style.visibility</p:attrName>
                                        </p:attrNameLst>
                                      </p:cBhvr>
                                      <p:to>
                                        <p:strVal val="visible"/>
                                      </p:to>
                                    </p:set>
                                    <p:anim calcmode="lin" valueType="num">
                                      <p:cBhvr>
                                        <p:cTn id="477" dur="1000" fill="hold"/>
                                        <p:tgtEl>
                                          <p:spTgt spid="2">
                                            <p:graphicEl>
                                              <a:dgm id="{BBEB65FE-48F6-43F4-BDCD-D996EBBC8EC5}"/>
                                            </p:graphicEl>
                                          </p:spTgt>
                                        </p:tgtEl>
                                        <p:attrNameLst>
                                          <p:attrName>ppt_w</p:attrName>
                                        </p:attrNameLst>
                                      </p:cBhvr>
                                      <p:tavLst>
                                        <p:tav tm="0">
                                          <p:val>
                                            <p:fltVal val="0"/>
                                          </p:val>
                                        </p:tav>
                                        <p:tav tm="100000">
                                          <p:val>
                                            <p:strVal val="#ppt_w"/>
                                          </p:val>
                                        </p:tav>
                                      </p:tavLst>
                                    </p:anim>
                                    <p:anim calcmode="lin" valueType="num">
                                      <p:cBhvr>
                                        <p:cTn id="478" dur="1000" fill="hold"/>
                                        <p:tgtEl>
                                          <p:spTgt spid="2">
                                            <p:graphicEl>
                                              <a:dgm id="{BBEB65FE-48F6-43F4-BDCD-D996EBBC8EC5}"/>
                                            </p:graphicEl>
                                          </p:spTgt>
                                        </p:tgtEl>
                                        <p:attrNameLst>
                                          <p:attrName>ppt_h</p:attrName>
                                        </p:attrNameLst>
                                      </p:cBhvr>
                                      <p:tavLst>
                                        <p:tav tm="0">
                                          <p:val>
                                            <p:fltVal val="0"/>
                                          </p:val>
                                        </p:tav>
                                        <p:tav tm="100000">
                                          <p:val>
                                            <p:strVal val="#ppt_h"/>
                                          </p:val>
                                        </p:tav>
                                      </p:tavLst>
                                    </p:anim>
                                    <p:anim calcmode="lin" valueType="num">
                                      <p:cBhvr>
                                        <p:cTn id="479" dur="1000" fill="hold"/>
                                        <p:tgtEl>
                                          <p:spTgt spid="2">
                                            <p:graphicEl>
                                              <a:dgm id="{BBEB65FE-48F6-43F4-BDCD-D996EBBC8EC5}"/>
                                            </p:graphicEl>
                                          </p:spTgt>
                                        </p:tgtEl>
                                        <p:attrNameLst>
                                          <p:attrName>style.rotation</p:attrName>
                                        </p:attrNameLst>
                                      </p:cBhvr>
                                      <p:tavLst>
                                        <p:tav tm="0">
                                          <p:val>
                                            <p:fltVal val="90"/>
                                          </p:val>
                                        </p:tav>
                                        <p:tav tm="100000">
                                          <p:val>
                                            <p:fltVal val="0"/>
                                          </p:val>
                                        </p:tav>
                                      </p:tavLst>
                                    </p:anim>
                                    <p:animEffect transition="in" filter="fade">
                                      <p:cBhvr>
                                        <p:cTn id="480" dur="1000"/>
                                        <p:tgtEl>
                                          <p:spTgt spid="2">
                                            <p:graphicEl>
                                              <a:dgm id="{BBEB65FE-48F6-43F4-BDCD-D996EBBC8EC5}"/>
                                            </p:graphicEl>
                                          </p:spTgt>
                                        </p:tgtEl>
                                      </p:cBhvr>
                                    </p:animEffect>
                                  </p:childTnLst>
                                </p:cTn>
                              </p:par>
                              <p:par>
                                <p:cTn id="481" presetID="31" presetClass="entr" presetSubtype="0" fill="hold" grpId="0" nodeType="withEffect">
                                  <p:stCondLst>
                                    <p:cond delay="0"/>
                                  </p:stCondLst>
                                  <p:childTnLst>
                                    <p:set>
                                      <p:cBhvr>
                                        <p:cTn id="482" dur="1" fill="hold">
                                          <p:stCondLst>
                                            <p:cond delay="0"/>
                                          </p:stCondLst>
                                        </p:cTn>
                                        <p:tgtEl>
                                          <p:spTgt spid="2">
                                            <p:graphicEl>
                                              <a:dgm id="{DE708FD6-16BB-45B9-BE7C-141B69452306}"/>
                                            </p:graphicEl>
                                          </p:spTgt>
                                        </p:tgtEl>
                                        <p:attrNameLst>
                                          <p:attrName>style.visibility</p:attrName>
                                        </p:attrNameLst>
                                      </p:cBhvr>
                                      <p:to>
                                        <p:strVal val="visible"/>
                                      </p:to>
                                    </p:set>
                                    <p:anim calcmode="lin" valueType="num">
                                      <p:cBhvr>
                                        <p:cTn id="483" dur="1000" fill="hold"/>
                                        <p:tgtEl>
                                          <p:spTgt spid="2">
                                            <p:graphicEl>
                                              <a:dgm id="{DE708FD6-16BB-45B9-BE7C-141B69452306}"/>
                                            </p:graphicEl>
                                          </p:spTgt>
                                        </p:tgtEl>
                                        <p:attrNameLst>
                                          <p:attrName>ppt_w</p:attrName>
                                        </p:attrNameLst>
                                      </p:cBhvr>
                                      <p:tavLst>
                                        <p:tav tm="0">
                                          <p:val>
                                            <p:fltVal val="0"/>
                                          </p:val>
                                        </p:tav>
                                        <p:tav tm="100000">
                                          <p:val>
                                            <p:strVal val="#ppt_w"/>
                                          </p:val>
                                        </p:tav>
                                      </p:tavLst>
                                    </p:anim>
                                    <p:anim calcmode="lin" valueType="num">
                                      <p:cBhvr>
                                        <p:cTn id="484" dur="1000" fill="hold"/>
                                        <p:tgtEl>
                                          <p:spTgt spid="2">
                                            <p:graphicEl>
                                              <a:dgm id="{DE708FD6-16BB-45B9-BE7C-141B69452306}"/>
                                            </p:graphicEl>
                                          </p:spTgt>
                                        </p:tgtEl>
                                        <p:attrNameLst>
                                          <p:attrName>ppt_h</p:attrName>
                                        </p:attrNameLst>
                                      </p:cBhvr>
                                      <p:tavLst>
                                        <p:tav tm="0">
                                          <p:val>
                                            <p:fltVal val="0"/>
                                          </p:val>
                                        </p:tav>
                                        <p:tav tm="100000">
                                          <p:val>
                                            <p:strVal val="#ppt_h"/>
                                          </p:val>
                                        </p:tav>
                                      </p:tavLst>
                                    </p:anim>
                                    <p:anim calcmode="lin" valueType="num">
                                      <p:cBhvr>
                                        <p:cTn id="485" dur="1000" fill="hold"/>
                                        <p:tgtEl>
                                          <p:spTgt spid="2">
                                            <p:graphicEl>
                                              <a:dgm id="{DE708FD6-16BB-45B9-BE7C-141B69452306}"/>
                                            </p:graphicEl>
                                          </p:spTgt>
                                        </p:tgtEl>
                                        <p:attrNameLst>
                                          <p:attrName>style.rotation</p:attrName>
                                        </p:attrNameLst>
                                      </p:cBhvr>
                                      <p:tavLst>
                                        <p:tav tm="0">
                                          <p:val>
                                            <p:fltVal val="90"/>
                                          </p:val>
                                        </p:tav>
                                        <p:tav tm="100000">
                                          <p:val>
                                            <p:fltVal val="0"/>
                                          </p:val>
                                        </p:tav>
                                      </p:tavLst>
                                    </p:anim>
                                    <p:animEffect transition="in" filter="fade">
                                      <p:cBhvr>
                                        <p:cTn id="486" dur="1000"/>
                                        <p:tgtEl>
                                          <p:spTgt spid="2">
                                            <p:graphicEl>
                                              <a:dgm id="{DE708FD6-16BB-45B9-BE7C-141B69452306}"/>
                                            </p:graphicEl>
                                          </p:spTgt>
                                        </p:tgtEl>
                                      </p:cBhvr>
                                    </p:animEffect>
                                  </p:childTnLst>
                                </p:cTn>
                              </p:par>
                              <p:par>
                                <p:cTn id="487" presetID="31" presetClass="entr" presetSubtype="0" fill="hold" grpId="0" nodeType="withEffect">
                                  <p:stCondLst>
                                    <p:cond delay="0"/>
                                  </p:stCondLst>
                                  <p:childTnLst>
                                    <p:set>
                                      <p:cBhvr>
                                        <p:cTn id="488" dur="1" fill="hold">
                                          <p:stCondLst>
                                            <p:cond delay="0"/>
                                          </p:stCondLst>
                                        </p:cTn>
                                        <p:tgtEl>
                                          <p:spTgt spid="2">
                                            <p:graphicEl>
                                              <a:dgm id="{12AC630B-19DB-499E-8F79-962E62C72935}"/>
                                            </p:graphicEl>
                                          </p:spTgt>
                                        </p:tgtEl>
                                        <p:attrNameLst>
                                          <p:attrName>style.visibility</p:attrName>
                                        </p:attrNameLst>
                                      </p:cBhvr>
                                      <p:to>
                                        <p:strVal val="visible"/>
                                      </p:to>
                                    </p:set>
                                    <p:anim calcmode="lin" valueType="num">
                                      <p:cBhvr>
                                        <p:cTn id="489" dur="1000" fill="hold"/>
                                        <p:tgtEl>
                                          <p:spTgt spid="2">
                                            <p:graphicEl>
                                              <a:dgm id="{12AC630B-19DB-499E-8F79-962E62C72935}"/>
                                            </p:graphicEl>
                                          </p:spTgt>
                                        </p:tgtEl>
                                        <p:attrNameLst>
                                          <p:attrName>ppt_w</p:attrName>
                                        </p:attrNameLst>
                                      </p:cBhvr>
                                      <p:tavLst>
                                        <p:tav tm="0">
                                          <p:val>
                                            <p:fltVal val="0"/>
                                          </p:val>
                                        </p:tav>
                                        <p:tav tm="100000">
                                          <p:val>
                                            <p:strVal val="#ppt_w"/>
                                          </p:val>
                                        </p:tav>
                                      </p:tavLst>
                                    </p:anim>
                                    <p:anim calcmode="lin" valueType="num">
                                      <p:cBhvr>
                                        <p:cTn id="490" dur="1000" fill="hold"/>
                                        <p:tgtEl>
                                          <p:spTgt spid="2">
                                            <p:graphicEl>
                                              <a:dgm id="{12AC630B-19DB-499E-8F79-962E62C72935}"/>
                                            </p:graphicEl>
                                          </p:spTgt>
                                        </p:tgtEl>
                                        <p:attrNameLst>
                                          <p:attrName>ppt_h</p:attrName>
                                        </p:attrNameLst>
                                      </p:cBhvr>
                                      <p:tavLst>
                                        <p:tav tm="0">
                                          <p:val>
                                            <p:fltVal val="0"/>
                                          </p:val>
                                        </p:tav>
                                        <p:tav tm="100000">
                                          <p:val>
                                            <p:strVal val="#ppt_h"/>
                                          </p:val>
                                        </p:tav>
                                      </p:tavLst>
                                    </p:anim>
                                    <p:anim calcmode="lin" valueType="num">
                                      <p:cBhvr>
                                        <p:cTn id="491" dur="1000" fill="hold"/>
                                        <p:tgtEl>
                                          <p:spTgt spid="2">
                                            <p:graphicEl>
                                              <a:dgm id="{12AC630B-19DB-499E-8F79-962E62C72935}"/>
                                            </p:graphicEl>
                                          </p:spTgt>
                                        </p:tgtEl>
                                        <p:attrNameLst>
                                          <p:attrName>style.rotation</p:attrName>
                                        </p:attrNameLst>
                                      </p:cBhvr>
                                      <p:tavLst>
                                        <p:tav tm="0">
                                          <p:val>
                                            <p:fltVal val="90"/>
                                          </p:val>
                                        </p:tav>
                                        <p:tav tm="100000">
                                          <p:val>
                                            <p:fltVal val="0"/>
                                          </p:val>
                                        </p:tav>
                                      </p:tavLst>
                                    </p:anim>
                                    <p:animEffect transition="in" filter="fade">
                                      <p:cBhvr>
                                        <p:cTn id="492" dur="1000"/>
                                        <p:tgtEl>
                                          <p:spTgt spid="2">
                                            <p:graphicEl>
                                              <a:dgm id="{12AC630B-19DB-499E-8F79-962E62C72935}"/>
                                            </p:graphicEl>
                                          </p:spTgt>
                                        </p:tgtEl>
                                      </p:cBhvr>
                                    </p:animEffect>
                                  </p:childTnLst>
                                </p:cTn>
                              </p:par>
                              <p:par>
                                <p:cTn id="493" presetID="31" presetClass="entr" presetSubtype="0" fill="hold" grpId="0" nodeType="withEffect">
                                  <p:stCondLst>
                                    <p:cond delay="0"/>
                                  </p:stCondLst>
                                  <p:childTnLst>
                                    <p:set>
                                      <p:cBhvr>
                                        <p:cTn id="494" dur="1" fill="hold">
                                          <p:stCondLst>
                                            <p:cond delay="0"/>
                                          </p:stCondLst>
                                        </p:cTn>
                                        <p:tgtEl>
                                          <p:spTgt spid="2">
                                            <p:graphicEl>
                                              <a:dgm id="{20FFC945-12E7-4D10-AAFF-F4CE965D1517}"/>
                                            </p:graphicEl>
                                          </p:spTgt>
                                        </p:tgtEl>
                                        <p:attrNameLst>
                                          <p:attrName>style.visibility</p:attrName>
                                        </p:attrNameLst>
                                      </p:cBhvr>
                                      <p:to>
                                        <p:strVal val="visible"/>
                                      </p:to>
                                    </p:set>
                                    <p:anim calcmode="lin" valueType="num">
                                      <p:cBhvr>
                                        <p:cTn id="495" dur="1000" fill="hold"/>
                                        <p:tgtEl>
                                          <p:spTgt spid="2">
                                            <p:graphicEl>
                                              <a:dgm id="{20FFC945-12E7-4D10-AAFF-F4CE965D1517}"/>
                                            </p:graphicEl>
                                          </p:spTgt>
                                        </p:tgtEl>
                                        <p:attrNameLst>
                                          <p:attrName>ppt_w</p:attrName>
                                        </p:attrNameLst>
                                      </p:cBhvr>
                                      <p:tavLst>
                                        <p:tav tm="0">
                                          <p:val>
                                            <p:fltVal val="0"/>
                                          </p:val>
                                        </p:tav>
                                        <p:tav tm="100000">
                                          <p:val>
                                            <p:strVal val="#ppt_w"/>
                                          </p:val>
                                        </p:tav>
                                      </p:tavLst>
                                    </p:anim>
                                    <p:anim calcmode="lin" valueType="num">
                                      <p:cBhvr>
                                        <p:cTn id="496" dur="1000" fill="hold"/>
                                        <p:tgtEl>
                                          <p:spTgt spid="2">
                                            <p:graphicEl>
                                              <a:dgm id="{20FFC945-12E7-4D10-AAFF-F4CE965D1517}"/>
                                            </p:graphicEl>
                                          </p:spTgt>
                                        </p:tgtEl>
                                        <p:attrNameLst>
                                          <p:attrName>ppt_h</p:attrName>
                                        </p:attrNameLst>
                                      </p:cBhvr>
                                      <p:tavLst>
                                        <p:tav tm="0">
                                          <p:val>
                                            <p:fltVal val="0"/>
                                          </p:val>
                                        </p:tav>
                                        <p:tav tm="100000">
                                          <p:val>
                                            <p:strVal val="#ppt_h"/>
                                          </p:val>
                                        </p:tav>
                                      </p:tavLst>
                                    </p:anim>
                                    <p:anim calcmode="lin" valueType="num">
                                      <p:cBhvr>
                                        <p:cTn id="497" dur="1000" fill="hold"/>
                                        <p:tgtEl>
                                          <p:spTgt spid="2">
                                            <p:graphicEl>
                                              <a:dgm id="{20FFC945-12E7-4D10-AAFF-F4CE965D1517}"/>
                                            </p:graphicEl>
                                          </p:spTgt>
                                        </p:tgtEl>
                                        <p:attrNameLst>
                                          <p:attrName>style.rotation</p:attrName>
                                        </p:attrNameLst>
                                      </p:cBhvr>
                                      <p:tavLst>
                                        <p:tav tm="0">
                                          <p:val>
                                            <p:fltVal val="90"/>
                                          </p:val>
                                        </p:tav>
                                        <p:tav tm="100000">
                                          <p:val>
                                            <p:fltVal val="0"/>
                                          </p:val>
                                        </p:tav>
                                      </p:tavLst>
                                    </p:anim>
                                    <p:animEffect transition="in" filter="fade">
                                      <p:cBhvr>
                                        <p:cTn id="498" dur="1000"/>
                                        <p:tgtEl>
                                          <p:spTgt spid="2">
                                            <p:graphicEl>
                                              <a:dgm id="{20FFC945-12E7-4D10-AAFF-F4CE965D1517}"/>
                                            </p:graphicEl>
                                          </p:spTgt>
                                        </p:tgtEl>
                                      </p:cBhvr>
                                    </p:animEffect>
                                  </p:childTnLst>
                                </p:cTn>
                              </p:par>
                              <p:par>
                                <p:cTn id="499" presetID="31" presetClass="entr" presetSubtype="0" fill="hold" grpId="0" nodeType="withEffect">
                                  <p:stCondLst>
                                    <p:cond delay="0"/>
                                  </p:stCondLst>
                                  <p:childTnLst>
                                    <p:set>
                                      <p:cBhvr>
                                        <p:cTn id="500" dur="1" fill="hold">
                                          <p:stCondLst>
                                            <p:cond delay="0"/>
                                          </p:stCondLst>
                                        </p:cTn>
                                        <p:tgtEl>
                                          <p:spTgt spid="2">
                                            <p:graphicEl>
                                              <a:dgm id="{336A8EA9-16B4-460E-93B9-723988B79D80}"/>
                                            </p:graphicEl>
                                          </p:spTgt>
                                        </p:tgtEl>
                                        <p:attrNameLst>
                                          <p:attrName>style.visibility</p:attrName>
                                        </p:attrNameLst>
                                      </p:cBhvr>
                                      <p:to>
                                        <p:strVal val="visible"/>
                                      </p:to>
                                    </p:set>
                                    <p:anim calcmode="lin" valueType="num">
                                      <p:cBhvr>
                                        <p:cTn id="501" dur="1000" fill="hold"/>
                                        <p:tgtEl>
                                          <p:spTgt spid="2">
                                            <p:graphicEl>
                                              <a:dgm id="{336A8EA9-16B4-460E-93B9-723988B79D80}"/>
                                            </p:graphicEl>
                                          </p:spTgt>
                                        </p:tgtEl>
                                        <p:attrNameLst>
                                          <p:attrName>ppt_w</p:attrName>
                                        </p:attrNameLst>
                                      </p:cBhvr>
                                      <p:tavLst>
                                        <p:tav tm="0">
                                          <p:val>
                                            <p:fltVal val="0"/>
                                          </p:val>
                                        </p:tav>
                                        <p:tav tm="100000">
                                          <p:val>
                                            <p:strVal val="#ppt_w"/>
                                          </p:val>
                                        </p:tav>
                                      </p:tavLst>
                                    </p:anim>
                                    <p:anim calcmode="lin" valueType="num">
                                      <p:cBhvr>
                                        <p:cTn id="502" dur="1000" fill="hold"/>
                                        <p:tgtEl>
                                          <p:spTgt spid="2">
                                            <p:graphicEl>
                                              <a:dgm id="{336A8EA9-16B4-460E-93B9-723988B79D80}"/>
                                            </p:graphicEl>
                                          </p:spTgt>
                                        </p:tgtEl>
                                        <p:attrNameLst>
                                          <p:attrName>ppt_h</p:attrName>
                                        </p:attrNameLst>
                                      </p:cBhvr>
                                      <p:tavLst>
                                        <p:tav tm="0">
                                          <p:val>
                                            <p:fltVal val="0"/>
                                          </p:val>
                                        </p:tav>
                                        <p:tav tm="100000">
                                          <p:val>
                                            <p:strVal val="#ppt_h"/>
                                          </p:val>
                                        </p:tav>
                                      </p:tavLst>
                                    </p:anim>
                                    <p:anim calcmode="lin" valueType="num">
                                      <p:cBhvr>
                                        <p:cTn id="503" dur="1000" fill="hold"/>
                                        <p:tgtEl>
                                          <p:spTgt spid="2">
                                            <p:graphicEl>
                                              <a:dgm id="{336A8EA9-16B4-460E-93B9-723988B79D80}"/>
                                            </p:graphicEl>
                                          </p:spTgt>
                                        </p:tgtEl>
                                        <p:attrNameLst>
                                          <p:attrName>style.rotation</p:attrName>
                                        </p:attrNameLst>
                                      </p:cBhvr>
                                      <p:tavLst>
                                        <p:tav tm="0">
                                          <p:val>
                                            <p:fltVal val="90"/>
                                          </p:val>
                                        </p:tav>
                                        <p:tav tm="100000">
                                          <p:val>
                                            <p:fltVal val="0"/>
                                          </p:val>
                                        </p:tav>
                                      </p:tavLst>
                                    </p:anim>
                                    <p:animEffect transition="in" filter="fade">
                                      <p:cBhvr>
                                        <p:cTn id="504" dur="1000"/>
                                        <p:tgtEl>
                                          <p:spTgt spid="2">
                                            <p:graphicEl>
                                              <a:dgm id="{336A8EA9-16B4-460E-93B9-723988B79D80}"/>
                                            </p:graphicEl>
                                          </p:spTgt>
                                        </p:tgtEl>
                                      </p:cBhvr>
                                    </p:animEffect>
                                  </p:childTnLst>
                                </p:cTn>
                              </p:par>
                              <p:par>
                                <p:cTn id="505" presetID="31" presetClass="entr" presetSubtype="0" fill="hold" grpId="0" nodeType="withEffect">
                                  <p:stCondLst>
                                    <p:cond delay="0"/>
                                  </p:stCondLst>
                                  <p:childTnLst>
                                    <p:set>
                                      <p:cBhvr>
                                        <p:cTn id="506" dur="1" fill="hold">
                                          <p:stCondLst>
                                            <p:cond delay="0"/>
                                          </p:stCondLst>
                                        </p:cTn>
                                        <p:tgtEl>
                                          <p:spTgt spid="2">
                                            <p:graphicEl>
                                              <a:dgm id="{ED77064F-F216-4CAA-B2BB-E03F43F76885}"/>
                                            </p:graphicEl>
                                          </p:spTgt>
                                        </p:tgtEl>
                                        <p:attrNameLst>
                                          <p:attrName>style.visibility</p:attrName>
                                        </p:attrNameLst>
                                      </p:cBhvr>
                                      <p:to>
                                        <p:strVal val="visible"/>
                                      </p:to>
                                    </p:set>
                                    <p:anim calcmode="lin" valueType="num">
                                      <p:cBhvr>
                                        <p:cTn id="507" dur="1000" fill="hold"/>
                                        <p:tgtEl>
                                          <p:spTgt spid="2">
                                            <p:graphicEl>
                                              <a:dgm id="{ED77064F-F216-4CAA-B2BB-E03F43F76885}"/>
                                            </p:graphicEl>
                                          </p:spTgt>
                                        </p:tgtEl>
                                        <p:attrNameLst>
                                          <p:attrName>ppt_w</p:attrName>
                                        </p:attrNameLst>
                                      </p:cBhvr>
                                      <p:tavLst>
                                        <p:tav tm="0">
                                          <p:val>
                                            <p:fltVal val="0"/>
                                          </p:val>
                                        </p:tav>
                                        <p:tav tm="100000">
                                          <p:val>
                                            <p:strVal val="#ppt_w"/>
                                          </p:val>
                                        </p:tav>
                                      </p:tavLst>
                                    </p:anim>
                                    <p:anim calcmode="lin" valueType="num">
                                      <p:cBhvr>
                                        <p:cTn id="508" dur="1000" fill="hold"/>
                                        <p:tgtEl>
                                          <p:spTgt spid="2">
                                            <p:graphicEl>
                                              <a:dgm id="{ED77064F-F216-4CAA-B2BB-E03F43F76885}"/>
                                            </p:graphicEl>
                                          </p:spTgt>
                                        </p:tgtEl>
                                        <p:attrNameLst>
                                          <p:attrName>ppt_h</p:attrName>
                                        </p:attrNameLst>
                                      </p:cBhvr>
                                      <p:tavLst>
                                        <p:tav tm="0">
                                          <p:val>
                                            <p:fltVal val="0"/>
                                          </p:val>
                                        </p:tav>
                                        <p:tav tm="100000">
                                          <p:val>
                                            <p:strVal val="#ppt_h"/>
                                          </p:val>
                                        </p:tav>
                                      </p:tavLst>
                                    </p:anim>
                                    <p:anim calcmode="lin" valueType="num">
                                      <p:cBhvr>
                                        <p:cTn id="509" dur="1000" fill="hold"/>
                                        <p:tgtEl>
                                          <p:spTgt spid="2">
                                            <p:graphicEl>
                                              <a:dgm id="{ED77064F-F216-4CAA-B2BB-E03F43F76885}"/>
                                            </p:graphicEl>
                                          </p:spTgt>
                                        </p:tgtEl>
                                        <p:attrNameLst>
                                          <p:attrName>style.rotation</p:attrName>
                                        </p:attrNameLst>
                                      </p:cBhvr>
                                      <p:tavLst>
                                        <p:tav tm="0">
                                          <p:val>
                                            <p:fltVal val="90"/>
                                          </p:val>
                                        </p:tav>
                                        <p:tav tm="100000">
                                          <p:val>
                                            <p:fltVal val="0"/>
                                          </p:val>
                                        </p:tav>
                                      </p:tavLst>
                                    </p:anim>
                                    <p:animEffect transition="in" filter="fade">
                                      <p:cBhvr>
                                        <p:cTn id="510" dur="1000"/>
                                        <p:tgtEl>
                                          <p:spTgt spid="2">
                                            <p:graphicEl>
                                              <a:dgm id="{ED77064F-F216-4CAA-B2BB-E03F43F76885}"/>
                                            </p:graphicEl>
                                          </p:spTgt>
                                        </p:tgtEl>
                                      </p:cBhvr>
                                    </p:animEffect>
                                  </p:childTnLst>
                                </p:cTn>
                              </p:par>
                              <p:par>
                                <p:cTn id="511" presetID="31" presetClass="entr" presetSubtype="0" fill="hold" grpId="0" nodeType="withEffect">
                                  <p:stCondLst>
                                    <p:cond delay="0"/>
                                  </p:stCondLst>
                                  <p:childTnLst>
                                    <p:set>
                                      <p:cBhvr>
                                        <p:cTn id="512" dur="1" fill="hold">
                                          <p:stCondLst>
                                            <p:cond delay="0"/>
                                          </p:stCondLst>
                                        </p:cTn>
                                        <p:tgtEl>
                                          <p:spTgt spid="2">
                                            <p:graphicEl>
                                              <a:dgm id="{D06C5EB0-44DD-430D-ABC7-2A5E5B6775AB}"/>
                                            </p:graphicEl>
                                          </p:spTgt>
                                        </p:tgtEl>
                                        <p:attrNameLst>
                                          <p:attrName>style.visibility</p:attrName>
                                        </p:attrNameLst>
                                      </p:cBhvr>
                                      <p:to>
                                        <p:strVal val="visible"/>
                                      </p:to>
                                    </p:set>
                                    <p:anim calcmode="lin" valueType="num">
                                      <p:cBhvr>
                                        <p:cTn id="513" dur="1000" fill="hold"/>
                                        <p:tgtEl>
                                          <p:spTgt spid="2">
                                            <p:graphicEl>
                                              <a:dgm id="{D06C5EB0-44DD-430D-ABC7-2A5E5B6775AB}"/>
                                            </p:graphicEl>
                                          </p:spTgt>
                                        </p:tgtEl>
                                        <p:attrNameLst>
                                          <p:attrName>ppt_w</p:attrName>
                                        </p:attrNameLst>
                                      </p:cBhvr>
                                      <p:tavLst>
                                        <p:tav tm="0">
                                          <p:val>
                                            <p:fltVal val="0"/>
                                          </p:val>
                                        </p:tav>
                                        <p:tav tm="100000">
                                          <p:val>
                                            <p:strVal val="#ppt_w"/>
                                          </p:val>
                                        </p:tav>
                                      </p:tavLst>
                                    </p:anim>
                                    <p:anim calcmode="lin" valueType="num">
                                      <p:cBhvr>
                                        <p:cTn id="514" dur="1000" fill="hold"/>
                                        <p:tgtEl>
                                          <p:spTgt spid="2">
                                            <p:graphicEl>
                                              <a:dgm id="{D06C5EB0-44DD-430D-ABC7-2A5E5B6775AB}"/>
                                            </p:graphicEl>
                                          </p:spTgt>
                                        </p:tgtEl>
                                        <p:attrNameLst>
                                          <p:attrName>ppt_h</p:attrName>
                                        </p:attrNameLst>
                                      </p:cBhvr>
                                      <p:tavLst>
                                        <p:tav tm="0">
                                          <p:val>
                                            <p:fltVal val="0"/>
                                          </p:val>
                                        </p:tav>
                                        <p:tav tm="100000">
                                          <p:val>
                                            <p:strVal val="#ppt_h"/>
                                          </p:val>
                                        </p:tav>
                                      </p:tavLst>
                                    </p:anim>
                                    <p:anim calcmode="lin" valueType="num">
                                      <p:cBhvr>
                                        <p:cTn id="515" dur="1000" fill="hold"/>
                                        <p:tgtEl>
                                          <p:spTgt spid="2">
                                            <p:graphicEl>
                                              <a:dgm id="{D06C5EB0-44DD-430D-ABC7-2A5E5B6775AB}"/>
                                            </p:graphicEl>
                                          </p:spTgt>
                                        </p:tgtEl>
                                        <p:attrNameLst>
                                          <p:attrName>style.rotation</p:attrName>
                                        </p:attrNameLst>
                                      </p:cBhvr>
                                      <p:tavLst>
                                        <p:tav tm="0">
                                          <p:val>
                                            <p:fltVal val="90"/>
                                          </p:val>
                                        </p:tav>
                                        <p:tav tm="100000">
                                          <p:val>
                                            <p:fltVal val="0"/>
                                          </p:val>
                                        </p:tav>
                                      </p:tavLst>
                                    </p:anim>
                                    <p:animEffect transition="in" filter="fade">
                                      <p:cBhvr>
                                        <p:cTn id="516" dur="1000"/>
                                        <p:tgtEl>
                                          <p:spTgt spid="2">
                                            <p:graphicEl>
                                              <a:dgm id="{D06C5EB0-44DD-430D-ABC7-2A5E5B6775AB}"/>
                                            </p:graphicEl>
                                          </p:spTgt>
                                        </p:tgtEl>
                                      </p:cBhvr>
                                    </p:animEffect>
                                  </p:childTnLst>
                                </p:cTn>
                              </p:par>
                              <p:par>
                                <p:cTn id="517" presetID="31" presetClass="entr" presetSubtype="0" fill="hold" grpId="0" nodeType="withEffect">
                                  <p:stCondLst>
                                    <p:cond delay="0"/>
                                  </p:stCondLst>
                                  <p:childTnLst>
                                    <p:set>
                                      <p:cBhvr>
                                        <p:cTn id="518" dur="1" fill="hold">
                                          <p:stCondLst>
                                            <p:cond delay="0"/>
                                          </p:stCondLst>
                                        </p:cTn>
                                        <p:tgtEl>
                                          <p:spTgt spid="2">
                                            <p:graphicEl>
                                              <a:dgm id="{28D4E7D8-55CD-4096-B432-C91D6CD7F720}"/>
                                            </p:graphicEl>
                                          </p:spTgt>
                                        </p:tgtEl>
                                        <p:attrNameLst>
                                          <p:attrName>style.visibility</p:attrName>
                                        </p:attrNameLst>
                                      </p:cBhvr>
                                      <p:to>
                                        <p:strVal val="visible"/>
                                      </p:to>
                                    </p:set>
                                    <p:anim calcmode="lin" valueType="num">
                                      <p:cBhvr>
                                        <p:cTn id="519" dur="1000" fill="hold"/>
                                        <p:tgtEl>
                                          <p:spTgt spid="2">
                                            <p:graphicEl>
                                              <a:dgm id="{28D4E7D8-55CD-4096-B432-C91D6CD7F720}"/>
                                            </p:graphicEl>
                                          </p:spTgt>
                                        </p:tgtEl>
                                        <p:attrNameLst>
                                          <p:attrName>ppt_w</p:attrName>
                                        </p:attrNameLst>
                                      </p:cBhvr>
                                      <p:tavLst>
                                        <p:tav tm="0">
                                          <p:val>
                                            <p:fltVal val="0"/>
                                          </p:val>
                                        </p:tav>
                                        <p:tav tm="100000">
                                          <p:val>
                                            <p:strVal val="#ppt_w"/>
                                          </p:val>
                                        </p:tav>
                                      </p:tavLst>
                                    </p:anim>
                                    <p:anim calcmode="lin" valueType="num">
                                      <p:cBhvr>
                                        <p:cTn id="520" dur="1000" fill="hold"/>
                                        <p:tgtEl>
                                          <p:spTgt spid="2">
                                            <p:graphicEl>
                                              <a:dgm id="{28D4E7D8-55CD-4096-B432-C91D6CD7F720}"/>
                                            </p:graphicEl>
                                          </p:spTgt>
                                        </p:tgtEl>
                                        <p:attrNameLst>
                                          <p:attrName>ppt_h</p:attrName>
                                        </p:attrNameLst>
                                      </p:cBhvr>
                                      <p:tavLst>
                                        <p:tav tm="0">
                                          <p:val>
                                            <p:fltVal val="0"/>
                                          </p:val>
                                        </p:tav>
                                        <p:tav tm="100000">
                                          <p:val>
                                            <p:strVal val="#ppt_h"/>
                                          </p:val>
                                        </p:tav>
                                      </p:tavLst>
                                    </p:anim>
                                    <p:anim calcmode="lin" valueType="num">
                                      <p:cBhvr>
                                        <p:cTn id="521" dur="1000" fill="hold"/>
                                        <p:tgtEl>
                                          <p:spTgt spid="2">
                                            <p:graphicEl>
                                              <a:dgm id="{28D4E7D8-55CD-4096-B432-C91D6CD7F720}"/>
                                            </p:graphicEl>
                                          </p:spTgt>
                                        </p:tgtEl>
                                        <p:attrNameLst>
                                          <p:attrName>style.rotation</p:attrName>
                                        </p:attrNameLst>
                                      </p:cBhvr>
                                      <p:tavLst>
                                        <p:tav tm="0">
                                          <p:val>
                                            <p:fltVal val="90"/>
                                          </p:val>
                                        </p:tav>
                                        <p:tav tm="100000">
                                          <p:val>
                                            <p:fltVal val="0"/>
                                          </p:val>
                                        </p:tav>
                                      </p:tavLst>
                                    </p:anim>
                                    <p:animEffect transition="in" filter="fade">
                                      <p:cBhvr>
                                        <p:cTn id="522" dur="1000"/>
                                        <p:tgtEl>
                                          <p:spTgt spid="2">
                                            <p:graphicEl>
                                              <a:dgm id="{28D4E7D8-55CD-4096-B432-C91D6CD7F720}"/>
                                            </p:graphicEl>
                                          </p:spTgt>
                                        </p:tgtEl>
                                      </p:cBhvr>
                                    </p:animEffect>
                                  </p:childTnLst>
                                </p:cTn>
                              </p:par>
                              <p:par>
                                <p:cTn id="523" presetID="31" presetClass="entr" presetSubtype="0" fill="hold" grpId="0" nodeType="withEffect">
                                  <p:stCondLst>
                                    <p:cond delay="0"/>
                                  </p:stCondLst>
                                  <p:childTnLst>
                                    <p:set>
                                      <p:cBhvr>
                                        <p:cTn id="524" dur="1" fill="hold">
                                          <p:stCondLst>
                                            <p:cond delay="0"/>
                                          </p:stCondLst>
                                        </p:cTn>
                                        <p:tgtEl>
                                          <p:spTgt spid="2">
                                            <p:graphicEl>
                                              <a:dgm id="{9CCDB6D5-13DD-4C53-A987-DDF75C3F6DB2}"/>
                                            </p:graphicEl>
                                          </p:spTgt>
                                        </p:tgtEl>
                                        <p:attrNameLst>
                                          <p:attrName>style.visibility</p:attrName>
                                        </p:attrNameLst>
                                      </p:cBhvr>
                                      <p:to>
                                        <p:strVal val="visible"/>
                                      </p:to>
                                    </p:set>
                                    <p:anim calcmode="lin" valueType="num">
                                      <p:cBhvr>
                                        <p:cTn id="525" dur="1000" fill="hold"/>
                                        <p:tgtEl>
                                          <p:spTgt spid="2">
                                            <p:graphicEl>
                                              <a:dgm id="{9CCDB6D5-13DD-4C53-A987-DDF75C3F6DB2}"/>
                                            </p:graphicEl>
                                          </p:spTgt>
                                        </p:tgtEl>
                                        <p:attrNameLst>
                                          <p:attrName>ppt_w</p:attrName>
                                        </p:attrNameLst>
                                      </p:cBhvr>
                                      <p:tavLst>
                                        <p:tav tm="0">
                                          <p:val>
                                            <p:fltVal val="0"/>
                                          </p:val>
                                        </p:tav>
                                        <p:tav tm="100000">
                                          <p:val>
                                            <p:strVal val="#ppt_w"/>
                                          </p:val>
                                        </p:tav>
                                      </p:tavLst>
                                    </p:anim>
                                    <p:anim calcmode="lin" valueType="num">
                                      <p:cBhvr>
                                        <p:cTn id="526" dur="1000" fill="hold"/>
                                        <p:tgtEl>
                                          <p:spTgt spid="2">
                                            <p:graphicEl>
                                              <a:dgm id="{9CCDB6D5-13DD-4C53-A987-DDF75C3F6DB2}"/>
                                            </p:graphicEl>
                                          </p:spTgt>
                                        </p:tgtEl>
                                        <p:attrNameLst>
                                          <p:attrName>ppt_h</p:attrName>
                                        </p:attrNameLst>
                                      </p:cBhvr>
                                      <p:tavLst>
                                        <p:tav tm="0">
                                          <p:val>
                                            <p:fltVal val="0"/>
                                          </p:val>
                                        </p:tav>
                                        <p:tav tm="100000">
                                          <p:val>
                                            <p:strVal val="#ppt_h"/>
                                          </p:val>
                                        </p:tav>
                                      </p:tavLst>
                                    </p:anim>
                                    <p:anim calcmode="lin" valueType="num">
                                      <p:cBhvr>
                                        <p:cTn id="527" dur="1000" fill="hold"/>
                                        <p:tgtEl>
                                          <p:spTgt spid="2">
                                            <p:graphicEl>
                                              <a:dgm id="{9CCDB6D5-13DD-4C53-A987-DDF75C3F6DB2}"/>
                                            </p:graphicEl>
                                          </p:spTgt>
                                        </p:tgtEl>
                                        <p:attrNameLst>
                                          <p:attrName>style.rotation</p:attrName>
                                        </p:attrNameLst>
                                      </p:cBhvr>
                                      <p:tavLst>
                                        <p:tav tm="0">
                                          <p:val>
                                            <p:fltVal val="90"/>
                                          </p:val>
                                        </p:tav>
                                        <p:tav tm="100000">
                                          <p:val>
                                            <p:fltVal val="0"/>
                                          </p:val>
                                        </p:tav>
                                      </p:tavLst>
                                    </p:anim>
                                    <p:animEffect transition="in" filter="fade">
                                      <p:cBhvr>
                                        <p:cTn id="528" dur="1000"/>
                                        <p:tgtEl>
                                          <p:spTgt spid="2">
                                            <p:graphicEl>
                                              <a:dgm id="{9CCDB6D5-13DD-4C53-A987-DDF75C3F6DB2}"/>
                                            </p:graphicEl>
                                          </p:spTgt>
                                        </p:tgtEl>
                                      </p:cBhvr>
                                    </p:animEffect>
                                  </p:childTnLst>
                                </p:cTn>
                              </p:par>
                              <p:par>
                                <p:cTn id="529" presetID="31" presetClass="entr" presetSubtype="0" fill="hold" grpId="0" nodeType="withEffect">
                                  <p:stCondLst>
                                    <p:cond delay="0"/>
                                  </p:stCondLst>
                                  <p:childTnLst>
                                    <p:set>
                                      <p:cBhvr>
                                        <p:cTn id="530" dur="1" fill="hold">
                                          <p:stCondLst>
                                            <p:cond delay="0"/>
                                          </p:stCondLst>
                                        </p:cTn>
                                        <p:tgtEl>
                                          <p:spTgt spid="2">
                                            <p:graphicEl>
                                              <a:dgm id="{3196EAB0-B061-41BB-B907-97D36634E64F}"/>
                                            </p:graphicEl>
                                          </p:spTgt>
                                        </p:tgtEl>
                                        <p:attrNameLst>
                                          <p:attrName>style.visibility</p:attrName>
                                        </p:attrNameLst>
                                      </p:cBhvr>
                                      <p:to>
                                        <p:strVal val="visible"/>
                                      </p:to>
                                    </p:set>
                                    <p:anim calcmode="lin" valueType="num">
                                      <p:cBhvr>
                                        <p:cTn id="531" dur="1000" fill="hold"/>
                                        <p:tgtEl>
                                          <p:spTgt spid="2">
                                            <p:graphicEl>
                                              <a:dgm id="{3196EAB0-B061-41BB-B907-97D36634E64F}"/>
                                            </p:graphicEl>
                                          </p:spTgt>
                                        </p:tgtEl>
                                        <p:attrNameLst>
                                          <p:attrName>ppt_w</p:attrName>
                                        </p:attrNameLst>
                                      </p:cBhvr>
                                      <p:tavLst>
                                        <p:tav tm="0">
                                          <p:val>
                                            <p:fltVal val="0"/>
                                          </p:val>
                                        </p:tav>
                                        <p:tav tm="100000">
                                          <p:val>
                                            <p:strVal val="#ppt_w"/>
                                          </p:val>
                                        </p:tav>
                                      </p:tavLst>
                                    </p:anim>
                                    <p:anim calcmode="lin" valueType="num">
                                      <p:cBhvr>
                                        <p:cTn id="532" dur="1000" fill="hold"/>
                                        <p:tgtEl>
                                          <p:spTgt spid="2">
                                            <p:graphicEl>
                                              <a:dgm id="{3196EAB0-B061-41BB-B907-97D36634E64F}"/>
                                            </p:graphicEl>
                                          </p:spTgt>
                                        </p:tgtEl>
                                        <p:attrNameLst>
                                          <p:attrName>ppt_h</p:attrName>
                                        </p:attrNameLst>
                                      </p:cBhvr>
                                      <p:tavLst>
                                        <p:tav tm="0">
                                          <p:val>
                                            <p:fltVal val="0"/>
                                          </p:val>
                                        </p:tav>
                                        <p:tav tm="100000">
                                          <p:val>
                                            <p:strVal val="#ppt_h"/>
                                          </p:val>
                                        </p:tav>
                                      </p:tavLst>
                                    </p:anim>
                                    <p:anim calcmode="lin" valueType="num">
                                      <p:cBhvr>
                                        <p:cTn id="533" dur="1000" fill="hold"/>
                                        <p:tgtEl>
                                          <p:spTgt spid="2">
                                            <p:graphicEl>
                                              <a:dgm id="{3196EAB0-B061-41BB-B907-97D36634E64F}"/>
                                            </p:graphicEl>
                                          </p:spTgt>
                                        </p:tgtEl>
                                        <p:attrNameLst>
                                          <p:attrName>style.rotation</p:attrName>
                                        </p:attrNameLst>
                                      </p:cBhvr>
                                      <p:tavLst>
                                        <p:tav tm="0">
                                          <p:val>
                                            <p:fltVal val="90"/>
                                          </p:val>
                                        </p:tav>
                                        <p:tav tm="100000">
                                          <p:val>
                                            <p:fltVal val="0"/>
                                          </p:val>
                                        </p:tav>
                                      </p:tavLst>
                                    </p:anim>
                                    <p:animEffect transition="in" filter="fade">
                                      <p:cBhvr>
                                        <p:cTn id="534" dur="1000"/>
                                        <p:tgtEl>
                                          <p:spTgt spid="2">
                                            <p:graphicEl>
                                              <a:dgm id="{3196EAB0-B061-41BB-B907-97D36634E64F}"/>
                                            </p:graphicEl>
                                          </p:spTgt>
                                        </p:tgtEl>
                                      </p:cBhvr>
                                    </p:animEffect>
                                  </p:childTnLst>
                                </p:cTn>
                              </p:par>
                              <p:par>
                                <p:cTn id="535" presetID="31" presetClass="entr" presetSubtype="0" fill="hold" grpId="0" nodeType="withEffect">
                                  <p:stCondLst>
                                    <p:cond delay="0"/>
                                  </p:stCondLst>
                                  <p:childTnLst>
                                    <p:set>
                                      <p:cBhvr>
                                        <p:cTn id="536" dur="1" fill="hold">
                                          <p:stCondLst>
                                            <p:cond delay="0"/>
                                          </p:stCondLst>
                                        </p:cTn>
                                        <p:tgtEl>
                                          <p:spTgt spid="2">
                                            <p:graphicEl>
                                              <a:dgm id="{CFCE67A8-19C5-4587-A732-38C93FD63070}"/>
                                            </p:graphicEl>
                                          </p:spTgt>
                                        </p:tgtEl>
                                        <p:attrNameLst>
                                          <p:attrName>style.visibility</p:attrName>
                                        </p:attrNameLst>
                                      </p:cBhvr>
                                      <p:to>
                                        <p:strVal val="visible"/>
                                      </p:to>
                                    </p:set>
                                    <p:anim calcmode="lin" valueType="num">
                                      <p:cBhvr>
                                        <p:cTn id="537" dur="1000" fill="hold"/>
                                        <p:tgtEl>
                                          <p:spTgt spid="2">
                                            <p:graphicEl>
                                              <a:dgm id="{CFCE67A8-19C5-4587-A732-38C93FD63070}"/>
                                            </p:graphicEl>
                                          </p:spTgt>
                                        </p:tgtEl>
                                        <p:attrNameLst>
                                          <p:attrName>ppt_w</p:attrName>
                                        </p:attrNameLst>
                                      </p:cBhvr>
                                      <p:tavLst>
                                        <p:tav tm="0">
                                          <p:val>
                                            <p:fltVal val="0"/>
                                          </p:val>
                                        </p:tav>
                                        <p:tav tm="100000">
                                          <p:val>
                                            <p:strVal val="#ppt_w"/>
                                          </p:val>
                                        </p:tav>
                                      </p:tavLst>
                                    </p:anim>
                                    <p:anim calcmode="lin" valueType="num">
                                      <p:cBhvr>
                                        <p:cTn id="538" dur="1000" fill="hold"/>
                                        <p:tgtEl>
                                          <p:spTgt spid="2">
                                            <p:graphicEl>
                                              <a:dgm id="{CFCE67A8-19C5-4587-A732-38C93FD63070}"/>
                                            </p:graphicEl>
                                          </p:spTgt>
                                        </p:tgtEl>
                                        <p:attrNameLst>
                                          <p:attrName>ppt_h</p:attrName>
                                        </p:attrNameLst>
                                      </p:cBhvr>
                                      <p:tavLst>
                                        <p:tav tm="0">
                                          <p:val>
                                            <p:fltVal val="0"/>
                                          </p:val>
                                        </p:tav>
                                        <p:tav tm="100000">
                                          <p:val>
                                            <p:strVal val="#ppt_h"/>
                                          </p:val>
                                        </p:tav>
                                      </p:tavLst>
                                    </p:anim>
                                    <p:anim calcmode="lin" valueType="num">
                                      <p:cBhvr>
                                        <p:cTn id="539" dur="1000" fill="hold"/>
                                        <p:tgtEl>
                                          <p:spTgt spid="2">
                                            <p:graphicEl>
                                              <a:dgm id="{CFCE67A8-19C5-4587-A732-38C93FD63070}"/>
                                            </p:graphicEl>
                                          </p:spTgt>
                                        </p:tgtEl>
                                        <p:attrNameLst>
                                          <p:attrName>style.rotation</p:attrName>
                                        </p:attrNameLst>
                                      </p:cBhvr>
                                      <p:tavLst>
                                        <p:tav tm="0">
                                          <p:val>
                                            <p:fltVal val="90"/>
                                          </p:val>
                                        </p:tav>
                                        <p:tav tm="100000">
                                          <p:val>
                                            <p:fltVal val="0"/>
                                          </p:val>
                                        </p:tav>
                                      </p:tavLst>
                                    </p:anim>
                                    <p:animEffect transition="in" filter="fade">
                                      <p:cBhvr>
                                        <p:cTn id="540" dur="1000"/>
                                        <p:tgtEl>
                                          <p:spTgt spid="2">
                                            <p:graphicEl>
                                              <a:dgm id="{CFCE67A8-19C5-4587-A732-38C93FD63070}"/>
                                            </p:graphicEl>
                                          </p:spTgt>
                                        </p:tgtEl>
                                      </p:cBhvr>
                                    </p:animEffect>
                                  </p:childTnLst>
                                </p:cTn>
                              </p:par>
                              <p:par>
                                <p:cTn id="541" presetID="31" presetClass="entr" presetSubtype="0" fill="hold" grpId="0" nodeType="withEffect">
                                  <p:stCondLst>
                                    <p:cond delay="0"/>
                                  </p:stCondLst>
                                  <p:childTnLst>
                                    <p:set>
                                      <p:cBhvr>
                                        <p:cTn id="542" dur="1" fill="hold">
                                          <p:stCondLst>
                                            <p:cond delay="0"/>
                                          </p:stCondLst>
                                        </p:cTn>
                                        <p:tgtEl>
                                          <p:spTgt spid="2">
                                            <p:graphicEl>
                                              <a:dgm id="{E421E2BE-C997-4E2A-9447-59A57B63B5EA}"/>
                                            </p:graphicEl>
                                          </p:spTgt>
                                        </p:tgtEl>
                                        <p:attrNameLst>
                                          <p:attrName>style.visibility</p:attrName>
                                        </p:attrNameLst>
                                      </p:cBhvr>
                                      <p:to>
                                        <p:strVal val="visible"/>
                                      </p:to>
                                    </p:set>
                                    <p:anim calcmode="lin" valueType="num">
                                      <p:cBhvr>
                                        <p:cTn id="543" dur="1000" fill="hold"/>
                                        <p:tgtEl>
                                          <p:spTgt spid="2">
                                            <p:graphicEl>
                                              <a:dgm id="{E421E2BE-C997-4E2A-9447-59A57B63B5EA}"/>
                                            </p:graphicEl>
                                          </p:spTgt>
                                        </p:tgtEl>
                                        <p:attrNameLst>
                                          <p:attrName>ppt_w</p:attrName>
                                        </p:attrNameLst>
                                      </p:cBhvr>
                                      <p:tavLst>
                                        <p:tav tm="0">
                                          <p:val>
                                            <p:fltVal val="0"/>
                                          </p:val>
                                        </p:tav>
                                        <p:tav tm="100000">
                                          <p:val>
                                            <p:strVal val="#ppt_w"/>
                                          </p:val>
                                        </p:tav>
                                      </p:tavLst>
                                    </p:anim>
                                    <p:anim calcmode="lin" valueType="num">
                                      <p:cBhvr>
                                        <p:cTn id="544" dur="1000" fill="hold"/>
                                        <p:tgtEl>
                                          <p:spTgt spid="2">
                                            <p:graphicEl>
                                              <a:dgm id="{E421E2BE-C997-4E2A-9447-59A57B63B5EA}"/>
                                            </p:graphicEl>
                                          </p:spTgt>
                                        </p:tgtEl>
                                        <p:attrNameLst>
                                          <p:attrName>ppt_h</p:attrName>
                                        </p:attrNameLst>
                                      </p:cBhvr>
                                      <p:tavLst>
                                        <p:tav tm="0">
                                          <p:val>
                                            <p:fltVal val="0"/>
                                          </p:val>
                                        </p:tav>
                                        <p:tav tm="100000">
                                          <p:val>
                                            <p:strVal val="#ppt_h"/>
                                          </p:val>
                                        </p:tav>
                                      </p:tavLst>
                                    </p:anim>
                                    <p:anim calcmode="lin" valueType="num">
                                      <p:cBhvr>
                                        <p:cTn id="545" dur="1000" fill="hold"/>
                                        <p:tgtEl>
                                          <p:spTgt spid="2">
                                            <p:graphicEl>
                                              <a:dgm id="{E421E2BE-C997-4E2A-9447-59A57B63B5EA}"/>
                                            </p:graphicEl>
                                          </p:spTgt>
                                        </p:tgtEl>
                                        <p:attrNameLst>
                                          <p:attrName>style.rotation</p:attrName>
                                        </p:attrNameLst>
                                      </p:cBhvr>
                                      <p:tavLst>
                                        <p:tav tm="0">
                                          <p:val>
                                            <p:fltVal val="90"/>
                                          </p:val>
                                        </p:tav>
                                        <p:tav tm="100000">
                                          <p:val>
                                            <p:fltVal val="0"/>
                                          </p:val>
                                        </p:tav>
                                      </p:tavLst>
                                    </p:anim>
                                    <p:animEffect transition="in" filter="fade">
                                      <p:cBhvr>
                                        <p:cTn id="546" dur="1000"/>
                                        <p:tgtEl>
                                          <p:spTgt spid="2">
                                            <p:graphicEl>
                                              <a:dgm id="{E421E2BE-C997-4E2A-9447-59A57B63B5EA}"/>
                                            </p:graphicEl>
                                          </p:spTgt>
                                        </p:tgtEl>
                                      </p:cBhvr>
                                    </p:animEffect>
                                  </p:childTnLst>
                                </p:cTn>
                              </p:par>
                              <p:par>
                                <p:cTn id="547" presetID="31" presetClass="entr" presetSubtype="0" fill="hold" grpId="0" nodeType="withEffect">
                                  <p:stCondLst>
                                    <p:cond delay="0"/>
                                  </p:stCondLst>
                                  <p:childTnLst>
                                    <p:set>
                                      <p:cBhvr>
                                        <p:cTn id="548" dur="1" fill="hold">
                                          <p:stCondLst>
                                            <p:cond delay="0"/>
                                          </p:stCondLst>
                                        </p:cTn>
                                        <p:tgtEl>
                                          <p:spTgt spid="2">
                                            <p:graphicEl>
                                              <a:dgm id="{9FB85350-3B8D-400B-8B36-6A513532448C}"/>
                                            </p:graphicEl>
                                          </p:spTgt>
                                        </p:tgtEl>
                                        <p:attrNameLst>
                                          <p:attrName>style.visibility</p:attrName>
                                        </p:attrNameLst>
                                      </p:cBhvr>
                                      <p:to>
                                        <p:strVal val="visible"/>
                                      </p:to>
                                    </p:set>
                                    <p:anim calcmode="lin" valueType="num">
                                      <p:cBhvr>
                                        <p:cTn id="549" dur="1000" fill="hold"/>
                                        <p:tgtEl>
                                          <p:spTgt spid="2">
                                            <p:graphicEl>
                                              <a:dgm id="{9FB85350-3B8D-400B-8B36-6A513532448C}"/>
                                            </p:graphicEl>
                                          </p:spTgt>
                                        </p:tgtEl>
                                        <p:attrNameLst>
                                          <p:attrName>ppt_w</p:attrName>
                                        </p:attrNameLst>
                                      </p:cBhvr>
                                      <p:tavLst>
                                        <p:tav tm="0">
                                          <p:val>
                                            <p:fltVal val="0"/>
                                          </p:val>
                                        </p:tav>
                                        <p:tav tm="100000">
                                          <p:val>
                                            <p:strVal val="#ppt_w"/>
                                          </p:val>
                                        </p:tav>
                                      </p:tavLst>
                                    </p:anim>
                                    <p:anim calcmode="lin" valueType="num">
                                      <p:cBhvr>
                                        <p:cTn id="550" dur="1000" fill="hold"/>
                                        <p:tgtEl>
                                          <p:spTgt spid="2">
                                            <p:graphicEl>
                                              <a:dgm id="{9FB85350-3B8D-400B-8B36-6A513532448C}"/>
                                            </p:graphicEl>
                                          </p:spTgt>
                                        </p:tgtEl>
                                        <p:attrNameLst>
                                          <p:attrName>ppt_h</p:attrName>
                                        </p:attrNameLst>
                                      </p:cBhvr>
                                      <p:tavLst>
                                        <p:tav tm="0">
                                          <p:val>
                                            <p:fltVal val="0"/>
                                          </p:val>
                                        </p:tav>
                                        <p:tav tm="100000">
                                          <p:val>
                                            <p:strVal val="#ppt_h"/>
                                          </p:val>
                                        </p:tav>
                                      </p:tavLst>
                                    </p:anim>
                                    <p:anim calcmode="lin" valueType="num">
                                      <p:cBhvr>
                                        <p:cTn id="551" dur="1000" fill="hold"/>
                                        <p:tgtEl>
                                          <p:spTgt spid="2">
                                            <p:graphicEl>
                                              <a:dgm id="{9FB85350-3B8D-400B-8B36-6A513532448C}"/>
                                            </p:graphicEl>
                                          </p:spTgt>
                                        </p:tgtEl>
                                        <p:attrNameLst>
                                          <p:attrName>style.rotation</p:attrName>
                                        </p:attrNameLst>
                                      </p:cBhvr>
                                      <p:tavLst>
                                        <p:tav tm="0">
                                          <p:val>
                                            <p:fltVal val="90"/>
                                          </p:val>
                                        </p:tav>
                                        <p:tav tm="100000">
                                          <p:val>
                                            <p:fltVal val="0"/>
                                          </p:val>
                                        </p:tav>
                                      </p:tavLst>
                                    </p:anim>
                                    <p:animEffect transition="in" filter="fade">
                                      <p:cBhvr>
                                        <p:cTn id="552" dur="1000"/>
                                        <p:tgtEl>
                                          <p:spTgt spid="2">
                                            <p:graphicEl>
                                              <a:dgm id="{9FB85350-3B8D-400B-8B36-6A513532448C}"/>
                                            </p:graphicEl>
                                          </p:spTgt>
                                        </p:tgtEl>
                                      </p:cBhvr>
                                    </p:animEffect>
                                  </p:childTnLst>
                                </p:cTn>
                              </p:par>
                              <p:par>
                                <p:cTn id="553" presetID="31" presetClass="entr" presetSubtype="0" fill="hold" grpId="0" nodeType="withEffect">
                                  <p:stCondLst>
                                    <p:cond delay="0"/>
                                  </p:stCondLst>
                                  <p:childTnLst>
                                    <p:set>
                                      <p:cBhvr>
                                        <p:cTn id="554" dur="1" fill="hold">
                                          <p:stCondLst>
                                            <p:cond delay="0"/>
                                          </p:stCondLst>
                                        </p:cTn>
                                        <p:tgtEl>
                                          <p:spTgt spid="2">
                                            <p:graphicEl>
                                              <a:dgm id="{5EA8F66E-F6B6-4525-9129-37407893F0BE}"/>
                                            </p:graphicEl>
                                          </p:spTgt>
                                        </p:tgtEl>
                                        <p:attrNameLst>
                                          <p:attrName>style.visibility</p:attrName>
                                        </p:attrNameLst>
                                      </p:cBhvr>
                                      <p:to>
                                        <p:strVal val="visible"/>
                                      </p:to>
                                    </p:set>
                                    <p:anim calcmode="lin" valueType="num">
                                      <p:cBhvr>
                                        <p:cTn id="555" dur="1000" fill="hold"/>
                                        <p:tgtEl>
                                          <p:spTgt spid="2">
                                            <p:graphicEl>
                                              <a:dgm id="{5EA8F66E-F6B6-4525-9129-37407893F0BE}"/>
                                            </p:graphicEl>
                                          </p:spTgt>
                                        </p:tgtEl>
                                        <p:attrNameLst>
                                          <p:attrName>ppt_w</p:attrName>
                                        </p:attrNameLst>
                                      </p:cBhvr>
                                      <p:tavLst>
                                        <p:tav tm="0">
                                          <p:val>
                                            <p:fltVal val="0"/>
                                          </p:val>
                                        </p:tav>
                                        <p:tav tm="100000">
                                          <p:val>
                                            <p:strVal val="#ppt_w"/>
                                          </p:val>
                                        </p:tav>
                                      </p:tavLst>
                                    </p:anim>
                                    <p:anim calcmode="lin" valueType="num">
                                      <p:cBhvr>
                                        <p:cTn id="556" dur="1000" fill="hold"/>
                                        <p:tgtEl>
                                          <p:spTgt spid="2">
                                            <p:graphicEl>
                                              <a:dgm id="{5EA8F66E-F6B6-4525-9129-37407893F0BE}"/>
                                            </p:graphicEl>
                                          </p:spTgt>
                                        </p:tgtEl>
                                        <p:attrNameLst>
                                          <p:attrName>ppt_h</p:attrName>
                                        </p:attrNameLst>
                                      </p:cBhvr>
                                      <p:tavLst>
                                        <p:tav tm="0">
                                          <p:val>
                                            <p:fltVal val="0"/>
                                          </p:val>
                                        </p:tav>
                                        <p:tav tm="100000">
                                          <p:val>
                                            <p:strVal val="#ppt_h"/>
                                          </p:val>
                                        </p:tav>
                                      </p:tavLst>
                                    </p:anim>
                                    <p:anim calcmode="lin" valueType="num">
                                      <p:cBhvr>
                                        <p:cTn id="557" dur="1000" fill="hold"/>
                                        <p:tgtEl>
                                          <p:spTgt spid="2">
                                            <p:graphicEl>
                                              <a:dgm id="{5EA8F66E-F6B6-4525-9129-37407893F0BE}"/>
                                            </p:graphicEl>
                                          </p:spTgt>
                                        </p:tgtEl>
                                        <p:attrNameLst>
                                          <p:attrName>style.rotation</p:attrName>
                                        </p:attrNameLst>
                                      </p:cBhvr>
                                      <p:tavLst>
                                        <p:tav tm="0">
                                          <p:val>
                                            <p:fltVal val="90"/>
                                          </p:val>
                                        </p:tav>
                                        <p:tav tm="100000">
                                          <p:val>
                                            <p:fltVal val="0"/>
                                          </p:val>
                                        </p:tav>
                                      </p:tavLst>
                                    </p:anim>
                                    <p:animEffect transition="in" filter="fade">
                                      <p:cBhvr>
                                        <p:cTn id="558" dur="1000"/>
                                        <p:tgtEl>
                                          <p:spTgt spid="2">
                                            <p:graphicEl>
                                              <a:dgm id="{5EA8F66E-F6B6-4525-9129-37407893F0BE}"/>
                                            </p:graphicEl>
                                          </p:spTgt>
                                        </p:tgtEl>
                                      </p:cBhvr>
                                    </p:animEffect>
                                  </p:childTnLst>
                                </p:cTn>
                              </p:par>
                              <p:par>
                                <p:cTn id="559" presetID="31" presetClass="entr" presetSubtype="0" fill="hold" grpId="0" nodeType="withEffect">
                                  <p:stCondLst>
                                    <p:cond delay="0"/>
                                  </p:stCondLst>
                                  <p:childTnLst>
                                    <p:set>
                                      <p:cBhvr>
                                        <p:cTn id="560" dur="1" fill="hold">
                                          <p:stCondLst>
                                            <p:cond delay="0"/>
                                          </p:stCondLst>
                                        </p:cTn>
                                        <p:tgtEl>
                                          <p:spTgt spid="2">
                                            <p:graphicEl>
                                              <a:dgm id="{5B86DEEF-0E4D-4E06-AAAF-B776A7F6B678}"/>
                                            </p:graphicEl>
                                          </p:spTgt>
                                        </p:tgtEl>
                                        <p:attrNameLst>
                                          <p:attrName>style.visibility</p:attrName>
                                        </p:attrNameLst>
                                      </p:cBhvr>
                                      <p:to>
                                        <p:strVal val="visible"/>
                                      </p:to>
                                    </p:set>
                                    <p:anim calcmode="lin" valueType="num">
                                      <p:cBhvr>
                                        <p:cTn id="561" dur="1000" fill="hold"/>
                                        <p:tgtEl>
                                          <p:spTgt spid="2">
                                            <p:graphicEl>
                                              <a:dgm id="{5B86DEEF-0E4D-4E06-AAAF-B776A7F6B678}"/>
                                            </p:graphicEl>
                                          </p:spTgt>
                                        </p:tgtEl>
                                        <p:attrNameLst>
                                          <p:attrName>ppt_w</p:attrName>
                                        </p:attrNameLst>
                                      </p:cBhvr>
                                      <p:tavLst>
                                        <p:tav tm="0">
                                          <p:val>
                                            <p:fltVal val="0"/>
                                          </p:val>
                                        </p:tav>
                                        <p:tav tm="100000">
                                          <p:val>
                                            <p:strVal val="#ppt_w"/>
                                          </p:val>
                                        </p:tav>
                                      </p:tavLst>
                                    </p:anim>
                                    <p:anim calcmode="lin" valueType="num">
                                      <p:cBhvr>
                                        <p:cTn id="562" dur="1000" fill="hold"/>
                                        <p:tgtEl>
                                          <p:spTgt spid="2">
                                            <p:graphicEl>
                                              <a:dgm id="{5B86DEEF-0E4D-4E06-AAAF-B776A7F6B678}"/>
                                            </p:graphicEl>
                                          </p:spTgt>
                                        </p:tgtEl>
                                        <p:attrNameLst>
                                          <p:attrName>ppt_h</p:attrName>
                                        </p:attrNameLst>
                                      </p:cBhvr>
                                      <p:tavLst>
                                        <p:tav tm="0">
                                          <p:val>
                                            <p:fltVal val="0"/>
                                          </p:val>
                                        </p:tav>
                                        <p:tav tm="100000">
                                          <p:val>
                                            <p:strVal val="#ppt_h"/>
                                          </p:val>
                                        </p:tav>
                                      </p:tavLst>
                                    </p:anim>
                                    <p:anim calcmode="lin" valueType="num">
                                      <p:cBhvr>
                                        <p:cTn id="563" dur="1000" fill="hold"/>
                                        <p:tgtEl>
                                          <p:spTgt spid="2">
                                            <p:graphicEl>
                                              <a:dgm id="{5B86DEEF-0E4D-4E06-AAAF-B776A7F6B678}"/>
                                            </p:graphicEl>
                                          </p:spTgt>
                                        </p:tgtEl>
                                        <p:attrNameLst>
                                          <p:attrName>style.rotation</p:attrName>
                                        </p:attrNameLst>
                                      </p:cBhvr>
                                      <p:tavLst>
                                        <p:tav tm="0">
                                          <p:val>
                                            <p:fltVal val="90"/>
                                          </p:val>
                                        </p:tav>
                                        <p:tav tm="100000">
                                          <p:val>
                                            <p:fltVal val="0"/>
                                          </p:val>
                                        </p:tav>
                                      </p:tavLst>
                                    </p:anim>
                                    <p:animEffect transition="in" filter="fade">
                                      <p:cBhvr>
                                        <p:cTn id="564" dur="1000"/>
                                        <p:tgtEl>
                                          <p:spTgt spid="2">
                                            <p:graphicEl>
                                              <a:dgm id="{5B86DEEF-0E4D-4E06-AAAF-B776A7F6B678}"/>
                                            </p:graphicEl>
                                          </p:spTgt>
                                        </p:tgtEl>
                                      </p:cBhvr>
                                    </p:animEffect>
                                  </p:childTnLst>
                                </p:cTn>
                              </p:par>
                              <p:par>
                                <p:cTn id="565" presetID="31" presetClass="entr" presetSubtype="0" fill="hold" grpId="0" nodeType="withEffect">
                                  <p:stCondLst>
                                    <p:cond delay="0"/>
                                  </p:stCondLst>
                                  <p:childTnLst>
                                    <p:set>
                                      <p:cBhvr>
                                        <p:cTn id="566" dur="1" fill="hold">
                                          <p:stCondLst>
                                            <p:cond delay="0"/>
                                          </p:stCondLst>
                                        </p:cTn>
                                        <p:tgtEl>
                                          <p:spTgt spid="2">
                                            <p:graphicEl>
                                              <a:dgm id="{78FCD6D9-C5CE-4010-8EC5-492AFB1BC26F}"/>
                                            </p:graphicEl>
                                          </p:spTgt>
                                        </p:tgtEl>
                                        <p:attrNameLst>
                                          <p:attrName>style.visibility</p:attrName>
                                        </p:attrNameLst>
                                      </p:cBhvr>
                                      <p:to>
                                        <p:strVal val="visible"/>
                                      </p:to>
                                    </p:set>
                                    <p:anim calcmode="lin" valueType="num">
                                      <p:cBhvr>
                                        <p:cTn id="567" dur="1000" fill="hold"/>
                                        <p:tgtEl>
                                          <p:spTgt spid="2">
                                            <p:graphicEl>
                                              <a:dgm id="{78FCD6D9-C5CE-4010-8EC5-492AFB1BC26F}"/>
                                            </p:graphicEl>
                                          </p:spTgt>
                                        </p:tgtEl>
                                        <p:attrNameLst>
                                          <p:attrName>ppt_w</p:attrName>
                                        </p:attrNameLst>
                                      </p:cBhvr>
                                      <p:tavLst>
                                        <p:tav tm="0">
                                          <p:val>
                                            <p:fltVal val="0"/>
                                          </p:val>
                                        </p:tav>
                                        <p:tav tm="100000">
                                          <p:val>
                                            <p:strVal val="#ppt_w"/>
                                          </p:val>
                                        </p:tav>
                                      </p:tavLst>
                                    </p:anim>
                                    <p:anim calcmode="lin" valueType="num">
                                      <p:cBhvr>
                                        <p:cTn id="568" dur="1000" fill="hold"/>
                                        <p:tgtEl>
                                          <p:spTgt spid="2">
                                            <p:graphicEl>
                                              <a:dgm id="{78FCD6D9-C5CE-4010-8EC5-492AFB1BC26F}"/>
                                            </p:graphicEl>
                                          </p:spTgt>
                                        </p:tgtEl>
                                        <p:attrNameLst>
                                          <p:attrName>ppt_h</p:attrName>
                                        </p:attrNameLst>
                                      </p:cBhvr>
                                      <p:tavLst>
                                        <p:tav tm="0">
                                          <p:val>
                                            <p:fltVal val="0"/>
                                          </p:val>
                                        </p:tav>
                                        <p:tav tm="100000">
                                          <p:val>
                                            <p:strVal val="#ppt_h"/>
                                          </p:val>
                                        </p:tav>
                                      </p:tavLst>
                                    </p:anim>
                                    <p:anim calcmode="lin" valueType="num">
                                      <p:cBhvr>
                                        <p:cTn id="569" dur="1000" fill="hold"/>
                                        <p:tgtEl>
                                          <p:spTgt spid="2">
                                            <p:graphicEl>
                                              <a:dgm id="{78FCD6D9-C5CE-4010-8EC5-492AFB1BC26F}"/>
                                            </p:graphicEl>
                                          </p:spTgt>
                                        </p:tgtEl>
                                        <p:attrNameLst>
                                          <p:attrName>style.rotation</p:attrName>
                                        </p:attrNameLst>
                                      </p:cBhvr>
                                      <p:tavLst>
                                        <p:tav tm="0">
                                          <p:val>
                                            <p:fltVal val="90"/>
                                          </p:val>
                                        </p:tav>
                                        <p:tav tm="100000">
                                          <p:val>
                                            <p:fltVal val="0"/>
                                          </p:val>
                                        </p:tav>
                                      </p:tavLst>
                                    </p:anim>
                                    <p:animEffect transition="in" filter="fade">
                                      <p:cBhvr>
                                        <p:cTn id="570" dur="1000"/>
                                        <p:tgtEl>
                                          <p:spTgt spid="2">
                                            <p:graphicEl>
                                              <a:dgm id="{78FCD6D9-C5CE-4010-8EC5-492AFB1BC26F}"/>
                                            </p:graphicEl>
                                          </p:spTgt>
                                        </p:tgtEl>
                                      </p:cBhvr>
                                    </p:animEffect>
                                  </p:childTnLst>
                                </p:cTn>
                              </p:par>
                              <p:par>
                                <p:cTn id="571" presetID="31" presetClass="entr" presetSubtype="0" fill="hold" grpId="0" nodeType="withEffect">
                                  <p:stCondLst>
                                    <p:cond delay="0"/>
                                  </p:stCondLst>
                                  <p:childTnLst>
                                    <p:set>
                                      <p:cBhvr>
                                        <p:cTn id="572" dur="1" fill="hold">
                                          <p:stCondLst>
                                            <p:cond delay="0"/>
                                          </p:stCondLst>
                                        </p:cTn>
                                        <p:tgtEl>
                                          <p:spTgt spid="2">
                                            <p:graphicEl>
                                              <a:dgm id="{0CBC5F5F-CF72-42E6-92BF-0BB05172AD4D}"/>
                                            </p:graphicEl>
                                          </p:spTgt>
                                        </p:tgtEl>
                                        <p:attrNameLst>
                                          <p:attrName>style.visibility</p:attrName>
                                        </p:attrNameLst>
                                      </p:cBhvr>
                                      <p:to>
                                        <p:strVal val="visible"/>
                                      </p:to>
                                    </p:set>
                                    <p:anim calcmode="lin" valueType="num">
                                      <p:cBhvr>
                                        <p:cTn id="573" dur="1000" fill="hold"/>
                                        <p:tgtEl>
                                          <p:spTgt spid="2">
                                            <p:graphicEl>
                                              <a:dgm id="{0CBC5F5F-CF72-42E6-92BF-0BB05172AD4D}"/>
                                            </p:graphicEl>
                                          </p:spTgt>
                                        </p:tgtEl>
                                        <p:attrNameLst>
                                          <p:attrName>ppt_w</p:attrName>
                                        </p:attrNameLst>
                                      </p:cBhvr>
                                      <p:tavLst>
                                        <p:tav tm="0">
                                          <p:val>
                                            <p:fltVal val="0"/>
                                          </p:val>
                                        </p:tav>
                                        <p:tav tm="100000">
                                          <p:val>
                                            <p:strVal val="#ppt_w"/>
                                          </p:val>
                                        </p:tav>
                                      </p:tavLst>
                                    </p:anim>
                                    <p:anim calcmode="lin" valueType="num">
                                      <p:cBhvr>
                                        <p:cTn id="574" dur="1000" fill="hold"/>
                                        <p:tgtEl>
                                          <p:spTgt spid="2">
                                            <p:graphicEl>
                                              <a:dgm id="{0CBC5F5F-CF72-42E6-92BF-0BB05172AD4D}"/>
                                            </p:graphicEl>
                                          </p:spTgt>
                                        </p:tgtEl>
                                        <p:attrNameLst>
                                          <p:attrName>ppt_h</p:attrName>
                                        </p:attrNameLst>
                                      </p:cBhvr>
                                      <p:tavLst>
                                        <p:tav tm="0">
                                          <p:val>
                                            <p:fltVal val="0"/>
                                          </p:val>
                                        </p:tav>
                                        <p:tav tm="100000">
                                          <p:val>
                                            <p:strVal val="#ppt_h"/>
                                          </p:val>
                                        </p:tav>
                                      </p:tavLst>
                                    </p:anim>
                                    <p:anim calcmode="lin" valueType="num">
                                      <p:cBhvr>
                                        <p:cTn id="575" dur="1000" fill="hold"/>
                                        <p:tgtEl>
                                          <p:spTgt spid="2">
                                            <p:graphicEl>
                                              <a:dgm id="{0CBC5F5F-CF72-42E6-92BF-0BB05172AD4D}"/>
                                            </p:graphicEl>
                                          </p:spTgt>
                                        </p:tgtEl>
                                        <p:attrNameLst>
                                          <p:attrName>style.rotation</p:attrName>
                                        </p:attrNameLst>
                                      </p:cBhvr>
                                      <p:tavLst>
                                        <p:tav tm="0">
                                          <p:val>
                                            <p:fltVal val="90"/>
                                          </p:val>
                                        </p:tav>
                                        <p:tav tm="100000">
                                          <p:val>
                                            <p:fltVal val="0"/>
                                          </p:val>
                                        </p:tav>
                                      </p:tavLst>
                                    </p:anim>
                                    <p:animEffect transition="in" filter="fade">
                                      <p:cBhvr>
                                        <p:cTn id="576" dur="1000"/>
                                        <p:tgtEl>
                                          <p:spTgt spid="2">
                                            <p:graphicEl>
                                              <a:dgm id="{0CBC5F5F-CF72-42E6-92BF-0BB05172AD4D}"/>
                                            </p:graphicEl>
                                          </p:spTgt>
                                        </p:tgtEl>
                                      </p:cBhvr>
                                    </p:animEffect>
                                  </p:childTnLst>
                                </p:cTn>
                              </p:par>
                              <p:par>
                                <p:cTn id="577" presetID="31" presetClass="entr" presetSubtype="0" fill="hold" grpId="0" nodeType="withEffect">
                                  <p:stCondLst>
                                    <p:cond delay="0"/>
                                  </p:stCondLst>
                                  <p:childTnLst>
                                    <p:set>
                                      <p:cBhvr>
                                        <p:cTn id="578" dur="1" fill="hold">
                                          <p:stCondLst>
                                            <p:cond delay="0"/>
                                          </p:stCondLst>
                                        </p:cTn>
                                        <p:tgtEl>
                                          <p:spTgt spid="2">
                                            <p:graphicEl>
                                              <a:dgm id="{30A4487C-51C5-41C7-9BD1-6506184DFE9A}"/>
                                            </p:graphicEl>
                                          </p:spTgt>
                                        </p:tgtEl>
                                        <p:attrNameLst>
                                          <p:attrName>style.visibility</p:attrName>
                                        </p:attrNameLst>
                                      </p:cBhvr>
                                      <p:to>
                                        <p:strVal val="visible"/>
                                      </p:to>
                                    </p:set>
                                    <p:anim calcmode="lin" valueType="num">
                                      <p:cBhvr>
                                        <p:cTn id="579" dur="1000" fill="hold"/>
                                        <p:tgtEl>
                                          <p:spTgt spid="2">
                                            <p:graphicEl>
                                              <a:dgm id="{30A4487C-51C5-41C7-9BD1-6506184DFE9A}"/>
                                            </p:graphicEl>
                                          </p:spTgt>
                                        </p:tgtEl>
                                        <p:attrNameLst>
                                          <p:attrName>ppt_w</p:attrName>
                                        </p:attrNameLst>
                                      </p:cBhvr>
                                      <p:tavLst>
                                        <p:tav tm="0">
                                          <p:val>
                                            <p:fltVal val="0"/>
                                          </p:val>
                                        </p:tav>
                                        <p:tav tm="100000">
                                          <p:val>
                                            <p:strVal val="#ppt_w"/>
                                          </p:val>
                                        </p:tav>
                                      </p:tavLst>
                                    </p:anim>
                                    <p:anim calcmode="lin" valueType="num">
                                      <p:cBhvr>
                                        <p:cTn id="580" dur="1000" fill="hold"/>
                                        <p:tgtEl>
                                          <p:spTgt spid="2">
                                            <p:graphicEl>
                                              <a:dgm id="{30A4487C-51C5-41C7-9BD1-6506184DFE9A}"/>
                                            </p:graphicEl>
                                          </p:spTgt>
                                        </p:tgtEl>
                                        <p:attrNameLst>
                                          <p:attrName>ppt_h</p:attrName>
                                        </p:attrNameLst>
                                      </p:cBhvr>
                                      <p:tavLst>
                                        <p:tav tm="0">
                                          <p:val>
                                            <p:fltVal val="0"/>
                                          </p:val>
                                        </p:tav>
                                        <p:tav tm="100000">
                                          <p:val>
                                            <p:strVal val="#ppt_h"/>
                                          </p:val>
                                        </p:tav>
                                      </p:tavLst>
                                    </p:anim>
                                    <p:anim calcmode="lin" valueType="num">
                                      <p:cBhvr>
                                        <p:cTn id="581" dur="1000" fill="hold"/>
                                        <p:tgtEl>
                                          <p:spTgt spid="2">
                                            <p:graphicEl>
                                              <a:dgm id="{30A4487C-51C5-41C7-9BD1-6506184DFE9A}"/>
                                            </p:graphicEl>
                                          </p:spTgt>
                                        </p:tgtEl>
                                        <p:attrNameLst>
                                          <p:attrName>style.rotation</p:attrName>
                                        </p:attrNameLst>
                                      </p:cBhvr>
                                      <p:tavLst>
                                        <p:tav tm="0">
                                          <p:val>
                                            <p:fltVal val="90"/>
                                          </p:val>
                                        </p:tav>
                                        <p:tav tm="100000">
                                          <p:val>
                                            <p:fltVal val="0"/>
                                          </p:val>
                                        </p:tav>
                                      </p:tavLst>
                                    </p:anim>
                                    <p:animEffect transition="in" filter="fade">
                                      <p:cBhvr>
                                        <p:cTn id="582" dur="1000"/>
                                        <p:tgtEl>
                                          <p:spTgt spid="2">
                                            <p:graphicEl>
                                              <a:dgm id="{30A4487C-51C5-41C7-9BD1-6506184DFE9A}"/>
                                            </p:graphicEl>
                                          </p:spTgt>
                                        </p:tgtEl>
                                      </p:cBhvr>
                                    </p:animEffect>
                                  </p:childTnLst>
                                </p:cTn>
                              </p:par>
                              <p:par>
                                <p:cTn id="583" presetID="31" presetClass="entr" presetSubtype="0" fill="hold" grpId="0" nodeType="withEffect">
                                  <p:stCondLst>
                                    <p:cond delay="0"/>
                                  </p:stCondLst>
                                  <p:childTnLst>
                                    <p:set>
                                      <p:cBhvr>
                                        <p:cTn id="584" dur="1" fill="hold">
                                          <p:stCondLst>
                                            <p:cond delay="0"/>
                                          </p:stCondLst>
                                        </p:cTn>
                                        <p:tgtEl>
                                          <p:spTgt spid="2">
                                            <p:graphicEl>
                                              <a:dgm id="{FEDB9CE6-41BB-4AE1-AECD-1075B88A46AC}"/>
                                            </p:graphicEl>
                                          </p:spTgt>
                                        </p:tgtEl>
                                        <p:attrNameLst>
                                          <p:attrName>style.visibility</p:attrName>
                                        </p:attrNameLst>
                                      </p:cBhvr>
                                      <p:to>
                                        <p:strVal val="visible"/>
                                      </p:to>
                                    </p:set>
                                    <p:anim calcmode="lin" valueType="num">
                                      <p:cBhvr>
                                        <p:cTn id="585" dur="1000" fill="hold"/>
                                        <p:tgtEl>
                                          <p:spTgt spid="2">
                                            <p:graphicEl>
                                              <a:dgm id="{FEDB9CE6-41BB-4AE1-AECD-1075B88A46AC}"/>
                                            </p:graphicEl>
                                          </p:spTgt>
                                        </p:tgtEl>
                                        <p:attrNameLst>
                                          <p:attrName>ppt_w</p:attrName>
                                        </p:attrNameLst>
                                      </p:cBhvr>
                                      <p:tavLst>
                                        <p:tav tm="0">
                                          <p:val>
                                            <p:fltVal val="0"/>
                                          </p:val>
                                        </p:tav>
                                        <p:tav tm="100000">
                                          <p:val>
                                            <p:strVal val="#ppt_w"/>
                                          </p:val>
                                        </p:tav>
                                      </p:tavLst>
                                    </p:anim>
                                    <p:anim calcmode="lin" valueType="num">
                                      <p:cBhvr>
                                        <p:cTn id="586" dur="1000" fill="hold"/>
                                        <p:tgtEl>
                                          <p:spTgt spid="2">
                                            <p:graphicEl>
                                              <a:dgm id="{FEDB9CE6-41BB-4AE1-AECD-1075B88A46AC}"/>
                                            </p:graphicEl>
                                          </p:spTgt>
                                        </p:tgtEl>
                                        <p:attrNameLst>
                                          <p:attrName>ppt_h</p:attrName>
                                        </p:attrNameLst>
                                      </p:cBhvr>
                                      <p:tavLst>
                                        <p:tav tm="0">
                                          <p:val>
                                            <p:fltVal val="0"/>
                                          </p:val>
                                        </p:tav>
                                        <p:tav tm="100000">
                                          <p:val>
                                            <p:strVal val="#ppt_h"/>
                                          </p:val>
                                        </p:tav>
                                      </p:tavLst>
                                    </p:anim>
                                    <p:anim calcmode="lin" valueType="num">
                                      <p:cBhvr>
                                        <p:cTn id="587" dur="1000" fill="hold"/>
                                        <p:tgtEl>
                                          <p:spTgt spid="2">
                                            <p:graphicEl>
                                              <a:dgm id="{FEDB9CE6-41BB-4AE1-AECD-1075B88A46AC}"/>
                                            </p:graphicEl>
                                          </p:spTgt>
                                        </p:tgtEl>
                                        <p:attrNameLst>
                                          <p:attrName>style.rotation</p:attrName>
                                        </p:attrNameLst>
                                      </p:cBhvr>
                                      <p:tavLst>
                                        <p:tav tm="0">
                                          <p:val>
                                            <p:fltVal val="90"/>
                                          </p:val>
                                        </p:tav>
                                        <p:tav tm="100000">
                                          <p:val>
                                            <p:fltVal val="0"/>
                                          </p:val>
                                        </p:tav>
                                      </p:tavLst>
                                    </p:anim>
                                    <p:animEffect transition="in" filter="fade">
                                      <p:cBhvr>
                                        <p:cTn id="588" dur="1000"/>
                                        <p:tgtEl>
                                          <p:spTgt spid="2">
                                            <p:graphicEl>
                                              <a:dgm id="{FEDB9CE6-41BB-4AE1-AECD-1075B88A46AC}"/>
                                            </p:graphicEl>
                                          </p:spTgt>
                                        </p:tgtEl>
                                      </p:cBhvr>
                                    </p:animEffect>
                                  </p:childTnLst>
                                </p:cTn>
                              </p:par>
                              <p:par>
                                <p:cTn id="589" presetID="31" presetClass="entr" presetSubtype="0" fill="hold" grpId="0" nodeType="withEffect">
                                  <p:stCondLst>
                                    <p:cond delay="0"/>
                                  </p:stCondLst>
                                  <p:childTnLst>
                                    <p:set>
                                      <p:cBhvr>
                                        <p:cTn id="590" dur="1" fill="hold">
                                          <p:stCondLst>
                                            <p:cond delay="0"/>
                                          </p:stCondLst>
                                        </p:cTn>
                                        <p:tgtEl>
                                          <p:spTgt spid="2">
                                            <p:graphicEl>
                                              <a:dgm id="{B1F2856D-D29C-44D6-A189-0A0D0615141F}"/>
                                            </p:graphicEl>
                                          </p:spTgt>
                                        </p:tgtEl>
                                        <p:attrNameLst>
                                          <p:attrName>style.visibility</p:attrName>
                                        </p:attrNameLst>
                                      </p:cBhvr>
                                      <p:to>
                                        <p:strVal val="visible"/>
                                      </p:to>
                                    </p:set>
                                    <p:anim calcmode="lin" valueType="num">
                                      <p:cBhvr>
                                        <p:cTn id="591" dur="1000" fill="hold"/>
                                        <p:tgtEl>
                                          <p:spTgt spid="2">
                                            <p:graphicEl>
                                              <a:dgm id="{B1F2856D-D29C-44D6-A189-0A0D0615141F}"/>
                                            </p:graphicEl>
                                          </p:spTgt>
                                        </p:tgtEl>
                                        <p:attrNameLst>
                                          <p:attrName>ppt_w</p:attrName>
                                        </p:attrNameLst>
                                      </p:cBhvr>
                                      <p:tavLst>
                                        <p:tav tm="0">
                                          <p:val>
                                            <p:fltVal val="0"/>
                                          </p:val>
                                        </p:tav>
                                        <p:tav tm="100000">
                                          <p:val>
                                            <p:strVal val="#ppt_w"/>
                                          </p:val>
                                        </p:tav>
                                      </p:tavLst>
                                    </p:anim>
                                    <p:anim calcmode="lin" valueType="num">
                                      <p:cBhvr>
                                        <p:cTn id="592" dur="1000" fill="hold"/>
                                        <p:tgtEl>
                                          <p:spTgt spid="2">
                                            <p:graphicEl>
                                              <a:dgm id="{B1F2856D-D29C-44D6-A189-0A0D0615141F}"/>
                                            </p:graphicEl>
                                          </p:spTgt>
                                        </p:tgtEl>
                                        <p:attrNameLst>
                                          <p:attrName>ppt_h</p:attrName>
                                        </p:attrNameLst>
                                      </p:cBhvr>
                                      <p:tavLst>
                                        <p:tav tm="0">
                                          <p:val>
                                            <p:fltVal val="0"/>
                                          </p:val>
                                        </p:tav>
                                        <p:tav tm="100000">
                                          <p:val>
                                            <p:strVal val="#ppt_h"/>
                                          </p:val>
                                        </p:tav>
                                      </p:tavLst>
                                    </p:anim>
                                    <p:anim calcmode="lin" valueType="num">
                                      <p:cBhvr>
                                        <p:cTn id="593" dur="1000" fill="hold"/>
                                        <p:tgtEl>
                                          <p:spTgt spid="2">
                                            <p:graphicEl>
                                              <a:dgm id="{B1F2856D-D29C-44D6-A189-0A0D0615141F}"/>
                                            </p:graphicEl>
                                          </p:spTgt>
                                        </p:tgtEl>
                                        <p:attrNameLst>
                                          <p:attrName>style.rotation</p:attrName>
                                        </p:attrNameLst>
                                      </p:cBhvr>
                                      <p:tavLst>
                                        <p:tav tm="0">
                                          <p:val>
                                            <p:fltVal val="90"/>
                                          </p:val>
                                        </p:tav>
                                        <p:tav tm="100000">
                                          <p:val>
                                            <p:fltVal val="0"/>
                                          </p:val>
                                        </p:tav>
                                      </p:tavLst>
                                    </p:anim>
                                    <p:animEffect transition="in" filter="fade">
                                      <p:cBhvr>
                                        <p:cTn id="594" dur="1000"/>
                                        <p:tgtEl>
                                          <p:spTgt spid="2">
                                            <p:graphicEl>
                                              <a:dgm id="{B1F2856D-D29C-44D6-A189-0A0D0615141F}"/>
                                            </p:graphicEl>
                                          </p:spTgt>
                                        </p:tgtEl>
                                      </p:cBhvr>
                                    </p:animEffect>
                                  </p:childTnLst>
                                </p:cTn>
                              </p:par>
                              <p:par>
                                <p:cTn id="595" presetID="31" presetClass="entr" presetSubtype="0" fill="hold" grpId="0" nodeType="withEffect">
                                  <p:stCondLst>
                                    <p:cond delay="0"/>
                                  </p:stCondLst>
                                  <p:childTnLst>
                                    <p:set>
                                      <p:cBhvr>
                                        <p:cTn id="596" dur="1" fill="hold">
                                          <p:stCondLst>
                                            <p:cond delay="0"/>
                                          </p:stCondLst>
                                        </p:cTn>
                                        <p:tgtEl>
                                          <p:spTgt spid="2">
                                            <p:graphicEl>
                                              <a:dgm id="{396BBD8C-FF21-4059-9755-F1B452FC2F09}"/>
                                            </p:graphicEl>
                                          </p:spTgt>
                                        </p:tgtEl>
                                        <p:attrNameLst>
                                          <p:attrName>style.visibility</p:attrName>
                                        </p:attrNameLst>
                                      </p:cBhvr>
                                      <p:to>
                                        <p:strVal val="visible"/>
                                      </p:to>
                                    </p:set>
                                    <p:anim calcmode="lin" valueType="num">
                                      <p:cBhvr>
                                        <p:cTn id="597" dur="1000" fill="hold"/>
                                        <p:tgtEl>
                                          <p:spTgt spid="2">
                                            <p:graphicEl>
                                              <a:dgm id="{396BBD8C-FF21-4059-9755-F1B452FC2F09}"/>
                                            </p:graphicEl>
                                          </p:spTgt>
                                        </p:tgtEl>
                                        <p:attrNameLst>
                                          <p:attrName>ppt_w</p:attrName>
                                        </p:attrNameLst>
                                      </p:cBhvr>
                                      <p:tavLst>
                                        <p:tav tm="0">
                                          <p:val>
                                            <p:fltVal val="0"/>
                                          </p:val>
                                        </p:tav>
                                        <p:tav tm="100000">
                                          <p:val>
                                            <p:strVal val="#ppt_w"/>
                                          </p:val>
                                        </p:tav>
                                      </p:tavLst>
                                    </p:anim>
                                    <p:anim calcmode="lin" valueType="num">
                                      <p:cBhvr>
                                        <p:cTn id="598" dur="1000" fill="hold"/>
                                        <p:tgtEl>
                                          <p:spTgt spid="2">
                                            <p:graphicEl>
                                              <a:dgm id="{396BBD8C-FF21-4059-9755-F1B452FC2F09}"/>
                                            </p:graphicEl>
                                          </p:spTgt>
                                        </p:tgtEl>
                                        <p:attrNameLst>
                                          <p:attrName>ppt_h</p:attrName>
                                        </p:attrNameLst>
                                      </p:cBhvr>
                                      <p:tavLst>
                                        <p:tav tm="0">
                                          <p:val>
                                            <p:fltVal val="0"/>
                                          </p:val>
                                        </p:tav>
                                        <p:tav tm="100000">
                                          <p:val>
                                            <p:strVal val="#ppt_h"/>
                                          </p:val>
                                        </p:tav>
                                      </p:tavLst>
                                    </p:anim>
                                    <p:anim calcmode="lin" valueType="num">
                                      <p:cBhvr>
                                        <p:cTn id="599" dur="1000" fill="hold"/>
                                        <p:tgtEl>
                                          <p:spTgt spid="2">
                                            <p:graphicEl>
                                              <a:dgm id="{396BBD8C-FF21-4059-9755-F1B452FC2F09}"/>
                                            </p:graphicEl>
                                          </p:spTgt>
                                        </p:tgtEl>
                                        <p:attrNameLst>
                                          <p:attrName>style.rotation</p:attrName>
                                        </p:attrNameLst>
                                      </p:cBhvr>
                                      <p:tavLst>
                                        <p:tav tm="0">
                                          <p:val>
                                            <p:fltVal val="90"/>
                                          </p:val>
                                        </p:tav>
                                        <p:tav tm="100000">
                                          <p:val>
                                            <p:fltVal val="0"/>
                                          </p:val>
                                        </p:tav>
                                      </p:tavLst>
                                    </p:anim>
                                    <p:animEffect transition="in" filter="fade">
                                      <p:cBhvr>
                                        <p:cTn id="600" dur="1000"/>
                                        <p:tgtEl>
                                          <p:spTgt spid="2">
                                            <p:graphicEl>
                                              <a:dgm id="{396BBD8C-FF21-4059-9755-F1B452FC2F09}"/>
                                            </p:graphicEl>
                                          </p:spTgt>
                                        </p:tgtEl>
                                      </p:cBhvr>
                                    </p:animEffect>
                                  </p:childTnLst>
                                </p:cTn>
                              </p:par>
                              <p:par>
                                <p:cTn id="601" presetID="31" presetClass="entr" presetSubtype="0" fill="hold" grpId="0" nodeType="withEffect">
                                  <p:stCondLst>
                                    <p:cond delay="0"/>
                                  </p:stCondLst>
                                  <p:childTnLst>
                                    <p:set>
                                      <p:cBhvr>
                                        <p:cTn id="602" dur="1" fill="hold">
                                          <p:stCondLst>
                                            <p:cond delay="0"/>
                                          </p:stCondLst>
                                        </p:cTn>
                                        <p:tgtEl>
                                          <p:spTgt spid="2">
                                            <p:graphicEl>
                                              <a:dgm id="{A104DF13-71C1-421F-8603-19C1CE144EB8}"/>
                                            </p:graphicEl>
                                          </p:spTgt>
                                        </p:tgtEl>
                                        <p:attrNameLst>
                                          <p:attrName>style.visibility</p:attrName>
                                        </p:attrNameLst>
                                      </p:cBhvr>
                                      <p:to>
                                        <p:strVal val="visible"/>
                                      </p:to>
                                    </p:set>
                                    <p:anim calcmode="lin" valueType="num">
                                      <p:cBhvr>
                                        <p:cTn id="603" dur="1000" fill="hold"/>
                                        <p:tgtEl>
                                          <p:spTgt spid="2">
                                            <p:graphicEl>
                                              <a:dgm id="{A104DF13-71C1-421F-8603-19C1CE144EB8}"/>
                                            </p:graphicEl>
                                          </p:spTgt>
                                        </p:tgtEl>
                                        <p:attrNameLst>
                                          <p:attrName>ppt_w</p:attrName>
                                        </p:attrNameLst>
                                      </p:cBhvr>
                                      <p:tavLst>
                                        <p:tav tm="0">
                                          <p:val>
                                            <p:fltVal val="0"/>
                                          </p:val>
                                        </p:tav>
                                        <p:tav tm="100000">
                                          <p:val>
                                            <p:strVal val="#ppt_w"/>
                                          </p:val>
                                        </p:tav>
                                      </p:tavLst>
                                    </p:anim>
                                    <p:anim calcmode="lin" valueType="num">
                                      <p:cBhvr>
                                        <p:cTn id="604" dur="1000" fill="hold"/>
                                        <p:tgtEl>
                                          <p:spTgt spid="2">
                                            <p:graphicEl>
                                              <a:dgm id="{A104DF13-71C1-421F-8603-19C1CE144EB8}"/>
                                            </p:graphicEl>
                                          </p:spTgt>
                                        </p:tgtEl>
                                        <p:attrNameLst>
                                          <p:attrName>ppt_h</p:attrName>
                                        </p:attrNameLst>
                                      </p:cBhvr>
                                      <p:tavLst>
                                        <p:tav tm="0">
                                          <p:val>
                                            <p:fltVal val="0"/>
                                          </p:val>
                                        </p:tav>
                                        <p:tav tm="100000">
                                          <p:val>
                                            <p:strVal val="#ppt_h"/>
                                          </p:val>
                                        </p:tav>
                                      </p:tavLst>
                                    </p:anim>
                                    <p:anim calcmode="lin" valueType="num">
                                      <p:cBhvr>
                                        <p:cTn id="605" dur="1000" fill="hold"/>
                                        <p:tgtEl>
                                          <p:spTgt spid="2">
                                            <p:graphicEl>
                                              <a:dgm id="{A104DF13-71C1-421F-8603-19C1CE144EB8}"/>
                                            </p:graphicEl>
                                          </p:spTgt>
                                        </p:tgtEl>
                                        <p:attrNameLst>
                                          <p:attrName>style.rotation</p:attrName>
                                        </p:attrNameLst>
                                      </p:cBhvr>
                                      <p:tavLst>
                                        <p:tav tm="0">
                                          <p:val>
                                            <p:fltVal val="90"/>
                                          </p:val>
                                        </p:tav>
                                        <p:tav tm="100000">
                                          <p:val>
                                            <p:fltVal val="0"/>
                                          </p:val>
                                        </p:tav>
                                      </p:tavLst>
                                    </p:anim>
                                    <p:animEffect transition="in" filter="fade">
                                      <p:cBhvr>
                                        <p:cTn id="606" dur="1000"/>
                                        <p:tgtEl>
                                          <p:spTgt spid="2">
                                            <p:graphicEl>
                                              <a:dgm id="{A104DF13-71C1-421F-8603-19C1CE144EB8}"/>
                                            </p:graphicEl>
                                          </p:spTgt>
                                        </p:tgtEl>
                                      </p:cBhvr>
                                    </p:animEffect>
                                  </p:childTnLst>
                                </p:cTn>
                              </p:par>
                              <p:par>
                                <p:cTn id="607" presetID="31" presetClass="entr" presetSubtype="0" fill="hold" grpId="0" nodeType="withEffect">
                                  <p:stCondLst>
                                    <p:cond delay="0"/>
                                  </p:stCondLst>
                                  <p:childTnLst>
                                    <p:set>
                                      <p:cBhvr>
                                        <p:cTn id="608" dur="1" fill="hold">
                                          <p:stCondLst>
                                            <p:cond delay="0"/>
                                          </p:stCondLst>
                                        </p:cTn>
                                        <p:tgtEl>
                                          <p:spTgt spid="2">
                                            <p:graphicEl>
                                              <a:dgm id="{E6203A1A-8B58-4665-BC13-CC7D53078856}"/>
                                            </p:graphicEl>
                                          </p:spTgt>
                                        </p:tgtEl>
                                        <p:attrNameLst>
                                          <p:attrName>style.visibility</p:attrName>
                                        </p:attrNameLst>
                                      </p:cBhvr>
                                      <p:to>
                                        <p:strVal val="visible"/>
                                      </p:to>
                                    </p:set>
                                    <p:anim calcmode="lin" valueType="num">
                                      <p:cBhvr>
                                        <p:cTn id="609" dur="1000" fill="hold"/>
                                        <p:tgtEl>
                                          <p:spTgt spid="2">
                                            <p:graphicEl>
                                              <a:dgm id="{E6203A1A-8B58-4665-BC13-CC7D53078856}"/>
                                            </p:graphicEl>
                                          </p:spTgt>
                                        </p:tgtEl>
                                        <p:attrNameLst>
                                          <p:attrName>ppt_w</p:attrName>
                                        </p:attrNameLst>
                                      </p:cBhvr>
                                      <p:tavLst>
                                        <p:tav tm="0">
                                          <p:val>
                                            <p:fltVal val="0"/>
                                          </p:val>
                                        </p:tav>
                                        <p:tav tm="100000">
                                          <p:val>
                                            <p:strVal val="#ppt_w"/>
                                          </p:val>
                                        </p:tav>
                                      </p:tavLst>
                                    </p:anim>
                                    <p:anim calcmode="lin" valueType="num">
                                      <p:cBhvr>
                                        <p:cTn id="610" dur="1000" fill="hold"/>
                                        <p:tgtEl>
                                          <p:spTgt spid="2">
                                            <p:graphicEl>
                                              <a:dgm id="{E6203A1A-8B58-4665-BC13-CC7D53078856}"/>
                                            </p:graphicEl>
                                          </p:spTgt>
                                        </p:tgtEl>
                                        <p:attrNameLst>
                                          <p:attrName>ppt_h</p:attrName>
                                        </p:attrNameLst>
                                      </p:cBhvr>
                                      <p:tavLst>
                                        <p:tav tm="0">
                                          <p:val>
                                            <p:fltVal val="0"/>
                                          </p:val>
                                        </p:tav>
                                        <p:tav tm="100000">
                                          <p:val>
                                            <p:strVal val="#ppt_h"/>
                                          </p:val>
                                        </p:tav>
                                      </p:tavLst>
                                    </p:anim>
                                    <p:anim calcmode="lin" valueType="num">
                                      <p:cBhvr>
                                        <p:cTn id="611" dur="1000" fill="hold"/>
                                        <p:tgtEl>
                                          <p:spTgt spid="2">
                                            <p:graphicEl>
                                              <a:dgm id="{E6203A1A-8B58-4665-BC13-CC7D53078856}"/>
                                            </p:graphicEl>
                                          </p:spTgt>
                                        </p:tgtEl>
                                        <p:attrNameLst>
                                          <p:attrName>style.rotation</p:attrName>
                                        </p:attrNameLst>
                                      </p:cBhvr>
                                      <p:tavLst>
                                        <p:tav tm="0">
                                          <p:val>
                                            <p:fltVal val="90"/>
                                          </p:val>
                                        </p:tav>
                                        <p:tav tm="100000">
                                          <p:val>
                                            <p:fltVal val="0"/>
                                          </p:val>
                                        </p:tav>
                                      </p:tavLst>
                                    </p:anim>
                                    <p:animEffect transition="in" filter="fade">
                                      <p:cBhvr>
                                        <p:cTn id="612" dur="1000"/>
                                        <p:tgtEl>
                                          <p:spTgt spid="2">
                                            <p:graphicEl>
                                              <a:dgm id="{E6203A1A-8B58-4665-BC13-CC7D53078856}"/>
                                            </p:graphicEl>
                                          </p:spTgt>
                                        </p:tgtEl>
                                      </p:cBhvr>
                                    </p:animEffect>
                                  </p:childTnLst>
                                </p:cTn>
                              </p:par>
                              <p:par>
                                <p:cTn id="613" presetID="31" presetClass="entr" presetSubtype="0" fill="hold" grpId="0" nodeType="withEffect">
                                  <p:stCondLst>
                                    <p:cond delay="0"/>
                                  </p:stCondLst>
                                  <p:childTnLst>
                                    <p:set>
                                      <p:cBhvr>
                                        <p:cTn id="614" dur="1" fill="hold">
                                          <p:stCondLst>
                                            <p:cond delay="0"/>
                                          </p:stCondLst>
                                        </p:cTn>
                                        <p:tgtEl>
                                          <p:spTgt spid="2">
                                            <p:graphicEl>
                                              <a:dgm id="{D14F7347-496C-4F96-B59B-6FC5C27D1987}"/>
                                            </p:graphicEl>
                                          </p:spTgt>
                                        </p:tgtEl>
                                        <p:attrNameLst>
                                          <p:attrName>style.visibility</p:attrName>
                                        </p:attrNameLst>
                                      </p:cBhvr>
                                      <p:to>
                                        <p:strVal val="visible"/>
                                      </p:to>
                                    </p:set>
                                    <p:anim calcmode="lin" valueType="num">
                                      <p:cBhvr>
                                        <p:cTn id="615" dur="1000" fill="hold"/>
                                        <p:tgtEl>
                                          <p:spTgt spid="2">
                                            <p:graphicEl>
                                              <a:dgm id="{D14F7347-496C-4F96-B59B-6FC5C27D1987}"/>
                                            </p:graphicEl>
                                          </p:spTgt>
                                        </p:tgtEl>
                                        <p:attrNameLst>
                                          <p:attrName>ppt_w</p:attrName>
                                        </p:attrNameLst>
                                      </p:cBhvr>
                                      <p:tavLst>
                                        <p:tav tm="0">
                                          <p:val>
                                            <p:fltVal val="0"/>
                                          </p:val>
                                        </p:tav>
                                        <p:tav tm="100000">
                                          <p:val>
                                            <p:strVal val="#ppt_w"/>
                                          </p:val>
                                        </p:tav>
                                      </p:tavLst>
                                    </p:anim>
                                    <p:anim calcmode="lin" valueType="num">
                                      <p:cBhvr>
                                        <p:cTn id="616" dur="1000" fill="hold"/>
                                        <p:tgtEl>
                                          <p:spTgt spid="2">
                                            <p:graphicEl>
                                              <a:dgm id="{D14F7347-496C-4F96-B59B-6FC5C27D1987}"/>
                                            </p:graphicEl>
                                          </p:spTgt>
                                        </p:tgtEl>
                                        <p:attrNameLst>
                                          <p:attrName>ppt_h</p:attrName>
                                        </p:attrNameLst>
                                      </p:cBhvr>
                                      <p:tavLst>
                                        <p:tav tm="0">
                                          <p:val>
                                            <p:fltVal val="0"/>
                                          </p:val>
                                        </p:tav>
                                        <p:tav tm="100000">
                                          <p:val>
                                            <p:strVal val="#ppt_h"/>
                                          </p:val>
                                        </p:tav>
                                      </p:tavLst>
                                    </p:anim>
                                    <p:anim calcmode="lin" valueType="num">
                                      <p:cBhvr>
                                        <p:cTn id="617" dur="1000" fill="hold"/>
                                        <p:tgtEl>
                                          <p:spTgt spid="2">
                                            <p:graphicEl>
                                              <a:dgm id="{D14F7347-496C-4F96-B59B-6FC5C27D1987}"/>
                                            </p:graphicEl>
                                          </p:spTgt>
                                        </p:tgtEl>
                                        <p:attrNameLst>
                                          <p:attrName>style.rotation</p:attrName>
                                        </p:attrNameLst>
                                      </p:cBhvr>
                                      <p:tavLst>
                                        <p:tav tm="0">
                                          <p:val>
                                            <p:fltVal val="90"/>
                                          </p:val>
                                        </p:tav>
                                        <p:tav tm="100000">
                                          <p:val>
                                            <p:fltVal val="0"/>
                                          </p:val>
                                        </p:tav>
                                      </p:tavLst>
                                    </p:anim>
                                    <p:animEffect transition="in" filter="fade">
                                      <p:cBhvr>
                                        <p:cTn id="618" dur="1000"/>
                                        <p:tgtEl>
                                          <p:spTgt spid="2">
                                            <p:graphicEl>
                                              <a:dgm id="{D14F7347-496C-4F96-B59B-6FC5C27D1987}"/>
                                            </p:graphicEl>
                                          </p:spTgt>
                                        </p:tgtEl>
                                      </p:cBhvr>
                                    </p:animEffect>
                                  </p:childTnLst>
                                </p:cTn>
                              </p:par>
                              <p:par>
                                <p:cTn id="619" presetID="31" presetClass="entr" presetSubtype="0" fill="hold" grpId="0" nodeType="withEffect">
                                  <p:stCondLst>
                                    <p:cond delay="0"/>
                                  </p:stCondLst>
                                  <p:childTnLst>
                                    <p:set>
                                      <p:cBhvr>
                                        <p:cTn id="620" dur="1" fill="hold">
                                          <p:stCondLst>
                                            <p:cond delay="0"/>
                                          </p:stCondLst>
                                        </p:cTn>
                                        <p:tgtEl>
                                          <p:spTgt spid="2">
                                            <p:graphicEl>
                                              <a:dgm id="{3EC7F8B1-4883-42AE-AC8A-01CD737234E6}"/>
                                            </p:graphicEl>
                                          </p:spTgt>
                                        </p:tgtEl>
                                        <p:attrNameLst>
                                          <p:attrName>style.visibility</p:attrName>
                                        </p:attrNameLst>
                                      </p:cBhvr>
                                      <p:to>
                                        <p:strVal val="visible"/>
                                      </p:to>
                                    </p:set>
                                    <p:anim calcmode="lin" valueType="num">
                                      <p:cBhvr>
                                        <p:cTn id="621" dur="1000" fill="hold"/>
                                        <p:tgtEl>
                                          <p:spTgt spid="2">
                                            <p:graphicEl>
                                              <a:dgm id="{3EC7F8B1-4883-42AE-AC8A-01CD737234E6}"/>
                                            </p:graphicEl>
                                          </p:spTgt>
                                        </p:tgtEl>
                                        <p:attrNameLst>
                                          <p:attrName>ppt_w</p:attrName>
                                        </p:attrNameLst>
                                      </p:cBhvr>
                                      <p:tavLst>
                                        <p:tav tm="0">
                                          <p:val>
                                            <p:fltVal val="0"/>
                                          </p:val>
                                        </p:tav>
                                        <p:tav tm="100000">
                                          <p:val>
                                            <p:strVal val="#ppt_w"/>
                                          </p:val>
                                        </p:tav>
                                      </p:tavLst>
                                    </p:anim>
                                    <p:anim calcmode="lin" valueType="num">
                                      <p:cBhvr>
                                        <p:cTn id="622" dur="1000" fill="hold"/>
                                        <p:tgtEl>
                                          <p:spTgt spid="2">
                                            <p:graphicEl>
                                              <a:dgm id="{3EC7F8B1-4883-42AE-AC8A-01CD737234E6}"/>
                                            </p:graphicEl>
                                          </p:spTgt>
                                        </p:tgtEl>
                                        <p:attrNameLst>
                                          <p:attrName>ppt_h</p:attrName>
                                        </p:attrNameLst>
                                      </p:cBhvr>
                                      <p:tavLst>
                                        <p:tav tm="0">
                                          <p:val>
                                            <p:fltVal val="0"/>
                                          </p:val>
                                        </p:tav>
                                        <p:tav tm="100000">
                                          <p:val>
                                            <p:strVal val="#ppt_h"/>
                                          </p:val>
                                        </p:tav>
                                      </p:tavLst>
                                    </p:anim>
                                    <p:anim calcmode="lin" valueType="num">
                                      <p:cBhvr>
                                        <p:cTn id="623" dur="1000" fill="hold"/>
                                        <p:tgtEl>
                                          <p:spTgt spid="2">
                                            <p:graphicEl>
                                              <a:dgm id="{3EC7F8B1-4883-42AE-AC8A-01CD737234E6}"/>
                                            </p:graphicEl>
                                          </p:spTgt>
                                        </p:tgtEl>
                                        <p:attrNameLst>
                                          <p:attrName>style.rotation</p:attrName>
                                        </p:attrNameLst>
                                      </p:cBhvr>
                                      <p:tavLst>
                                        <p:tav tm="0">
                                          <p:val>
                                            <p:fltVal val="90"/>
                                          </p:val>
                                        </p:tav>
                                        <p:tav tm="100000">
                                          <p:val>
                                            <p:fltVal val="0"/>
                                          </p:val>
                                        </p:tav>
                                      </p:tavLst>
                                    </p:anim>
                                    <p:animEffect transition="in" filter="fade">
                                      <p:cBhvr>
                                        <p:cTn id="624" dur="1000"/>
                                        <p:tgtEl>
                                          <p:spTgt spid="2">
                                            <p:graphicEl>
                                              <a:dgm id="{3EC7F8B1-4883-42AE-AC8A-01CD737234E6}"/>
                                            </p:graphicEl>
                                          </p:spTgt>
                                        </p:tgtEl>
                                      </p:cBhvr>
                                    </p:animEffect>
                                  </p:childTnLst>
                                </p:cTn>
                              </p:par>
                              <p:par>
                                <p:cTn id="625" presetID="31" presetClass="entr" presetSubtype="0" fill="hold" grpId="0" nodeType="withEffect">
                                  <p:stCondLst>
                                    <p:cond delay="0"/>
                                  </p:stCondLst>
                                  <p:childTnLst>
                                    <p:set>
                                      <p:cBhvr>
                                        <p:cTn id="626" dur="1" fill="hold">
                                          <p:stCondLst>
                                            <p:cond delay="0"/>
                                          </p:stCondLst>
                                        </p:cTn>
                                        <p:tgtEl>
                                          <p:spTgt spid="2">
                                            <p:graphicEl>
                                              <a:dgm id="{4C20F4CB-DF5C-4C58-9473-691B6D5D40EF}"/>
                                            </p:graphicEl>
                                          </p:spTgt>
                                        </p:tgtEl>
                                        <p:attrNameLst>
                                          <p:attrName>style.visibility</p:attrName>
                                        </p:attrNameLst>
                                      </p:cBhvr>
                                      <p:to>
                                        <p:strVal val="visible"/>
                                      </p:to>
                                    </p:set>
                                    <p:anim calcmode="lin" valueType="num">
                                      <p:cBhvr>
                                        <p:cTn id="627" dur="1000" fill="hold"/>
                                        <p:tgtEl>
                                          <p:spTgt spid="2">
                                            <p:graphicEl>
                                              <a:dgm id="{4C20F4CB-DF5C-4C58-9473-691B6D5D40EF}"/>
                                            </p:graphicEl>
                                          </p:spTgt>
                                        </p:tgtEl>
                                        <p:attrNameLst>
                                          <p:attrName>ppt_w</p:attrName>
                                        </p:attrNameLst>
                                      </p:cBhvr>
                                      <p:tavLst>
                                        <p:tav tm="0">
                                          <p:val>
                                            <p:fltVal val="0"/>
                                          </p:val>
                                        </p:tav>
                                        <p:tav tm="100000">
                                          <p:val>
                                            <p:strVal val="#ppt_w"/>
                                          </p:val>
                                        </p:tav>
                                      </p:tavLst>
                                    </p:anim>
                                    <p:anim calcmode="lin" valueType="num">
                                      <p:cBhvr>
                                        <p:cTn id="628" dur="1000" fill="hold"/>
                                        <p:tgtEl>
                                          <p:spTgt spid="2">
                                            <p:graphicEl>
                                              <a:dgm id="{4C20F4CB-DF5C-4C58-9473-691B6D5D40EF}"/>
                                            </p:graphicEl>
                                          </p:spTgt>
                                        </p:tgtEl>
                                        <p:attrNameLst>
                                          <p:attrName>ppt_h</p:attrName>
                                        </p:attrNameLst>
                                      </p:cBhvr>
                                      <p:tavLst>
                                        <p:tav tm="0">
                                          <p:val>
                                            <p:fltVal val="0"/>
                                          </p:val>
                                        </p:tav>
                                        <p:tav tm="100000">
                                          <p:val>
                                            <p:strVal val="#ppt_h"/>
                                          </p:val>
                                        </p:tav>
                                      </p:tavLst>
                                    </p:anim>
                                    <p:anim calcmode="lin" valueType="num">
                                      <p:cBhvr>
                                        <p:cTn id="629" dur="1000" fill="hold"/>
                                        <p:tgtEl>
                                          <p:spTgt spid="2">
                                            <p:graphicEl>
                                              <a:dgm id="{4C20F4CB-DF5C-4C58-9473-691B6D5D40EF}"/>
                                            </p:graphicEl>
                                          </p:spTgt>
                                        </p:tgtEl>
                                        <p:attrNameLst>
                                          <p:attrName>style.rotation</p:attrName>
                                        </p:attrNameLst>
                                      </p:cBhvr>
                                      <p:tavLst>
                                        <p:tav tm="0">
                                          <p:val>
                                            <p:fltVal val="90"/>
                                          </p:val>
                                        </p:tav>
                                        <p:tav tm="100000">
                                          <p:val>
                                            <p:fltVal val="0"/>
                                          </p:val>
                                        </p:tav>
                                      </p:tavLst>
                                    </p:anim>
                                    <p:animEffect transition="in" filter="fade">
                                      <p:cBhvr>
                                        <p:cTn id="630" dur="1000"/>
                                        <p:tgtEl>
                                          <p:spTgt spid="2">
                                            <p:graphicEl>
                                              <a:dgm id="{4C20F4CB-DF5C-4C58-9473-691B6D5D40EF}"/>
                                            </p:graphicEl>
                                          </p:spTgt>
                                        </p:tgtEl>
                                      </p:cBhvr>
                                    </p:animEffect>
                                  </p:childTnLst>
                                </p:cTn>
                              </p:par>
                              <p:par>
                                <p:cTn id="631" presetID="31" presetClass="entr" presetSubtype="0" fill="hold" grpId="0" nodeType="withEffect">
                                  <p:stCondLst>
                                    <p:cond delay="0"/>
                                  </p:stCondLst>
                                  <p:childTnLst>
                                    <p:set>
                                      <p:cBhvr>
                                        <p:cTn id="632" dur="1" fill="hold">
                                          <p:stCondLst>
                                            <p:cond delay="0"/>
                                          </p:stCondLst>
                                        </p:cTn>
                                        <p:tgtEl>
                                          <p:spTgt spid="2">
                                            <p:graphicEl>
                                              <a:dgm id="{77A10B13-E9A5-4F57-87F9-6693F70EB3E4}"/>
                                            </p:graphicEl>
                                          </p:spTgt>
                                        </p:tgtEl>
                                        <p:attrNameLst>
                                          <p:attrName>style.visibility</p:attrName>
                                        </p:attrNameLst>
                                      </p:cBhvr>
                                      <p:to>
                                        <p:strVal val="visible"/>
                                      </p:to>
                                    </p:set>
                                    <p:anim calcmode="lin" valueType="num">
                                      <p:cBhvr>
                                        <p:cTn id="633" dur="1000" fill="hold"/>
                                        <p:tgtEl>
                                          <p:spTgt spid="2">
                                            <p:graphicEl>
                                              <a:dgm id="{77A10B13-E9A5-4F57-87F9-6693F70EB3E4}"/>
                                            </p:graphicEl>
                                          </p:spTgt>
                                        </p:tgtEl>
                                        <p:attrNameLst>
                                          <p:attrName>ppt_w</p:attrName>
                                        </p:attrNameLst>
                                      </p:cBhvr>
                                      <p:tavLst>
                                        <p:tav tm="0">
                                          <p:val>
                                            <p:fltVal val="0"/>
                                          </p:val>
                                        </p:tav>
                                        <p:tav tm="100000">
                                          <p:val>
                                            <p:strVal val="#ppt_w"/>
                                          </p:val>
                                        </p:tav>
                                      </p:tavLst>
                                    </p:anim>
                                    <p:anim calcmode="lin" valueType="num">
                                      <p:cBhvr>
                                        <p:cTn id="634" dur="1000" fill="hold"/>
                                        <p:tgtEl>
                                          <p:spTgt spid="2">
                                            <p:graphicEl>
                                              <a:dgm id="{77A10B13-E9A5-4F57-87F9-6693F70EB3E4}"/>
                                            </p:graphicEl>
                                          </p:spTgt>
                                        </p:tgtEl>
                                        <p:attrNameLst>
                                          <p:attrName>ppt_h</p:attrName>
                                        </p:attrNameLst>
                                      </p:cBhvr>
                                      <p:tavLst>
                                        <p:tav tm="0">
                                          <p:val>
                                            <p:fltVal val="0"/>
                                          </p:val>
                                        </p:tav>
                                        <p:tav tm="100000">
                                          <p:val>
                                            <p:strVal val="#ppt_h"/>
                                          </p:val>
                                        </p:tav>
                                      </p:tavLst>
                                    </p:anim>
                                    <p:anim calcmode="lin" valueType="num">
                                      <p:cBhvr>
                                        <p:cTn id="635" dur="1000" fill="hold"/>
                                        <p:tgtEl>
                                          <p:spTgt spid="2">
                                            <p:graphicEl>
                                              <a:dgm id="{77A10B13-E9A5-4F57-87F9-6693F70EB3E4}"/>
                                            </p:graphicEl>
                                          </p:spTgt>
                                        </p:tgtEl>
                                        <p:attrNameLst>
                                          <p:attrName>style.rotation</p:attrName>
                                        </p:attrNameLst>
                                      </p:cBhvr>
                                      <p:tavLst>
                                        <p:tav tm="0">
                                          <p:val>
                                            <p:fltVal val="90"/>
                                          </p:val>
                                        </p:tav>
                                        <p:tav tm="100000">
                                          <p:val>
                                            <p:fltVal val="0"/>
                                          </p:val>
                                        </p:tav>
                                      </p:tavLst>
                                    </p:anim>
                                    <p:animEffect transition="in" filter="fade">
                                      <p:cBhvr>
                                        <p:cTn id="636" dur="1000"/>
                                        <p:tgtEl>
                                          <p:spTgt spid="2">
                                            <p:graphicEl>
                                              <a:dgm id="{77A10B13-E9A5-4F57-87F9-6693F70EB3E4}"/>
                                            </p:graphicEl>
                                          </p:spTgt>
                                        </p:tgtEl>
                                      </p:cBhvr>
                                    </p:animEffect>
                                  </p:childTnLst>
                                </p:cTn>
                              </p:par>
                              <p:par>
                                <p:cTn id="637" presetID="31" presetClass="entr" presetSubtype="0" fill="hold" grpId="0" nodeType="withEffect">
                                  <p:stCondLst>
                                    <p:cond delay="0"/>
                                  </p:stCondLst>
                                  <p:childTnLst>
                                    <p:set>
                                      <p:cBhvr>
                                        <p:cTn id="638" dur="1" fill="hold">
                                          <p:stCondLst>
                                            <p:cond delay="0"/>
                                          </p:stCondLst>
                                        </p:cTn>
                                        <p:tgtEl>
                                          <p:spTgt spid="2">
                                            <p:graphicEl>
                                              <a:dgm id="{E6C0D2F0-B4D8-40D7-A961-66342CF2F9EC}"/>
                                            </p:graphicEl>
                                          </p:spTgt>
                                        </p:tgtEl>
                                        <p:attrNameLst>
                                          <p:attrName>style.visibility</p:attrName>
                                        </p:attrNameLst>
                                      </p:cBhvr>
                                      <p:to>
                                        <p:strVal val="visible"/>
                                      </p:to>
                                    </p:set>
                                    <p:anim calcmode="lin" valueType="num">
                                      <p:cBhvr>
                                        <p:cTn id="639" dur="1000" fill="hold"/>
                                        <p:tgtEl>
                                          <p:spTgt spid="2">
                                            <p:graphicEl>
                                              <a:dgm id="{E6C0D2F0-B4D8-40D7-A961-66342CF2F9EC}"/>
                                            </p:graphicEl>
                                          </p:spTgt>
                                        </p:tgtEl>
                                        <p:attrNameLst>
                                          <p:attrName>ppt_w</p:attrName>
                                        </p:attrNameLst>
                                      </p:cBhvr>
                                      <p:tavLst>
                                        <p:tav tm="0">
                                          <p:val>
                                            <p:fltVal val="0"/>
                                          </p:val>
                                        </p:tav>
                                        <p:tav tm="100000">
                                          <p:val>
                                            <p:strVal val="#ppt_w"/>
                                          </p:val>
                                        </p:tav>
                                      </p:tavLst>
                                    </p:anim>
                                    <p:anim calcmode="lin" valueType="num">
                                      <p:cBhvr>
                                        <p:cTn id="640" dur="1000" fill="hold"/>
                                        <p:tgtEl>
                                          <p:spTgt spid="2">
                                            <p:graphicEl>
                                              <a:dgm id="{E6C0D2F0-B4D8-40D7-A961-66342CF2F9EC}"/>
                                            </p:graphicEl>
                                          </p:spTgt>
                                        </p:tgtEl>
                                        <p:attrNameLst>
                                          <p:attrName>ppt_h</p:attrName>
                                        </p:attrNameLst>
                                      </p:cBhvr>
                                      <p:tavLst>
                                        <p:tav tm="0">
                                          <p:val>
                                            <p:fltVal val="0"/>
                                          </p:val>
                                        </p:tav>
                                        <p:tav tm="100000">
                                          <p:val>
                                            <p:strVal val="#ppt_h"/>
                                          </p:val>
                                        </p:tav>
                                      </p:tavLst>
                                    </p:anim>
                                    <p:anim calcmode="lin" valueType="num">
                                      <p:cBhvr>
                                        <p:cTn id="641" dur="1000" fill="hold"/>
                                        <p:tgtEl>
                                          <p:spTgt spid="2">
                                            <p:graphicEl>
                                              <a:dgm id="{E6C0D2F0-B4D8-40D7-A961-66342CF2F9EC}"/>
                                            </p:graphicEl>
                                          </p:spTgt>
                                        </p:tgtEl>
                                        <p:attrNameLst>
                                          <p:attrName>style.rotation</p:attrName>
                                        </p:attrNameLst>
                                      </p:cBhvr>
                                      <p:tavLst>
                                        <p:tav tm="0">
                                          <p:val>
                                            <p:fltVal val="90"/>
                                          </p:val>
                                        </p:tav>
                                        <p:tav tm="100000">
                                          <p:val>
                                            <p:fltVal val="0"/>
                                          </p:val>
                                        </p:tav>
                                      </p:tavLst>
                                    </p:anim>
                                    <p:animEffect transition="in" filter="fade">
                                      <p:cBhvr>
                                        <p:cTn id="642" dur="1000"/>
                                        <p:tgtEl>
                                          <p:spTgt spid="2">
                                            <p:graphicEl>
                                              <a:dgm id="{E6C0D2F0-B4D8-40D7-A961-66342CF2F9EC}"/>
                                            </p:graphicEl>
                                          </p:spTgt>
                                        </p:tgtEl>
                                      </p:cBhvr>
                                    </p:animEffect>
                                  </p:childTnLst>
                                </p:cTn>
                              </p:par>
                              <p:par>
                                <p:cTn id="643" presetID="31" presetClass="entr" presetSubtype="0" fill="hold" grpId="0" nodeType="withEffect">
                                  <p:stCondLst>
                                    <p:cond delay="0"/>
                                  </p:stCondLst>
                                  <p:childTnLst>
                                    <p:set>
                                      <p:cBhvr>
                                        <p:cTn id="644" dur="1" fill="hold">
                                          <p:stCondLst>
                                            <p:cond delay="0"/>
                                          </p:stCondLst>
                                        </p:cTn>
                                        <p:tgtEl>
                                          <p:spTgt spid="2">
                                            <p:graphicEl>
                                              <a:dgm id="{456B770B-5B74-4984-BFB8-6D4754805ED8}"/>
                                            </p:graphicEl>
                                          </p:spTgt>
                                        </p:tgtEl>
                                        <p:attrNameLst>
                                          <p:attrName>style.visibility</p:attrName>
                                        </p:attrNameLst>
                                      </p:cBhvr>
                                      <p:to>
                                        <p:strVal val="visible"/>
                                      </p:to>
                                    </p:set>
                                    <p:anim calcmode="lin" valueType="num">
                                      <p:cBhvr>
                                        <p:cTn id="645" dur="1000" fill="hold"/>
                                        <p:tgtEl>
                                          <p:spTgt spid="2">
                                            <p:graphicEl>
                                              <a:dgm id="{456B770B-5B74-4984-BFB8-6D4754805ED8}"/>
                                            </p:graphicEl>
                                          </p:spTgt>
                                        </p:tgtEl>
                                        <p:attrNameLst>
                                          <p:attrName>ppt_w</p:attrName>
                                        </p:attrNameLst>
                                      </p:cBhvr>
                                      <p:tavLst>
                                        <p:tav tm="0">
                                          <p:val>
                                            <p:fltVal val="0"/>
                                          </p:val>
                                        </p:tav>
                                        <p:tav tm="100000">
                                          <p:val>
                                            <p:strVal val="#ppt_w"/>
                                          </p:val>
                                        </p:tav>
                                      </p:tavLst>
                                    </p:anim>
                                    <p:anim calcmode="lin" valueType="num">
                                      <p:cBhvr>
                                        <p:cTn id="646" dur="1000" fill="hold"/>
                                        <p:tgtEl>
                                          <p:spTgt spid="2">
                                            <p:graphicEl>
                                              <a:dgm id="{456B770B-5B74-4984-BFB8-6D4754805ED8}"/>
                                            </p:graphicEl>
                                          </p:spTgt>
                                        </p:tgtEl>
                                        <p:attrNameLst>
                                          <p:attrName>ppt_h</p:attrName>
                                        </p:attrNameLst>
                                      </p:cBhvr>
                                      <p:tavLst>
                                        <p:tav tm="0">
                                          <p:val>
                                            <p:fltVal val="0"/>
                                          </p:val>
                                        </p:tav>
                                        <p:tav tm="100000">
                                          <p:val>
                                            <p:strVal val="#ppt_h"/>
                                          </p:val>
                                        </p:tav>
                                      </p:tavLst>
                                    </p:anim>
                                    <p:anim calcmode="lin" valueType="num">
                                      <p:cBhvr>
                                        <p:cTn id="647" dur="1000" fill="hold"/>
                                        <p:tgtEl>
                                          <p:spTgt spid="2">
                                            <p:graphicEl>
                                              <a:dgm id="{456B770B-5B74-4984-BFB8-6D4754805ED8}"/>
                                            </p:graphicEl>
                                          </p:spTgt>
                                        </p:tgtEl>
                                        <p:attrNameLst>
                                          <p:attrName>style.rotation</p:attrName>
                                        </p:attrNameLst>
                                      </p:cBhvr>
                                      <p:tavLst>
                                        <p:tav tm="0">
                                          <p:val>
                                            <p:fltVal val="90"/>
                                          </p:val>
                                        </p:tav>
                                        <p:tav tm="100000">
                                          <p:val>
                                            <p:fltVal val="0"/>
                                          </p:val>
                                        </p:tav>
                                      </p:tavLst>
                                    </p:anim>
                                    <p:animEffect transition="in" filter="fade">
                                      <p:cBhvr>
                                        <p:cTn id="648" dur="1000"/>
                                        <p:tgtEl>
                                          <p:spTgt spid="2">
                                            <p:graphicEl>
                                              <a:dgm id="{456B770B-5B74-4984-BFB8-6D4754805ED8}"/>
                                            </p:graphicEl>
                                          </p:spTgt>
                                        </p:tgtEl>
                                      </p:cBhvr>
                                    </p:animEffect>
                                  </p:childTnLst>
                                </p:cTn>
                              </p:par>
                              <p:par>
                                <p:cTn id="649" presetID="31" presetClass="entr" presetSubtype="0" fill="hold" grpId="0" nodeType="withEffect">
                                  <p:stCondLst>
                                    <p:cond delay="0"/>
                                  </p:stCondLst>
                                  <p:childTnLst>
                                    <p:set>
                                      <p:cBhvr>
                                        <p:cTn id="650" dur="1" fill="hold">
                                          <p:stCondLst>
                                            <p:cond delay="0"/>
                                          </p:stCondLst>
                                        </p:cTn>
                                        <p:tgtEl>
                                          <p:spTgt spid="2">
                                            <p:graphicEl>
                                              <a:dgm id="{A286AB91-2C1A-46E9-AD4E-32C3FACC9842}"/>
                                            </p:graphicEl>
                                          </p:spTgt>
                                        </p:tgtEl>
                                        <p:attrNameLst>
                                          <p:attrName>style.visibility</p:attrName>
                                        </p:attrNameLst>
                                      </p:cBhvr>
                                      <p:to>
                                        <p:strVal val="visible"/>
                                      </p:to>
                                    </p:set>
                                    <p:anim calcmode="lin" valueType="num">
                                      <p:cBhvr>
                                        <p:cTn id="651" dur="1000" fill="hold"/>
                                        <p:tgtEl>
                                          <p:spTgt spid="2">
                                            <p:graphicEl>
                                              <a:dgm id="{A286AB91-2C1A-46E9-AD4E-32C3FACC9842}"/>
                                            </p:graphicEl>
                                          </p:spTgt>
                                        </p:tgtEl>
                                        <p:attrNameLst>
                                          <p:attrName>ppt_w</p:attrName>
                                        </p:attrNameLst>
                                      </p:cBhvr>
                                      <p:tavLst>
                                        <p:tav tm="0">
                                          <p:val>
                                            <p:fltVal val="0"/>
                                          </p:val>
                                        </p:tav>
                                        <p:tav tm="100000">
                                          <p:val>
                                            <p:strVal val="#ppt_w"/>
                                          </p:val>
                                        </p:tav>
                                      </p:tavLst>
                                    </p:anim>
                                    <p:anim calcmode="lin" valueType="num">
                                      <p:cBhvr>
                                        <p:cTn id="652" dur="1000" fill="hold"/>
                                        <p:tgtEl>
                                          <p:spTgt spid="2">
                                            <p:graphicEl>
                                              <a:dgm id="{A286AB91-2C1A-46E9-AD4E-32C3FACC9842}"/>
                                            </p:graphicEl>
                                          </p:spTgt>
                                        </p:tgtEl>
                                        <p:attrNameLst>
                                          <p:attrName>ppt_h</p:attrName>
                                        </p:attrNameLst>
                                      </p:cBhvr>
                                      <p:tavLst>
                                        <p:tav tm="0">
                                          <p:val>
                                            <p:fltVal val="0"/>
                                          </p:val>
                                        </p:tav>
                                        <p:tav tm="100000">
                                          <p:val>
                                            <p:strVal val="#ppt_h"/>
                                          </p:val>
                                        </p:tav>
                                      </p:tavLst>
                                    </p:anim>
                                    <p:anim calcmode="lin" valueType="num">
                                      <p:cBhvr>
                                        <p:cTn id="653" dur="1000" fill="hold"/>
                                        <p:tgtEl>
                                          <p:spTgt spid="2">
                                            <p:graphicEl>
                                              <a:dgm id="{A286AB91-2C1A-46E9-AD4E-32C3FACC9842}"/>
                                            </p:graphicEl>
                                          </p:spTgt>
                                        </p:tgtEl>
                                        <p:attrNameLst>
                                          <p:attrName>style.rotation</p:attrName>
                                        </p:attrNameLst>
                                      </p:cBhvr>
                                      <p:tavLst>
                                        <p:tav tm="0">
                                          <p:val>
                                            <p:fltVal val="90"/>
                                          </p:val>
                                        </p:tav>
                                        <p:tav tm="100000">
                                          <p:val>
                                            <p:fltVal val="0"/>
                                          </p:val>
                                        </p:tav>
                                      </p:tavLst>
                                    </p:anim>
                                    <p:animEffect transition="in" filter="fade">
                                      <p:cBhvr>
                                        <p:cTn id="654" dur="1000"/>
                                        <p:tgtEl>
                                          <p:spTgt spid="2">
                                            <p:graphicEl>
                                              <a:dgm id="{A286AB91-2C1A-46E9-AD4E-32C3FACC9842}"/>
                                            </p:graphicEl>
                                          </p:spTgt>
                                        </p:tgtEl>
                                      </p:cBhvr>
                                    </p:animEffect>
                                  </p:childTnLst>
                                </p:cTn>
                              </p:par>
                              <p:par>
                                <p:cTn id="655" presetID="31" presetClass="entr" presetSubtype="0" fill="hold" grpId="0" nodeType="withEffect">
                                  <p:stCondLst>
                                    <p:cond delay="0"/>
                                  </p:stCondLst>
                                  <p:childTnLst>
                                    <p:set>
                                      <p:cBhvr>
                                        <p:cTn id="656" dur="1" fill="hold">
                                          <p:stCondLst>
                                            <p:cond delay="0"/>
                                          </p:stCondLst>
                                        </p:cTn>
                                        <p:tgtEl>
                                          <p:spTgt spid="2">
                                            <p:graphicEl>
                                              <a:dgm id="{498771CD-1666-48D7-BD45-3E2E2A1F1FA3}"/>
                                            </p:graphicEl>
                                          </p:spTgt>
                                        </p:tgtEl>
                                        <p:attrNameLst>
                                          <p:attrName>style.visibility</p:attrName>
                                        </p:attrNameLst>
                                      </p:cBhvr>
                                      <p:to>
                                        <p:strVal val="visible"/>
                                      </p:to>
                                    </p:set>
                                    <p:anim calcmode="lin" valueType="num">
                                      <p:cBhvr>
                                        <p:cTn id="657" dur="1000" fill="hold"/>
                                        <p:tgtEl>
                                          <p:spTgt spid="2">
                                            <p:graphicEl>
                                              <a:dgm id="{498771CD-1666-48D7-BD45-3E2E2A1F1FA3}"/>
                                            </p:graphicEl>
                                          </p:spTgt>
                                        </p:tgtEl>
                                        <p:attrNameLst>
                                          <p:attrName>ppt_w</p:attrName>
                                        </p:attrNameLst>
                                      </p:cBhvr>
                                      <p:tavLst>
                                        <p:tav tm="0">
                                          <p:val>
                                            <p:fltVal val="0"/>
                                          </p:val>
                                        </p:tav>
                                        <p:tav tm="100000">
                                          <p:val>
                                            <p:strVal val="#ppt_w"/>
                                          </p:val>
                                        </p:tav>
                                      </p:tavLst>
                                    </p:anim>
                                    <p:anim calcmode="lin" valueType="num">
                                      <p:cBhvr>
                                        <p:cTn id="658" dur="1000" fill="hold"/>
                                        <p:tgtEl>
                                          <p:spTgt spid="2">
                                            <p:graphicEl>
                                              <a:dgm id="{498771CD-1666-48D7-BD45-3E2E2A1F1FA3}"/>
                                            </p:graphicEl>
                                          </p:spTgt>
                                        </p:tgtEl>
                                        <p:attrNameLst>
                                          <p:attrName>ppt_h</p:attrName>
                                        </p:attrNameLst>
                                      </p:cBhvr>
                                      <p:tavLst>
                                        <p:tav tm="0">
                                          <p:val>
                                            <p:fltVal val="0"/>
                                          </p:val>
                                        </p:tav>
                                        <p:tav tm="100000">
                                          <p:val>
                                            <p:strVal val="#ppt_h"/>
                                          </p:val>
                                        </p:tav>
                                      </p:tavLst>
                                    </p:anim>
                                    <p:anim calcmode="lin" valueType="num">
                                      <p:cBhvr>
                                        <p:cTn id="659" dur="1000" fill="hold"/>
                                        <p:tgtEl>
                                          <p:spTgt spid="2">
                                            <p:graphicEl>
                                              <a:dgm id="{498771CD-1666-48D7-BD45-3E2E2A1F1FA3}"/>
                                            </p:graphicEl>
                                          </p:spTgt>
                                        </p:tgtEl>
                                        <p:attrNameLst>
                                          <p:attrName>style.rotation</p:attrName>
                                        </p:attrNameLst>
                                      </p:cBhvr>
                                      <p:tavLst>
                                        <p:tav tm="0">
                                          <p:val>
                                            <p:fltVal val="90"/>
                                          </p:val>
                                        </p:tav>
                                        <p:tav tm="100000">
                                          <p:val>
                                            <p:fltVal val="0"/>
                                          </p:val>
                                        </p:tav>
                                      </p:tavLst>
                                    </p:anim>
                                    <p:animEffect transition="in" filter="fade">
                                      <p:cBhvr>
                                        <p:cTn id="660" dur="1000"/>
                                        <p:tgtEl>
                                          <p:spTgt spid="2">
                                            <p:graphicEl>
                                              <a:dgm id="{498771CD-1666-48D7-BD45-3E2E2A1F1FA3}"/>
                                            </p:graphicEl>
                                          </p:spTgt>
                                        </p:tgtEl>
                                      </p:cBhvr>
                                    </p:animEffect>
                                  </p:childTnLst>
                                </p:cTn>
                              </p:par>
                              <p:par>
                                <p:cTn id="661" presetID="31" presetClass="entr" presetSubtype="0" fill="hold" grpId="0" nodeType="withEffect">
                                  <p:stCondLst>
                                    <p:cond delay="0"/>
                                  </p:stCondLst>
                                  <p:childTnLst>
                                    <p:set>
                                      <p:cBhvr>
                                        <p:cTn id="662" dur="1" fill="hold">
                                          <p:stCondLst>
                                            <p:cond delay="0"/>
                                          </p:stCondLst>
                                        </p:cTn>
                                        <p:tgtEl>
                                          <p:spTgt spid="2">
                                            <p:graphicEl>
                                              <a:dgm id="{66F0C601-7AED-4661-BACE-41D3E39ED746}"/>
                                            </p:graphicEl>
                                          </p:spTgt>
                                        </p:tgtEl>
                                        <p:attrNameLst>
                                          <p:attrName>style.visibility</p:attrName>
                                        </p:attrNameLst>
                                      </p:cBhvr>
                                      <p:to>
                                        <p:strVal val="visible"/>
                                      </p:to>
                                    </p:set>
                                    <p:anim calcmode="lin" valueType="num">
                                      <p:cBhvr>
                                        <p:cTn id="663" dur="1000" fill="hold"/>
                                        <p:tgtEl>
                                          <p:spTgt spid="2">
                                            <p:graphicEl>
                                              <a:dgm id="{66F0C601-7AED-4661-BACE-41D3E39ED746}"/>
                                            </p:graphicEl>
                                          </p:spTgt>
                                        </p:tgtEl>
                                        <p:attrNameLst>
                                          <p:attrName>ppt_w</p:attrName>
                                        </p:attrNameLst>
                                      </p:cBhvr>
                                      <p:tavLst>
                                        <p:tav tm="0">
                                          <p:val>
                                            <p:fltVal val="0"/>
                                          </p:val>
                                        </p:tav>
                                        <p:tav tm="100000">
                                          <p:val>
                                            <p:strVal val="#ppt_w"/>
                                          </p:val>
                                        </p:tav>
                                      </p:tavLst>
                                    </p:anim>
                                    <p:anim calcmode="lin" valueType="num">
                                      <p:cBhvr>
                                        <p:cTn id="664" dur="1000" fill="hold"/>
                                        <p:tgtEl>
                                          <p:spTgt spid="2">
                                            <p:graphicEl>
                                              <a:dgm id="{66F0C601-7AED-4661-BACE-41D3E39ED746}"/>
                                            </p:graphicEl>
                                          </p:spTgt>
                                        </p:tgtEl>
                                        <p:attrNameLst>
                                          <p:attrName>ppt_h</p:attrName>
                                        </p:attrNameLst>
                                      </p:cBhvr>
                                      <p:tavLst>
                                        <p:tav tm="0">
                                          <p:val>
                                            <p:fltVal val="0"/>
                                          </p:val>
                                        </p:tav>
                                        <p:tav tm="100000">
                                          <p:val>
                                            <p:strVal val="#ppt_h"/>
                                          </p:val>
                                        </p:tav>
                                      </p:tavLst>
                                    </p:anim>
                                    <p:anim calcmode="lin" valueType="num">
                                      <p:cBhvr>
                                        <p:cTn id="665" dur="1000" fill="hold"/>
                                        <p:tgtEl>
                                          <p:spTgt spid="2">
                                            <p:graphicEl>
                                              <a:dgm id="{66F0C601-7AED-4661-BACE-41D3E39ED746}"/>
                                            </p:graphicEl>
                                          </p:spTgt>
                                        </p:tgtEl>
                                        <p:attrNameLst>
                                          <p:attrName>style.rotation</p:attrName>
                                        </p:attrNameLst>
                                      </p:cBhvr>
                                      <p:tavLst>
                                        <p:tav tm="0">
                                          <p:val>
                                            <p:fltVal val="90"/>
                                          </p:val>
                                        </p:tav>
                                        <p:tav tm="100000">
                                          <p:val>
                                            <p:fltVal val="0"/>
                                          </p:val>
                                        </p:tav>
                                      </p:tavLst>
                                    </p:anim>
                                    <p:animEffect transition="in" filter="fade">
                                      <p:cBhvr>
                                        <p:cTn id="666" dur="1000"/>
                                        <p:tgtEl>
                                          <p:spTgt spid="2">
                                            <p:graphicEl>
                                              <a:dgm id="{66F0C601-7AED-4661-BACE-41D3E39ED746}"/>
                                            </p:graphicEl>
                                          </p:spTgt>
                                        </p:tgtEl>
                                      </p:cBhvr>
                                    </p:animEffect>
                                  </p:childTnLst>
                                </p:cTn>
                              </p:par>
                              <p:par>
                                <p:cTn id="667" presetID="31" presetClass="entr" presetSubtype="0" fill="hold" grpId="0" nodeType="withEffect">
                                  <p:stCondLst>
                                    <p:cond delay="0"/>
                                  </p:stCondLst>
                                  <p:childTnLst>
                                    <p:set>
                                      <p:cBhvr>
                                        <p:cTn id="668" dur="1" fill="hold">
                                          <p:stCondLst>
                                            <p:cond delay="0"/>
                                          </p:stCondLst>
                                        </p:cTn>
                                        <p:tgtEl>
                                          <p:spTgt spid="2">
                                            <p:graphicEl>
                                              <a:dgm id="{11B7D78A-92D1-4504-A328-C0EA12F8C40C}"/>
                                            </p:graphicEl>
                                          </p:spTgt>
                                        </p:tgtEl>
                                        <p:attrNameLst>
                                          <p:attrName>style.visibility</p:attrName>
                                        </p:attrNameLst>
                                      </p:cBhvr>
                                      <p:to>
                                        <p:strVal val="visible"/>
                                      </p:to>
                                    </p:set>
                                    <p:anim calcmode="lin" valueType="num">
                                      <p:cBhvr>
                                        <p:cTn id="669" dur="1000" fill="hold"/>
                                        <p:tgtEl>
                                          <p:spTgt spid="2">
                                            <p:graphicEl>
                                              <a:dgm id="{11B7D78A-92D1-4504-A328-C0EA12F8C40C}"/>
                                            </p:graphicEl>
                                          </p:spTgt>
                                        </p:tgtEl>
                                        <p:attrNameLst>
                                          <p:attrName>ppt_w</p:attrName>
                                        </p:attrNameLst>
                                      </p:cBhvr>
                                      <p:tavLst>
                                        <p:tav tm="0">
                                          <p:val>
                                            <p:fltVal val="0"/>
                                          </p:val>
                                        </p:tav>
                                        <p:tav tm="100000">
                                          <p:val>
                                            <p:strVal val="#ppt_w"/>
                                          </p:val>
                                        </p:tav>
                                      </p:tavLst>
                                    </p:anim>
                                    <p:anim calcmode="lin" valueType="num">
                                      <p:cBhvr>
                                        <p:cTn id="670" dur="1000" fill="hold"/>
                                        <p:tgtEl>
                                          <p:spTgt spid="2">
                                            <p:graphicEl>
                                              <a:dgm id="{11B7D78A-92D1-4504-A328-C0EA12F8C40C}"/>
                                            </p:graphicEl>
                                          </p:spTgt>
                                        </p:tgtEl>
                                        <p:attrNameLst>
                                          <p:attrName>ppt_h</p:attrName>
                                        </p:attrNameLst>
                                      </p:cBhvr>
                                      <p:tavLst>
                                        <p:tav tm="0">
                                          <p:val>
                                            <p:fltVal val="0"/>
                                          </p:val>
                                        </p:tav>
                                        <p:tav tm="100000">
                                          <p:val>
                                            <p:strVal val="#ppt_h"/>
                                          </p:val>
                                        </p:tav>
                                      </p:tavLst>
                                    </p:anim>
                                    <p:anim calcmode="lin" valueType="num">
                                      <p:cBhvr>
                                        <p:cTn id="671" dur="1000" fill="hold"/>
                                        <p:tgtEl>
                                          <p:spTgt spid="2">
                                            <p:graphicEl>
                                              <a:dgm id="{11B7D78A-92D1-4504-A328-C0EA12F8C40C}"/>
                                            </p:graphicEl>
                                          </p:spTgt>
                                        </p:tgtEl>
                                        <p:attrNameLst>
                                          <p:attrName>style.rotation</p:attrName>
                                        </p:attrNameLst>
                                      </p:cBhvr>
                                      <p:tavLst>
                                        <p:tav tm="0">
                                          <p:val>
                                            <p:fltVal val="90"/>
                                          </p:val>
                                        </p:tav>
                                        <p:tav tm="100000">
                                          <p:val>
                                            <p:fltVal val="0"/>
                                          </p:val>
                                        </p:tav>
                                      </p:tavLst>
                                    </p:anim>
                                    <p:animEffect transition="in" filter="fade">
                                      <p:cBhvr>
                                        <p:cTn id="672" dur="1000"/>
                                        <p:tgtEl>
                                          <p:spTgt spid="2">
                                            <p:graphicEl>
                                              <a:dgm id="{11B7D78A-92D1-4504-A328-C0EA12F8C40C}"/>
                                            </p:graphicEl>
                                          </p:spTgt>
                                        </p:tgtEl>
                                      </p:cBhvr>
                                    </p:animEffect>
                                  </p:childTnLst>
                                </p:cTn>
                              </p:par>
                              <p:par>
                                <p:cTn id="673" presetID="31" presetClass="entr" presetSubtype="0" fill="hold" grpId="0" nodeType="withEffect">
                                  <p:stCondLst>
                                    <p:cond delay="0"/>
                                  </p:stCondLst>
                                  <p:childTnLst>
                                    <p:set>
                                      <p:cBhvr>
                                        <p:cTn id="674" dur="1" fill="hold">
                                          <p:stCondLst>
                                            <p:cond delay="0"/>
                                          </p:stCondLst>
                                        </p:cTn>
                                        <p:tgtEl>
                                          <p:spTgt spid="2">
                                            <p:graphicEl>
                                              <a:dgm id="{05F53AF7-56C4-470A-9EAB-4FB8D585C39F}"/>
                                            </p:graphicEl>
                                          </p:spTgt>
                                        </p:tgtEl>
                                        <p:attrNameLst>
                                          <p:attrName>style.visibility</p:attrName>
                                        </p:attrNameLst>
                                      </p:cBhvr>
                                      <p:to>
                                        <p:strVal val="visible"/>
                                      </p:to>
                                    </p:set>
                                    <p:anim calcmode="lin" valueType="num">
                                      <p:cBhvr>
                                        <p:cTn id="675" dur="1000" fill="hold"/>
                                        <p:tgtEl>
                                          <p:spTgt spid="2">
                                            <p:graphicEl>
                                              <a:dgm id="{05F53AF7-56C4-470A-9EAB-4FB8D585C39F}"/>
                                            </p:graphicEl>
                                          </p:spTgt>
                                        </p:tgtEl>
                                        <p:attrNameLst>
                                          <p:attrName>ppt_w</p:attrName>
                                        </p:attrNameLst>
                                      </p:cBhvr>
                                      <p:tavLst>
                                        <p:tav tm="0">
                                          <p:val>
                                            <p:fltVal val="0"/>
                                          </p:val>
                                        </p:tav>
                                        <p:tav tm="100000">
                                          <p:val>
                                            <p:strVal val="#ppt_w"/>
                                          </p:val>
                                        </p:tav>
                                      </p:tavLst>
                                    </p:anim>
                                    <p:anim calcmode="lin" valueType="num">
                                      <p:cBhvr>
                                        <p:cTn id="676" dur="1000" fill="hold"/>
                                        <p:tgtEl>
                                          <p:spTgt spid="2">
                                            <p:graphicEl>
                                              <a:dgm id="{05F53AF7-56C4-470A-9EAB-4FB8D585C39F}"/>
                                            </p:graphicEl>
                                          </p:spTgt>
                                        </p:tgtEl>
                                        <p:attrNameLst>
                                          <p:attrName>ppt_h</p:attrName>
                                        </p:attrNameLst>
                                      </p:cBhvr>
                                      <p:tavLst>
                                        <p:tav tm="0">
                                          <p:val>
                                            <p:fltVal val="0"/>
                                          </p:val>
                                        </p:tav>
                                        <p:tav tm="100000">
                                          <p:val>
                                            <p:strVal val="#ppt_h"/>
                                          </p:val>
                                        </p:tav>
                                      </p:tavLst>
                                    </p:anim>
                                    <p:anim calcmode="lin" valueType="num">
                                      <p:cBhvr>
                                        <p:cTn id="677" dur="1000" fill="hold"/>
                                        <p:tgtEl>
                                          <p:spTgt spid="2">
                                            <p:graphicEl>
                                              <a:dgm id="{05F53AF7-56C4-470A-9EAB-4FB8D585C39F}"/>
                                            </p:graphicEl>
                                          </p:spTgt>
                                        </p:tgtEl>
                                        <p:attrNameLst>
                                          <p:attrName>style.rotation</p:attrName>
                                        </p:attrNameLst>
                                      </p:cBhvr>
                                      <p:tavLst>
                                        <p:tav tm="0">
                                          <p:val>
                                            <p:fltVal val="90"/>
                                          </p:val>
                                        </p:tav>
                                        <p:tav tm="100000">
                                          <p:val>
                                            <p:fltVal val="0"/>
                                          </p:val>
                                        </p:tav>
                                      </p:tavLst>
                                    </p:anim>
                                    <p:animEffect transition="in" filter="fade">
                                      <p:cBhvr>
                                        <p:cTn id="678" dur="1000"/>
                                        <p:tgtEl>
                                          <p:spTgt spid="2">
                                            <p:graphicEl>
                                              <a:dgm id="{05F53AF7-56C4-470A-9EAB-4FB8D585C39F}"/>
                                            </p:graphicEl>
                                          </p:spTgt>
                                        </p:tgtEl>
                                      </p:cBhvr>
                                    </p:animEffect>
                                  </p:childTnLst>
                                </p:cTn>
                              </p:par>
                              <p:par>
                                <p:cTn id="679" presetID="31" presetClass="entr" presetSubtype="0" fill="hold" grpId="0" nodeType="withEffect">
                                  <p:stCondLst>
                                    <p:cond delay="0"/>
                                  </p:stCondLst>
                                  <p:childTnLst>
                                    <p:set>
                                      <p:cBhvr>
                                        <p:cTn id="680" dur="1" fill="hold">
                                          <p:stCondLst>
                                            <p:cond delay="0"/>
                                          </p:stCondLst>
                                        </p:cTn>
                                        <p:tgtEl>
                                          <p:spTgt spid="2">
                                            <p:graphicEl>
                                              <a:dgm id="{C6F0D4E4-4A63-4BDD-A785-AD9F646A7609}"/>
                                            </p:graphicEl>
                                          </p:spTgt>
                                        </p:tgtEl>
                                        <p:attrNameLst>
                                          <p:attrName>style.visibility</p:attrName>
                                        </p:attrNameLst>
                                      </p:cBhvr>
                                      <p:to>
                                        <p:strVal val="visible"/>
                                      </p:to>
                                    </p:set>
                                    <p:anim calcmode="lin" valueType="num">
                                      <p:cBhvr>
                                        <p:cTn id="681" dur="1000" fill="hold"/>
                                        <p:tgtEl>
                                          <p:spTgt spid="2">
                                            <p:graphicEl>
                                              <a:dgm id="{C6F0D4E4-4A63-4BDD-A785-AD9F646A7609}"/>
                                            </p:graphicEl>
                                          </p:spTgt>
                                        </p:tgtEl>
                                        <p:attrNameLst>
                                          <p:attrName>ppt_w</p:attrName>
                                        </p:attrNameLst>
                                      </p:cBhvr>
                                      <p:tavLst>
                                        <p:tav tm="0">
                                          <p:val>
                                            <p:fltVal val="0"/>
                                          </p:val>
                                        </p:tav>
                                        <p:tav tm="100000">
                                          <p:val>
                                            <p:strVal val="#ppt_w"/>
                                          </p:val>
                                        </p:tav>
                                      </p:tavLst>
                                    </p:anim>
                                    <p:anim calcmode="lin" valueType="num">
                                      <p:cBhvr>
                                        <p:cTn id="682" dur="1000" fill="hold"/>
                                        <p:tgtEl>
                                          <p:spTgt spid="2">
                                            <p:graphicEl>
                                              <a:dgm id="{C6F0D4E4-4A63-4BDD-A785-AD9F646A7609}"/>
                                            </p:graphicEl>
                                          </p:spTgt>
                                        </p:tgtEl>
                                        <p:attrNameLst>
                                          <p:attrName>ppt_h</p:attrName>
                                        </p:attrNameLst>
                                      </p:cBhvr>
                                      <p:tavLst>
                                        <p:tav tm="0">
                                          <p:val>
                                            <p:fltVal val="0"/>
                                          </p:val>
                                        </p:tav>
                                        <p:tav tm="100000">
                                          <p:val>
                                            <p:strVal val="#ppt_h"/>
                                          </p:val>
                                        </p:tav>
                                      </p:tavLst>
                                    </p:anim>
                                    <p:anim calcmode="lin" valueType="num">
                                      <p:cBhvr>
                                        <p:cTn id="683" dur="1000" fill="hold"/>
                                        <p:tgtEl>
                                          <p:spTgt spid="2">
                                            <p:graphicEl>
                                              <a:dgm id="{C6F0D4E4-4A63-4BDD-A785-AD9F646A7609}"/>
                                            </p:graphicEl>
                                          </p:spTgt>
                                        </p:tgtEl>
                                        <p:attrNameLst>
                                          <p:attrName>style.rotation</p:attrName>
                                        </p:attrNameLst>
                                      </p:cBhvr>
                                      <p:tavLst>
                                        <p:tav tm="0">
                                          <p:val>
                                            <p:fltVal val="90"/>
                                          </p:val>
                                        </p:tav>
                                        <p:tav tm="100000">
                                          <p:val>
                                            <p:fltVal val="0"/>
                                          </p:val>
                                        </p:tav>
                                      </p:tavLst>
                                    </p:anim>
                                    <p:animEffect transition="in" filter="fade">
                                      <p:cBhvr>
                                        <p:cTn id="684" dur="1000"/>
                                        <p:tgtEl>
                                          <p:spTgt spid="2">
                                            <p:graphicEl>
                                              <a:dgm id="{C6F0D4E4-4A63-4BDD-A785-AD9F646A7609}"/>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Sub>
          <a:bldDgm bld="lvlAtOnce"/>
        </p:bldSub>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Summary</a:t>
            </a:r>
          </a:p>
        </p:txBody>
      </p:sp>
      <p:sp>
        <p:nvSpPr>
          <p:cNvPr id="3" name="Content Placeholder 2"/>
          <p:cNvSpPr>
            <a:spLocks noGrp="1"/>
          </p:cNvSpPr>
          <p:nvPr>
            <p:ph sz="quarter" idx="10"/>
          </p:nvPr>
        </p:nvSpPr>
        <p:spPr/>
        <p:txBody>
          <a:bodyPr>
            <a:normAutofit/>
          </a:bodyPr>
          <a:lstStyle/>
          <a:p>
            <a:r>
              <a:rPr lang="en-GB" dirty="0"/>
              <a:t>Database design principles and stages</a:t>
            </a:r>
          </a:p>
          <a:p>
            <a:r>
              <a:rPr lang="en-GB" dirty="0"/>
              <a:t>Entity Relationship Model</a:t>
            </a:r>
          </a:p>
          <a:p>
            <a:pPr lvl="1"/>
            <a:r>
              <a:rPr lang="en-GB" dirty="0"/>
              <a:t>Entities</a:t>
            </a:r>
          </a:p>
          <a:p>
            <a:pPr lvl="1"/>
            <a:r>
              <a:rPr lang="en-GB" dirty="0"/>
              <a:t>Attributes</a:t>
            </a:r>
          </a:p>
          <a:p>
            <a:pPr lvl="1"/>
            <a:r>
              <a:rPr lang="en-GB" dirty="0"/>
              <a:t>Relationship and cardinalities </a:t>
            </a:r>
          </a:p>
          <a:p>
            <a:r>
              <a:rPr lang="en-GB" dirty="0"/>
              <a:t>Entity Relationship Diagram</a:t>
            </a:r>
          </a:p>
          <a:p>
            <a:r>
              <a:rPr lang="en-GB" dirty="0"/>
              <a:t>Standards and notations </a:t>
            </a:r>
          </a:p>
        </p:txBody>
      </p:sp>
    </p:spTree>
    <p:extLst>
      <p:ext uri="{BB962C8B-B14F-4D97-AF65-F5344CB8AC3E}">
        <p14:creationId xmlns:p14="http://schemas.microsoft.com/office/powerpoint/2010/main" val="1232581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 calcmode="lin" valueType="num">
                                      <p:cBhvr additive="base">
                                        <p:cTn id="3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anim calcmode="lin" valueType="num">
                                      <p:cBhvr additive="base">
                                        <p:cTn id="3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1_1055_CyberVista_Template_v5_16x9">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lyndwr_PPT_Template.pptx" id="{FF9886FC-8EF3-4818-963F-0DBB129F029F}" vid="{58F1235A-4FA3-496E-9363-9AE62C228B01}"/>
    </a:ext>
  </a:ext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CF2BDA2059DE14F96F626F507B3A9B2" ma:contentTypeVersion="13" ma:contentTypeDescription="Create a new document." ma:contentTypeScope="" ma:versionID="c92155c1383be8cb1fa19117f7afb635">
  <xsd:schema xmlns:xsd="http://www.w3.org/2001/XMLSchema" xmlns:xs="http://www.w3.org/2001/XMLSchema" xmlns:p="http://schemas.microsoft.com/office/2006/metadata/properties" xmlns:ns3="c8aeed56-71ba-4b11-9c6d-d73f89ed7ed7" xmlns:ns4="28245dcd-90e1-4794-bc9d-e2c7612f910f" targetNamespace="http://schemas.microsoft.com/office/2006/metadata/properties" ma:root="true" ma:fieldsID="e1e42451b1158c5e306c1ef97b7420d5" ns3:_="" ns4:_="">
    <xsd:import namespace="c8aeed56-71ba-4b11-9c6d-d73f89ed7ed7"/>
    <xsd:import namespace="28245dcd-90e1-4794-bc9d-e2c7612f910f"/>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DateTaken" minOccurs="0"/>
                <xsd:element ref="ns3:MediaServiceGenerationTime" minOccurs="0"/>
                <xsd:element ref="ns3:MediaServiceEventHashCode" minOccurs="0"/>
                <xsd:element ref="ns3:MediaServiceLocation"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aeed56-71ba-4b11-9c6d-d73f89ed7ed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8245dcd-90e1-4794-bc9d-e2c7612f910f"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B5613BD-0A9B-43D4-B221-7F2CB5B221C1}">
  <ds:schemaRefs>
    <ds:schemaRef ds:uri="http://schemas.microsoft.com/sharepoint/v3/contenttype/forms"/>
  </ds:schemaRefs>
</ds:datastoreItem>
</file>

<file path=customXml/itemProps2.xml><?xml version="1.0" encoding="utf-8"?>
<ds:datastoreItem xmlns:ds="http://schemas.openxmlformats.org/officeDocument/2006/customXml" ds:itemID="{8A110C96-DA38-437B-B980-987807F2BF6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aeed56-71ba-4b11-9c6d-d73f89ed7ed7"/>
    <ds:schemaRef ds:uri="28245dcd-90e1-4794-bc9d-e2c7612f910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82D02A8-937E-4448-BDAC-AC3D7F1FFE01}">
  <ds:schemaRefs>
    <ds:schemaRef ds:uri="http://schemas.microsoft.com/office/2006/metadata/properties"/>
    <ds:schemaRef ds:uri="http://purl.org/dc/terms/"/>
    <ds:schemaRef ds:uri="http://schemas.microsoft.com/office/2006/documentManagement/types"/>
    <ds:schemaRef ds:uri="c8aeed56-71ba-4b11-9c6d-d73f89ed7ed7"/>
    <ds:schemaRef ds:uri="http://schemas.openxmlformats.org/package/2006/metadata/core-properties"/>
    <ds:schemaRef ds:uri="http://purl.org/dc/elements/1.1/"/>
    <ds:schemaRef ds:uri="http://schemas.microsoft.com/office/infopath/2007/PartnerControls"/>
    <ds:schemaRef ds:uri="28245dcd-90e1-4794-bc9d-e2c7612f910f"/>
    <ds:schemaRef ds:uri="http://www.w3.org/XML/1998/namespace"/>
    <ds:schemaRef ds:uri="http://purl.org/dc/dcmitype/"/>
  </ds:schemaRefs>
</ds:datastoreItem>
</file>

<file path=docMetadata/LabelInfo.xml><?xml version="1.0" encoding="utf-8"?>
<clbl:labelList xmlns:clbl="http://schemas.microsoft.com/office/2020/mipLabelMetadata">
  <clbl:label id="{8f4ba6ac-c9c0-4c5e-a531-736e3faaed7d}" enabled="1" method="Privileged" siteId="{2081ade3-b577-421e-9935-31961e4ff17d}" contentBits="0" removed="0"/>
</clbl:labelList>
</file>

<file path=docProps/app.xml><?xml version="1.0" encoding="utf-8"?>
<Properties xmlns="http://schemas.openxmlformats.org/officeDocument/2006/extended-properties" xmlns:vt="http://schemas.openxmlformats.org/officeDocument/2006/docPropsVTypes">
  <Template/>
  <TotalTime>9426</TotalTime>
  <Words>2192</Words>
  <Application>Microsoft Office PowerPoint</Application>
  <PresentationFormat>On-screen Show (16:9)</PresentationFormat>
  <Paragraphs>363</Paragraphs>
  <Slides>11</Slides>
  <Notes>10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11</vt:i4>
      </vt:variant>
    </vt:vector>
  </HeadingPairs>
  <TitlesOfParts>
    <vt:vector size="17" baseType="lpstr">
      <vt:lpstr>Century Gothic</vt:lpstr>
      <vt:lpstr>Calibri Light</vt:lpstr>
      <vt:lpstr>Calibri</vt:lpstr>
      <vt:lpstr>Arial</vt:lpstr>
      <vt:lpstr>1_1055_CyberVista_Template_v5_16x9</vt:lpstr>
      <vt:lpstr>Office Theme</vt:lpstr>
      <vt:lpstr> Database Design Example</vt:lpstr>
      <vt:lpstr>Scenario</vt:lpstr>
      <vt:lpstr>Data Requirements</vt:lpstr>
      <vt:lpstr>Entities &amp; Relationships</vt:lpstr>
      <vt:lpstr>Entities Relationship Diagram</vt:lpstr>
      <vt:lpstr>Entities Relationship Diagram - Solution</vt:lpstr>
      <vt:lpstr>Sample Attributes</vt:lpstr>
      <vt:lpstr>Avoiding Data Duplication</vt:lpstr>
      <vt:lpstr>Entities Relationship Diagram  - Modified</vt:lpstr>
      <vt:lpstr>Sample Attributes</vt:lpstr>
      <vt:lpstr>Summary</vt:lpstr>
    </vt:vector>
  </TitlesOfParts>
  <Company>GU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NWMS Template</dc:title>
  <dc:creator>Jessica Muirhead</dc:creator>
  <cp:lastModifiedBy>Thilina Perera</cp:lastModifiedBy>
  <cp:revision>558</cp:revision>
  <cp:lastPrinted>2016-06-30T02:54:45Z</cp:lastPrinted>
  <dcterms:created xsi:type="dcterms:W3CDTF">2019-12-09T09:26:27Z</dcterms:created>
  <dcterms:modified xsi:type="dcterms:W3CDTF">2026-05-02T08:44:13Z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0x0101006CF2BDA2059DE14F96F626F507B3A9B2</vt:lpwstr>
  </property>
</Properties>
</file>