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ERP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1097280" cy="54864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0175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for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Packaging Services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M.A. Anoj Thilina Perera  |  July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Deploy. Transform.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PPS Is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312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847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invoices, manual data entry — slow and error-prone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3122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990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Inventory Visibility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track raw material to finished goods in real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3122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4133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Blind Spots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 tracked on paper — no audit trail, no reconciliation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257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3122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5276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Reports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5577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sheet, aging reports — all manual in Excel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400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100+ employees running on paper and spreadsheets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ERP — an integrated business operations suite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Sri Lankan manufacturers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0A1A3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invoicing+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 compliance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256032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0A1A3A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256032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0A1A3A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0A1A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754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577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→ Issue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457200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0A1A3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4754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5577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cards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457200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0A1A3A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4754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0" y="5577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BS, aging,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18288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04E11"/>
          </a:solidFill>
          <a:ln/>
        </p:spPr>
      </p:sp>
      <p:sp>
        <p:nvSpPr>
          <p:cNvPr id="5" name="Text 3"/>
          <p:cNvSpPr/>
          <p:nvPr/>
        </p:nvSpPr>
        <p:spPr>
          <a:xfrm>
            <a:off x="361188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1188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 with dark mode, command palette, PWA support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3108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3474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permission middleware, Swagger docs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420624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4297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Knex.js + SQLite / MySQL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54680" y="4663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multi-company, full audit trail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539496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+ GCP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5852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Auto-scaled, HTTPS, CORS, Helmet security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tokens + refresh rotation. Never in localStorage.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groups → roles → users. Every button gated.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with enforced tenant/company scoping on every query.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3375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886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edit, delete logged. Pre-change snapshots stored.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83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Protection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login. Argon2 password hashing.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484632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983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Approvals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5394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 with amount bands per document type.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Invoicing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IRD/non-IRD invoices, advances, payments, print-ready A4 format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96012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master with cost/selling prices, multi-store stock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96012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accounts, journals, Trial Balance, P&amp;L, Balance Sheet, multi-currency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96012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Request → Issue → Settlement, cash book reconciliation, cash counts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00600"/>
            <a:ext cx="96012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937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/ Service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registration, activity logs, tags, inquiry pipeline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577840"/>
            <a:ext cx="96012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715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Employees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5715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profiles, payroll info, qualifications, emergency contacts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 — Complete Digital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312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requests cash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04E1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Issue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handed 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submitted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returned or paid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61120" y="16459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Count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verification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 breakdown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built-in reports: IOU Register, IOU Aging, Party Outstanding, Cash Book Balances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9377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0" y="49377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47472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9377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1792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61120" y="49377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0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96112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Articles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Delivered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10058400" cy="1645920"/>
          </a:xfrm>
          <a:prstGeom prst="roundRect">
            <a:avLst>
              <a:gd name="adj" fmla="val 5556"/>
            </a:avLst>
          </a:prstGeom>
          <a:solidFill>
            <a:srgbClr val="0A1A3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IRD-Compliant Invoice Module — Delivered June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Design, configuration, and testing of new IRD-compliant tax invoice format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User-controlled switch between invoice types (Digiteq ↔ IRD)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Training completed and deployed to live environment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40 hours warranty support (5 man-days) for bug fixes and format changes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0A1A3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114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Ready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5720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deployed and running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framework live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GL + Sales + Petty Cash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+ approvals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393192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0A1A3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4114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AI Invoice Extractor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PDF/JPG invoices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and extracts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/ GPT-4 powered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Auto-populates Galaxy ERP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Setup &amp; Permissions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Invoicing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04E1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15468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 Full 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 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15468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Registration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61120" y="18288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315468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Invoice Extractor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Full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30% Module Sign-off → 30% UAT → 40% GoLive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Terms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0A1A3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Partnership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Digital Technology Service Partner until 2030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0A1A3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Advance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begins with no upfront payment. Pay only on delivery.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9377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0A1A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074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Payments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486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Sign-off → 30% UAT → 40% GoLive. Payment tied to results.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0A1A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 Below Market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First-client pricing. Permanent discount vs. commercial rates.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8328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0A1A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Your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PPS data remains PPS property. Full export capability.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9377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0A1A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5074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Belongs to Galaxy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5486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owned by Galaxy ERP. PPS gets perpetual license.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834640"/>
            <a:ext cx="1371600" cy="54864"/>
          </a:xfrm>
          <a:prstGeom prst="rect">
            <a:avLst/>
          </a:prstGeom>
          <a:solidFill>
            <a:srgbClr val="F04E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System built. Deployed. Already live with IRD invoicing.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Modules ready for your entire operation — sales to GL to production.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advance. Pay on results. Code is yours forever.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M.A. Anoj Thilina Perera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Technology Specialist  |  Galaxy ERP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anoj.thilina.perera@gmail.com  |  070 600 7020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Galaxy ERP — PPS Digital Transformation</dc:title>
  <dc:subject>PptxGenJS Presentation</dc:subject>
  <dc:creator>M.A. Anoj Thilina Perera</dc:creator>
  <cp:lastModifiedBy>M.A. Anoj Thilina Perera</cp:lastModifiedBy>
  <cp:revision>1</cp:revision>
  <dcterms:created xsi:type="dcterms:W3CDTF">2026-07-25T02:16:48Z</dcterms:created>
  <dcterms:modified xsi:type="dcterms:W3CDTF">2026-07-25T02:16:48Z</dcterms:modified>
</cp:coreProperties>
</file>